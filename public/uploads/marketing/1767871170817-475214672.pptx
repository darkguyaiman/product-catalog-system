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59" r:id="rId7"/>
    <p:sldId id="269" r:id="rId8"/>
    <p:sldId id="260" r:id="rId9"/>
    <p:sldId id="270" r:id="rId10"/>
    <p:sldId id="261" r:id="rId11"/>
    <p:sldId id="271" r:id="rId12"/>
    <p:sldId id="262" r:id="rId13"/>
    <p:sldId id="272" r:id="rId14"/>
    <p:sldId id="263" r:id="rId15"/>
    <p:sldId id="273" r:id="rId16"/>
    <p:sldId id="274" r:id="rId17"/>
    <p:sldId id="264" r:id="rId18"/>
    <p:sldId id="265" r:id="rId19"/>
    <p:sldId id="266" r:id="rId20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34" autoAdjust="0"/>
  </p:normalViewPr>
  <p:slideViewPr>
    <p:cSldViewPr>
      <p:cViewPr>
        <p:scale>
          <a:sx n="75" d="100"/>
          <a:sy n="75" d="100"/>
        </p:scale>
        <p:origin x="2040" y="-8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8:50:29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1040 0 0,'0'117'1201'0'0,"-3"-27"-1521"0"0,-13-27-561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8:50:30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6066 416 1841 0 0,'-257'-137'15985'0'0,"195"108"-11823"0"0,-1 4 0 0 0,-84-23 1 0 0,64 30-3577 0 0,0 3 0 0 0,-1 4 1 0 0,0 4-1 0 0,-137 5 1 0 0,-336 56-1065 0 0,-124 56 478 0 0,34 44 0 0 0,25 28 0 0 0,-167 92 0 0 0,31 84 0 0 0,597-264 0 0 0,4 7 0 0 0,-207 174 0 0 0,231-153 0 0 0,119-107 0 0 0,0 0 0 0 0,2 0 0 0 0,0 2 0 0 0,1-1 0 0 0,0 2 0 0 0,-12 27 0 0 0,21-39 0 0 0,-1 0 0 0 0,1 1 0 0 0,0-1 0 0 0,0 1 0 0 0,1 0 0 0 0,-1-1 0 0 0,2 1 0 0 0,-1 0 0 0 0,1 0 0 0 0,0 0 0 0 0,0 0 0 0 0,1-1 0 0 0,0 1 0 0 0,0 0 0 0 0,1 0 0 0 0,-1-1 0 0 0,1 1 0 0 0,1-1 0 0 0,-1 0 0 0 0,1 1 0 0 0,1-1 0 0 0,-1 0 0 0 0,1-1 0 0 0,5 8 0 0 0,2-2 0 0 0,0-1 0 0 0,1 0 0 0 0,-1-1 0 0 0,2 0 0 0 0,-1-1 0 0 0,1 0 0 0 0,1-1 0 0 0,-1 0 0 0 0,1-1 0 0 0,22 6 0 0 0,14 2 0 0 0,1-2 0 0 0,67 7 0 0 0,197 2 0 0 0,97-26 0 0 0,1076-112 0 0 0,-7-84 0 0 0,-720 59 0 0 0,-23-70 0 0 0,-645 177 0 0 0,-2-4 0 0 0,136-79 0 0 0,-178 87 0 0 0,-1-2 0 0 0,-1-2 0 0 0,-2-2 0 0 0,-2-2 0 0 0,60-70 0 0 0,-79 81 0 0 0,-2-2 0 0 0,-1-1 0 0 0,-1 0 0 0 0,23-52 0 0 0,-35 67 0 0 0,-2-1 0 0 0,0 0 0 0 0,-1 0 0 0 0,-1-1 0 0 0,-1 1 0 0 0,0-1 0 0 0,-1 0 0 0 0,-1 0 0 0 0,-1 0 0 0 0,0 0 0 0 0,-4-25 0 0 0,-1 22 0 0 0,-1 0 0 0 0,-1 1 0 0 0,-1-1 0 0 0,0 1 0 0 0,-2 1 0 0 0,0-1 0 0 0,-1 2 0 0 0,-1 0 0 0 0,-1 0 0 0 0,-15-17 0 0 0,-1 4 0 0 0,-2 0 0 0 0,-1 2 0 0 0,-1 2 0 0 0,-1 0 0 0 0,-62-34 0 0 0,31 25 0 0 0,-2 4 0 0 0,-1 2 0 0 0,-101-29 0 0 0,45 26 0 0 0,-235-32 0 0 0,-142 29 0 0 0,196 35-1719 0 0,-484 59 0 0 0,-289 138-6000 0 0,27 110-6834 0 0,459-78 8777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0:14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264 413 8724 0 0,'6'-18'1075'0'0,"1"1"0"0"0,1 0 1 0 0,0 0-1 0 0,2 0 0 0 0,0 1 0 0 0,1 1 0 0 0,0-1 1 0 0,1 2-1 0 0,1 0 0 0 0,0 0 0 0 0,1 1 0 0 0,0 1 1 0 0,29-19-1 0 0,-6 7 1341 0 0,1 1 1 0 0,52-22-1 0 0,21 0-675 0 0,-80 35-1741 0 0,1 0 0 0 0,0 3 0 0 0,0 0 0 0 0,1 2 0 0 0,0 2 0 0 0,0 1 0 0 0,0 1 0 0 0,0 2 0 0 0,0 1 0 0 0,0 2 0 0 0,46 11 0 0 0,-55-9 0 0 0,-1 1 0 0 0,-1 1 0 0 0,0 1 0 0 0,0 0 0 0 0,0 2 0 0 0,-1 1 0 0 0,-1 0 0 0 0,0 2 0 0 0,-1 0 0 0 0,0 1 0 0 0,-1 1 0 0 0,-1 1 0 0 0,-1 0 0 0 0,0 1 0 0 0,-1 1 0 0 0,19 31 0 0 0,-19-21 0 0 0,-1 1 0 0 0,-2 0 0 0 0,0 1 0 0 0,-3 0 0 0 0,0 1 0 0 0,-2 0 0 0 0,-1 0 0 0 0,-2 1 0 0 0,-1 0 0 0 0,-2-1 0 0 0,-1 1 0 0 0,-1 0 0 0 0,-2 0 0 0 0,-2-1 0 0 0,0 0 0 0 0,-2 0 0 0 0,-21 56 0 0 0,17-56 0 0 0,-2-1 0 0 0,-2 0 0 0 0,0-1 0 0 0,-2 0 0 0 0,-2-2 0 0 0,0 0 0 0 0,-2-1 0 0 0,0-1 0 0 0,-2-1 0 0 0,-1-1 0 0 0,-1-1 0 0 0,-2-1 0 0 0,1-1 0 0 0,-2-2 0 0 0,-1-1 0 0 0,0-1 0 0 0,-36 15 0 0 0,29-19 0 0 0,0-1 0 0 0,-1-2 0 0 0,0-2 0 0 0,0-1 0 0 0,-46 2 0 0 0,18-6 0 0 0,1-3 0 0 0,-79-11 0 0 0,103 7 0 0 0,1-2 0 0 0,1-2 0 0 0,-1-2 0 0 0,2-1 0 0 0,-72-31 0 0 0,91 33 0 0 0,0-1 0 0 0,1-1 0 0 0,0 0 0 0 0,0-2 0 0 0,1 1 0 0 0,1-2 0 0 0,1 0 0 0 0,-1-1 0 0 0,2 0 0 0 0,0-1 0 0 0,1-1 0 0 0,1 0 0 0 0,-13-26 0 0 0,13 18 26 0 0,0-1-1 0 0,2 0 1 0 0,1-1-1 0 0,1 0 1 0 0,1 0 0 0 0,2-1-1 0 0,-2-35 1 0 0,5 44-105 0 0,1 1 0 0 0,1 0 0 0 0,1-1 1 0 0,0 1-1 0 0,1 0 0 0 0,1 0 0 0 0,1 0 1 0 0,1 1-1 0 0,0 0 0 0 0,1 0 0 0 0,1 0 1 0 0,11-18-1 0 0,-8 19-1053 0 0,1 1-1 0 0,0 0 1 0 0,20-18-1 0 0,-10 15-2380 0 0,0 0 0 0 0,1 1 0 0 0,37-21 0 0 0,71-25-7452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07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6 1281 0 0,'-26'3'6242'0'0,"-4"-1"1522"0"0,17 4-3202 0 0,8-5-4642 0 0,7-1-1040 0 0,1 0-401 0 0,2 0-160 0 0,0 0 0 0 0,3-3-1200 0 0,25-12-4482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18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65 1121 0 0,'5'-1'27466'0'0,"-6"13"-26794"0"0,-10 170 2836 0 0,5-140-3508 0 0,4-34 0 0 0,1 0 0 0 0,0 1 0 0 0,0 0 0 0 0,0-1 0 0 0,1 1 0 0 0,1-1 0 0 0,-1 1 0 0 0,4 13 0 0 0,28-27 0 0 0,21-10 0 0 0,70-13 0 0 0,-60 22 0 0 0,101 3 0 0 0,24-2 0 0 0,157-11 0 0 0,-218 13 0 0 0,-83 3 0 0 0,-1-2 0 0 0,63-11 0 0 0,-104 13 0 0 0,8-1 0 0 0,0 1 0 0 0,-1 0 0 0 0,16 3 0 0 0,23-1 0 0 0,133-6 0 0 0,-187-5 0 0 0,1 0 0 0 0,-1 1 0 0 0,1-2 0 0 0,1 1 0 0 0,-6-17 0 0 0,-14-63 0 0 0,22 78 0 0 0,1 0 0 0 0,-1 1 0 0 0,2-1 0 0 0,0 0 0 0 0,0 1 0 0 0,3-16 0 0 0,3 8 0 0 0,-6 17 0 0 0,1-1 0 0 0,0 1 0 0 0,-1-1 0 0 0,1 1 0 0 0,-1-1 0 0 0,1 0 0 0 0,-1 1 0 0 0,0-1 0 0 0,1 1 0 0 0,-1-1 0 0 0,0 0 0 0 0,0 1 0 0 0,-1-4 0 0 0,1 5 0 0 0,-2-1 38 0 0,-8 14-228 0 0,9-11 162 0 0,-23 28-1510 0 0,0-3-2387 0 0,-10 5-4084 0 0,-24 20-8545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39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16 157 12246 0 0,'-11'-14'7988'0'0,"6"6"785"0"0,26 17-5013 0 0,-17-1-3760 0 0,68 405 0 0 0,-42-199 0 0 0,-25-193 0 0 0,-4-17 0 0 0,1 0 0 0 0,-1 0 0 0 0,-1 0 0 0 0,1 0 0 0 0,0 0 0 0 0,-1 0 0 0 0,0 0 0 0 0,0 7 0 0 0,-38-50 0 0 0,29 28 0 0 0,0 0 0 0 0,1-1 0 0 0,1-1 0 0 0,0 1 0 0 0,0-1 0 0 0,1 0 0 0 0,1-1 0 0 0,0 1 0 0 0,-3-17 0 0 0,0-9 0 0 0,-7-77 0 0 0,10 42 0 0 0,5-74 0 0 0,2 113 0 0 0,2 0 0 0 0,1 0 0 0 0,2 0 0 0 0,11-35 0 0 0,-16 64 0 0 0,0 1 0 0 0,0-1 0 0 0,0 0 0 0 0,1 1 0 0 0,0-1 0 0 0,0 1 0 0 0,0 0 0 0 0,1 0 0 0 0,5-7 0 0 0,-7 11 0 0 0,0-1 0 0 0,0 1 0 0 0,0 0 0 0 0,0-1 0 0 0,0 1 0 0 0,1 0 0 0 0,-1 0 0 0 0,0 1 0 0 0,1-1 0 0 0,-1 0 0 0 0,1 1 0 0 0,-1-1 0 0 0,1 1 0 0 0,-1 0 0 0 0,1 0 0 0 0,-1 0 0 0 0,1 0 0 0 0,-1 0 0 0 0,0 1 0 0 0,1-1 0 0 0,-1 1 0 0 0,1-1 0 0 0,3 2 0 0 0,-1 0 0 0 0,0 1 0 0 0,0-1 0 0 0,0 1 0 0 0,0 0 0 0 0,0 0 0 0 0,-1 0 0 0 0,0 1 0 0 0,1 0 0 0 0,-1-1 0 0 0,0 1 0 0 0,-1 1 0 0 0,1-1 0 0 0,-1 1 0 0 0,0-1 0 0 0,0 1 0 0 0,0 0 0 0 0,-1 0 0 0 0,1 0 0 0 0,-1 0 0 0 0,-1 1 0 0 0,3 8 0 0 0,-1 0 0 0 0,0 1 0 0 0,-1-1 0 0 0,-1 1 0 0 0,0 0 0 0 0,-1 0 0 0 0,-1-1 0 0 0,-2 18 0 0 0,-1-10 0 0 0,-1 1 0 0 0,0-1 0 0 0,-2-1 0 0 0,-1 1 0 0 0,0-1 0 0 0,-2-1 0 0 0,0 0 0 0 0,-1 0 0 0 0,-1-1 0 0 0,-1 0 0 0 0,-1-1 0 0 0,0 0 0 0 0,-2-2 0 0 0,0 1 0 0 0,-32 24 0 0 0,49-42 58 0 0,1-3 37 0 0,13 8-947 0 0,-13-3 331 0 0,1 0 0 0 0,-1 0 0 0 0,1-1 0 0 0,0 1 0 0 0,-1 0 1 0 0,1-1-1 0 0,0 0 0 0 0,-1 0 0 0 0,1 1 0 0 0,0-2 0 0 0,4 1 0 0 0,1-3-3074 0 0,1 0 1 0 0,-1 0-1 0 0,0-1 0 0 0,12-7 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15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1 4642 0 0,'-26'24'4235'0'0,"1"1"0"0"0,2 1 0 0 0,1 1 0 0 0,-31 49 0 0 0,45-62-3609 0 0,1 1-1 0 0,1-1 1 0 0,0 2-1 0 0,1-1 1 0 0,1 0-1 0 0,0 1 1 0 0,1 0 0 0 0,-1 25-1 0 0,3-24-478 0 0,1-1-1 0 0,1 0 1 0 0,0 0 0 0 0,1 1-1 0 0,1-1 1 0 0,1-1 0 0 0,0 1-1 0 0,7 16 1 0 0,-9-27-147 0 0,0-1 0 0 0,0 1 0 0 0,0-1 0 0 0,1 0 0 0 0,0 0 0 0 0,0 0 0 0 0,0 0 0 0 0,0 0 0 0 0,0-1 0 0 0,1 1 0 0 0,0-1 0 0 0,0 0 0 0 0,0 0 0 0 0,0 0 0 0 0,0-1 0 0 0,0 1 0 0 0,1-1 0 0 0,-1 0 0 0 0,1 0 0 0 0,0-1 0 0 0,-1 0 0 0 0,1 1 0 0 0,0-1 0 0 0,0-1 0 0 0,0 1 0 0 0,0-1 0 0 0,0 0 0 0 0,0 0 0 0 0,0 0 0 0 0,8-2 0 0 0,1-1 0 0 0,0 0 0 0 0,0-1 0 0 0,0 0 0 0 0,-1-1 0 0 0,1-1 0 0 0,-1 0 0 0 0,-1-1 0 0 0,1 0 0 0 0,18-15 0 0 0,-16 10 0 0 0,-1 0 0 0 0,0-1 0 0 0,-1-1 0 0 0,0 0 0 0 0,-1 0 0 0 0,0-2 0 0 0,-2 1 0 0 0,11-20 0 0 0,-18 29 0 0 0,0-1 0 0 0,0 1 0 0 0,0-1 0 0 0,-1 0 0 0 0,0 1 0 0 0,-1-1 0 0 0,1 0 0 0 0,-1 0 0 0 0,-1 0 0 0 0,1 0 0 0 0,-1 0 0 0 0,-1 0 0 0 0,1 0 0 0 0,-1 0 0 0 0,0 0 0 0 0,-1 0 0 0 0,0 0 0 0 0,0 0 0 0 0,0 1 0 0 0,-1-1 0 0 0,0 1 0 0 0,0-1 0 0 0,0 1 0 0 0,-8-10 0 0 0,4 8 0 0 0,0 1 0 0 0,0-1 0 0 0,-1 1 0 0 0,0 1 0 0 0,0 0 0 0 0,-1 0 0 0 0,0 0 0 0 0,0 1 0 0 0,0 1 0 0 0,0-1 0 0 0,-1 1 0 0 0,0 1 0 0 0,-17-4 0 0 0,20 5 0 0 0,0 1 0 0 0,0 0 0 0 0,0 0 0 0 0,-1 0 0 0 0,1 1 0 0 0,0 0 0 0 0,0 1 0 0 0,0 0 0 0 0,0 0 0 0 0,0 0 0 0 0,0 1 0 0 0,0 0 0 0 0,1 0 0 0 0,-1 1 0 0 0,0 0 0 0 0,1 0 0 0 0,0 0 0 0 0,0 1 0 0 0,0 0 0 0 0,-10 9 0 0 0,15-13-14 0 0,1 1 1 0 0,-1 0-1 0 0,0 0 0 0 0,1-1 1 0 0,-1 1-1 0 0,1 0 0 0 0,-1 0 1 0 0,1 0-1 0 0,-1 0 0 0 0,1 0 1 0 0,0-1-1 0 0,-1 1 0 0 0,1 0 1 0 0,0 0-1 0 0,0 0 0 0 0,-1 0 1 0 0,1 0-1 0 0,0 0 0 0 0,0 0 1 0 0,0 0-1 0 0,0 0 0 0 0,1 0 1 0 0,-1 0-1 0 0,0 0 0 0 0,0 0 1 0 0,0 0-1 0 0,1 0 0 0 0,0 1 1 0 0,1 1-163 0 0,-1 0 1 0 0,1 0-1 0 0,0 0 0 0 0,1 0 1 0 0,-1-1-1 0 0,0 0 0 0 0,1 1 1 0 0,5 3-1 0 0,0 0-1119 0 0,0-1-1 0 0,1 0 1 0 0,0-1-1 0 0,0 0 1 0 0,0 0-1 0 0,10 3 1 0 0,45-1-16025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15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 0 10405 0 0,'-8'6'18579'0'0,"3"-5"-15634"0"0,-3 1-3354 0 0,-4 1 1317 0 0,-27 13-840 0 0,0 2 0 0 0,1 1-1 0 0,1 2 1 0 0,-44 32 0 0 0,74-48-68 0 0,-10 6 0 0 0,-28 24 0 0 0,41-31 0 0 0,1-1 0 0 0,-1 1 0 0 0,1 0 0 0 0,0-1 0 0 0,0 1 0 0 0,0 1 0 0 0,0-1 0 0 0,1 0 0 0 0,0 1 0 0 0,0-1 0 0 0,0 1 0 0 0,0 0 0 0 0,-1 5 0 0 0,3-7 0 0 0,0 0 0 0 0,1 0 0 0 0,-1 0 0 0 0,0-1 0 0 0,1 1 0 0 0,0 0 0 0 0,0 0 0 0 0,0 0 0 0 0,0-1 0 0 0,0 1 0 0 0,0 0 0 0 0,1-1 0 0 0,-1 1 0 0 0,1-1 0 0 0,0 0 0 0 0,-1 1 0 0 0,1-1 0 0 0,0 0 0 0 0,1 0 0 0 0,-1 0 0 0 0,0 0 0 0 0,4 1 0 0 0,0 2 0 0 0,1 0 0 0 0,0-1 0 0 0,0 0 0 0 0,0-1 0 0 0,0 0 0 0 0,1 0 0 0 0,7 2 0 0 0,4-1 0 0 0,0-1 0 0 0,0-1 0 0 0,0-1 0 0 0,1 0 0 0 0,37-5 0 0 0,-45 3 0 0 0,0-1 0 0 0,0-1 0 0 0,0 0 0 0 0,0 0 0 0 0,-1-1 0 0 0,1-1 0 0 0,-1 0 0 0 0,0 0 0 0 0,0-1 0 0 0,13-10 0 0 0,-22 14 0 0 0,1 0 0 0 0,0 0 0 0 0,-1-1 0 0 0,1 1 0 0 0,-1-1 0 0 0,0 0 0 0 0,1 0 0 0 0,-2 0 0 0 0,1 0 0 0 0,0 0 0 0 0,0 0 0 0 0,-1 0 0 0 0,0-1 0 0 0,0 1 0 0 0,0 0 0 0 0,1-6 0 0 0,-2 6 0 0 0,0 0 0 0 0,0 1 0 0 0,0-1 0 0 0,-1 0 0 0 0,1 1 0 0 0,-1-1 0 0 0,0 0 0 0 0,0 1 0 0 0,0-1 0 0 0,0 1 0 0 0,0-1 0 0 0,0 1 0 0 0,-1-1 0 0 0,1 1 0 0 0,-1 0 0 0 0,0 0 0 0 0,1 0 0 0 0,-1 0 0 0 0,0 0 0 0 0,0 0 0 0 0,-5-2 0 0 0,-5-5 0 0 0,-1 1 0 0 0,0 1 0 0 0,0 0 0 0 0,-1 1 0 0 0,1 0 0 0 0,-2 1 0 0 0,1 0 0 0 0,-21-3 0 0 0,23 6 0 0 0,0 0 0 0 0,0 1 0 0 0,-1 0 0 0 0,1 1 0 0 0,-1 0 0 0 0,1 1 0 0 0,0 1 0 0 0,-1 0 0 0 0,1 0 0 0 0,-17 7 0 0 0,-55 30 0 0 0,83-38 0 0 0,0-1 0 0 0,0 0 0 0 0,0 1 0 0 0,0-1 0 0 0,0 1 0 0 0,0-1 0 0 0,0 1 0 0 0,1 0 0 0 0,-1-1 0 0 0,0 1 0 0 0,1 0 0 0 0,-1 0 0 0 0,0-1 0 0 0,1 1 0 0 0,-1 0 0 0 0,1 0 0 0 0,-1 0 0 0 0,1 0 0 0 0,-1 0 0 0 0,1-1 0 0 0,0 1 0 0 0,-1 0 0 0 0,1 0 0 0 0,0 0 0 0 0,0 0 0 0 0,0 2 0 0 0,0-2 0 0 0,1 1 0 0 0,-1 0 0 0 0,1-1 0 0 0,-1 1 0 0 0,1 0 0 0 0,0-1 0 0 0,0 1 0 0 0,0-1 0 0 0,0 1 0 0 0,0-1 0 0 0,0 0 0 0 0,0 0 0 0 0,0 1 0 0 0,2 0 0 0 0,3 3 0 0 0,1 0 0 0 0,-1 0 0 0 0,1-1 0 0 0,0 0 0 0 0,15 6 0 0 0,-11-7-126 0 0,0 0 0 0 0,0 0 0 0 0,0-1 0 0 0,0-1 0 0 0,16 1 0 0 0,32-6-5521 0 0,29-12-11513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15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353 1 2321 0 0,'2'8'19293'0'0,"-3"-7"-18757"0"0,-10 5 7915 0 0,-21 4-5780 0 0,24-9-2755 0 0,1 1 0 0 0,-1 0 0 0 0,1 0-1 0 0,0 1 1 0 0,-10 5 0 0 0,5-2 84 0 0,-93 52 0 0 0,96-52 0 0 0,0 1 0 0 0,0-1 0 0 0,0 2 0 0 0,1-1 0 0 0,0 1 0 0 0,0 0 0 0 0,1 1 0 0 0,-11 16 0 0 0,17-22 0 0 0,0 0 0 0 0,0 0 0 0 0,0-1 0 0 0,0 2 0 0 0,1-1 0 0 0,-1 0 0 0 0,1 0 0 0 0,0 0 0 0 0,0 0 0 0 0,0 0 0 0 0,0 0 0 0 0,1 0 0 0 0,-1 0 0 0 0,1 0 0 0 0,0 0 0 0 0,0 0 0 0 0,0 0 0 0 0,0 0 0 0 0,0 0 0 0 0,0-1 0 0 0,1 1 0 0 0,0 0 0 0 0,-1-1 0 0 0,1 1 0 0 0,0-1 0 0 0,3 3 0 0 0,0 1 0 0 0,0-1 0 0 0,1 0 0 0 0,-1 0 0 0 0,1-1 0 0 0,0 0 0 0 0,0 0 0 0 0,0 0 0 0 0,1 0 0 0 0,-1-1 0 0 0,9 2 0 0 0,-4-2 0 0 0,2 0 0 0 0,-1-2 0 0 0,0 0 0 0 0,0 0 0 0 0,1-1 0 0 0,-1 0 0 0 0,0-1 0 0 0,23-5 0 0 0,-9 0 0 0 0,-1-1 0 0 0,49-20 0 0 0,-58 20 0 0 0,-1 0 0 0 0,24-16 0 0 0,-34 19 0 0 0,0 1 0 0 0,-1-1 0 0 0,1 0 0 0 0,-1 0 0 0 0,0-1 0 0 0,0 1 0 0 0,0-1 0 0 0,-1 0 0 0 0,0 0 0 0 0,5-9 0 0 0,-7 11 0 0 0,0 1 0 0 0,-1-1 0 0 0,0 0 0 0 0,1 1 0 0 0,-1-1 0 0 0,0 0 0 0 0,0 1 0 0 0,-1-1 0 0 0,1 0 0 0 0,0 1 0 0 0,-1-1 0 0 0,0 0 0 0 0,0 1 0 0 0,1-1 0 0 0,-2 1 0 0 0,1 0 0 0 0,0-1 0 0 0,0 1 0 0 0,-1 0 0 0 0,1-1 0 0 0,-1 1 0 0 0,0 0 0 0 0,1 0 0 0 0,-1 0 0 0 0,0 1 0 0 0,-3-3 0 0 0,-3-3 0 0 0,1 1 0 0 0,-2 0 0 0 0,1 1 0 0 0,0 0 0 0 0,-19-8 0 0 0,13 8 0 0 0,-1 0 0 0 0,0 1 0 0 0,0 1 0 0 0,0 0 0 0 0,0 1 0 0 0,-1 1 0 0 0,1 1 0 0 0,0 0 0 0 0,-1 0 0 0 0,-27 6 0 0 0,22-1 0 0 0,0 0 0 0 0,0 1 0 0 0,0 2 0 0 0,1 0 0 0 0,0 1 0 0 0,1 1 0 0 0,-20 13 0 0 0,34-20 0 0 0,0 0 0 0 0,0 1 0 0 0,0 0 0 0 0,0 0 0 0 0,1 1 0 0 0,0-1 0 0 0,-1 1 0 0 0,-5 9 0 0 0,9-12 0 0 0,1-1 0 0 0,-1 1 0 0 0,0-1 0 0 0,1 1 0 0 0,-1 0 0 0 0,1-1 0 0 0,-1 1 0 0 0,1 0 0 0 0,0 0 0 0 0,0-1 0 0 0,0 1 0 0 0,0 0 0 0 0,0-1 0 0 0,0 1 0 0 0,1 0 0 0 0,-1 0 0 0 0,0-1 0 0 0,1 1 0 0 0,-1 0 0 0 0,1-1 0 0 0,0 1 0 0 0,0-1 0 0 0,-1 1 0 0 0,1-1 0 0 0,0 1 0 0 0,0-1 0 0 0,0 1 0 0 0,1-1 0 0 0,-1 0 0 0 0,0 0 0 0 0,0 0 0 0 0,1 1 0 0 0,-1-1 0 0 0,1-1 0 0 0,1 3 0 0 0,8 4-603 0 0,-1-1 0 0 0,1 0 0 0 0,1 0 0 0 0,-1-1 0 0 0,20 6 0 0 0,-8-5-3313 0 0,1-2-1 0 0,24 3 1 0 0,30 0-13244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16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49 1361 0 0,'1'-1'516'0'0,"-1"1"1"0"0,1 0-1 0 0,0 0 1 0 0,-1-1-1 0 0,1 1 1 0 0,0-1-1 0 0,-1 1 1 0 0,1-1-1 0 0,-1 1 1 0 0,1-1-1 0 0,-1 1 1 0 0,1-1-1 0 0,-1 1 1 0 0,1-1-1 0 0,-1 0 1 0 0,0 1 0 0 0,1-1-1 0 0,-1 0 1 0 0,0 1-1 0 0,0-1 1 0 0,1 0-1 0 0,-1 1 1 0 0,0-1-1 0 0,0 0 1 0 0,0 0-1 0 0,0 1 1 0 0,0-1-1 0 0,0 0 1 0 0,0 0-1 0 0,0 1 1 0 0,0-1-1 0 0,0 0 1 0 0,0 1-1 0 0,-1-1 1 0 0,1 0 0 0 0,-1 0-1 0 0,-10-14 9326 0 0,-1 6-7389 0 0,11 9-2453 0 0,1 0 0 0 0,-1 0 0 0 0,0-1 0 0 0,0 1 0 0 0,0 0 0 0 0,1 0 0 0 0,-1 0 0 0 0,0 0 0 0 0,0 0 0 0 0,0 0 0 0 0,1 0 0 0 0,-1 0 0 0 0,0 0 0 0 0,0 0 0 0 0,0 0 0 0 0,1 1 0 0 0,-1-1 0 0 0,0 0 0 0 0,0 0 0 0 0,1 1 0 0 0,-1-1 0 0 0,0 1 0 0 0,0 0 0 0 0,-12 5 0 0 0,2 0 0 0 0,-1 1 0 0 0,1 1 0 0 0,0 0 0 0 0,0 0 0 0 0,1 1 0 0 0,-14 17 0 0 0,19-20 0 0 0,0 0 0 0 0,1 0 0 0 0,0 0 0 0 0,0 1 0 0 0,0 0 0 0 0,1 0 0 0 0,0 0 0 0 0,1 0 0 0 0,-1 0 0 0 0,2 1 0 0 0,-1-1 0 0 0,1 1 0 0 0,0-1 0 0 0,0 1 0 0 0,1 12 0 0 0,1-8 0 0 0,0 1 0 0 0,1-1 0 0 0,0-1 0 0 0,1 1 0 0 0,0 0 0 0 0,1-1 0 0 0,1 1 0 0 0,-1-1 0 0 0,2 0 0 0 0,0-1 0 0 0,13 19 0 0 0,-13-22 0 0 0,0 1 0 0 0,1-2 0 0 0,0 1 0 0 0,0-1 0 0 0,1 0 0 0 0,0 0 0 0 0,0-1 0 0 0,0 0 0 0 0,0-1 0 0 0,1 0 0 0 0,0 0 0 0 0,0-1 0 0 0,0 0 0 0 0,0 0 0 0 0,15 2 0 0 0,-16-4 0 0 0,0-1 0 0 0,0 0 0 0 0,0 0 0 0 0,0 0 0 0 0,0-1 0 0 0,0 0 0 0 0,0-1 0 0 0,0 1 0 0 0,0-2 0 0 0,-1 1 0 0 0,1-1 0 0 0,-1 0 0 0 0,0-1 0 0 0,0 1 0 0 0,0-2 0 0 0,0 1 0 0 0,0-1 0 0 0,-1 0 0 0 0,0 0 0 0 0,0 0 0 0 0,-1-1 0 0 0,1 0 0 0 0,-1 0 0 0 0,0-1 0 0 0,-1 1 0 0 0,0-1 0 0 0,0 0 0 0 0,0 0 0 0 0,-1-1 0 0 0,0 1 0 0 0,0-1 0 0 0,-1 1 0 0 0,0-1 0 0 0,0 0 0 0 0,-1 0 0 0 0,0 0 0 0 0,-1 0 0 0 0,1 0 0 0 0,-1 0 0 0 0,-2-10 0 0 0,1 11 0 0 0,0-1 0 0 0,-1 1 0 0 0,0 0 0 0 0,0 0 0 0 0,-1 0 0 0 0,0 0 0 0 0,0 0 0 0 0,-1 1 0 0 0,0-1 0 0 0,0 1 0 0 0,0 0 0 0 0,-1 0 0 0 0,1 1 0 0 0,-1-1 0 0 0,-1 1 0 0 0,1 0 0 0 0,-1 0 0 0 0,0 1 0 0 0,0-1 0 0 0,-1 2 0 0 0,1-1 0 0 0,-1 1 0 0 0,0-1 0 0 0,1 2 0 0 0,-9-3 0 0 0,0 0 0 0 0,0 2 0 0 0,-1 0 0 0 0,0 0 0 0 0,0 1 0 0 0,0 1 0 0 0,0 1 0 0 0,0 0 0 0 0,1 1 0 0 0,-1 1 0 0 0,-27 6 0 0 0,31-6 0 0 0,-1 1 0 0 0,1 1 0 0 0,0 0 0 0 0,0 1 0 0 0,0 0 0 0 0,1 0 0 0 0,0 1 0 0 0,0 1 0 0 0,-18 14 0 0 0,28-20 17 0 0,0 0 0 0 0,0 0 0 0 0,0-1 0 0 0,1 1 1 0 0,-1 0-1 0 0,0 0 0 0 0,0 0 0 0 0,1 0 0 0 0,-1 1 0 0 0,1-1 0 0 0,-1 0 0 0 0,1 0 1 0 0,0 0-1 0 0,-1 0 0 0 0,1 1 0 0 0,0-1 0 0 0,0 0 0 0 0,0 0 0 0 0,-1 0 0 0 0,1 1 1 0 0,1-1-1 0 0,-1 0 0 0 0,0 0 0 0 0,0 0 0 0 0,0 1 0 0 0,1-1 0 0 0,-1 0 0 0 0,0 0 0 0 0,1 0 1 0 0,-1 0-1 0 0,1 0 0 0 0,1 2 0 0 0,0 0-219 0 0,-1-1 0 0 0,1 0 1 0 0,0 0-1 0 0,0 0 0 0 0,0-1 0 0 0,1 1 1 0 0,-1 0-1 0 0,0-1 0 0 0,1 0 0 0 0,-1 1 1 0 0,1-1-1 0 0,-1 0 0 0 0,3 1 0 0 0,36 2-11096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16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0 1281 0 0,'-10'2'3534'0'0,"-1"0"0"0"0,0 0 0 0 0,1 1 0 0 0,-1 1 1 0 0,-18 9-1 0 0,-37 25 4928 0 0,57-33-8376 0 0,1 1 1 0 0,0 0-1 0 0,0 0 1 0 0,1 0 0 0 0,-1 1-1 0 0,1 0 1 0 0,1 0 0 0 0,-1 1-1 0 0,2 0 1 0 0,-1 0 0 0 0,1 1-1 0 0,0-1 1 0 0,0 1-1 0 0,1 0 1 0 0,1 1 0 0 0,-1-1-1 0 0,2 0 1 0 0,-1 1 0 0 0,1 0-1 0 0,-1 13 1 0 0,0 1-87 0 0,0 0 0 0 0,2 1 0 0 0,1-1 0 0 0,3 27 0 0 0,-2-45 0 0 0,-1-1 0 0 0,1 1 0 0 0,0-1 0 0 0,1 0 0 0 0,-1 1 0 0 0,1-1 0 0 0,0 0 0 0 0,0 0 0 0 0,1 0 0 0 0,-1 0 0 0 0,1-1 0 0 0,0 1 0 0 0,1-1 0 0 0,-1 1 0 0 0,1-1 0 0 0,-1 0 0 0 0,1 0 0 0 0,1-1 0 0 0,-1 1 0 0 0,0-1 0 0 0,1 0 0 0 0,0 0 0 0 0,-1-1 0 0 0,11 5 0 0 0,-11-6 0 0 0,-1 0 0 0 0,1-1 0 0 0,0 1 0 0 0,0-1 0 0 0,0 1 0 0 0,0-1 0 0 0,0 0 0 0 0,0-1 0 0 0,0 1 0 0 0,0-1 0 0 0,0 0 0 0 0,0 0 0 0 0,0 0 0 0 0,5-2 0 0 0,-2-1 0 0 0,-1 1 0 0 0,1-1 0 0 0,-1 0 0 0 0,0 0 0 0 0,0-1 0 0 0,0 0 0 0 0,7-8 0 0 0,-5 4 0 0 0,-1 0 0 0 0,0 0 0 0 0,-1 0 0 0 0,0-1 0 0 0,-1 0 0 0 0,1 0 0 0 0,-2 0 0 0 0,0-1 0 0 0,0 0 0 0 0,3-14 0 0 0,-6 15 0 0 0,-1 0 0 0 0,0 1 0 0 0,0-1 0 0 0,-1 0 0 0 0,0 1 0 0 0,-1-1 0 0 0,0 1 0 0 0,-1-1 0 0 0,1 1 0 0 0,-2 0 0 0 0,1 0 0 0 0,-2 0 0 0 0,1 0 0 0 0,-1 1 0 0 0,-11-16 0 0 0,11 17 0 0 0,-1 0 0 0 0,0 1 0 0 0,0-1 0 0 0,0 1 0 0 0,-1 0 0 0 0,1 1 0 0 0,-2-1 0 0 0,1 1 0 0 0,0 1 0 0 0,-1 0 0 0 0,0 0 0 0 0,0 0 0 0 0,0 1 0 0 0,0 0 0 0 0,-1 0 0 0 0,1 1 0 0 0,-15-2 0 0 0,18 4 0 0 0,0 1 0 0 0,0 0 0 0 0,0-1 0 0 0,0 1 0 0 0,0 1 0 0 0,0-1 0 0 0,0 1 0 0 0,1 0 0 0 0,-1 0 0 0 0,1 0 0 0 0,-1 1 0 0 0,-3 3 0 0 0,7-6 0 0 0,-1 1 0 0 0,1 0 0 0 0,0 0 0 0 0,0 0 0 0 0,0 0 0 0 0,0 0 0 0 0,0 0 0 0 0,0 0 0 0 0,0 0 0 0 0,0 0 0 0 0,0 1 0 0 0,1-1 0 0 0,-1 0 0 0 0,0 0 0 0 0,1 1 0 0 0,-1-1 0 0 0,1 1 0 0 0,0-1 0 0 0,-1 0 0 0 0,1 1 0 0 0,0-1 0 0 0,0 1 0 0 0,0-1 0 0 0,0 1 0 0 0,0-1 0 0 0,0 1 0 0 0,0-1 0 0 0,0 0 0 0 0,1 1 0 0 0,-1-1 0 0 0,1 1 0 0 0,-1-1 0 0 0,1 0 0 0 0,-1 1 0 0 0,1-1 0 0 0,0 0 0 0 0,-1 0 0 0 0,1 1 0 0 0,0-1 0 0 0,0 0 0 0 0,0 0 0 0 0,0 0 0 0 0,0 0 0 0 0,0 0 0 0 0,0 0 0 0 0,3 1 0 0 0,1 2 124 0 0,0 0-1 0 0,1-1 1 0 0,0 1 0 0 0,0-1 0 0 0,0 0-1 0 0,12 3 1 0 0,21 4-5085 0 0,26-5-15387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41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1904 336 5122 0 0,'-6'-3'18293'0'0,"-7"5"-13235"0"0,6-1-2383 0 0,-21 3-2406 0 0,-1 1 1 0 0,1 2 0 0 0,0 0 0 0 0,0 2 0 0 0,-40 18 0 0 0,39-12-270 0 0,0 1 0 0 0,1 1 0 0 0,0 1 0 0 0,2 2 0 0 0,0 1 0 0 0,1 1 0 0 0,2 0 0 0 0,0 2 0 0 0,-34 48 0 0 0,27-29 0 0 0,2 2 0 0 0,2 1 0 0 0,2 1 0 0 0,-19 55 0 0 0,30-63 0 0 0,1 0 0 0 0,2 1 0 0 0,2 0 0 0 0,1 1 0 0 0,-2 78 0 0 0,10-77 0 0 0,1 0 0 0 0,2 0 0 0 0,3-1 0 0 0,19 75 0 0 0,-17-89 0 0 0,1 1 0 0 0,1-1 0 0 0,1-1 0 0 0,2 0 0 0 0,0-1 0 0 0,2 0 0 0 0,0-1 0 0 0,22 23 0 0 0,-10-19 0 0 0,1-1 0 0 0,2-1 0 0 0,1-2 0 0 0,0-1 0 0 0,2-1 0 0 0,1-2 0 0 0,0-2 0 0 0,61 23 0 0 0,-34-19 0 0 0,0-3 0 0 0,2-3 0 0 0,0-2 0 0 0,98 7 0 0 0,-111-17 0 0 0,1-2 0 0 0,-1-3 0 0 0,0-2 0 0 0,0-1 0 0 0,0-4 0 0 0,89-24 0 0 0,-116 24 0 0 0,0-1 0 0 0,-1-1 0 0 0,0-1 0 0 0,-1-1 0 0 0,0-1 0 0 0,34-27 0 0 0,-42 27 0 0 0,0 0 0 0 0,0-1 0 0 0,-1 0 0 0 0,-1-1 0 0 0,-1-1 0 0 0,0 0 0 0 0,-1 0 0 0 0,0-1 0 0 0,11-31 0 0 0,-7 9 0 0 0,-3 0 0 0 0,-1 0 0 0 0,-2-1 0 0 0,5-67 0 0 0,-9-165 0 0 0,-9 153 0 0 0,-4-1 0 0 0,-30-143 0 0 0,28 212 0 0 0,-2 1 0 0 0,-2 1 0 0 0,-2 0 0 0 0,-3 2 0 0 0,-1 0 0 0 0,-2 1 0 0 0,-53-76 0 0 0,59 100 0 0 0,-2 0 0 0 0,0 1 0 0 0,-1 1 0 0 0,-2 1 0 0 0,0 1 0 0 0,0 1 0 0 0,-2 1 0 0 0,0 1 0 0 0,-1 1 0 0 0,-50-20 0 0 0,38 20 0 0 0,-2 3 0 0 0,0 1 0 0 0,0 2 0 0 0,0 1 0 0 0,-1 2 0 0 0,0 2 0 0 0,-50 3 0 0 0,13 5 0 0 0,1 4 0 0 0,-1 3 0 0 0,2 3 0 0 0,0 3 0 0 0,-72 29 0 0 0,-353 168 0 0 0,231-78-4078 0 0,111-49-5424 0 0,-277 205-1 0 0,283-167 2940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11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75 1441 0 0,'11'4'9364'0'0,"-1"0"-1921"0"0,-6 0-1840 0 0,17 2-321 0 0,24 5-1648 0 0,3-7-3634 0 0,-5-2 0 0 0,7-5 0 0 0,12-4 0 0 0,9-5 0 0 0,-3-1 0 0 0,-5-1 0 0 0,14-3-6835 0 0,11-5-4050 0 0,-4 0 720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12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5362 0 0,'10'5'5683'0'0,"22"7"2721"0"0,35 7 1520 0 0,-10-9-6530 0 0,-4-12-3394 0 0,5-3-32 0 0,4-2 64 0 0,4 0-32 0 0,-7 2-832 0 0,-9 1-1249 0 0,7-4-1841 0 0,9 1-2081 0 0,7 2-1600 0 0,1 1-161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12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1761 0 0,'5'15'12561'0'0,"6"-4"-4891"0"0,22 4-896 0 0,-32-14-6588 0 0,9 2 135 0 0,0-1 1 0 0,0 1-1 0 0,0-2 1 0 0,0 0-1 0 0,1 0 1 0 0,-1 0-1 0 0,14-2 1 0 0,79-13 739 0 0,-21 2-879 0 0,457-20-157 0 0,-1 56-149 0 0,-354-1-3232 0 0,-48-6-5983 0 0,0-2-4138 0 0,-76-10 8422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10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 19929 0 0,'40'-1'12838'0'0,"-10"-7"-12838"0"0,-4-5 0 0 0,6 2 0 0 0,12 4 0 0 0,3-1 0 0 0,1-3 0 0 0,5-5 0 0 0,1 1 0 0 0,8-2-992 0 0,-11-2-11254 0 0,2-3-400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11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55 6323 0 0,'-18'13'24651'0'0,"22"-12"-22858"0"0,2 3-1793 0 0,45 2 0 0 0,10-7 0 0 0,-2-6 0 0 0,0-5 0 0 0,4-3 0 0 0,2-1 0 0 0,-2 5 0 0 0,-12 7 0 0 0,-11 1 0 0 0,2 0-7716 0 0,1-3-7651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23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7 14807 0 0,'-8'-2'5901'0'0,"-17"-2"2997"0"0,2 6-5737 0 0,0 16-3161 0 0,4-1 0 0 0,0 0 0 0 0,1 1 0 0 0,1 0 0 0 0,0 2 0 0 0,2 0 0 0 0,0 1 0 0 0,-13 26 0 0 0,21-34 0 0 0,0 1 0 0 0,1 1 0 0 0,0-1 0 0 0,1 1 0 0 0,1 0 0 0 0,1 0 0 0 0,0 0 0 0 0,0 0 0 0 0,2 1 0 0 0,0-1 0 0 0,1 1 0 0 0,0-1 0 0 0,5 27 0 0 0,-1-26 0 0 0,0 0 0 0 0,1 0 0 0 0,1-1 0 0 0,0 0 0 0 0,1 0 0 0 0,1 0 0 0 0,1-1 0 0 0,0-1 0 0 0,0 1 0 0 0,1-1 0 0 0,1-1 0 0 0,0 0 0 0 0,1 0 0 0 0,0-1 0 0 0,1-1 0 0 0,0 0 0 0 0,1 0 0 0 0,0-2 0 0 0,18 9 0 0 0,-16-9 0 0 0,0-1 0 0 0,0-1 0 0 0,0-1 0 0 0,1 0 0 0 0,0-2 0 0 0,0 1 0 0 0,0-2 0 0 0,0 0 0 0 0,1-2 0 0 0,-1 1 0 0 0,0-2 0 0 0,1 0 0 0 0,-1-2 0 0 0,0 1 0 0 0,0-2 0 0 0,0 0 0 0 0,31-14 0 0 0,-43 16 0 0 0,1-1 0 0 0,-1 0 0 0 0,0 0 0 0 0,0 0 0 0 0,0-1 0 0 0,0 0 0 0 0,-1 0 0 0 0,1 0 0 0 0,-1-1 0 0 0,0 1 0 0 0,7-11 0 0 0,-10 13 0 0 0,0 0 0 0 0,-1 1 0 0 0,1-1 0 0 0,0 0 0 0 0,-1 0 0 0 0,1 0 0 0 0,-1 0 0 0 0,0 0 0 0 0,1 0 0 0 0,-1 1 0 0 0,0-1 0 0 0,0 0 0 0 0,0 0 0 0 0,0 0 0 0 0,-1 0 0 0 0,0-3 0 0 0,0 3 0 0 0,0-1 0 0 0,0 1 0 0 0,0 0 0 0 0,-1-1 0 0 0,1 1 0 0 0,-1 0 0 0 0,0 0 0 0 0,0 0 0 0 0,0 0 0 0 0,1 0 0 0 0,-2 1 0 0 0,1-1 0 0 0,0 1 0 0 0,0-1 0 0 0,-3-1 0 0 0,-4-1 0 0 0,1 0 0 0 0,-1 1 0 0 0,0 0 0 0 0,0 0 0 0 0,0 1 0 0 0,0 0 0 0 0,-1 1 0 0 0,1 0 0 0 0,0 0 0 0 0,-1 1 0 0 0,1 1 0 0 0,0-1 0 0 0,-1 1 0 0 0,-17 5 0 0 0,-3 2 0 0 0,1 1 0 0 0,-1 2 0 0 0,-29 16 0 0 0,46-22 0 0 0,4-1 0 0 0,0 0 0 0 0,0 0 0 0 0,0 1 0 0 0,0 0 0 0 0,1 0 0 0 0,0 1 0 0 0,0 0 0 0 0,0 0 0 0 0,1 1 0 0 0,0 0 0 0 0,-6 8 0 0 0,13-14 0 0 0,1-1 0 0 0,0 1 0 0 0,0-1 0 0 0,0 1 0 0 0,0-1 0 0 0,0 0 0 0 0,0 1 0 0 0,0-1 0 0 0,0 0 0 0 0,0 0 0 0 0,0 0 0 0 0,0 0 0 0 0,0 0 0 0 0,0 0 0 0 0,0 0 0 0 0,0 0 0 0 0,0 0 0 0 0,0 0 0 0 0,0 0 0 0 0,1-1 0 0 0,29-2 0 0 0,34-9 624 0 0,-22 1-4135 0 0,17-8-10922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23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3842 0 0,'-13'0'28925'0'0,"13"7"-28925"0"0,-8 40 0 0 0,-3 61 0 0 0,3-12 0 0 0,14-17 0 0 0,0-27 0 0 0,6-13 0 0 0,4-3 0 0 0,3-1 0 0 0,8-10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23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9 142 6723 0 0,'0'-10'18031'0'0,"0"9"-17731"0"0,-6-2 5212 0 0,4-4-3311 0 0,3 6-2201 0 0,-1-1 0 0 0,1 1 0 0 0,0 0 0 0 0,0-1 0 0 0,0 1 0 0 0,0 0 0 0 0,0 0 0 0 0,0-1 0 0 0,0 1 0 0 0,0 0 0 0 0,0 0 0 0 0,1 0 0 0 0,-1 1 0 0 0,0-1 0 0 0,1 0 0 0 0,1 0 0 0 0,7-6 0 0 0,-5 3 0 0 0,14-11 0 0 0,0 2 0 0 0,0 0 0 0 0,2 1 0 0 0,34-14 0 0 0,-51 24 0 0 0,1 0 0 0 0,1 0 0 0 0,-1 0 0 0 0,0 1 0 0 0,0 0 0 0 0,1 0 0 0 0,-1 1 0 0 0,0-1 0 0 0,1 1 0 0 0,-1 0 0 0 0,1 1 0 0 0,-1-1 0 0 0,0 1 0 0 0,1 0 0 0 0,-1 0 0 0 0,0 1 0 0 0,0 0 0 0 0,0 0 0 0 0,0 0 0 0 0,0 0 0 0 0,0 1 0 0 0,0-1 0 0 0,-1 1 0 0 0,0 1 0 0 0,1-1 0 0 0,-1 1 0 0 0,4 4 0 0 0,-1 1 0 0 0,0 1 0 0 0,-2-1 0 0 0,1 1 0 0 0,-1 0 0 0 0,0 0 0 0 0,-1 1 0 0 0,0-1 0 0 0,-1 1 0 0 0,0 0 0 0 0,-1 0 0 0 0,0 0 0 0 0,-1 0 0 0 0,0 0 0 0 0,-1 13 0 0 0,0 15 0 0 0,-3-1 0 0 0,-13 68 0 0 0,-33 85 0 0 0,23-100 0 0 0,21-79 239 0 0,2-14 197 0 0,1-27-645 0 0,0 0-3824 0 0,-6-8-13802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24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1 293 160 0 0,'2'-1'21370'0'0,"7"-6"-14727"0"0,71-56-2049 0 0,-1-2-4594 0 0,-31 19 0 0 0,-7 10 0 0 0,-4 3 0 0 0,0 13 0 0 0,4 11 0 0 0,-4-3-23243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24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14 80 0 0,'-34'-6'14194'0'0,"-2"0"271"0"0,10 5-10437 0 0,24 1-4028 0 0,1 0 0 0 0,-1 0 0 0 0,0 1 0 0 0,0-1 0 0 0,0 1 0 0 0,0 0 0 0 0,0-1 0 0 0,1 1 0 0 0,-1 0 0 0 0,0 0 0 0 0,1 0 0 0 0,-1 0 0 0 0,1 1 0 0 0,-1-1 0 0 0,1 0 0 0 0,-1 1 0 0 0,1-1 0 0 0,0 1 0 0 0,0-1 0 0 0,0 1 0 0 0,0-1 0 0 0,0 1 0 0 0,-1 2 0 0 0,-3 3 0 0 0,-13 17 0 0 0,4-7 0 0 0,1 2 0 0 0,1 0 0 0 0,0 0 0 0 0,-10 26 0 0 0,21-43 0 0 0,1 0 0 0 0,-1-1 0 0 0,1 1 0 0 0,-1 0 0 0 0,1 0 0 0 0,0 0 0 0 0,0 0 0 0 0,0 0 0 0 0,0 0 0 0 0,0 0 0 0 0,1 0 0 0 0,-1 0 0 0 0,0 0 0 0 0,1 0 0 0 0,0 0 0 0 0,-1 0 0 0 0,1 0 0 0 0,0 0 0 0 0,0 0 0 0 0,0-1 0 0 0,0 1 0 0 0,0 0 0 0 0,0-1 0 0 0,1 1 0 0 0,-1-1 0 0 0,1 1 0 0 0,-1-1 0 0 0,1 0 0 0 0,-1 0 0 0 0,4 2 0 0 0,4 3 0 0 0,0-1 0 0 0,1 0 0 0 0,-1-1 0 0 0,15 5 0 0 0,-21-8 0 0 0,124 32 0 0 0,18 6 0 0 0,-130-33 0 0 0,-1 0 0 0 0,0 1 0 0 0,0 0 0 0 0,0 1 0 0 0,-1 0 0 0 0,0 1 0 0 0,16 15 0 0 0,-25-21 0 0 0,0 1 0 0 0,-1-1 0 0 0,0 1 0 0 0,0 0 0 0 0,0 0 0 0 0,0 0 0 0 0,0 0 0 0 0,-1 1 0 0 0,0-1 0 0 0,0 1 0 0 0,0 0 0 0 0,-1-1 0 0 0,1 1 0 0 0,-1 0 0 0 0,0 0 0 0 0,0 0 0 0 0,-1 5 0 0 0,0-4 0 0 0,-1 1 0 0 0,0-1 0 0 0,0 1 0 0 0,0-1 0 0 0,-1 0 0 0 0,0 0 0 0 0,0 1 0 0 0,-1-2 0 0 0,0 1 0 0 0,0 0 0 0 0,0 0 0 0 0,-7 7 0 0 0,0-1 0 0 0,0-1 0 0 0,-1 0 0 0 0,-1-1 0 0 0,0 0 0 0 0,0-1 0 0 0,-1 0 0 0 0,0-1 0 0 0,0-1 0 0 0,-1 0 0 0 0,0 0 0 0 0,-23 6 0 0 0,33-11 0 0 0,0-1 0 0 0,-1 0 0 0 0,1 0 0 0 0,-1 0 0 0 0,1 0 0 0 0,0-1 0 0 0,-8 0 0 0 0,11 0 0 0 0,0 0 0 0 0,0 0 0 0 0,-1-1 0 0 0,1 1 0 0 0,0 0 0 0 0,0-1 0 0 0,0 1 0 0 0,0-1 0 0 0,0 1 0 0 0,0-1 0 0 0,-1 1 0 0 0,1-1 0 0 0,1 0 0 0 0,-1 0 0 0 0,0 1 0 0 0,0-1 0 0 0,0 0 0 0 0,0 0 0 0 0,0 0 0 0 0,1 0 0 0 0,-1 0 0 0 0,0 0 0 0 0,1 0 0 0 0,-1 0 0 0 0,1 0 0 0 0,-1 0 0 0 0,1-1 0 0 0,0 1 0 0 0,-1 0 0 0 0,1 0 0 0 0,0 0 0 0 0,0-2 0 0 0,-2-20 0 0 0,1-1 0 0 0,2 1 0 0 0,0-1 0 0 0,1 1 0 0 0,7-26 0 0 0,34-117 0 0 0,-24 99 0 0 0,-3 12 0 0 0,-7 30 0 0 0,-1-1 0 0 0,-2 0 0 0 0,0 0 0 0 0,-2-1 0 0 0,2-49 0 0 0,-8 76 0 0 0,1 0 0 0 0,-1 1 0 0 0,1-1 0 0 0,-1 0 0 0 0,1 0 0 0 0,0 1 0 0 0,-1-1 0 0 0,1 1 0 0 0,0-1 0 0 0,-1 1 0 0 0,1 0 0 0 0,0 0 0 0 0,-1-1 0 0 0,1 1 0 0 0,-2 2 0 0 0,-38 23 0 0 0,29-18 0 0 0,3-2 0 0 0,-57 39 0 0 0,59-40 0 0 0,1 1 0 0 0,-1 0 0 0 0,1 0 0 0 0,0 1 0 0 0,1-1 0 0 0,-1 1 0 0 0,-4 10 0 0 0,-6 30-3660 0 0,-1 9-14642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24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15 320 0 0,'-7'-7'3282'0'0,"-2"2"960"0"0,1 2 880 0 0,-5 6 961 0 0,-40 69 7635 0 0,23 4-13718 0 0,26-23 0 0 0,9-14 0 0 0,2-1 0 0 0,2-4 0 0 0,18-5-13398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32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104 390 3442 0 0,'-9'-23'5239'0'0,"-11"-24"3397"0"0,17 42-6455 0 0,0-1-1 0 0,0 0 1 0 0,-1 1-1 0 0,1 0 1 0 0,-7-6 0 0 0,9 10-2044 0 0,1 1 0 0 0,-1-1 0 0 0,1 1 0 0 0,-1-1 0 0 0,0 1 0 0 0,1-1 0 0 0,-1 1 0 0 0,0 0 0 0 0,1 0 0 0 0,-1-1 0 0 0,0 1 0 0 0,0 0 0 0 0,1 0 0 0 0,-1 0 0 0 0,0 0 0 0 0,0 0 0 0 0,1 0 0 0 0,-1 0 0 0 0,0 0 0 0 0,-1 0 0 0 0,1 0-157 0 0,0 0-1 0 0,0 1 1 0 0,0-1-1 0 0,0 0 1 0 0,0 1-1 0 0,0-1 1 0 0,0 1 0 0 0,1-1-1 0 0,-1 1 1 0 0,0 0-1 0 0,0-1 1 0 0,0 1-1 0 0,1 0 1 0 0,-1-1-1 0 0,0 1 1 0 0,1 0 0 0 0,-1 0-1 0 0,0 0 1 0 0,1 0-1 0 0,-1-1 1 0 0,1 1-1 0 0,-1 0 1 0 0,1 0-1 0 0,-1 2 1 0 0,-5 34 20 0 0,1 0 0 0 0,2 0 0 0 0,4 74 0 0 0,23 120 0 0 0,-22-208 0 0 0,2 9 0 0 0,0-1 0 0 0,2 1 0 0 0,2-1 0 0 0,1-1 0 0 0,1 1 0 0 0,17 36 0 0 0,-26-66 0 0 0,0-1 0 0 0,0 1 0 0 0,0 0 0 0 0,0 0 0 0 0,0-1 0 0 0,0 1 0 0 0,0 0 0 0 0,0-1 0 0 0,0 1 0 0 0,0-1 0 0 0,0 1 0 0 0,0-1 0 0 0,1 0 0 0 0,-1 1 0 0 0,0-1 0 0 0,0 0 0 0 0,0 0 0 0 0,0 0 0 0 0,1 0 0 0 0,-1 0 0 0 0,0 0 0 0 0,0 0 0 0 0,0 0 0 0 0,1 0 0 0 0,-1-1 0 0 0,0 1 0 0 0,0 0 0 0 0,0-1 0 0 0,0 1 0 0 0,0-1 0 0 0,0 0 0 0 0,0 1 0 0 0,2-2 0 0 0,41-25 0 0 0,-37 22 0 0 0,-4 3 0 0 0,133-82 0 0 0,-119 75 0 0 0,0 2 0 0 0,1 0 0 0 0,-1 1 0 0 0,1 1 0 0 0,0 0 0 0 0,32-3 0 0 0,109 1 0 0 0,32-3 0 0 0,625-51 0 0 0,-452 39 0 0 0,-124 4 0 0 0,-123 21 0 0 0,-79-1 0 0 0,55-3 0 0 0,-89 1 0 0 0,1-1 0 0 0,-1 0 0 0 0,0 0 0 0 0,0 0 0 0 0,0 0 0 0 0,0 0 0 0 0,0-1 0 0 0,0 0 0 0 0,-1 0 0 0 0,7-4 0 0 0,-8 5 0 0 0,-1-1 0 0 0,1 1 0 0 0,0-1 0 0 0,-1 0 0 0 0,1 1 0 0 0,-1-1 0 0 0,0 0 0 0 0,0 0 0 0 0,0 0 0 0 0,0 0 0 0 0,0 0 0 0 0,0 0 0 0 0,0 0 0 0 0,0 0 0 0 0,-1-1 0 0 0,1 1 0 0 0,-1 0 0 0 0,0 0 0 0 0,0-1 0 0 0,1 1 0 0 0,-2-3 0 0 0,-6-62 0 0 0,-25-101 0 0 0,13 78 0 0 0,1-16 0 0 0,-7-145 0 0 0,22 248 0 0 0,-1 12 0 0 0,-6 20 0 0 0,-10 37-3420 0 0,-14 22-13681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33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76 115 3442 0 0,'-7'-2'995'0'0,"-27"-7"5122"0"0,2-5 3632 0 0,32 14-9683 0 0,0 0-1 0 0,0 0 1 0 0,-1 0 0 0 0,1 0 0 0 0,0 0 0 0 0,0 0 0 0 0,0 0 0 0 0,0 0 0 0 0,0 0 0 0 0,0-1 0 0 0,-1 1-1 0 0,1 0 1 0 0,0 0 0 0 0,0 0 0 0 0,0 0 0 0 0,0 0 0 0 0,0 0 0 0 0,0-1 0 0 0,0 1 0 0 0,0 0 0 0 0,0 0-1 0 0,0 0 1 0 0,0 0 0 0 0,0-1 0 0 0,0 1 0 0 0,0 0 0 0 0,0 0 0 0 0,0 0 0 0 0,0 0 0 0 0,0-1 0 0 0,0 1-1 0 0,0 0 1 0 0,0 0 0 0 0,0 0 0 0 0,0 0 0 0 0,0-1 0 0 0,0 1 0 0 0,0 0 0 0 0,0 0 0 0 0,0 0 0 0 0,0 0-1 0 0,0 0 1 0 0,0 0 0 0 0,1-1 0 0 0,-1 1 0 0 0,0 0 0 0 0,0 0 0 0 0,0 0 0 0 0,0 0 0 0 0,0 0 0 0 0,0 0-1 0 0,1 0 1 0 0,-1 0 0 0 0,0-1 0 0 0,0 1 0 0 0,0 0 0 0 0,0 0 0 0 0,1 0 0 0 0,-1 0 0 0 0,0 0 0 0 0,0 0-1 0 0,0 0 1 0 0,0 0 0 0 0,1 0 0 0 0,-1 0 0 0 0,0 0 0 0 0,41-22 5248 0 0,26-3-3269 0 0,-45 17-1654 0 0,-6 2-368 0 0,1 1 0 0 0,0 0 0 0 0,-1 1 0 0 0,2 1 0 0 0,-1 1 0 0 0,0 0 0 0 0,0 1 0 0 0,0 1 0 0 0,1 1 0 0 0,-1 0 0 0 0,0 1 0 0 0,32 9 0 0 0,-48-11-23 0 0,0 0 0 0 0,0 0 0 0 0,-1 0 0 0 0,1 1 0 0 0,0-1 0 0 0,0 0 0 0 0,-1 1 0 0 0,1-1 0 0 0,0 1 0 0 0,0-1 0 0 0,-1 1 0 0 0,1-1 0 0 0,-1 1 0 0 0,1-1 0 0 0,0 1 0 0 0,-1-1 0 0 0,1 1 0 0 0,-1 0 0 0 0,1 0 0 0 0,-1-1 0 0 0,0 1 0 0 0,1 0 0 0 0,-1 0 0 0 0,0-1 0 0 0,1 1 0 0 0,-1 0 0 0 0,0 1 0 0 0,0-1 0 0 0,0 1 0 0 0,0 0 0 0 0,-1 0 0 0 0,1-1 0 0 0,0 1 0 0 0,-1 0 0 0 0,1-1 0 0 0,-1 1 0 0 0,0 0 0 0 0,0-1 0 0 0,1 1 0 0 0,-3 1 0 0 0,-2 5 0 0 0,-2 0 0 0 0,1-1 0 0 0,-14 12 0 0 0,-23 15 0 0 0,-3-1 0 0 0,-85 46 0 0 0,116-72 0 0 0,1 0 0 0 0,-1-1 0 0 0,0-1 0 0 0,-28 7 0 0 0,158-57 0 0 0,-93 38 0 0 0,1 1 0 0 0,-1 2 0 0 0,37-4 0 0 0,-50 7 0 0 0,0 1 0 0 0,0 0 0 0 0,0 0 0 0 0,0 1 0 0 0,0 0 0 0 0,-1 1 0 0 0,1 0 0 0 0,0 0 0 0 0,-1 1 0 0 0,1 0 0 0 0,-1 0 0 0 0,10 6 0 0 0,-16-8 0 0 0,0 1 0 0 0,0-1 0 0 0,0 1 0 0 0,-1-1 0 0 0,1 1 0 0 0,0 0 0 0 0,-1-1 0 0 0,1 1 0 0 0,-1 0 0 0 0,1 0 0 0 0,-1 0 0 0 0,0 0 0 0 0,0 0 0 0 0,0 1 0 0 0,0-1 0 0 0,0 0 0 0 0,0 1 0 0 0,-1-1 0 0 0,1 0 0 0 0,-1 1 0 0 0,0-1 0 0 0,1 0 0 0 0,-1 1 0 0 0,0-1 0 0 0,-1 1 0 0 0,1-1 0 0 0,0 1 0 0 0,-1-1 0 0 0,1 0 0 0 0,-1 1 0 0 0,0-1 0 0 0,1 0 0 0 0,-1 0 0 0 0,0 1 0 0 0,-3 3 0 0 0,-3 5 0 0 0,0 0 0 0 0,-1 0 0 0 0,0-1 0 0 0,-1 0 0 0 0,-11 10 0 0 0,-12 10 0 0 0,-1 0 0 0 0,-2-3 0 0 0,-62 39 0 0 0,90-62 0 0 0,0-1 0 0 0,0 1 0 0 0,0-2 0 0 0,-1 1 0 0 0,0-1 0 0 0,1 0 0 0 0,-14 1 0 0 0,18-2 0 0 0,1-1 0 0 0,-1 0 0 0 0,1 0 0 0 0,-1 0 0 0 0,1 0 0 0 0,-1 0 0 0 0,1 0 0 0 0,0-1 0 0 0,-1 1 0 0 0,1-1 0 0 0,0 0 0 0 0,-1 1 0 0 0,1-1 0 0 0,0 0 0 0 0,0-1 0 0 0,0 1 0 0 0,-1 0 0 0 0,1-1 0 0 0,1 1 0 0 0,-1-1 0 0 0,0 1 0 0 0,0-1 0 0 0,1 0 0 0 0,-1 0 0 0 0,0 0 0 0 0,1 0 0 0 0,0 0 0 0 0,-2-2 0 0 0,3 2-187 0 0,0 1-1 0 0,0-1 1 0 0,-1 1 0 0 0,1-1 0 0 0,0 1-1 0 0,0 0 1 0 0,1-1 0 0 0,-1 1 0 0 0,0-1-1 0 0,0 1 1 0 0,1-1 0 0 0,-1 1 0 0 0,1 0-1 0 0,-1-1 1 0 0,1 1 0 0 0,-1 0 0 0 0,1-1-1 0 0,0 1 1 0 0,0 0 0 0 0,0 0 0 0 0,0 0-1 0 0,0 0 1 0 0,0 0 0 0 0,1-1 0 0 0,7-10-6190 0 0,14-34-13571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34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5 202 320 0 0,'-5'-42'11379'0'0,"7"31"-4655"0"0,1 17 137 0 0,2 16 622 0 0,20 89-7483 0 0,5 22 0 0 0,-19-63 0 0 0,32 244 0 0 0,-43-311 0 0 0,-1-7 0 0 0,-4-18 0 0 0,-3-35 0 0 0,10-57 0 0 0,2 14 0 0 0,-9 3 0 0 0,2-95 0 0 0,4 174 0 0 0,1-1 0 0 0,1 1 0 0 0,1 0 0 0 0,0-1 0 0 0,1 2 0 0 0,1-1 0 0 0,1 1 0 0 0,9-18 0 0 0,-14 32 0 0 0,-1 0 0 0 0,1 0 0 0 0,0 1 0 0 0,0-1 0 0 0,0 0 0 0 0,1 1 0 0 0,-1-1 0 0 0,1 1 0 0 0,-1 0 0 0 0,1 0 0 0 0,0 0 0 0 0,0 0 0 0 0,-1 1 0 0 0,2-1 0 0 0,-1 1 0 0 0,0-1 0 0 0,0 1 0 0 0,0 0 0 0 0,0 0 0 0 0,1 0 0 0 0,-1 1 0 0 0,1-1 0 0 0,3 1 0 0 0,-4 0 0 0 0,0 1 0 0 0,-1-1 0 0 0,1 1 0 0 0,-1 0 0 0 0,1-1 0 0 0,-1 1 0 0 0,1 0 0 0 0,-1 1 0 0 0,1-1 0 0 0,-1 0 0 0 0,0 1 0 0 0,0-1 0 0 0,1 1 0 0 0,-1 0 0 0 0,-1 0 0 0 0,1-1 0 0 0,0 1 0 0 0,0 1 0 0 0,-1-1 0 0 0,1 0 0 0 0,-1 0 0 0 0,1 1 0 0 0,-1-1 0 0 0,0 0 0 0 0,0 1 0 0 0,0-1 0 0 0,0 1 0 0 0,-1 0 0 0 0,2 4 0 0 0,-1 3 0 0 0,0 0 0 0 0,-1-1 0 0 0,0 1 0 0 0,0 0 0 0 0,-1 0 0 0 0,0 0 0 0 0,0-1 0 0 0,-6 17 0 0 0,-30 77 0 0 0,22-67 0 0 0,10-22 0 0 0,2-5 0 0 0,0-1 0 0 0,0 0 0 0 0,-1 1 0 0 0,0-2 0 0 0,-1 1 0 0 0,1 0 0 0 0,-1-1 0 0 0,-1 0 0 0 0,0 0 0 0 0,-6 7 0 0 0,-56 42 0 0 0,59-51 81 0 0,14-5-487 0 0,15 1-4378 0 0,4-16-12949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34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 10885 0 0,'-26'1'17208'0'0,"10"0"-12534"0"0,5 1-4674 0 0,5 0 0 0 0,4 2 0 0 0,32 68 0 0 0,-2 7 0 0 0,-8-11 0 0 0,3-5 0 0 0,-6-10 0 0 0,9 2 0 0 0,6 4-7796 0 0,-11 3-9732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35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17688 0 0,'34'17'15079'0'0,"33"11"-15079"0"0,-12 12 0 0 0,-17 5 0 0 0,-3 11 0 0 0,0 7 0 0 0,-9-2 0 0 0,-10-17 0 0 0,0-5 0 0 0,0-8 0 0 0,10 2 0 0 0,7-48-6115 0 0,7-28-16855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0:35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743 1 12005 0 0,'-72'30'20762'0'0,"-24"29"-20762"0"0,-3 37 0 0 0,-1 5 0 0 0,-12 17 0 0 0,-1 9 0 0 0,30-4 0 0 0,35-13 0 0 0,32-6 0 0 0,12-32-18601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31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60 252 12086 0 0,'-18'2'4915'0'0,"-4"-2"971"0"0,4-3 993 0 0,18 3-6839 0 0,0 0 0 0 0,0 0 0 0 0,0 0 1 0 0,0 0-1 0 0,0 0 0 0 0,0-1 0 0 0,-1 1 1 0 0,1 0-1 0 0,0 0 0 0 0,0 0 0 0 0,0 0 1 0 0,0 0-1 0 0,0 0 0 0 0,0 0 0 0 0,0-1 1 0 0,0 1-1 0 0,0 0 0 0 0,0 0 0 0 0,0 0 1 0 0,0 0-1 0 0,0 0 0 0 0,0 0 0 0 0,0-1 0 0 0,0 1 1 0 0,0 0-1 0 0,0 0 0 0 0,0 0 0 0 0,0 0 1 0 0,0 0-1 0 0,0-1 0 0 0,0 1 0 0 0,0 0 1 0 0,0 0-1 0 0,0 0 0 0 0,0 0 0 0 0,0 0 1 0 0,0 0-1 0 0,1 0 0 0 0,-1-1 0 0 0,0 1 1 0 0,0 0-1 0 0,0 0 0 0 0,0 0 0 0 0,0 0 1 0 0,0 0-1 0 0,0 0 0 0 0,0 0 0 0 0,1 0 1 0 0,-1 0-1 0 0,0 0 0 0 0,0 0 0 0 0,0 0 1 0 0,0 0-1 0 0,0 0 0 0 0,0 0 0 0 0,1 0 0 0 0,-1-1 1 0 0,0 1-1 0 0,0 0 0 0 0,0 1 0 0 0,0-1 1 0 0,21-14 465 0 0,209-147-506 0 0,-183 127 0 0 0,-40 29 0 0 0,0 0 0 0 0,0 0 0 0 0,0 1 0 0 0,1 1 0 0 0,-1-1 0 0 0,1 1 0 0 0,12-3 0 0 0,-18 5 0 0 0,1 1 0 0 0,-1-1 0 0 0,1 1 0 0 0,-1 0 0 0 0,1 0 0 0 0,0 0 0 0 0,-1 0 0 0 0,1 1 0 0 0,-1-1 0 0 0,1 1 0 0 0,-1-1 0 0 0,1 1 0 0 0,-1 0 0 0 0,1 0 0 0 0,-1 0 0 0 0,0 0 0 0 0,0 1 0 0 0,1-1 0 0 0,-1 0 0 0 0,0 1 0 0 0,0 0 0 0 0,0-1 0 0 0,-1 1 0 0 0,1 0 0 0 0,0 0 0 0 0,-1 0 0 0 0,1 0 0 0 0,1 4 0 0 0,5 8 0 0 0,-1 1 0 0 0,-1 0 0 0 0,0 0 0 0 0,-1 0 0 0 0,0 1 0 0 0,-2 0 0 0 0,0 0 0 0 0,0 0 0 0 0,-1 30 0 0 0,-3 13 0 0 0,-11 81 0 0 0,7-97 0 0 0,-1 6 0 0 0,-10 159 0 0 0,16-186 0 0 0,1 0 0 0 0,1 1 0 0 0,0-1 0 0 0,2-1 0 0 0,1 1 0 0 0,0 0 0 0 0,11 24 0 0 0,-15-44 27 0 0,0 1 0 0 0,0-1 0 0 0,0 0 0 0 0,0 0 0 0 0,0 0 0 0 0,0 0 0 0 0,1 0 0 0 0,-1 0 1 0 0,1 0-1 0 0,-1 0 0 0 0,1 0 0 0 0,0-1 0 0 0,0 1 0 0 0,0-1 0 0 0,0 1 0 0 0,0-1 0 0 0,0 0 0 0 0,0 0 0 0 0,0 0 0 0 0,1 0 0 0 0,-1 0 0 0 0,0 0 0 0 0,0-1 0 0 0,1 1 0 0 0,-1-1 1 0 0,1 1-1 0 0,-1-1 0 0 0,1 0 0 0 0,2 0 0 0 0,-1-1-281 0 0,1 0 0 0 0,-1 0 1 0 0,0-1-1 0 0,0 1 0 0 0,0-1 1 0 0,0 0-1 0 0,0 0 0 0 0,-1 0 1 0 0,1-1-1 0 0,0 1 0 0 0,-1-1 1 0 0,0 0-1 0 0,0 0 1 0 0,0 0-1 0 0,5-6 0 0 0,-1-1-3780 0 0,0-2 0 0 0,-1 1-1 0 0,7-16 1 0 0,-13 27 3937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31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71 314 20249 0 0,'-37'22'12518'0'0,"18"-11"-12518"0"0,8-6 0 0 0,7-8 0 0 0,56-45 0 0 0,64-53 0 0 0,-24 33 0 0 0,-25 29 0 0 0,-6 13 0 0 0,20 6 0 0 0,10 1 0 0 0,-7-1-15799 0 0,-17 12 832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32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46 880 0 0,'-35'-17'8216'0'0,"13"9"-2566"0"0,-44-9 0 0 0,63 16-5496 0 0,0 0 0 0 0,1 1 0 0 0,-1-1-1 0 0,0 1 1 0 0,1 0 0 0 0,-1 0 0 0 0,0 0 0 0 0,0 0 0 0 0,1 0 0 0 0,-1 0-1 0 0,0 1 1 0 0,1 0 0 0 0,-1-1 0 0 0,0 1 0 0 0,1 0 0 0 0,-1 0 0 0 0,1 0-1 0 0,-1 1 1 0 0,1-1 0 0 0,0 1 0 0 0,-3 1 0 0 0,2 0 119 0 0,1 0-1 0 0,0 0 1 0 0,0 0 0 0 0,1 0 0 0 0,-1 0-1 0 0,1 0 1 0 0,-1 0 0 0 0,1 1 0 0 0,0-1-1 0 0,0 0 1 0 0,0 1 0 0 0,1-1 0 0 0,-1 1-1 0 0,1 4 1 0 0,-1 5 515 0 0,2 0 0 0 0,0 0-1 0 0,0 0 1 0 0,4 15 0 0 0,6 16 168 0 0,-8-33-956 0 0,1 0 0 0 0,0 0 0 0 0,0 0 0 0 0,2-1 0 0 0,-1 1 0 0 0,1-1 0 0 0,9 12 0 0 0,-11-18 0 0 0,-1-1 0 0 0,1 1 0 0 0,-1-1 0 0 0,1 0 0 0 0,0 0 0 0 0,0 0 0 0 0,0 0 0 0 0,1-1 0 0 0,-1 0 0 0 0,1 0 0 0 0,-1 0 0 0 0,1 0 0 0 0,0-1 0 0 0,-1 1 0 0 0,1-1 0 0 0,0 0 0 0 0,0-1 0 0 0,0 1 0 0 0,0-1 0 0 0,5-1 0 0 0,2 0 0 0 0,0-1 0 0 0,0-1 0 0 0,-1 0 0 0 0,1 0 0 0 0,-1-1 0 0 0,0-1 0 0 0,0 0 0 0 0,-1 0 0 0 0,1-1 0 0 0,-1-1 0 0 0,0 0 0 0 0,-1 0 0 0 0,0 0 0 0 0,0-2 0 0 0,13-13 0 0 0,-6 3 0 0 0,-1 0 0 0 0,0-1 0 0 0,-2 0 0 0 0,0-1 0 0 0,-1-1 0 0 0,14-36 0 0 0,-29 73 0 0 0,1-1 0 0 0,1 1 0 0 0,0 0 0 0 0,2 17 0 0 0,8 90-1182 0 0,40 200 0 0 0,24-33-5445 0 0,-37-176-8425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33.1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20 2561 0 0,'-11'48'21530'0'0,"56"-2"-12854"0"0,52-27-8676 0 0,30-28 0 0 0,-23-8 0 0 0,-28 9 0 0 0,0 4 0 0 0,7-2 0 0 0,0-12 0 0 0,-17-17-7796 0 0,-28 0-8451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33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8084 0 0,'56'32'24683'0'0,"-19"2"-24683"0"0,-10-17 0 0 0,19-17 0 0 0,26-9 0 0 0,12-1 0 0 0,-17 2 0 0 0,0-3 0 0 0,-1 1 0 0 0,-2-2 0 0 0,-20-10-11957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44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2210 1361 0 0,'-18'-19'2902'0'0,"1"-1"0"0"0,-18-26 1 0 0,24 29-1747 0 0,1-1 1 0 0,1 0 0 0 0,-10-24-1 0 0,13 26-826 0 0,1 0-1 0 0,1-1 0 0 0,1 1 0 0 0,0-1 0 0 0,1 0 0 0 0,0 0 0 0 0,2 0 1 0 0,0 1-1 0 0,1-1 0 0 0,6-33 0 0 0,5 0 350 0 0,2 0 1 0 0,3 1-1 0 0,2 0 0 0 0,1 2 0 0 0,3 0 1 0 0,37-56-1 0 0,-7 24 657 0 0,3 3 1 0 0,105-109-1 0 0,-81 105-528 0 0,4 5 0 0 0,2 3 0 0 0,4 4 0 0 0,3 4 0 0 0,2 4 0 0 0,108-49 0 0 0,-125 74-801 0 0,2 3-1 0 0,1 5 1 0 0,2 2 0 0 0,0 5-1 0 0,113-14 1 0 0,433-9-14 0 0,-496 38 6 0 0,825-45 1 0 0,-199 9 0 0 0,49 20 0 0 0,1084 111 0 0 0,-469 134 0 0 0,-1094-144 0 0 0,-4 15 0 0 0,391 168 0 0 0,-617-218 0 0 0,-1 3 0 0 0,-3 5 0 0 0,141 103 0 0 0,-190-121 0 0 0,-3 1 0 0 0,-1 3 0 0 0,-2 1 0 0 0,-1 2 0 0 0,-2 2 0 0 0,-3 1 0 0 0,-1 1 0 0 0,42 82 0 0 0,-61-97 0 0 0,-1 1 0 0 0,-1 1 0 0 0,-2 0 0 0 0,-1 0 0 0 0,-2 1 0 0 0,-1 0 0 0 0,-2 1 0 0 0,-1-1 0 0 0,-2 1 0 0 0,-1-1 0 0 0,-2 1 0 0 0,-7 38 0 0 0,-1-21 0 0 0,-2 0 0 0 0,-3-1 0 0 0,-2-1 0 0 0,-2 0 0 0 0,-2-1 0 0 0,-2-1 0 0 0,-36 53 0 0 0,-1-12 0 0 0,-4-3 0 0 0,-4-3 0 0 0,-3-2 0 0 0,-131 113 0 0 0,-360 246 0 0 0,543-425 0 0 0,-79 56 0 0 0,-3-4 0 0 0,-2-5 0 0 0,-4-4 0 0 0,-193 76 0 0 0,-131-6 0 0 0,-10-26 0 0 0,160-39 0 0 0,229-51 0 0 0,-804 174 0 0 0,571-137 0 0 0,-299 12 0 0 0,265-53 0 0 0,-1-14 0 0 0,-363-54 0 0 0,-616-190 0 0 0,218-88 0 0 0,392 31 0 0 0,589 256 0 0 0,2-5 0 0 0,2-4 0 0 0,-127-106 0 0 0,180 128 0 0 0,1-3 0 0 0,2-1 0 0 0,-43-61 0 0 0,58 68 0 0 0,2-1 0 0 0,2-1 0 0 0,1-1 0 0 0,2-1 0 0 0,-15-47 0 0 0,18 31 0 0 0,2 0 0 0 0,3-1 0 0 0,2 0 0 0 0,3 0 0 0 0,2 0 0 0 0,3-1 0 0 0,2 0 0 0 0,12-75 0 0 0,5 23 0 0 0,5 2 0 0 0,4 0 0 0 0,56-135 0 0 0,-41 138 0 0 0,4 3 0 0 0,5 1 0 0 0,4 4 0 0 0,89-120 0 0 0,-86 142 0 0 0,3 2 0 0 0,2 3 0 0 0,4 3 0 0 0,3 3 0 0 0,115-79 0 0 0,-64 63 0 0 0,4 7 0 0 0,141-60 0 0 0,287-71 0 0 0,-438 170-94 0 0,1 5 0 0 0,2 5 0 0 0,0 5-1 0 0,1 5 1 0 0,0 6 0 0 0,226 15 0 0 0,-138 19-4270 0 0,273 66-17617 0 0,-356-67 16698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1:46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2046 362 4082 0 0,'-188'-64'10582'0'0,"3"0"3513"0"0,59 34-10087 0 0,104 28-4008 0 0,0 0 0 0 0,0 2 0 0 0,0 0 0 0 0,0 1 0 0 0,0 2 0 0 0,0 0 0 0 0,-25 8 0 0 0,-150 54 0 0 0,194-64 0 0 0,-431 191 0 0 0,347-145 0 0 0,1 5 0 0 0,-137 109 0 0 0,187-131 0 0 0,1 1 0 0 0,2 2 0 0 0,1 1 0 0 0,2 1 0 0 0,1 2 0 0 0,-31 53 0 0 0,51-75 0 0 0,1 1 0 0 0,0 1 0 0 0,1-1 0 0 0,1 1 0 0 0,0 0 0 0 0,2 1 0 0 0,0-1 0 0 0,0 1 0 0 0,2 0 0 0 0,0 0 0 0 0,1 0 0 0 0,1 0 0 0 0,1 0 0 0 0,1 0 0 0 0,0 0 0 0 0,1 0 0 0 0,1-1 0 0 0,0 1 0 0 0,9 19 0 0 0,-2-13 0 0 0,2 0 0 0 0,0-1 0 0 0,1-1 0 0 0,2 0 0 0 0,0-1 0 0 0,1 0 0 0 0,1-2 0 0 0,27 23 0 0 0,6 1 0 0 0,2-3 0 0 0,69 41 0 0 0,-46-38 0 0 0,2-3 0 0 0,1-4 0 0 0,89 28 0 0 0,-41-24 0 0 0,176 30 0 0 0,-234-58 0 0 0,-1-3 0 0 0,2-3 0 0 0,-1-3 0 0 0,0-3 0 0 0,1-3 0 0 0,-1-3 0 0 0,0-3 0 0 0,95-25 0 0 0,-59 3 0 0 0,-1-4 0 0 0,125-63 0 0 0,-170 69 0 0 0,-2-3 0 0 0,-1-3 0 0 0,-2-2 0 0 0,-1-2 0 0 0,54-53 0 0 0,-82 66 0 0 0,-1-1 0 0 0,-1-1 0 0 0,-1-1 0 0 0,-2 0 0 0 0,0-2 0 0 0,-3-1 0 0 0,0 0 0 0 0,-2-1 0 0 0,-2 0 0 0 0,-1-2 0 0 0,-1 1 0 0 0,5-38 0 0 0,-10 40 0 0 0,-2 0 0 0 0,-1 0 0 0 0,-2 0 0 0 0,-1 0 0 0 0,-2 0 0 0 0,-1 0 0 0 0,-1 0 0 0 0,-2 0 0 0 0,-1 1 0 0 0,-1 0 0 0 0,-2 0 0 0 0,-1 1 0 0 0,-26-50 0 0 0,15 43 0 0 0,-1 1 0 0 0,-2 1 0 0 0,-1 1 0 0 0,-1 2 0 0 0,-40-36 0 0 0,24 29 0 0 0,-2 3 0 0 0,-1 1 0 0 0,-69-37 0 0 0,20 22 0 0 0,-2 5 0 0 0,-2 4 0 0 0,-187-50 0 0 0,246 81 0 0 0,-1 1 0 0 0,0 2 0 0 0,0 2 0 0 0,-1 2 0 0 0,-69 3 0 0 0,80 2 0 0 0,0 2 0 0 0,0 2 0 0 0,0 1 0 0 0,1 1 0 0 0,0 1 0 0 0,1 2 0 0 0,0 1 0 0 0,-33 18 0 0 0,-13 16 0 0 0,44-26 0 0 0,-62 29 0 0 0,79-39-1407 0 0,19 0-8111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2:12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0 194 6243 0 0,'3'-10'2831'0'0,"1"2"0"0"0,0-1 0 0 0,0 0 0 0 0,1 1 0 0 0,9-14 0 0 0,-6 12-1065 0 0,0 1 0 0 0,1-1 0 0 0,19-15 0 0 0,-14 15-1459 0 0,0 1-1 0 0,0 0 1 0 0,1 1 0 0 0,0 0 0 0 0,1 1 0 0 0,-1 1 0 0 0,18-4 0 0 0,-22 7-305 0 0,-1 2-1 0 0,1-1 0 0 0,0 2 1 0 0,0-1-1 0 0,0 2 1 0 0,-1-1-1 0 0,1 1 0 0 0,0 1 1 0 0,-1 0-1 0 0,1 0 0 0 0,-1 1 1 0 0,0 1-1 0 0,1-1 1 0 0,-2 2-1 0 0,1-1 0 0 0,18 13 1 0 0,-21-13-3 0 0,-1 1 1 0 0,1 0 0 0 0,-1 0 0 0 0,0 0 0 0 0,0 1-1 0 0,-1 0 1 0 0,1 0 0 0 0,-2 0 0 0 0,1 1 0 0 0,0-1 0 0 0,-1 1-1 0 0,-1 1 1 0 0,1-1 0 0 0,-1 0 0 0 0,0 1 0 0 0,-1-1-1 0 0,0 1 1 0 0,0 0 0 0 0,0 0 0 0 0,-1 0 0 0 0,0 0-1 0 0,-1 0 1 0 0,0 9 0 0 0,-3 6 0 0 0,-2-1 0 0 0,0 0 0 0 0,-1-1 0 0 0,-1 1 0 0 0,-1-1 0 0 0,0-1 0 0 0,-2 0 0 0 0,-1 0 0 0 0,-17 25 0 0 0,16-28 0 0 0,0-2 0 0 0,-1 1 0 0 0,-1-2 0 0 0,0 0 0 0 0,-1 0 0 0 0,-23 15 0 0 0,-7-5 0 0 0,43-22 0 0 0,-1-1 0 0 0,1 0 0 0 0,-1-1 0 0 0,0 1 0 0 0,0 0 0 0 0,1-1 0 0 0,-1 1 0 0 0,0-1 0 0 0,0 0 0 0 0,0 0 0 0 0,1 0 0 0 0,-1 0 0 0 0,0-1 0 0 0,0 1 0 0 0,-3-2 0 0 0,5 1 0 0 0,-1 1 0 0 0,1-1 0 0 0,0 0 0 0 0,0 0 0 0 0,0 0 0 0 0,0 0 0 0 0,0 0 0 0 0,0 0 0 0 0,0 0 0 0 0,0 0 0 0 0,1 0 0 0 0,-1 0 0 0 0,0 0 0 0 0,0-1 0 0 0,1 1 0 0 0,-1 0 0 0 0,1 0 0 0 0,0-1 0 0 0,-1 1 0 0 0,1 0 0 0 0,0-1 0 0 0,-1 1 0 0 0,1-1 0 0 0,0 1 0 0 0,0 0 0 0 0,0-1 0 0 0,1 1 0 0 0,-1 0 0 0 0,1-3 0 0 0,-1 1 0 0 0,1 0 0 0 0,0 0 0 0 0,0 0 0 0 0,0 1 0 0 0,0-1 0 0 0,0 0 0 0 0,0 0 0 0 0,1 1 0 0 0,0-1 0 0 0,-1 1 0 0 0,1 0 0 0 0,0-1 0 0 0,0 1 0 0 0,5-4 0 0 0,6-2 0 0 0,0 1 0 0 0,0 0 0 0 0,1 1 0 0 0,0 1 0 0 0,0 0 0 0 0,0 1 0 0 0,1 0 0 0 0,0 1 0 0 0,-1 1 0 0 0,26-1 0 0 0,-6 2 0 0 0,1 1 0 0 0,-1 2 0 0 0,58 11 0 0 0,-69-9 0 0 0,-8-2 0 0 0,-1 1 0 0 0,0 0 0 0 0,0 1 0 0 0,23 11 0 0 0,-37-15-43 0 0,1 0 0 0 0,-1 0 0 0 0,0 0 0 0 0,1 0-1 0 0,-1 0 1 0 0,1 1 0 0 0,-1-1 0 0 0,1 0 0 0 0,-1 0 0 0 0,0 1 0 0 0,1-1 0 0 0,-1 0-1 0 0,0 1 1 0 0,1-1 0 0 0,-1 0 0 0 0,0 1 0 0 0,0-1 0 0 0,1 0 0 0 0,-1 1 0 0 0,0-1-1 0 0,0 1 1 0 0,1-1 0 0 0,-1 0 0 0 0,0 1 0 0 0,0-1 0 0 0,0 1 0 0 0,0-1 0 0 0,0 1-1 0 0,0-1 1 0 0,0 1 0 0 0,0 0 0 0 0,0-1-248 0 0,-1 0 1 0 0,1 0-1 0 0,0 1 0 0 0,-1-1 1 0 0,1 0-1 0 0,-1 0 0 0 0,1 0 1 0 0,-1 0-1 0 0,1 0 0 0 0,-1 0 0 0 0,1 1 1 0 0,-1-1-1 0 0,1 0 0 0 0,-1 0 1 0 0,1 0-1 0 0,0-1 0 0 0,-1 1 1 0 0,1 0-1 0 0,-1 0 0 0 0,1 0 1 0 0,-1 0-1 0 0,1 0 0 0 0,-1 0 0 0 0,1-1 1 0 0,-1 1-1 0 0,1 0 0 0 0,0 0 1 0 0,-1-1-1 0 0,1 1 0 0 0,-1-1 1 0 0,-19-10-19845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2:13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 41 12646 0 0,'-46'-20'14528'0'0,"-2"0"-8935"0"0,46 19-5593 0 0,1 1 0 0 0,-1 0 0 0 0,1 0 0 0 0,-1 0 0 0 0,1 0 0 0 0,-1 1 0 0 0,1-1 0 0 0,-1 0 0 0 0,1 0 0 0 0,-1 1 0 0 0,1-1 0 0 0,-1 1 0 0 0,1 0 0 0 0,0-1 0 0 0,-1 1 0 0 0,1 0 0 0 0,0 0 0 0 0,0 0 0 0 0,0-1 0 0 0,-1 1 0 0 0,1 1 0 0 0,0-1 0 0 0,0 0 0 0 0,-1 1 0 0 0,-21 33 0 0 0,19-29 0 0 0,-5 10 0 0 0,0 0 0 0 0,1 1 0 0 0,0 0 0 0 0,-4 19 0 0 0,9-27 0 0 0,1 0 0 0 0,0 0 0 0 0,0 1 0 0 0,1-1 0 0 0,0 0 0 0 0,1 1 0 0 0,0-1 0 0 0,0 0 0 0 0,1 1 0 0 0,2 8 0 0 0,-1-13 0 0 0,-1-1 0 0 0,1 0 0 0 0,0 0 0 0 0,0 0 0 0 0,1 0 0 0 0,-1 0 0 0 0,1 0 0 0 0,0 0 0 0 0,0-1 0 0 0,0 1 0 0 0,0-1 0 0 0,1 0 0 0 0,0 0 0 0 0,-1 0 0 0 0,1-1 0 0 0,0 1 0 0 0,0-1 0 0 0,0 0 0 0 0,0 0 0 0 0,8 2 0 0 0,7 2 0 0 0,0-1 0 0 0,1 0 0 0 0,27 2 0 0 0,-37-6 0 0 0,29 4 0 0 0,-5-1 0 0 0,52 12 0 0 0,-77-13 0 0 0,1 0 0 0 0,-1 0 0 0 0,0 1 0 0 0,0 0 0 0 0,0 1 0 0 0,0 0 0 0 0,-1 0 0 0 0,0 1 0 0 0,14 12 0 0 0,-18-14 0 0 0,0 1 0 0 0,0 0 0 0 0,-1 0 0 0 0,0 0 0 0 0,0 0 0 0 0,0 0 0 0 0,0 0 0 0 0,-1 1 0 0 0,0-1 0 0 0,0 1 0 0 0,-1 0 0 0 0,1 0 0 0 0,-1-1 0 0 0,0 1 0 0 0,-1 0 0 0 0,1 0 0 0 0,-1 0 0 0 0,-1 0 0 0 0,1 0 0 0 0,-1 0 0 0 0,0 0 0 0 0,0-1 0 0 0,-4 12 0 0 0,0-4 0 0 0,0 1 0 0 0,-1-1 0 0 0,-1 0 0 0 0,0 0 0 0 0,0-1 0 0 0,-2 0 0 0 0,1-1 0 0 0,-17 18 0 0 0,12-15 0 0 0,-1-1 0 0 0,0 0 0 0 0,0-1 0 0 0,-1-1 0 0 0,-27 16 0 0 0,37-24 0 0 0,0-1 0 0 0,-1 0 0 0 0,1 0 0 0 0,0 0 0 0 0,-1-1 0 0 0,0 0 0 0 0,1 0 0 0 0,-1 0 0 0 0,0 0 0 0 0,1-1 0 0 0,-1 0 0 0 0,0-1 0 0 0,1 1 0 0 0,-1-1 0 0 0,0 0 0 0 0,1 0 0 0 0,-1-1 0 0 0,1 1 0 0 0,-1-1 0 0 0,1-1 0 0 0,0 1 0 0 0,0-1 0 0 0,-6-4 0 0 0,4 3-272 0 0,1-1 0 0 0,1 1 1 0 0,-1-2-1 0 0,1 1 0 0 0,0 0 0 0 0,0-1 0 0 0,0 0 0 0 0,1 0 1 0 0,-4-8-1 0 0,-18-40-7988 0 0,-12-43-11288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2:13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1 169 16968 0 0,'8'5'15799'0'0,"-13"-10"-15799"0"0,8-1 0 0 0,16 6 0 0 0,13-2 0 0 0,16-4 0 0 0,13-6 0 0 0,8-5 0 0 0,9-1 0 0 0,-10 2 0 0 0,0-4 0 0 0,19-2 0 0 0,4-4-7716 0 0,-14 2-9491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2:13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42 230 14166 0 0,'-1'1'336'0'0,"0"-1"0"0"0,0 1 0 0 0,0-1-1 0 0,0 0 1 0 0,0 1 0 0 0,0-1 0 0 0,0 0-1 0 0,0 1 1 0 0,0-1 0 0 0,0 0 0 0 0,0 0-1 0 0,0 0 1 0 0,0 0 0 0 0,0 0 0 0 0,0 0-1 0 0,0 0 1 0 0,-1-1 0 0 0,1 1 0 0 0,0 0-1 0 0,0-1 1 0 0,0 1 0 0 0,0 0 0 0 0,0-1-1 0 0,0 1 1 0 0,1-1 0 0 0,-1 1 0 0 0,0-1-1 0 0,0 0 1 0 0,0 0 0 0 0,0 1 0 0 0,1-1-1 0 0,-1 0 1 0 0,0 0 0 0 0,1 0 0 0 0,-1 1-1 0 0,0-1 1 0 0,1 0 0 0 0,-1 0 0 0 0,1 0-1 0 0,-1-2 1 0 0,0 1-106 0 0,0-1 1 0 0,1 0-1 0 0,-1 0 0 0 0,1 1 0 0 0,-1-1 1 0 0,1 0-1 0 0,0 0 0 0 0,0 0 0 0 0,0 0 0 0 0,0 1 1 0 0,1-1-1 0 0,-1 0 0 0 0,1 0 0 0 0,0 0 1 0 0,0 1-1 0 0,0-1 0 0 0,0 1 0 0 0,0-1 1 0 0,0 0-1 0 0,4-3 0 0 0,7-12-230 0 0,0 1 0 0 0,1 1 0 0 0,1 1 0 0 0,28-25 0 0 0,-36 35 0 0 0,0 0 0 0 0,1 0 0 0 0,-1 0 0 0 0,1 1 0 0 0,0 0 0 0 0,0 1 0 0 0,0 0 0 0 0,1 0 0 0 0,-1 0 0 0 0,1 1 0 0 0,0 0 0 0 0,0 1 0 0 0,0-1 0 0 0,-1 2 0 0 0,1-1 0 0 0,0 1 0 0 0,14 1 0 0 0,-14 0 0 0 0,0 1 0 0 0,0 0 0 0 0,0 0 0 0 0,-1 1 0 0 0,1 0 0 0 0,0 1 0 0 0,-1-1 0 0 0,0 1 0 0 0,0 1 0 0 0,9 6 0 0 0,-11-7 0 0 0,-1 1 0 0 0,0-1 0 0 0,0 1 0 0 0,0 0 0 0 0,-1 0 0 0 0,1 0 0 0 0,-1 0 0 0 0,0 1 0 0 0,-1-1 0 0 0,1 1 0 0 0,-1-1 0 0 0,0 1 0 0 0,-1 0 0 0 0,2 11 0 0 0,-1 0 0 0 0,-2 0 0 0 0,0 0 0 0 0,-1 0 0 0 0,0 0 0 0 0,-2-1 0 0 0,0 1 0 0 0,-1 0 0 0 0,-8 23 0 0 0,-5 5 0 0 0,-39 75 0 0 0,-53 50 0 0 0,100-156 0 0 0,17-25 0 0 0,1 1 0 0 0,0 0 0 0 0,1 0 0 0 0,0 1 0 0 0,1 0 0 0 0,0 0 0 0 0,0 2 0 0 0,1-1 0 0 0,-1 1 0 0 0,2 1 0 0 0,23-9 0 0 0,15-3 0 0 0,86-18 0 0 0,-117 32 0 0 0,22-2 4 0 0,-34 6-7 0 0,0-1-1 0 0,0 0 1 0 0,0 0 0 0 0,0-1 0 0 0,0 0 0 0 0,15-6-1 0 0,-23 8-171 0 0,1-1 0 0 0,-1 1 1 0 0,1-1-1 0 0,-1 1 0 0 0,1-1 0 0 0,-1 1 0 0 0,0-1 0 0 0,1 1 0 0 0,-1-1 0 0 0,0 0 0 0 0,1 1 0 0 0,-1-1 0 0 0,0 0 0 0 0,0 1 1 0 0,0-1-1 0 0,0 1 0 0 0,1-1 0 0 0,-1 0 0 0 0,0 1 0 0 0,0-1 0 0 0,0 0 0 0 0,0 0 0 0 0,1-47-19586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2:14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4 10485 0 0,'-2'3'1113'0'0,"0"0"-1"0"0,0-1 1 0 0,0 1 0 0 0,-1-1-1 0 0,1 1 1 0 0,-1-1 0 0 0,1 0 0 0 0,-1 0-1 0 0,0 0 1 0 0,0 0 0 0 0,0 0 0 0 0,0-1-1 0 0,-1 1 1 0 0,-4 1 0 0 0,2-1-492 0 0,1 0 0 0 0,0 0 1 0 0,-1 1-1 0 0,1 0 0 0 0,1 0 0 0 0,-1 0 1 0 0,0 1-1 0 0,-7 7 0 0 0,-2 5-621 0 0,2 1 0 0 0,0 0 0 0 0,0 0 0 0 0,2 2 0 0 0,0-1 0 0 0,1 1 0 0 0,1 1 0 0 0,1 0 0 0 0,1 0 0 0 0,1 0 0 0 0,-6 38 0 0 0,8-36 0 0 0,1-1 0 0 0,0 1 0 0 0,2 0 0 0 0,0 0 0 0 0,2 0 0 0 0,0-1 0 0 0,2 1 0 0 0,0 0 0 0 0,1-1 0 0 0,2 0 0 0 0,13 32 0 0 0,-18-47 0 0 0,1-1 0 0 0,0 0 0 0 0,0 0 0 0 0,0 0 0 0 0,1-1 0 0 0,-1 1 0 0 0,1-1 0 0 0,0 0 0 0 0,1 0 0 0 0,-1 0 0 0 0,1-1 0 0 0,-1 1 0 0 0,1-1 0 0 0,0 0 0 0 0,0 0 0 0 0,1-1 0 0 0,-1 0 0 0 0,0 0 0 0 0,1 0 0 0 0,-1 0 0 0 0,1-1 0 0 0,0 0 0 0 0,0 0 0 0 0,-1-1 0 0 0,1 1 0 0 0,0-1 0 0 0,7-1 0 0 0,-1-1 0 0 0,-1 0 0 0 0,0-1 0 0 0,1 0 0 0 0,-1-1 0 0 0,-1 0 0 0 0,1-1 0 0 0,-1 0 0 0 0,1-1 0 0 0,-1 0 0 0 0,-1 0 0 0 0,1-1 0 0 0,14-14 0 0 0,-2-2 0 0 0,-2 0 0 0 0,0-2 0 0 0,-1 0 0 0 0,-2-1 0 0 0,-1-1 0 0 0,-1 0 0 0 0,-1-1 0 0 0,-1-1 0 0 0,-2 0 0 0 0,0-1 0 0 0,11-61 0 0 0,-20 79 0 0 0,0-1 0 0 0,-1 0 0 0 0,0 0 0 0 0,-1-1 0 0 0,0 1 0 0 0,-1 0 0 0 0,-1 0 0 0 0,-3-14 0 0 0,3 21 0 0 0,0 0 0 0 0,0 0 0 0 0,0 0 0 0 0,-1 1 0 0 0,0 0 0 0 0,0-1 0 0 0,0 1 0 0 0,0 0 0 0 0,-1 0 0 0 0,0 1 0 0 0,0-1 0 0 0,0 1 0 0 0,-1 0 0 0 0,1 0 0 0 0,-1 0 0 0 0,0 1 0 0 0,0-1 0 0 0,-1 1 0 0 0,1 0 0 0 0,-7-2 0 0 0,0 1 88 0 0,0 1 0 0 0,0 0 0 0 0,0 0 0 0 0,0 1 0 0 0,0 1 0 0 0,0 0 0 0 0,-1 1 0 0 0,-15 2 0 0 0,8 0-880 0 0,0 1 0 0 0,0 1 1 0 0,1 1-1 0 0,-35 13 0 0 0,-40 23-15042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17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772 0 8244 0 0,'8'15'18888'0'0,"-106"69"-13253"0"0,-56 42-5635 0 0,-2 20 0 0 0,24 16 0 0 0,35-2 0 0 0,28-26 0 0 0,26-34 0 0 0,20-36 0 0 0,15-35 0 0 0,10-43-9636 0 0,12-34-7572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19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327 317 2481 0 0,'9'-13'6954'0'0,"12"-22"13952"0"0,-32 48-18480 0 0,5-7-2426 0 0,-1 0 0 0 0,0 0 0 0 0,0-1 0 0 0,-1 0 0 0 0,1 0 0 0 0,-1 0 0 0 0,-10 3 0 0 0,-20 14 0 0 0,-18 22 0 0 0,31-43 0 0 0,3 6 0 0 0,-28 7 0 0 0,47-13 0 0 0,0-1 0 0 0,0 0 0 0 0,0 0 0 0 0,0 0 0 0 0,0 0 0 0 0,0 0 0 0 0,0-1 0 0 0,0 1 0 0 0,0-1 0 0 0,0 0 0 0 0,0 0 0 0 0,0 0 0 0 0,0 0 0 0 0,1 0 0 0 0,-4-3 0 0 0,3 3 0 0 0,1 0 0 0 0,0 0 0 0 0,0-1 0 0 0,0 0 0 0 0,0 1 0 0 0,0-1 0 0 0,0 0 0 0 0,0 0 0 0 0,0 0 0 0 0,1 0 0 0 0,-1 0 0 0 0,1 0 0 0 0,-1-1 0 0 0,1 1 0 0 0,0 0 0 0 0,0-1 0 0 0,0 1 0 0 0,0-1 0 0 0,0 1 0 0 0,1-1 0 0 0,-1 1 0 0 0,1-1 0 0 0,0 0 0 0 0,0 1 0 0 0,0-5 0 0 0,-2-16 0 0 0,1 1 0 0 0,5-41 0 0 0,-3 54 0 0 0,1 0 0 0 0,0 0 0 0 0,0 0 0 0 0,1 1 0 0 0,0-1 0 0 0,1 1 0 0 0,0 0 0 0 0,0 0 0 0 0,0 0 0 0 0,9-10 0 0 0,0 2 0 0 0,1 0 0 0 0,0 2 0 0 0,1 0 0 0 0,31-23 0 0 0,-39 32 0 0 0,1 0 0 0 0,-1 1 0 0 0,1 0 0 0 0,0 0 0 0 0,0 1 0 0 0,0 0 0 0 0,0 0 0 0 0,0 1 0 0 0,1 0 0 0 0,-1 1 0 0 0,1-1 0 0 0,-1 2 0 0 0,1-1 0 0 0,9 2 0 0 0,-16-1 0 0 0,0 0 0 0 0,0 1 0 0 0,0-1 0 0 0,0 1 0 0 0,0 0 0 0 0,-1 0 0 0 0,1 0 0 0 0,0 0 0 0 0,-1 0 0 0 0,1 0 0 0 0,-1 0 0 0 0,1 0 0 0 0,-1 1 0 0 0,1-1 0 0 0,-1 0 0 0 0,0 1 0 0 0,0-1 0 0 0,0 1 0 0 0,0 0 0 0 0,0-1 0 0 0,0 1 0 0 0,0 0 0 0 0,0 0 0 0 0,0-1 0 0 0,0 4 0 0 0,1 4 0 0 0,0 1 0 0 0,0-1 0 0 0,1 20 0 0 0,-5 16 0 0 0,-1 0 0 0 0,-2 0 0 0 0,-21 87 0 0 0,9-54 0 0 0,-25 204-325 0 0,42-283 255 0 0,-5-9-5564 0 0,-16-18-16702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22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61 203 7043 0 0,'1'-2'625'0'0,"-1"1"0"0"0,1 0 1 0 0,-1-1-1 0 0,0 1 0 0 0,0 0 0 0 0,1-1 0 0 0,-1 1 0 0 0,0 0 0 0 0,0-1 0 0 0,-1 1 0 0 0,1 0 1 0 0,0-1-1 0 0,0 1 0 0 0,-1 0 0 0 0,1-1 0 0 0,0 1 0 0 0,-1 0 0 0 0,0-1 0 0 0,1 1 0 0 0,-1 0 1 0 0,0 0-1 0 0,1 0 0 0 0,-1 0 0 0 0,0 0 0 0 0,0 0 0 0 0,0 0 0 0 0,0 0 0 0 0,0 0 1 0 0,0 0-1 0 0,0 0 0 0 0,0 0 0 0 0,-1 1 0 0 0,1-1 0 0 0,-1 0 0 0 0,-24 0 3220 0 0,25 1-3845 0 0,1 1 0 0 0,-1-1 0 0 0,0 0 0 0 0,0 0 0 0 0,0 0 0 0 0,0 1 0 0 0,1-1 0 0 0,-1 0 0 0 0,0 1 0 0 0,0-1 0 0 0,1 1 0 0 0,-1-1 0 0 0,0 1 0 0 0,1-1 0 0 0,-1 1 0 0 0,1 0 0 0 0,-1-1 0 0 0,1 1 0 0 0,-1 0 0 0 0,1-1 0 0 0,-1 1 0 0 0,1 0 0 0 0,-1 0 0 0 0,1-1 0 0 0,0 1 0 0 0,-1 1 0 0 0,0 27 0 0 0,1-23 0 0 0,39 303 0 0 0,-13-138 0 0 0,-20-144 0 0 0,0-15 0 0 0,-6-12 0 0 0,0 0 0 0 0,0 0 0 0 0,0 0 0 0 0,0 1 0 0 0,1-1 0 0 0,-1 0 0 0 0,0 0 0 0 0,0 0 0 0 0,0 0 0 0 0,0 0 0 0 0,1 0 0 0 0,-1 0 0 0 0,0 0 0 0 0,0 0 0 0 0,0 0 0 0 0,1 0 0 0 0,-1 0 0 0 0,0 0 0 0 0,0 0 0 0 0,0 0 0 0 0,0 0 0 0 0,1 0 0 0 0,-1 0 0 0 0,0 0 0 0 0,0 0 0 0 0,0 0 0 0 0,0-1 0 0 0,1 1 0 0 0,-1 0 0 0 0,0 0 0 0 0,0 0 0 0 0,0 0 0 0 0,0 0 0 0 0,0 0 0 0 0,1 0 0 0 0,-1-1 0 0 0,0 1 0 0 0,0 0 0 0 0,0 0 0 0 0,0 0 0 0 0,0 0 0 0 0,0 0 0 0 0,0-1 0 0 0,0 1 0 0 0,0 0 0 0 0,0 0 0 0 0,0 0 0 0 0,1-1 0 0 0,-1 1 0 0 0,3-4 0 0 0,1 0 0 0 0,0 0 0 0 0,1 0 0 0 0,-1 1 0 0 0,1 0 0 0 0,-1 0 0 0 0,1 0 0 0 0,0 1 0 0 0,0-1 0 0 0,0 1 0 0 0,8-2 0 0 0,2-2 0 0 0,15-8 0 0 0,1 1 0 0 0,1 2 0 0 0,-1 1 0 0 0,2 1 0 0 0,-1 2 0 0 0,1 2 0 0 0,0 0 0 0 0,0 3 0 0 0,48 1 0 0 0,81 8 0 0 0,365 22 0 0 0,50 33 0 0 0,-128-10 0 0 0,100-31 0 0 0,-268-16 0 0 0,428 27 0 0 0,290 6 0 0 0,-709-42 0 0 0,143-21 0 0 0,-105 4 0 0 0,-327 21 0 0 0,215-15 0 0 0,-166 9 0 0 0,-1-2 0 0 0,65-20 0 0 0,-101 24 0 0 0,1-1 0 0 0,-1 0 0 0 0,0-1 0 0 0,0-1 0 0 0,-1 0 0 0 0,0 0 0 0 0,0-1 0 0 0,0-1 0 0 0,-1 0 0 0 0,13-14 0 0 0,-17 15 0 0 0,-1 0 0 0 0,0-1 0 0 0,0 0 0 0 0,0 0 0 0 0,-1-1 0 0 0,-1 0 0 0 0,0 0 0 0 0,0 0 0 0 0,-1 0 0 0 0,0 0 0 0 0,-1-1 0 0 0,0 1 0 0 0,0-1 0 0 0,-1-14 0 0 0,0-24 0 0 0,1 0 0 0 0,3 0 0 0 0,2 0 0 0 0,21-78 0 0 0,-19 101 0 0 0,-4 13 0 0 0,0-1 0 0 0,-1-1 0 0 0,0 1 0 0 0,-1 0 0 0 0,2-23 0 0 0,-5 35 0 0 0,0 1 0 0 0,0-1 0 0 0,0 1 0 0 0,-1 0 0 0 0,1-1 0 0 0,0 1 0 0 0,-1 0 0 0 0,1-1 0 0 0,0 1 0 0 0,-1 0 0 0 0,0-1 0 0 0,1 1 0 0 0,-1 0 0 0 0,0 0 0 0 0,1 0 0 0 0,-1 0 0 0 0,0 0 0 0 0,0 0 0 0 0,0 0 0 0 0,0 0 0 0 0,-2-2 0 0 0,0 2 0 0 0,1 0 0 0 0,-1 0 0 0 0,0 0 0 0 0,1 0 0 0 0,-1 0 0 0 0,0 0 0 0 0,1 1 0 0 0,-1-1 0 0 0,0 1 0 0 0,-4 0 0 0 0,-1 0 0 0 0,-1 0 0 0 0,0 1 0 0 0,0 0 0 0 0,1 1 0 0 0,-1 0 0 0 0,-12 4 0 0 0,-46 28-2300 0 0,-18 10-9198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34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18 12005 0 0,'-8'3'4929'0'0,"-19"10"7363"0"0,18-5-8751 0 0,47 2-3541 0 0,196-22 0 0 0,44 1 0 0 0,-254 13 0 0 0,-19 0 0 0 0,0-1 0 0 0,0-1 0 0 0,0 1 0 0 0,0-1 0 0 0,0 0 0 0 0,0 0 0 0 0,0 0 0 0 0,0-1 0 0 0,10-2 0 0 0,2-12-3940 0 0,14-1-15763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35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1121 0 0,'6'7'31646'0'0,"1"-4"-31646"0"0,0 0 0 0 0,1 0 0 0 0,-1-1 0 0 0,1 0 0 0 0,0 0 0 0 0,0-1 0 0 0,0 0 0 0 0,10 0 0 0 0,-16-1 0 0 0,30 0 0 0 0,-1-1 0 0 0,1-1 0 0 0,47-11 0 0 0,-25 5 0 0 0,-12 3-260 0 0,1 1 0 0 0,1 3 0 0 0,-1 1 1 0 0,62 9-1 0 0,-99-8-1247 0 0,1 0 1 0 0,-1-1-1 0 0,0 1 1 0 0,1-2-1 0 0,6 1 1 0 0,-11-1-773 0 0,1 0 1 0 0,0 0-1 0 0,0 0 0 0 0,-1 0 1 0 0,1-1-1 0 0,-1 1 0 0 0,1-1 1 0 0,3-2-1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35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23 320 0 0,'0'0'33511'0'0,"2"0"-32526"0"0,1 0-3373 0 0,255 16 2727 0 0,-192-15-811 0 0,-1-3 1 0 0,1-3-1 0 0,84-18 1 0 0,-120 13-8960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36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1 320 0 0,'5'12'16687'0'0,"6"-7"-4190"0"0,-3-3-9234 0 0,55 10-3263 0 0,1-3 0 0 0,0-4 0 0 0,70-1 0 0 0,-83-3 0 0 0,7 1 0 0 0,-12 0 0 0 0,1-2 0 0 0,81-9 0 0 0,-111 5 592 0 0,-8-2-3924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36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0 160 0 0,'-9'19'8220'0'0,"3"-4"7570"0"0,10-8-9655 0 0,9-1-3673 0 0,21 6-2462 0 0,1-3 0 0 0,1 0 0 0 0,39 3 0 0 0,114 5 0 0 0,-173-16 0 0 0,4 0 0 0 0,40 2 0 0 0,-56-3 0 0 0,0 0 0 0 0,0-1 0 0 0,0 1 0 0 0,0-1 0 0 0,0 0 0 0 0,0 0 0 0 0,-1 0 0 0 0,1-1 0 0 0,0 1 0 0 0,-1-1 0 0 0,6-3 0 0 0,-9 5-55 0 0,1 0 0 0 0,-1 0 0 0 0,0 0 0 0 0,0-1-1 0 0,1 1 1 0 0,-1 0 0 0 0,0 0 0 0 0,0 0 0 0 0,1-1 0 0 0,-1 1 0 0 0,0 0 0 0 0,0 0 0 0 0,0 0 0 0 0,1-1-1 0 0,-1 1 1 0 0,0 0 0 0 0,0 0 0 0 0,0-1 0 0 0,0 1 0 0 0,1 0 0 0 0,-1-1 0 0 0,0 1 0 0 0,0 0 0 0 0,0 0 0 0 0,0-1-1 0 0,0 1 1 0 0,0 0 0 0 0,0-1 0 0 0,0 1 0 0 0,0 0 0 0 0,0-1 0 0 0,0 1 0 0 0,0 0 0 0 0,0-1 0 0 0,0 1-1 0 0,0 0 1 0 0,0 0 0 0 0,-1-1 0 0 0,1 1 0 0 0,0 0 0 0 0,0-1 0 0 0,0 1 0 0 0,0 0 0 0 0,-1 0 0 0 0,1-1-1 0 0,0 1 1 0 0,0 0 0 0 0,-1-1 0 0 0,-27-9-13444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40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53 80 0 0,'-7'-14'3372'0'0,"-7"-11"16587"0"0,15 25-19647 0 0,0 0-1 0 0,-1 0 1 0 0,1 0 0 0 0,0 0 0 0 0,-1 0 0 0 0,1-1 0 0 0,0 1 0 0 0,0 0 0 0 0,-1 0-1 0 0,1-1 1 0 0,-1 1 0 0 0,1-1 0 0 0,0 1 0 0 0,-1 0 0 0 0,1-1 0 0 0,-1 1 0 0 0,1-1-1 0 0,-1 1 1 0 0,1-1 0 0 0,-1 0 0 0 0,1 1 0 0 0,-1-1 0 0 0,0 1 0 0 0,1-1 0 0 0,-1 0-1 0 0,0 1 1 0 0,0-1 0 0 0,1 0 0 0 0,-1 0 0 0 0,2 42-312 0 0,14 68 0 0 0,-4-27 0 0 0,3 68 0 0 0,15 108 0 0 0,-21-225 0 0 0,-9-33 0 0 0,0 0 0 0 0,0 0 0 0 0,0 0 0 0 0,1 0 0 0 0,-1 0 0 0 0,0 1 0 0 0,0-1 0 0 0,0 0 0 0 0,0 0 0 0 0,0 0 0 0 0,0 0 0 0 0,0 0 0 0 0,1 0 0 0 0,-1 0 0 0 0,0 0 0 0 0,0 0 0 0 0,0 0 0 0 0,0 0 0 0 0,0 0 0 0 0,1 0 0 0 0,-1 0 0 0 0,0 0 0 0 0,0 0 0 0 0,0 0 0 0 0,0 0 0 0 0,0 0 0 0 0,1 0 0 0 0,-1 0 0 0 0,0 0 0 0 0,0 0 0 0 0,0 0 0 0 0,0 0 0 0 0,0 0 0 0 0,0 0 0 0 0,1 0 0 0 0,-1 0 0 0 0,0 0 0 0 0,0 0 0 0 0,0 0 0 0 0,0-1 0 0 0,0 1 0 0 0,0 0 0 0 0,0 0 0 0 0,1 0 0 0 0,-1 0 0 0 0,0 0 0 0 0,0 0 0 0 0,0 0 0 0 0,0-1 0 0 0,0 1 0 0 0,8-19 0 0 0,-4 6 269 0 0,2 0 0 0 0,10-20 0 0 0,1-2-5070 0 0,4-28-15168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41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42 80 0 0,'-4'-42'8804'0'0,"8"79"11765"0"0,-6 6-17255 0 0,-11-11-3314 0 0,-3 3 0 0 0,-5 14 0 0 0,1 6 0 0 0,2 3 0 0 0,8-9 0 0 0,4-13 0 0 0,8-10 0 0 0,7-14 0 0 0,12-22-2833 0 0,-11-16-20778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41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81 560 0 0,'-3'-3'3404'0'0,"-10"-12"9211"0"0,13 15-12218 0 0,0-1-1 0 0,-1 1 1 0 0,1 0-1 0 0,0-1 1 0 0,0 1-1 0 0,0-1 1 0 0,-1 1-1 0 0,1 0 0 0 0,0-1 1 0 0,0 1-1 0 0,0-1 1 0 0,0 1-1 0 0,0 0 1 0 0,0-1-1 0 0,0 1 1 0 0,0-1-1 0 0,0 1 1 0 0,0-1-1 0 0,0 1 1 0 0,0 0-1 0 0,0-1 0 0 0,0 1 1 0 0,0-1-1 0 0,0 1 1 0 0,0 0-1 0 0,1-1 1 0 0,-1 1-1 0 0,0-1 1 0 0,0 1-1 0 0,0 0 1 0 0,2-2 1585 0 0,-2 2-1586 0 0,1-1 1 0 0,-1 1-1 0 0,20-9-305 0 0,0 1 0 0 0,0 1-1 0 0,0 1 1 0 0,1 1 0 0 0,0 1 0 0 0,0 0-1 0 0,32 0 1 0 0,-42 4-91 0 0,0 0 0 0 0,-1 0 0 0 0,1 2 0 0 0,0-1 0 0 0,0 1 0 0 0,-1 1 0 0 0,19 6 0 0 0,-23-7 0 0 0,0 1 0 0 0,-1-1 0 0 0,0 1 0 0 0,1 0 0 0 0,-1 0 0 0 0,0 1 0 0 0,0 0 0 0 0,-1-1 0 0 0,1 2 0 0 0,-1-1 0 0 0,0 0 0 0 0,0 1 0 0 0,0 0 0 0 0,5 9 0 0 0,-8-12 0 0 0,-1 1 0 0 0,1-1 0 0 0,-1 1 0 0 0,1-1 0 0 0,-1 0 0 0 0,0 1 0 0 0,0-1 0 0 0,0 1 0 0 0,0-1 0 0 0,0 1 0 0 0,0-1 0 0 0,-1 1 0 0 0,0-1 0 0 0,1 1 0 0 0,-1-1 0 0 0,0 0 0 0 0,0 1 0 0 0,0-1 0 0 0,0 0 0 0 0,-2 2 0 0 0,-2 4 0 0 0,0-1 0 0 0,0 0 0 0 0,-1 0 0 0 0,-8 8 0 0 0,-8 3 0 0 0,0 0 0 0 0,-2-1 0 0 0,0-2 0 0 0,-30 15 0 0 0,5-10 0 0 0,30-14 0 0 0,16-5 0 0 0,7-3 0 0 0,15-7 0 0 0,1 2 0 0 0,-1 0 0 0 0,1 1 0 0 0,1 1 0 0 0,-1 1 0 0 0,1 0 0 0 0,-1 2 0 0 0,1 1 0 0 0,0 0 0 0 0,0 1 0 0 0,31 5 0 0 0,-49-4 0 0 0,0-1 0 0 0,0 1 0 0 0,0 0 0 0 0,0 0 0 0 0,0 0 0 0 0,0 0 0 0 0,-1 1 0 0 0,1-1 0 0 0,0 1 0 0 0,-1 0 0 0 0,1 0 0 0 0,-1 0 0 0 0,1 0 0 0 0,-1 0 0 0 0,0 0 0 0 0,3 4 0 0 0,-4-3 0 0 0,1-1 0 0 0,-1 1 0 0 0,0-1 0 0 0,-1 1 0 0 0,1-1 0 0 0,0 1 0 0 0,-1-1 0 0 0,1 1 0 0 0,-1 0 0 0 0,0-1 0 0 0,0 1 0 0 0,0 0 0 0 0,0 0 0 0 0,-1-1 0 0 0,0 5 0 0 0,-2 2 0 0 0,0 1 0 0 0,-1-1 0 0 0,0 1 0 0 0,-1-1 0 0 0,0-1 0 0 0,0 1 0 0 0,-1-1 0 0 0,-10 12 0 0 0,-8 3 0 0 0,0-1 0 0 0,-2-1 0 0 0,0-1 0 0 0,-2-1 0 0 0,-52 26 0 0 0,74-42 0 0 0,0 1 0 0 0,0-1 0 0 0,0-1 0 0 0,0 1 0 0 0,0-1 0 0 0,0 0 0 0 0,-8 0 0 0 0,14-2 0 0 0,0 0 0 0 0,0 0 0 0 0,-1 0 0 0 0,1 0 0 0 0,0 0 0 0 0,0 0 0 0 0,-1 0 0 0 0,1 0 0 0 0,0 0 0 0 0,0 0 0 0 0,0 0 0 0 0,-1-1 0 0 0,1 1 0 0 0,0 0 0 0 0,0 0 0 0 0,0 0 0 0 0,-1 0 0 0 0,1-1 0 0 0,0 1 0 0 0,0 0 0 0 0,0 0 0 0 0,0 0 0 0 0,-1-1 0 0 0,1 1 0 0 0,0 0 0 0 0,0 0 0 0 0,0-1 0 0 0,0 1 0 0 0,0 0 0 0 0,0 0 0 0 0,0-1 0 0 0,0 1 0 0 0,0 0 0 0 0,0 0 0 0 0,0-1 0 0 0,0 1 0 0 0,0 0 0 0 0,0 0 0 0 0,0-1 0 0 0,0 1 0 0 0,0 0 0 0 0,0 0 0 0 0,0-1 0 0 0,0 1 0 0 0,0 0 0 0 0,1-1 0 0 0,4-16 0 0 0,-3 11 0 0 0,2-3-156 0 0,0-1 0 0 0,1 1 0 0 0,0-1 0 0 0,0 2 1 0 0,9-12-1 0 0,18-21-5969 0 0,-28 37 5048 0 0,33-41-19631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42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 5683 0 0,'-5'13'24491'0'0,"-8"18"-21898"0"0,-9 11-2593 0 0,-2 8 0 0 0,5 2 0 0 0,3 5 0 0 0,3 2 0 0 0,0-2 0 0 0,-1-3 0 0 0,9-15 0 0 0,0-4 0 0 0,5-1 0 0 0,2-14 0 0 0,-1-12 0 0 0,-1-25 0 0 0,-1-4-24683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42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65 560 0 0,'0'-18'7485'0'0,"0"16"-6026"0"0,1-1-1 0 0,-1 1 0 0 0,0-1 0 0 0,1 1 1 0 0,0-1-1 0 0,0 1 0 0 0,-1-1 0 0 0,2 1 1 0 0,-1 0-1 0 0,0 0 0 0 0,0-1 0 0 0,1 1 1 0 0,-1 0-1 0 0,4-3 0 0 0,9-4 1390 0 0,-39 59-2848 0 0,-2-4 0 0 0,5-11 0 0 0,2 0 0 0 0,2 1 0 0 0,-18 51 0 0 0,35-85 0 0 0,0 0 0 0 0,1 0 0 0 0,-1 0 0 0 0,1 0 0 0 0,-1 0 0 0 0,1 0 0 0 0,0 0 0 0 0,0 0 0 0 0,0 0 0 0 0,0 0 0 0 0,0 0 0 0 0,1 1 0 0 0,-1-1 0 0 0,1 0 0 0 0,-1 0 0 0 0,1 0 0 0 0,0-1 0 0 0,-1 1 0 0 0,3 2 0 0 0,-1-1 0 0 0,0-1 0 0 0,0 1 0 0 0,1-1 0 0 0,-1 0 0 0 0,1 0 0 0 0,-1 0 0 0 0,1-1 0 0 0,0 1 0 0 0,0-1 0 0 0,0 1 0 0 0,5 1 0 0 0,10 1 0 0 0,-1 0 0 0 0,1-1 0 0 0,0-1 0 0 0,0-1 0 0 0,0 0 0 0 0,0-1 0 0 0,33-5 0 0 0,41 1 0 0 0,-82 4 0 0 0,0 1 0 0 0,0 0 0 0 0,0 1 0 0 0,-1 0 0 0 0,1 0 0 0 0,0 1 0 0 0,-1 1 0 0 0,0 0 0 0 0,0 0 0 0 0,16 10 0 0 0,-20-10 0 0 0,1 0 0 0 0,-1 0 0 0 0,-1 0 0 0 0,1 1 0 0 0,-1 0 0 0 0,1 0 0 0 0,-2 0 0 0 0,1 1 0 0 0,0-1 0 0 0,-1 1 0 0 0,0 0 0 0 0,-1 0 0 0 0,1 0 0 0 0,-1 0 0 0 0,0 0 0 0 0,0 1 0 0 0,0 7 0 0 0,-1-4 0 0 0,0 1 0 0 0,-1-1 0 0 0,-1 1 0 0 0,0-1 0 0 0,0 1 0 0 0,-1-1 0 0 0,0 1 0 0 0,-1-1 0 0 0,0 0 0 0 0,0 0 0 0 0,-1-1 0 0 0,-1 1 0 0 0,1-1 0 0 0,-2 0 0 0 0,1 0 0 0 0,-1 0 0 0 0,-1-1 0 0 0,1 0 0 0 0,-1 0 0 0 0,-9 8 0 0 0,8-9 0 0 0,0 0 0 0 0,-1 0 0 0 0,1-1 0 0 0,-1 0 0 0 0,-1-1 0 0 0,1 0 0 0 0,-1 0 0 0 0,1-1 0 0 0,-2 0 0 0 0,1 0 0 0 0,0-1 0 0 0,0-1 0 0 0,-1 0 0 0 0,0 0 0 0 0,1-1 0 0 0,-1-1 0 0 0,0 1 0 0 0,1-2 0 0 0,-19-2 0 0 0,22 1 64 0 0,0 0 0 0 0,0-1 0 0 0,0 0 0 0 0,0 0 0 0 0,0-1 0 0 0,1 1 0 0 0,-1-2-1 0 0,1 1 1 0 0,0-1 0 0 0,0 1 0 0 0,1-2 0 0 0,0 1 0 0 0,-9-11 0 0 0,3 1-959 0 0,0-1 0 0 0,1-1 0 0 0,0 0 0 0 0,-9-25 0 0 0,-16-45-17007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43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13686 0 0,'32'-6'19081'0'0,"-13"6"-19081"0"0,22 5 0 0 0,44 3 0 0 0,16-4 0 0 0,-19-4 0 0 0,-7 0 0 0 0,-13-1 0 0 0,-14 4 0 0 0,-16 6 0 0 0,-19 6 0 0 0,-29 20-23723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50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2961 0 0,'156'-12'2722'0'0,"4"59"-1922"0"0,-14 44-1360 0 0,-23 38-1121 0 0,-25 30-720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51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651 327 1921 0 0,'7'8'17366'0'0,"-10"4"-11153"0"0,-15 11-2004 0 0,16-20-2997 0 0,-22 23-751 0 0,-1-1 1 0 0,-1-1-1 0 0,-2-1 1 0 0,-36 23 0 0 0,42-32-528 0 0,0 0 0 0 0,-2-2 0 0 0,0-1 0 0 0,0-1 0 0 0,0-1 0 0 0,-36 8 0 0 0,48-15 66 0 0,0 0 0 0 0,-1 0 0 0 0,1-2 0 0 0,-1 1 0 0 0,0-2 0 0 0,1 1 0 0 0,-1-2 0 0 0,1 0 0 0 0,-1 0 0 0 0,-17-6 0 0 0,24 5 0 0 0,0 1 0 0 0,-1-1 0 0 0,1 0 0 0 0,0-1 0 0 0,1 1 0 0 0,-1-1 0 0 0,1 0 0 0 0,-1-1 0 0 0,1 1 0 0 0,0-1 0 0 0,1 0 0 0 0,-1 0 0 0 0,1 0 0 0 0,0-1 0 0 0,0 0 0 0 0,1 0 0 0 0,0 0 0 0 0,0 0 0 0 0,0 0 0 0 0,1 0 0 0 0,-2-8 0 0 0,0-5 0 0 0,1 1 0 0 0,1 0 0 0 0,1-1 0 0 0,1 0 0 0 0,0 1 0 0 0,2-1 0 0 0,0 1 0 0 0,1-1 0 0 0,0 1 0 0 0,2 0 0 0 0,0 0 0 0 0,1 0 0 0 0,1 1 0 0 0,16-30 0 0 0,-16 34 0 0 0,0 0 0 0 0,2 1 0 0 0,-1 0 0 0 0,1 0 0 0 0,1 1 0 0 0,0 0 0 0 0,0 1 0 0 0,1 0 0 0 0,1 1 0 0 0,-1 0 0 0 0,2 1 0 0 0,-1 0 0 0 0,1 0 0 0 0,0 2 0 0 0,0 0 0 0 0,1 0 0 0 0,0 1 0 0 0,0 1 0 0 0,20-4 0 0 0,-27 7 0 0 0,0 1 0 0 0,0 0 0 0 0,0 1 0 0 0,0-1 0 0 0,0 1 0 0 0,-1 1 0 0 0,1-1 0 0 0,0 1 0 0 0,-1 0 0 0 0,1 1 0 0 0,-1-1 0 0 0,0 1 0 0 0,0 0 0 0 0,0 1 0 0 0,0 0 0 0 0,-1 0 0 0 0,1 0 0 0 0,-1 0 0 0 0,7 9 0 0 0,0-1 0 0 0,-1 1 0 0 0,0 1 0 0 0,-1 0 0 0 0,-1 1 0 0 0,-1 0 0 0 0,0 0 0 0 0,6 17 0 0 0,7 24 0 0 0,-3 1 0 0 0,-2 1 0 0 0,9 67 0 0 0,10 184 0 0 0,-23-173 0 0 0,32 143 0 0 0,-43-268 0 0 0,2 0 0 0 0,0 0 0 0 0,0-1 0 0 0,1 1 0 0 0,0-1 0 0 0,1 0 0 0 0,11 19 0 0 0,-11-23-918 0 0,-7-9-1885 0 0,-16-14-8750 0 0,-34-20-4499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56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24 5603 0 0,'-8'-12'16807'0'0,"-2"4"-6450"0"0,6 5-10357 0 0,0 3 0 0 0,3 1 0 0 0,7 33 0 0 0,12 59 0 0 0,-2 1 0 0 0,0-10 0 0 0,-2-13 0 0 0,5 8 0 0 0,5-7 0 0 0,7-14 0 0 0,17-21 0 0 0,1-25-13558 0 0,-5-20-769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56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 3602 0 0,'-11'63'23050'0'0,"-5"3"-16935"0"0,8-17-6115 0 0,9-6 0 0 0,3 3 0 0 0,0 9 0 0 0,4 6 0 0 0,7-9 0 0 0,-9-9 0 0 0,-1-8-7796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57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72 200 1681 0 0,'2'-25'11818'0'0,"4"1"-3838"0"0,13-19-140 0 0,-8 26-6830 0 0,0 1 0 0 0,15-17-1 0 0,-22 29-974 0 0,-1 0 0 0 0,1 1 0 0 0,0-1 0 0 0,0 1 0 0 0,0 0 0 0 0,0 0-1 0 0,1 0 1 0 0,-1 1 0 0 0,1 0 0 0 0,0 0 0 0 0,0 0 0 0 0,-1 0 0 0 0,1 1 0 0 0,6-2 0 0 0,-9 3-38 0 0,0 0 0 0 0,0 0 1 0 0,0 0-1 0 0,0 0 1 0 0,0 0-1 0 0,0 0 0 0 0,0 1 1 0 0,-1-1-1 0 0,1 1 1 0 0,0-1-1 0 0,0 1 0 0 0,0-1 1 0 0,-1 1-1 0 0,1 0 0 0 0,0 0 1 0 0,-1 0-1 0 0,1 0 1 0 0,0 0-1 0 0,-1 0 0 0 0,0 1 1 0 0,1-1-1 0 0,-1 0 1 0 0,0 1-1 0 0,1-1 0 0 0,-1 1 1 0 0,0 0-1 0 0,0-1 0 0 0,0 1 1 0 0,-1 0-1 0 0,1-1 1 0 0,0 1-1 0 0,-1 0 0 0 0,1 0 1 0 0,-1 0-1 0 0,1 0 1 0 0,-1-1-1 0 0,0 1 0 0 0,0 0 1 0 0,0 3-1 0 0,1 6 3 0 0,-1 0 0 0 0,-1 0 0 0 0,0 0 0 0 0,0 0 0 0 0,-1-1 0 0 0,-1 1 0 0 0,0 0 0 0 0,0-1 0 0 0,-1 1 0 0 0,0-1 0 0 0,-1 0 0 0 0,-7 12 0 0 0,-10 13 0 0 0,-52 61 0 0 0,61-79 0 0 0,-16 17 0 0 0,-50 46 0 0 0,66-69 0 0 0,17-16 0 0 0,22-20 0 0 0,-9 11 0 0 0,1 1 0 0 0,0 1 0 0 0,1 0 0 0 0,0 2 0 0 0,29-13 0 0 0,-42 21 0 0 0,-1 0 0 0 0,0 0 0 0 0,0 1 0 0 0,1-1 0 0 0,-1 1 0 0 0,1 1 0 0 0,-1-1 0 0 0,1 1 0 0 0,0 0 0 0 0,-1 0 0 0 0,1 0 0 0 0,-1 1 0 0 0,1 0 0 0 0,-1 0 0 0 0,1 0 0 0 0,-1 1 0 0 0,0 0 0 0 0,0 0 0 0 0,0 0 0 0 0,0 0 0 0 0,0 1 0 0 0,0 0 0 0 0,0 0 0 0 0,-1 1 0 0 0,0-1 0 0 0,1 1 0 0 0,4 6 0 0 0,-5-5 0 0 0,0 0 0 0 0,-1 0 0 0 0,1 1 0 0 0,-1-1 0 0 0,-1 1 0 0 0,1 0 0 0 0,-1 0 0 0 0,0 0 0 0 0,0 0 0 0 0,-1 0 0 0 0,1 1 0 0 0,-2-1 0 0 0,1 0 0 0 0,-1 1 0 0 0,0-1 0 0 0,0 0 0 0 0,0 1 0 0 0,-1-1 0 0 0,0 0 0 0 0,0 1 0 0 0,-1-1 0 0 0,0 0 0 0 0,0 0 0 0 0,-4 8 0 0 0,-2 3 0 0 0,-1 0 0 0 0,0-1 0 0 0,-1 0 0 0 0,-1-1 0 0 0,0 0 0 0 0,-1-1 0 0 0,-14 13 0 0 0,13-14 0 0 0,1-1 0 0 0,-1-1 0 0 0,-1 0 0 0 0,0-1 0 0 0,-1-1 0 0 0,0 0 0 0 0,-20 8 0 0 0,33-16-2 0 0,0 0 0 0 0,1-1 0 0 0,-1 0 0 0 0,0 1 0 0 0,0-1 0 0 0,1 0 0 0 0,-1 0 0 0 0,0 0 0 0 0,0 0 0 0 0,0 0 0 0 0,0 0 0 0 0,1 0 0 0 0,-1-1 0 0 0,0 1 1 0 0,0-1-1 0 0,1 1 0 0 0,-1-1 0 0 0,0 0 0 0 0,1 0 0 0 0,-1 0 0 0 0,1 1 0 0 0,-1-2 0 0 0,1 1 0 0 0,-1 0 0 0 0,1 0 0 0 0,0 0 0 0 0,-1-1 0 0 0,1 1 0 0 0,0 0 0 0 0,0-1 0 0 0,0 1 0 0 0,0-1 0 0 0,0 0 0 0 0,1 1 0 0 0,-1-1 0 0 0,0 0 0 0 0,1 1 0 0 0,-1-1 0 0 0,1 0 0 0 0,-1 0 0 0 0,1 1 0 0 0,0-1 1 0 0,0 0-1 0 0,0 0 0 0 0,0 0 0 0 0,0 1 0 0 0,0-1 0 0 0,1 0 0 0 0,-1 0 0 0 0,1 1 0 0 0,-1-1 0 0 0,1 0 0 0 0,-1 0 0 0 0,1 1 0 0 0,0-1 0 0 0,2-2 0 0 0,7-14-1235 0 0,0 1-2430 0 0,8-15-6976 0 0,0 2-1103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57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0 2561 0 0,'-16'7'6723'0'0,"-16"20"10005"0"0,-15 43-9973 0 0,23 2-6755 0 0,16-9 0 0 0,7 2 0 0 0,1-9 0 0 0,-2-8 0 0 0,4-3 0 0 0,2 0 0 0 0,8-7 0 0 0,12-13 0 0 0,-5-33-21562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57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1 5442 0 0,'-10'3'18023'0'0,"2"-1"-11628"0"0,-14 8-4066 0 0,21-10-2197 0 0,-28 18-68 0 0,0 1 0 0 0,1 1-1 0 0,1 1 1 0 0,1 2 0 0 0,1 0-1 0 0,-29 36 1 0 0,32-31-64 0 0,22-28 0 0 0,0 1 0 0 0,-1-1 0 0 0,1 1 0 0 0,0-1 0 0 0,-1 1 0 0 0,1-1 0 0 0,0 1 0 0 0,0-1 0 0 0,-1 1 0 0 0,1 0 0 0 0,0-1 0 0 0,0 1 0 0 0,0-1 0 0 0,0 1 0 0 0,0 0 0 0 0,0-1 0 0 0,0 1 0 0 0,0-1 0 0 0,0 1 0 0 0,0-1 0 0 0,0 1 0 0 0,0 0 0 0 0,1-1 0 0 0,-1 1 0 0 0,0-1 0 0 0,0 1 0 0 0,0-1 0 0 0,1 1 0 0 0,-1-1 0 0 0,0 1 0 0 0,1-1 0 0 0,-1 1 0 0 0,1-1 0 0 0,-1 1 0 0 0,0-1 0 0 0,1 1 0 0 0,-1-1 0 0 0,1 0 0 0 0,-1 1 0 0 0,1-1 0 0 0,-1 0 0 0 0,2 1 0 0 0,26 8 0 0 0,-23-8 0 0 0,20 4 0 0 0,-1-2 0 0 0,1-1 0 0 0,27 0 0 0 0,24 1 0 0 0,-55-1 0 0 0,1 1 0 0 0,0 1 0 0 0,-1 1 0 0 0,0 1 0 0 0,0 0 0 0 0,33 16 0 0 0,-45-17 0 0 0,0 0 0 0 0,0 1 0 0 0,0 0 0 0 0,-1 0 0 0 0,0 1 0 0 0,0 0 0 0 0,-1 0 0 0 0,0 1 0 0 0,0 0 0 0 0,-1 0 0 0 0,0 0 0 0 0,0 1 0 0 0,-1 0 0 0 0,0 0 0 0 0,-1 1 0 0 0,5 13 0 0 0,-5-8 0 0 0,0 1 0 0 0,-2 0 0 0 0,0 0 0 0 0,0 0 0 0 0,-2 0 0 0 0,0 0 0 0 0,-1 0 0 0 0,0 0 0 0 0,-1-1 0 0 0,-1 1 0 0 0,-1 0 0 0 0,0-1 0 0 0,-1 1 0 0 0,0-1 0 0 0,-2 0 0 0 0,0-1 0 0 0,0 0 0 0 0,-1 0 0 0 0,-1 0 0 0 0,0-1 0 0 0,-1-1 0 0 0,0 1 0 0 0,-22 18 0 0 0,29-28 0 0 0,0 0 0 0 0,-1-1 0 0 0,1 1 0 0 0,0-1 0 0 0,-1 0 0 0 0,0 0 0 0 0,0 0 0 0 0,1-1 0 0 0,-1 1 0 0 0,0-1 0 0 0,0 0 0 0 0,0 0 0 0 0,0 0 0 0 0,-1 0 0 0 0,1-1 0 0 0,0 0 0 0 0,-7 0 0 0 0,7-1 0 0 0,0-1 0 0 0,1 1 0 0 0,-1 0 0 0 0,1-1 0 0 0,-1 0 0 0 0,1 0 0 0 0,0 0 0 0 0,0 0 0 0 0,0-1 0 0 0,0 1 0 0 0,0-1 0 0 0,1 0 0 0 0,-1 1 0 0 0,1-1 0 0 0,0 0 0 0 0,-1-1 0 0 0,1 1 0 0 0,1 0 0 0 0,-3-6 0 0 0,-9-18 16 0 0,2-1 0 0 0,-8-33 1 0 0,2 8-5082 0 0,-23-52-16043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9:06:58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10805 0 0,'28'-3'21962'0'0,"-14"2"-21962"0"0,15 0 0 0 0,30-13 0 0 0,23-10 0 0 0,2-3 0 0 0,-21 9 0 0 0,-9 6 0 0 0,2 7 0 0 0,-1 2 0 0 0,-52 33-17240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7:37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7 320 0 0,'36'5'3842'0'0,"-2"2"2641"0"0,-22-7-3122 0 0,-8 1-1920 0 0,-4 3-1841 0 0,-4-3-801 0 0,-6 1-479 0 0,0 0-161 0 0,-18-6-560 0 0,-14-2-321 0 0,2-3 161 0 0,4-1 480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7:37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1681 0 0,'32'54'11765'0'0,"-18"-7"1441"0"0,-18-13-7091 0 0,4-24-10949 0 0,4-23-11894 0 0,-12-20 5603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0:00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24 2001 0 0,'-6'-10'8964'0'0,"-20"-2"2001"0"0,10 10-128 0 0,16 4-10837 0 0,0 0 0 0 0,2 6 0 0 0,12 103 0 0 0,-8 21 0 0 0,-2-31 0 0 0,-4-28 0 0 0,0-21 0 0 0,2-3 0 0 0,6 5 0 0 0,2-2-9236 0 0,-30-17-9653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0:56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1645 6243 0 0,'-4'-12'1549'0'0,"1"-1"0"0"0,0 0 0 0 0,1-1 1 0 0,1 1-1 0 0,-1 0 0 0 0,2-19 0 0 0,1 26-1244 0 0,0 0-1 0 0,0-1 0 0 0,1 1 1 0 0,0 0-1 0 0,0 0 0 0 0,0 0 1 0 0,1 0-1 0 0,0 1 0 0 0,0-1 1 0 0,0 1-1 0 0,1-1 0 0 0,-1 1 1 0 0,1 0-1 0 0,1 1 0 0 0,7-8 1 0 0,10-7 1611 0 0,2 1 0 0 0,0 0 0 0 0,28-14 0 0 0,1 5-1056 0 0,101-41 500 0 0,-92 37-1247 0 0,2 3-1 0 0,91-28 1 0 0,140-23 248 0 0,74-24-134 0 0,-235 55-227 0 0,271-89 0 0 0,11 32 0 0 0,441-53 0 0 0,-595 115 0 0 0,71-10 0 0 0,494-30 0 0 0,5 62 0 0 0,-501 41 0 0 0,173 0 0 0 0,234-109 0 0 0,-529 56 0 0 0,-173 28 0 0 0,941-134 0 0 0,11 60 0 0 0,-431 74 0 0 0,609 74 0 0 0,-1118-65 0 0 0,96 14 0 0 0,-120-14 0 0 0,-1 2 0 0 0,1 0 0 0 0,38 17 0 0 0,-58-22 0 0 0,0 1 0 0 0,-1 0 0 0 0,1 0 0 0 0,-1 0 0 0 0,1 0 0 0 0,-1 0 0 0 0,0 1 0 0 0,0 0 0 0 0,0 0 0 0 0,-1-1 0 0 0,1 2 0 0 0,-1-1 0 0 0,1 0 0 0 0,-1 0 0 0 0,0 1 0 0 0,0-1 0 0 0,2 6 0 0 0,-3-4 0 0 0,0 0 0 0 0,0 0 0 0 0,0 1 0 0 0,-1-1 0 0 0,0 0 0 0 0,0 0 0 0 0,0 1 0 0 0,0-1 0 0 0,-1 0 0 0 0,0 0 0 0 0,-2 9 0 0 0,-6 8 0 0 0,0 0 0 0 0,-1 0 0 0 0,-1-1 0 0 0,-23 32 0 0 0,26-40 0 0 0,-27 47 0 0 0,-35 83 0 0 0,61-123 0 0 0,-4 10 0 0 0,2 0 0 0 0,2 1 0 0 0,-12 61 0 0 0,-1 97 0 0 0,18-142 0 0 0,4-44 0 0 0,-2 14 0 0 0,1 0 0 0 0,1 21 0 0 0,1-34 0 0 0,-1 0 0 0 0,1 1 0 0 0,-1-1 0 0 0,1 0 0 0 0,1 0 0 0 0,-1 0 0 0 0,1 1 0 0 0,-1-1 0 0 0,1-1 0 0 0,0 1 0 0 0,0 0 0 0 0,1 0 0 0 0,-1-1 0 0 0,4 4 0 0 0,10 11 0 0 0,9 11 0 0 0,-23-27 0 0 0,-1-1 0 0 0,0 0 0 0 0,1 1 0 0 0,-1-1 0 0 0,1 0 0 0 0,-1 0 0 0 0,1 0 0 0 0,0 0 0 0 0,-1 0 0 0 0,1-1 0 0 0,0 1 0 0 0,-1 0 0 0 0,1-1 0 0 0,2 1 0 0 0,-24-13-1433 0 0,-44-21-8286 0 0,-77-29-11656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1:36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1066 1289 2881 0 0,'0'-1'207'0'0,"-1"1"0"0"0,1-1 0 0 0,-1 0-1 0 0,0 1 1 0 0,1-1 0 0 0,-1 0 0 0 0,1 0 0 0 0,0 0-1 0 0,-1 1 1 0 0,1-1 0 0 0,0 0 0 0 0,-1 0-1 0 0,1 0 1 0 0,0 0 0 0 0,0 0 0 0 0,0 0-1 0 0,0 0 1 0 0,0 1 0 0 0,0-1 0 0 0,0 0 0 0 0,0 0-1 0 0,0 0 1 0 0,0 0 0 0 0,0 0 0 0 0,0 0-1 0 0,1 0 1 0 0,-1 0 0 0 0,0 1 0 0 0,1-1 0 0 0,-1 0-1 0 0,1 0 1 0 0,-1 0 0 0 0,1 1 0 0 0,0-2-1 0 0,27-25 122 0 0,-19 20-102 0 0,118-109 2021 0 0,87-71 2549 0 0,-140 135-3786 0 0,1 4 0 0 0,3 4 0 0 0,2 2 0 0 0,1 5 0 0 0,2 2 0 0 0,95-24 0 0 0,276-62 5193 0 0,166-19-5083 0 0,106-20-461 0 0,606 2-659 0 0,-597 133 0 0 0,2 35 0 0 0,-198-1 0 0 0,-342-8 0 0 0,991 14 0 0 0,-1 35 0 0 0,1979 236 0 0 0,-837 109 0 0 0,-1956-303 0 0 0,-263-60 0 0 0,141 64 0 0 0,-216-80 0 0 0,-1 2 0 0 0,0 1 0 0 0,-2 2 0 0 0,0 1 0 0 0,-1 1 0 0 0,-1 2 0 0 0,-2 1 0 0 0,0 1 0 0 0,-2 2 0 0 0,26 36 0 0 0,-35-40 0 0 0,-1 0 0 0 0,-2 1 0 0 0,0 1 0 0 0,-2 0 0 0 0,-1 1 0 0 0,-1 0 0 0 0,-1 1 0 0 0,-2 0 0 0 0,0 0 0 0 0,-3 0 0 0 0,0 1 0 0 0,-2 0 0 0 0,-2 49 0 0 0,-4-34 0 0 0,-2 0 0 0 0,-1-1 0 0 0,-3 0 0 0 0,-2 0 0 0 0,-1-1 0 0 0,-3 0 0 0 0,-1-1 0 0 0,-2-1 0 0 0,-28 43 0 0 0,12-30 0 0 0,-2-1 0 0 0,-3-2 0 0 0,-1-2 0 0 0,-3-2 0 0 0,-93 77 0 0 0,-4-16 0 0 0,-5-5 0 0 0,-5-8 0 0 0,-297 141 0 0 0,183-123 0 0 0,-455 127 0 0 0,-584 45 0 0 0,-17-93 0 0 0,132-66 0 0 0,-4-70 0 0 0,-315-73 0 0 0,512 0 0 0 0,550 13 0 0 0,-3105 2 0 0 0,2660-3 0 0 0,663-8 0 0 0,-424-79 0 0 0,549 68 0 0 0,-181-66 0 0 0,237 71 0 0 0,0-3 0 0 0,2-1 0 0 0,1-2 0 0 0,1-2 0 0 0,-74-61 0 0 0,102 73 0 0 0,0-1 0 0 0,1 0 0 0 0,0-1 0 0 0,2 0 0 0 0,0-1 0 0 0,1-1 0 0 0,0 0 0 0 0,2 0 0 0 0,0-1 0 0 0,1 0 0 0 0,2-1 0 0 0,0 0 0 0 0,1 0 0 0 0,0 0 0 0 0,2 0 0 0 0,0-27 0 0 0,2-3 0 0 0,2 1 0 0 0,2-1 0 0 0,3 0 0 0 0,2 1 0 0 0,24-85 0 0 0,-6 54 0 0 0,3 1 0 0 0,4 1 0 0 0,3 2 0 0 0,83-131 0 0 0,-52 109 0 0 0,5 4 0 0 0,158-164 0 0 0,-117 153 0 0 0,5 5 0 0 0,240-158 0 0 0,302-104 0 0 0,-65 125-3691 0 0,-370 170 343 0 0,3 10 1 0 0,2 10 0 0 0,2 11-1 0 0,309-12 1 0 0,-331 51-2029 0 0,-157 5 3055 0 0,53 13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0:48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64 240 0 0,'-14'-3'5637'0'0,"-5"1"-1540"0"0,0 1 0 0 0,-27 3 0 0 0,37 3 204 0 0,0 15-2422 0 0,8-18-1762 0 0,-11 40 963 0 0,2 1 1 0 0,2 0 0 0 0,-5 82 0 0 0,10 143 2888 0 0,3-257-3959 0 0,0-10-10 0 0,0 55 0 0 0,2 0 0 0 0,18 97 0 0 0,-17-137 0 0 0,1-1 0 0 0,1 1 0 0 0,0 0 0 0 0,1-1 0 0 0,1 0 0 0 0,0-1 0 0 0,1 0 0 0 0,1 0 0 0 0,0 0 0 0 0,1-1 0 0 0,0 0 0 0 0,1-1 0 0 0,0 0 0 0 0,16 11 0 0 0,-11-12 0 0 0,0 0 0 0 0,1-2 0 0 0,0 0 0 0 0,0 0 0 0 0,1-2 0 0 0,34 10 0 0 0,-17-9 0 0 0,0-1 0 0 0,64 5 0 0 0,-18-12 0 0 0,0-3 0 0 0,103-18 0 0 0,-17 2 0 0 0,713-4 0 0 0,-529 23 0 0 0,724-69 0 0 0,-255 18 0 0 0,21-9 0 0 0,-323 22 0 0 0,-61 6 0 0 0,714-24 0 0 0,-1112 57 0 0 0,218-1 0 0 0,-202-4 0 0 0,124-21 0 0 0,-189 23 0 0 0,14-4 0 0 0,1 1 0 0 0,1 1 0 0 0,-1 1 0 0 0,1 1 0 0 0,-1 2 0 0 0,42 4 0 0 0,-43-1 0 0 0,-17-7 0 0 0,-9 1 0 0 0,1 1 0 0 0,-1-1 0 0 0,0 0 0 0 0,0 1 0 0 0,-1-1 0 0 0,1 1 0 0 0,0 0 0 0 0,-4-3 0 0 0,-16-16 0 0 0,-67-75 0 0 0,74 79 0 0 0,2-1 0 0 0,0 0 0 0 0,2-2 0 0 0,-16-32 0 0 0,10 10 0 0 0,1-1 0 0 0,3-1 0 0 0,-10-57 0 0 0,19 75 0 0 0,1 0 0 0 0,1-1 0 0 0,1 1 0 0 0,1 0 0 0 0,2-1 0 0 0,0 1 0 0 0,7-26 0 0 0,-5 42 0 0 0,-1 0 0 0 0,2 0 0 0 0,5-10 0 0 0,-8 15 0 0 0,-7 11-57 0 0,-8 9-5849 0 0,-17 27-9373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9:47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 1201 0 0,'-14'8'3841'0'0,"-2"2"-639"0"0,-12 0-1682 0 0,-64-15-4881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9:48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87 599 6643 0 0,'-6'-2'1051'0'0,"-1"0"0"0"0,2 0 0 0 0,-1-1 0 0 0,0 1-1 0 0,0-1 1 0 0,1 0 0 0 0,-1-1 0 0 0,1 0 0 0 0,0 1 0 0 0,0-2 0 0 0,-5-4-1 0 0,8 5-539 0 0,0 0-1 0 0,0 1 0 0 0,1-1 1 0 0,-1 0-1 0 0,1 0 0 0 0,0 0 0 0 0,0 0 1 0 0,0 0-1 0 0,0 0 0 0 0,1 0 0 0 0,0 0 1 0 0,0 0-1 0 0,0 0 0 0 0,0-1 0 0 0,1 1 1 0 0,-1 0-1 0 0,1 0 0 0 0,0 0 1 0 0,2-4-1 0 0,3-13-36 0 0,1 1 0 0 0,1-1 0 0 0,1 1 0 0 0,1 1 0 0 0,1-1 1 0 0,12-17-1 0 0,5-1-480 0 0,59-63 1 0 0,-68 81 5 0 0,1 2 0 0 0,0 0 0 0 0,1 1 0 0 0,1 1 0 0 0,1 1 0 0 0,0 1 0 0 0,1 1 0 0 0,29-11 0 0 0,-43 20 0 0 0,1 0 0 0 0,0 1 0 0 0,0 0 0 0 0,0 1 0 0 0,0 0 0 0 0,1 1 0 0 0,-1 0 0 0 0,0 1 0 0 0,1 0 0 0 0,-1 0 0 0 0,0 2 0 0 0,0-1 0 0 0,1 1 0 0 0,-1 1 0 0 0,0 0 0 0 0,-1 1 0 0 0,1 0 0 0 0,0 0 0 0 0,-1 1 0 0 0,0 0 0 0 0,0 1 0 0 0,8 7 0 0 0,-3 0 0 0 0,-1 0 0 0 0,0 1 0 0 0,-1 1 0 0 0,-1 0 0 0 0,0 1 0 0 0,-1 0 0 0 0,-1 0 0 0 0,-1 1 0 0 0,0 1 0 0 0,-1 0 0 0 0,-1 0 0 0 0,0 0 0 0 0,-2 1 0 0 0,5 23 0 0 0,-3-3 0 0 0,-2 1 0 0 0,-2 0 0 0 0,-1 0 0 0 0,-2 0 0 0 0,-1 0 0 0 0,-8 42 0 0 0,-5-5 0 0 0,-4 0 0 0 0,-2-1 0 0 0,-5-1 0 0 0,-2 0 0 0 0,-3-3 0 0 0,-46 79 0 0 0,52-109 0 0 0,-1-2 0 0 0,-36 43 0 0 0,50-69 0 0 0,-1-1 0 0 0,-1 0 0 0 0,0 0 0 0 0,-1-2 0 0 0,-1 0 0 0 0,1 0 0 0 0,-2-1 0 0 0,-25 12 0 0 0,36-20 0 0 0,0 1 0 0 0,0-1 0 0 0,0-1 0 0 0,-1 1 0 0 0,1-1 0 0 0,-1 0 0 0 0,1 0 0 0 0,-1-1 0 0 0,1 1 0 0 0,-1-1 0 0 0,1-1 0 0 0,-1 1 0 0 0,-6-2 0 0 0,9 1 0 0 0,0 0 0 0 0,0-1 0 0 0,0 1 0 0 0,0-1 0 0 0,0 1 0 0 0,0-1 0 0 0,1 0 0 0 0,-1 0 0 0 0,1 0 0 0 0,-1-1 0 0 0,1 1 0 0 0,0-1 0 0 0,0 1 0 0 0,0-1 0 0 0,0 1 0 0 0,0-1 0 0 0,1 0 0 0 0,-1 0 0 0 0,1 0 0 0 0,0 0 0 0 0,0 0 0 0 0,0-1 0 0 0,0 1 0 0 0,0-6 0 0 0,-2-6 0 0 0,1 0 0 0 0,1 0 0 0 0,0-1 0 0 0,1 1 0 0 0,1 0 0 0 0,0-1 0 0 0,1 1 0 0 0,0 0 0 0 0,9-26 0 0 0,-4 21 0 0 0,1 0 0 0 0,1 1 0 0 0,1 0 0 0 0,0 0 0 0 0,1 1 0 0 0,23-28 0 0 0,-14 24 0 0 0,0 0 0 0 0,1 2 0 0 0,2 0 0 0 0,0 1 0 0 0,0 2 0 0 0,2 0 0 0 0,0 1 0 0 0,1 2 0 0 0,1 1 0 0 0,54-20 0 0 0,-52 25 0 0 0,0 1 0 0 0,0 1 0 0 0,0 1 0 0 0,1 2 0 0 0,0 1 0 0 0,0 1 0 0 0,-1 1 0 0 0,1 2 0 0 0,0 1 0 0 0,-1 2 0 0 0,1 0 0 0 0,-1 2 0 0 0,-1 2 0 0 0,0 0 0 0 0,0 2 0 0 0,0 1 0 0 0,-2 1 0 0 0,46 29 0 0 0,52 56-1833 0 0,-121-96 936 0 0,0 0 0 0 0,0 0 0 0 0,0 0 1 0 0,1 0-1 0 0,-1-1 0 0 0,1 1 0 0 0,-1-1 0 0 0,1 0 0 0 0,-1 0 0 0 0,6 0 0 0 0,-7-1-9 0 0,-1 0-1 0 0,1 0 1 0 0,0-1-1 0 0,-1 1 0 0 0,1-1 1 0 0,0 1-1 0 0,-1-1 1 0 0,1 0-1 0 0,-1 0 0 0 0,1 1 1 0 0,-1-1-1 0 0,0 0 1 0 0,1 0-1 0 0,-1-1 1 0 0,2 0-1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9:48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 80 0 0,'-48'5'14327'0'0,"64"17"4033"0"0,-4 16-18360 0 0,-12 25 0 0 0,16 38 0 0 0,4 20 0 0 0,-4 1 0 0 0,6 23 0 0 0,10 13 0 0 0,4 4 0 0 0,-2-6 0 0 0,-8-12 0 0 0,-16-33 0 0 0,-8-37 0 0 0,6-35 0 0 0,-2-43-6275 0 0,4-43-11173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9:49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471 13 320 0 0,'-1'-12'16213'0'0,"1"12"-15860"0"0,-19 8 12295 0 0,13-3-12360 0 0,0-1 0 0 0,0 1 0 0 0,0 0 0 0 0,0 0 1 0 0,1 1-1 0 0,0 0 0 0 0,0 0 0 0 0,0 0 1 0 0,1 0-1 0 0,0 1 0 0 0,0 0 0 0 0,1-1 1 0 0,-5 14-1 0 0,-1 7-548 0 0,2 1 1 0 0,-6 42 0 0 0,11-56 235 0 0,-6 37 24 0 0,3-1 0 0 0,2 2 0 0 0,2-1 0 0 0,2 0 0 0 0,3 0 0 0 0,1 0 0 0 0,3 0 0 0 0,19 63 0 0 0,-17-82 0 0 0,0-1 0 0 0,3 0 0 0 0,0-1 0 0 0,2 0 0 0 0,1-1 0 0 0,2-1 0 0 0,0 0 0 0 0,2-1 0 0 0,1-2 0 0 0,1 0 0 0 0,1-1 0 0 0,2-1 0 0 0,48 35 0 0 0,-51-44 0 0 0,0-1 0 0 0,0-1 0 0 0,2-1 0 0 0,-1-1 0 0 0,1-1 0 0 0,1-1 0 0 0,0-2 0 0 0,0 0 0 0 0,43 4 0 0 0,-51-9 0 0 0,0 0 0 0 0,0-1 0 0 0,-1-1 0 0 0,1 0 0 0 0,0-2 0 0 0,-1 0 0 0 0,1 0 0 0 0,-1-2 0 0 0,0 0 0 0 0,0-1 0 0 0,-1 0 0 0 0,1-1 0 0 0,-2-1 0 0 0,1 0 0 0 0,20-16 0 0 0,-30 19 0 0 0,1 1 0 0 0,-1-1 0 0 0,0 0 0 0 0,0 0 0 0 0,-1-1 0 0 0,1 0 0 0 0,-1 1 0 0 0,-1-1 0 0 0,1-1 0 0 0,-1 1 0 0 0,0 0 0 0 0,0-1 0 0 0,-1 0 0 0 0,0 1 0 0 0,2-10 0 0 0,-4 9 0 0 0,1-1 0 0 0,-1 0 0 0 0,0 1 0 0 0,-1-1 0 0 0,0 1 0 0 0,0-1 0 0 0,-1 1 0 0 0,0-1 0 0 0,0 1 0 0 0,-1 0 0 0 0,0 0 0 0 0,0 0 0 0 0,-1 0 0 0 0,-4-7 0 0 0,2 4 0 0 0,-1 0 0 0 0,1 0 0 0 0,-2 1 0 0 0,1 0 0 0 0,-1 0 0 0 0,-1 1 0 0 0,0 0 0 0 0,0 0 0 0 0,0 1 0 0 0,-1 1 0 0 0,0-1 0 0 0,0 1 0 0 0,-1 1 0 0 0,1 0 0 0 0,-1 1 0 0 0,-1 0 0 0 0,1 0 0 0 0,0 1 0 0 0,-1 1 0 0 0,0 0 0 0 0,1 0 0 0 0,-1 1 0 0 0,0 1 0 0 0,0 0 0 0 0,0 0 0 0 0,1 2 0 0 0,-23 4 0 0 0,-1 4 4 0 0,0 2 1 0 0,1 2-1 0 0,0 1 1 0 0,1 1-1 0 0,1 2 1 0 0,-56 41-1 0 0,-171 161-160 0 0,69-39-3934 0 0,-30 35-13977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0:50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205 755 3682 0 0,'-59'-34'5837'0'0,"-4"-4"1287"0"0,-2 2 3299 0 0,65 36-10316 0 0,-1 0 1 0 0,1-1-1 0 0,-1 1 1 0 0,1-1 0 0 0,-1 1-1 0 0,1 0 1 0 0,-1-1-1 0 0,1 1 1 0 0,-1 0-1 0 0,1 0 1 0 0,-1-1 0 0 0,1 1-1 0 0,-1 0 1 0 0,1 0-1 0 0,-1 0 1 0 0,0 0-1 0 0,1 0 1 0 0,-1 0-1 0 0,1 0 1 0 0,-1 0 0 0 0,0 0-1 0 0,1 0 1 0 0,-1 0-1 0 0,1 0 1 0 0,-1 0-1 0 0,0 0 1 0 0,1 0 0 0 0,-1 1-1 0 0,1-1 1 0 0,-2 1-1 0 0,4 16 1728 0 0,1 4-1303 0 0,-4 35-532 0 0,3-1 0 0 0,3 1 0 0 0,1-1 0 0 0,15 55 0 0 0,11 93 0 0 0,-22-31 0 0 0,1 21 0 0 0,-8-178 0 0 0,3-19 0 0 0,8-11 0 0 0,30-21 0 0 0,-28 22 0 0 0,0 0 0 0 0,1 2 0 0 0,0 0 0 0 0,25-12 0 0 0,-16 13 0 0 0,1 1 0 0 0,1 1 0 0 0,0 1 0 0 0,0 2 0 0 0,0 1 0 0 0,40-3 0 0 0,180 7 0 0 0,-227 2 0 0 0,81 2 0 0 0,324 6 0 0 0,4-28 0 0 0,-286 0 0 0 0,-2-6 0 0 0,191-60 0 0 0,-238 60 0 0 0,124-16 0 0 0,101 4 0 0 0,22-3 0 0 0,-253 25 0 0 0,155-47 0 0 0,-219 53 0 0 0,36-16 0 0 0,-53 20 0 0 0,0 1 0 0 0,0-1 0 0 0,0 0 0 0 0,0-1 0 0 0,-1 0 0 0 0,0 0 0 0 0,10-12 0 0 0,-15 15 0 0 0,0 1 0 0 0,-1-1 0 0 0,1 0 0 0 0,-1 0 0 0 0,0 0 0 0 0,0 0 0 0 0,0 0 0 0 0,0 0 0 0 0,0-1 0 0 0,-1 1 0 0 0,0 0 0 0 0,1 0 0 0 0,-1 0 0 0 0,0-1 0 0 0,-1 1 0 0 0,1 0 0 0 0,0 0 0 0 0,-1 0 0 0 0,0-1 0 0 0,0 1 0 0 0,-2-5 0 0 0,-3-7 0 0 0,-1 0 0 0 0,-1 0 0 0 0,-11-15 0 0 0,8 10 0 0 0,-20-32 0 0 0,2-2 0 0 0,-25-69 0 0 0,43 93 0 0 0,2-1 0 0 0,1 0 0 0 0,1 0 0 0 0,2 0 0 0 0,1-1 0 0 0,0-36 0 0 0,12-89 0 0 0,-1 62 0 0 0,-7 92 0 0 0,0 0 0 0 0,0 0 0 0 0,0 0 0 0 0,0 0 0 0 0,0 0 0 0 0,-1 0 0 0 0,0 0 0 0 0,1 0 0 0 0,-1 0 0 0 0,0 0 0 0 0,0 0 0 0 0,-1 0 0 0 0,1 1 0 0 0,-1-1 0 0 0,-1-3 0 0 0,1 5 0 0 0,1 0 0 0 0,-1 0 0 0 0,1 0 0 0 0,-1 0 0 0 0,1 0 0 0 0,-1 0 0 0 0,1 0 0 0 0,-1 0 0 0 0,0 1 0 0 0,0-1 0 0 0,1 1 0 0 0,-1-1 0 0 0,0 1 0 0 0,0-1 0 0 0,0 1 0 0 0,1 0 0 0 0,-1 0 0 0 0,0 0 0 0 0,0 0 0 0 0,0 1 0 0 0,0-1 0 0 0,1 0 0 0 0,-1 1 0 0 0,0-1 0 0 0,0 1 0 0 0,-1 0 0 0 0,-37 18-3033 0 0,-22 9-12134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31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21 880 0 0,'-5'-20'31522'0'0,"37"44"-31470"0"0,0 0 0 0 0,2-2 0 0 0,0-1 0 0 0,2-2 1 0 0,0-2-1 0 0,39 13 0 0 0,-8-4-52 0 0,-1 2 0 0 0,-1 3 0 0 0,-1 3 0 0 0,100 71 0 0 0,-135-80 0 0 0,-24-20 0 0 0,0 0 0 0 0,0 0 0 0 0,1-1 0 0 0,-1 0 0 0 0,1 0 0 0 0,0 0 0 0 0,0-1 0 0 0,7 3 0 0 0,-15-7-369 0 0,1 0 1 0 0,0 0-1 0 0,-1-1 1 0 0,1 1-1 0 0,0 0 0 0 0,-1-1 1 0 0,1 1-1 0 0,0-1 1 0 0,0 1-1 0 0,0-1 0 0 0,0 0 1 0 0,-1-2-1 0 0,-21-32-7450 0 0,-21-18-2332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32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800 45 160 0 0,'-1'-4'981'0'0,"-1"-1"-1"0"0,0 1 1 0 0,0 0-1 0 0,0 0 0 0 0,-1 1 1 0 0,-4-8-1 0 0,6 11-593 0 0,0-1 0 0 0,1 0 0 0 0,-1 0 0 0 0,0 0 0 0 0,0 1-1 0 0,0-1 1 0 0,0 0 0 0 0,0 1 0 0 0,0-1 0 0 0,0 1 0 0 0,0-1-1 0 0,0 1 1 0 0,0 0 0 0 0,0-1 0 0 0,0 1 0 0 0,-1 0-1 0 0,1 0 84 0 0,-1 0 0 0 0,1 0-1 0 0,0 1 1 0 0,0-1 0 0 0,0 0-1 0 0,0 1 1 0 0,0-1-1 0 0,0 0 1 0 0,1 1 0 0 0,-1 0-1 0 0,0-1 1 0 0,0 1-1 0 0,0-1 1 0 0,0 1 0 0 0,1 0-1 0 0,-1 0 1 0 0,0-1 0 0 0,0 1-1 0 0,1 0 1 0 0,-1 0-1 0 0,0 1 1 0 0,-40 59 2497 0 0,13-19-1011 0 0,-1-1 1 0 0,-49 52-1 0 0,-149 154-1956 0 0,94-107 0 0 0,51-56 0 0 0,60-60 0 0 0,5-5 0 0 0,-2 0 0 0 0,0-1 0 0 0,-24 17 0 0 0,43-35 9 0 0,0 0-1 0 0,0 0 1 0 0,1 0-1 0 0,-1 0 1 0 0,0 0-1 0 0,0-1 1 0 0,0 1-1 0 0,0 0 1 0 0,0 0-1 0 0,-1 0 1 0 0,1 0 0 0 0,0 0-1 0 0,0-1 1 0 0,0 1-1 0 0,0 0 1 0 0,0 0-1 0 0,0 0 1 0 0,0 0-1 0 0,0 0 1 0 0,0 0-1 0 0,0 0 1 0 0,0-1-1 0 0,0 1 1 0 0,0 0 0 0 0,0 0-1 0 0,-1 0 1 0 0,1 0-1 0 0,0 0 1 0 0,0 0-1 0 0,0 0 1 0 0,0 0-1 0 0,0 0 1 0 0,0 0-1 0 0,0 0 1 0 0,-1 0 0 0 0,1 0-1 0 0,0-1 1 0 0,0 1-1 0 0,0 0 1 0 0,0 0-1 0 0,0 0 1 0 0,0 0-1 0 0,-1 0 1 0 0,1 0-1 0 0,0 0 1 0 0,0 0 0 0 0,0 0-1 0 0,0 1 1 0 0,0-1-1 0 0,0 0 1 0 0,-1 0-1 0 0,1 0 1 0 0,0 0-1 0 0,0 0 1 0 0,0 0-1 0 0,0 0 1 0 0,0 0-1 0 0,0 0 1 0 0,0 0 0 0 0,-1 0-1 0 0,1 0 1 0 0,0 0-1 0 0,0 1 1 0 0,0-1-1 0 0,0 0 1 0 0,0 0-1 0 0,0 0 1 0 0,3-12-1566 0 0,-2 9 113 0 0,8-29-10655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40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11 160 0 0,'26'-10'160'0'0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40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23 800 0 0,'-5'-17'4359'0'0,"10"11"1434"0"0,26 17 3626 0 0,-22-7-8820 0 0,66 35 2470 0 0,-1 3 1 0 0,67 51-1 0 0,82 49-480 0 0,-191-125-2589 0 0,1-2 0 0 0,0-1 0 0 0,1-1 0 0 0,0-2 0 0 0,62 12 0 0 0,-82-23 54 0 0,-19-4-33 0 0,-5-6-435 0 0,10 7-730 0 0,-1-1 0 0 0,1 1 0 0 0,-1 0 0 0 0,0-1 0 0 0,0 1 0 0 0,0 0-1 0 0,0 0 1 0 0,-1-1 0 0 0,1 1 0 0 0,-1 0 0 0 0,0 0 0 0 0,-2-3 0 0 0,-27-36-11929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40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748 75 720 0 0,'7'-6'124'0'0,"1"0"-1"0"0,-1-1 0 0 0,-1 0 1 0 0,0 0-1 0 0,0 0 1 0 0,0-1-1 0 0,5-8 0 0 0,-11 16-7 0 0,0 0-1 0 0,0 0 1 0 0,0-1-1 0 0,0 1 0 0 0,1 0 1 0 0,-1 0-1 0 0,0-1 0 0 0,0 1 1 0 0,0 0-1 0 0,0 0 0 0 0,0-1 1 0 0,0 1-1 0 0,0 0 0 0 0,0-1 1 0 0,0 1-1 0 0,0 0 0 0 0,0 0 1 0 0,0-1-1 0 0,0 1 1 0 0,0 0-1 0 0,0-1 0 0 0,0 1 1 0 0,0 0-1 0 0,0 0 0 0 0,0-1 1 0 0,0 1-1 0 0,0 0 0 0 0,-1-1 1 0 0,1 1-1 0 0,0 0 0 0 0,0 0 1 0 0,0 0-1 0 0,0-1 0 0 0,-1 1 1 0 0,1 0-1 0 0,0 0 0 0 0,0 0 1 0 0,-1-1-1 0 0,1 1 1 0 0,0 0-1 0 0,0 0 0 0 0,-1 0 1 0 0,1 0-1 0 0,0 0 0 0 0,0 0 1 0 0,-1-1-1 0 0,1 1 0 0 0,-17 2 5500 0 0,-23 19 727 0 0,-96 59 4380 0 0,40-20-7878 0 0,52-29-2844 0 0,3 2 0 0 0,0 2 0 0 0,3 2 0 0 0,-42 50 0 0 0,-19 18 0 0 0,53-56 413 0 0,-5 5-1974 0 0,12-21-3107 0 0,6-12-15320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12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27 295 1121 0 0,'-3'-5'800'0'0,"0"1"368"0"0,0 0 1 0 0,1-1-1 0 0,-1 1 0 0 0,1-1 0 0 0,0 1 0 0 0,0-1 0 0 0,0 0 0 0 0,0 0 0 0 0,0-5 1 0 0,2 7-555 0 0,1-1 1 0 0,-1 1-1 0 0,1 0 1 0 0,-1 0-1 0 0,1 0 1 0 0,0 0-1 0 0,0 0 1 0 0,1 0-1 0 0,-1 0 1 0 0,1 0-1 0 0,-1 1 1 0 0,1-1-1 0 0,0 0 1 0 0,0 1-1 0 0,0 0 1 0 0,0-1-1 0 0,1 1 1 0 0,3-3-1 0 0,28-28 1227 0 0,2-3 983 0 0,67-50 0 0 0,-97 82-2824 0 0,0 0 0 0 0,1 1 0 0 0,-1 0 0 0 0,1 0 0 0 0,0 1 0 0 0,0 0 0 0 0,0 0 0 0 0,0 1 0 0 0,0-1 0 0 0,0 1 0 0 0,1 1 0 0 0,-1 0 0 0 0,0 0 0 0 0,0 0 0 0 0,1 1 0 0 0,-1 0 0 0 0,0 0 0 0 0,0 1 0 0 0,0 0 0 0 0,0 0 0 0 0,11 6 0 0 0,-14-5 0 0 0,-1 0 0 0 0,0 0 0 0 0,0 0 0 0 0,0 1 0 0 0,0-1 0 0 0,-1 1 0 0 0,1 0 0 0 0,-1 0 0 0 0,0 0 0 0 0,0 0 0 0 0,-1 0 0 0 0,1 0 0 0 0,-1 0 0 0 0,0 0 0 0 0,0 1 0 0 0,0-1 0 0 0,0 1 0 0 0,-1-1 0 0 0,0 1 0 0 0,0-1 0 0 0,0 0 0 0 0,-1 1 0 0 0,1-1 0 0 0,-1 1 0 0 0,-1 4 0 0 0,-1 3 0 0 0,0 0 0 0 0,-1 0 0 0 0,0-1 0 0 0,-1 1 0 0 0,0-1 0 0 0,-1 0 0 0 0,-14 20 0 0 0,6-12 0 0 0,-1-1 0 0 0,0 0 0 0 0,-1-1 0 0 0,-1-1 0 0 0,-1-1 0 0 0,0 0 0 0 0,-23 13 0 0 0,21-21 0 0 0,19-7 0 0 0,1 0 0 0 0,0 0 0 0 0,0 0 0 0 0,-1 0 0 0 0,1-1 0 0 0,0 1 0 0 0,0 0 0 0 0,-1 0 0 0 0,1 0 0 0 0,0 0 0 0 0,0 0 0 0 0,-1 0 0 0 0,1 0 0 0 0,0 0 0 0 0,0-1 0 0 0,0 1 0 0 0,-1 0 0 0 0,1 0 0 0 0,0 0 0 0 0,0 0 0 0 0,0-1 0 0 0,-1 1 0 0 0,1 0 0 0 0,0 0 0 0 0,0-1 0 0 0,0 1 0 0 0,0 0 0 0 0,0 0 0 0 0,0 0 0 0 0,-1-1 0 0 0,1 1 0 0 0,0 0 0 0 0,0-1 0 0 0,0 1 0 0 0,0 0 0 0 0,0 0 0 0 0,0-1 0 0 0,1-1 0 0 0,0 0 0 0 0,-1 0 0 0 0,1 0 0 0 0,0 0 0 0 0,0 0 0 0 0,1 0 0 0 0,-1 1 0 0 0,0-1 0 0 0,0 0 0 0 0,1 1 0 0 0,-1-1 0 0 0,1 1 0 0 0,0-1 0 0 0,-1 1 0 0 0,1 0 0 0 0,0 0 0 0 0,2-2 0 0 0,4-2 0 0 0,1 1 0 0 0,-1 0 0 0 0,1 0 0 0 0,-1 1 0 0 0,1 0 0 0 0,0 0 0 0 0,0 1 0 0 0,1 0 0 0 0,-1 1 0 0 0,0 0 0 0 0,0 0 0 0 0,1 1 0 0 0,-1 0 0 0 0,0 1 0 0 0,1 0 0 0 0,-1 0 0 0 0,0 1 0 0 0,0 1 0 0 0,0-1 0 0 0,0 1 0 0 0,0 1 0 0 0,-1 0 0 0 0,1 0 0 0 0,-1 0 0 0 0,0 1 0 0 0,0 0 0 0 0,-1 1 0 0 0,1 0 0 0 0,8 9 0 0 0,-5-4 0 0 0,0 1 0 0 0,0 0 0 0 0,-1 0 0 0 0,-1 1 0 0 0,0 1 0 0 0,0-1 0 0 0,-2 1 0 0 0,0 1 0 0 0,0 0 0 0 0,5 18 0 0 0,-10-26 0 0 0,0 0 0 0 0,-1 1 0 0 0,1-1 0 0 0,-1 0 0 0 0,-1 1 0 0 0,1-1 0 0 0,-2 1 0 0 0,1-1 0 0 0,-1 1 0 0 0,0-1 0 0 0,0 1 0 0 0,-1-1 0 0 0,0 0 0 0 0,0 1 0 0 0,-1-1 0 0 0,0 0 0 0 0,0-1 0 0 0,0 1 0 0 0,-1-1 0 0 0,0 1 0 0 0,-1-1 0 0 0,1 0 0 0 0,-11 10 0 0 0,2-4 0 0 0,-1-1 0 0 0,0 0 0 0 0,-1-2 0 0 0,1 1 0 0 0,-2-2 0 0 0,1 0 0 0 0,-1-1 0 0 0,-1 0 0 0 0,1-1 0 0 0,-30 6 0 0 0,32-11 0 0 0,0 0 0 0 0,0-1 0 0 0,-1 0 0 0 0,1-1 0 0 0,0-1 0 0 0,-21-4 0 0 0,35 6-71 0 0,-1 0 1 0 0,1-1-1 0 0,-1 1 1 0 0,1 0-1 0 0,0 0 0 0 0,-1 0 1 0 0,1 0-1 0 0,0-1 0 0 0,-1 1 1 0 0,1 0-1 0 0,0 0 1 0 0,-1-1-1 0 0,1 1 0 0 0,0 0 1 0 0,0 0-1 0 0,-1-1 1 0 0,1 1-1 0 0,0 0 0 0 0,0-1 1 0 0,-1 1-1 0 0,1 0 0 0 0,0-1 1 0 0,0 1-1 0 0,0-1 1 0 0,0 1-1 0 0,0-1 0 0 0,1-19-7491 0 0,0 11 3126 0 0,2-22-3968 0 0,9-16 987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13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80 225 160 0 0,'0'-44'7278'0'0,"-2"31"-1333"0"0,1 2 4216 0 0,13 63-7995 0 0,2-1 0 0 0,2-1 0 0 0,40 83-1 0 0,-30-71-1605 0 0,44 116-560 0 0,47 197 0 0 0,-117-374 0 0 0,3 10 0 0 0,-6-14 0 0 0,-6-13 0 0 0,-45-70 0 0 0,-48-101 0 0 0,-29-99 0 0 0,96 207 0 0 0,24 54 0 0 0,3 12 0 0 0,2-2 0 0 0,0 1 0 0 0,0-1 0 0 0,1 1 0 0 0,1-2 0 0 0,1 1 0 0 0,0 0 0 0 0,1-1 0 0 0,-1-20 0 0 0,4 20 0 0 0,0-1 0 0 0,1 1 0 0 0,1-1 0 0 0,0 1 0 0 0,2 0 0 0 0,11-31 0 0 0,-14 43 0 0 0,0-1 0 0 0,0 1 0 0 0,0 0 0 0 0,1 0 0 0 0,-1-1 0 0 0,1 2 0 0 0,0-1 0 0 0,0 0 0 0 0,1 1 0 0 0,-1-1 0 0 0,1 1 0 0 0,-1 0 0 0 0,1 0 0 0 0,0 0 0 0 0,0 1 0 0 0,1-1 0 0 0,-1 1 0 0 0,0 0 0 0 0,1 0 0 0 0,-1 1 0 0 0,1-1 0 0 0,0 1 0 0 0,0 0 0 0 0,-1 0 0 0 0,1 1 0 0 0,0-1 0 0 0,0 1 0 0 0,8 1 0 0 0,-2 1 0 0 0,-1 0 0 0 0,0 1 0 0 0,0 0 0 0 0,0 0 0 0 0,0 1 0 0 0,-1 1 0 0 0,1-1 0 0 0,-1 2 0 0 0,0-1 0 0 0,-1 1 0 0 0,1 0 0 0 0,-1 1 0 0 0,0 0 0 0 0,10 13 0 0 0,-9-10 0 0 0,-2-1 0 0 0,1 1 0 0 0,-1 1 0 0 0,-1 0 0 0 0,0 0 0 0 0,-1 0 0 0 0,0 0 0 0 0,0 1 0 0 0,-1 0 0 0 0,-1 0 0 0 0,4 24 0 0 0,-3 3 0 0 0,-1 49 0 0 0,-4-75 0 0 0,0 0 0 0 0,0 0 0 0 0,-1 0 0 0 0,-1-1 0 0 0,0 1 0 0 0,-1-1 0 0 0,-9 23 0 0 0,11-32 0 0 0,0 0 0 0 0,0 0 0 0 0,0-1 0 0 0,0 1 0 0 0,0-1 0 0 0,-1 0 0 0 0,1 0 0 0 0,-1 0 0 0 0,1 0 0 0 0,-1 0 0 0 0,0 0 0 0 0,1-1 0 0 0,-1 1 0 0 0,0-1 0 0 0,-6 2 0 0 0,0 0 0 0 0,1-1 0 0 0,-1-1 0 0 0,1 1 0 0 0,-13-1 0 0 0,4-3-3531 0 0,16 2 2577 0 0,0-1-1 0 0,-1 0 0 0 0,1 0 1 0 0,0 0-1 0 0,-1 0 1 0 0,1 0-1 0 0,0 0 0 0 0,0 0 1 0 0,0-1-1 0 0,0 1 0 0 0,0 0 1 0 0,0 0-1 0 0,0-1 1 0 0,0 1-1 0 0,0-1 0 0 0,1 1 1 0 0,-1-1-1 0 0,0-2 0 0 0,-4-11-6621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13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32 880 0 0,'-2'-12'2241'0'0,"-2"2"1041"0"0,0 4 720 0 0,-2 2 400 0 0,2 36 7283 0 0,18 83-5410 0 0,28-1-6275 0 0,10-26 0 0 0,-10-24 0 0 0,0 0 0 0 0,4 7 0 0 0,0-9-1153 0 0,-32-23-15734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25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 5523 0 0,'1'-4'1734'0'0,"3"-24"15193"0"0,3 41-14099 0 0,47 68-909 0 0,4-3-1 0 0,73 77 0 0 0,-102-127-1950 0 0,41 32 0 0 0,-49-44-149 0 0,3-1-1727 0 0,0-10-4469 0 0,-22-5 5842 0 0,-1 0 1 0 0,1 0-1 0 0,-1-1 0 0 0,1 1 0 0 0,0-1 0 0 0,-1 1 0 0 0,1-1 0 0 0,-1 0 1 0 0,0 1-1 0 0,1-1 0 0 0,-1 0 0 0 0,0 0 0 0 0,1 0 0 0 0,-1 0 1 0 0,0 0-1 0 0,0-1 0 0 0,0 1 0 0 0,0 0 0 0 0,0 0 0 0 0,0-1 0 0 0,0 1 1 0 0,0 0-1 0 0,-1-1 0 0 0,1 1 0 0 0,0-1 0 0 0,-1 1 0 0 0,0-1 0 0 0,1 0 1 0 0,-1 1-1 0 0,1-2 0 0 0,4-41-6802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25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1 1681 0 0,'-6'0'2241'0'0,"0"3"560"0"0,-2 4 481 0 0,-4 8 1360 0 0,-56 81 12005 0 0,12-5-15174 0 0,24-42-1473 0 0,12-26 0 0 0,0 1 0 0 0,0 6 0 0 0,0 11 0 0 0,2-4-11237 0 0,0-24-5411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53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14 218 6643 0 0,'-1'0'449'0'0,"1"0"0"0"0,-1 0 0 0 0,0-1 0 0 0,1 1 0 0 0,-1 0 0 0 0,0 0 0 0 0,1-1 0 0 0,-1 1 0 0 0,1 0 0 0 0,-1-1-1 0 0,1 1 1 0 0,-1 0 0 0 0,1-1 0 0 0,-1 1 0 0 0,1-1 0 0 0,-1 1 0 0 0,1-1 0 0 0,-1 1 0 0 0,1-1 0 0 0,0 1 0 0 0,-1-1 0 0 0,1 0 0 0 0,0 1 0 0 0,-1-1 0 0 0,1 1 0 0 0,0-1 0 0 0,0 0 0 0 0,0 1 0 0 0,0-1-1 0 0,-1 0 1 0 0,1 1 0 0 0,0-1 0 0 0,0 0 0 0 0,0 0 0 0 0,3-2-57 0 0,-1 0 0 0 0,1 0-1 0 0,0 1 1 0 0,0-1 0 0 0,0 1 0 0 0,0 0 0 0 0,0-1-1 0 0,0 1 1 0 0,1 1 0 0 0,4-3 0 0 0,63-33 1707 0 0,146-52 0 0 0,-184 78-1960 0 0,1 1-1 0 0,0 2 1 0 0,0 2 0 0 0,1 0 0 0 0,0 3 0 0 0,0 1 0 0 0,57 3 0 0 0,-86 0-118 0 0,0 0 1 0 0,1 0-1 0 0,-1 0 1 0 0,1 1-1 0 0,-1-1 1 0 0,0 2-1 0 0,0-1 1 0 0,0 1 0 0 0,0 0-1 0 0,-1 0 1 0 0,1 0-1 0 0,-1 1 1 0 0,0 0-1 0 0,0 0 1 0 0,0 0-1 0 0,7 8 1 0 0,-9-7-1 0 0,0 0 0 0 0,0 0 1 0 0,-1 0-1 0 0,0 0 0 0 0,0 0 1 0 0,0 0-1 0 0,-1 1 0 0 0,1-1 1 0 0,-1 1-1 0 0,0-1 0 0 0,-1 1 1 0 0,0-1-1 0 0,1 1 0 0 0,-2 0 0 0 0,1-1 1 0 0,-1 1-1 0 0,0-1 0 0 0,0 1 1 0 0,-3 8-1 0 0,-1 4-21 0 0,-1 0 0 0 0,-1 0 0 0 0,-1 0 0 0 0,0-1 0 0 0,-2 0 0 0 0,1-1 0 0 0,-2 0 0 0 0,0 0 0 0 0,-1-1 0 0 0,-1-1 0 0 0,0 0 0 0 0,-1-1 0 0 0,-1 0 0 0 0,-16 11 0 0 0,6-7 0 0 0,-108 64 0 0 0,120-74 0 0 0,0-1 0 0 0,0-1 0 0 0,0 0 0 0 0,-1 0 0 0 0,0-2 0 0 0,0 0 0 0 0,0 0 0 0 0,-23 0 0 0 0,25-4 0 0 0,23-2 0 0 0,4-1 0 0 0,24-8 0 0 0,1 2 0 0 0,1 1 0 0 0,54-4 0 0 0,-77 12 0 0 0,0 1 0 0 0,0 0 0 0 0,0 1 0 0 0,0 1 0 0 0,-1 1 0 0 0,1 1 0 0 0,-1 0 0 0 0,0 1 0 0 0,0 1 0 0 0,24 11 0 0 0,-37-15 0 0 0,1 1 0 0 0,-1-1 0 0 0,1 1 0 0 0,-1 0 0 0 0,0 0 0 0 0,0 0 0 0 0,-1 1 0 0 0,1-1 0 0 0,-1 1 0 0 0,0 0 0 0 0,1 0 0 0 0,-2 0 0 0 0,1 1 0 0 0,0-1 0 0 0,-1 0 0 0 0,0 1 0 0 0,3 7 0 0 0,-4-4 0 0 0,0 0 0 0 0,0 0 0 0 0,0 0 0 0 0,-1 1 0 0 0,0-1 0 0 0,-1 0 0 0 0,0 0 0 0 0,0 0 0 0 0,-1 0 0 0 0,-3 11 0 0 0,-2 4 0 0 0,-1 0 0 0 0,-1 0 0 0 0,-1-1 0 0 0,-23 39 0 0 0,24-48 0 0 0,0-1 0 0 0,-1 0 0 0 0,0-1 0 0 0,0 0 0 0 0,-2 0 0 0 0,1-1 0 0 0,-1 0 0 0 0,-24 14 0 0 0,11-9 0 0 0,-5 2 0 0 0,-46 20 0 0 0,65-32 0 0 0,1-2 0 0 0,-1 0 0 0 0,0 0 0 0 0,-1-1 0 0 0,1 0 0 0 0,0-1 0 0 0,0 0 0 0 0,-18-1 0 0 0,27 0-104 0 0,1 0 1 0 0,-1 0-1 0 0,0-1 1 0 0,0 1-1 0 0,1 0 0 0 0,-1-1 1 0 0,1 1-1 0 0,-1-1 1 0 0,0 1-1 0 0,1-1 0 0 0,-1 0 1 0 0,1 0-1 0 0,-1 0 1 0 0,1 0-1 0 0,0 0 0 0 0,-1 0 1 0 0,1 0-1 0 0,0 0 1 0 0,0 0-1 0 0,0-1 1 0 0,0 1-1 0 0,0 0 0 0 0,0-1 1 0 0,0 1-1 0 0,0-1 1 0 0,0 1-1 0 0,0-3 0 0 0,0-1-949 0 0,0 1 0 0 0,1-1 0 0 0,-1 1-1 0 0,1-1 1 0 0,0 1 0 0 0,0-1 0 0 0,1 1 0 0 0,-1-1-1 0 0,3-7 1 0 0,20-60-16040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54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61 203 240 0 0,'-7'1'1800'0'0,"3"0"-742"0"0,0 0 0 0 0,0 0 0 0 0,0 0 0 0 0,0 0 1 0 0,0 1-1 0 0,-6 3 0 0 0,8-4-651 0 0,1 0-1 0 0,0 0 1 0 0,0 0 0 0 0,0 0 0 0 0,0 0-1 0 0,0 1 1 0 0,0-1 0 0 0,0 0 0 0 0,0 1-1 0 0,0-1 1 0 0,0 0 0 0 0,1 1 0 0 0,-1-1-1 0 0,0 1 1 0 0,1-1 0 0 0,-1 1 0 0 0,1-1-1 0 0,0 1 1 0 0,0 0 0 0 0,-1-1 0 0 0,1 1-1 0 0,0-1 1 0 0,0 1 0 0 0,1 0 0 0 0,-1 2-1 0 0,7 33 1746 0 0,1 0 0 0 0,27 71 0 0 0,45 82 3303 0 0,-42-103-4621 0 0,-3-7-834 0 0,-11-31 0 0 0,-3 2 0 0 0,-2 0 0 0 0,13 59 0 0 0,-31-108 0 0 0,-1 1 0 0 0,0 0 0 0 0,1 0 0 0 0,-1-1 0 0 0,0 1 0 0 0,0 0 0 0 0,0 0 0 0 0,-1-1 0 0 0,1 1 0 0 0,-1 0 0 0 0,1 0 0 0 0,-1-1 0 0 0,0 1 0 0 0,-1 2 0 0 0,1-4 0 0 0,0 0 0 0 0,1 0 0 0 0,-1-1 0 0 0,0 1 0 0 0,0 0 0 0 0,0 0 0 0 0,0-1 0 0 0,0 1 0 0 0,0 0 0 0 0,0-1 0 0 0,0 1 0 0 0,0-1 0 0 0,0 1 0 0 0,0-1 0 0 0,0 0 0 0 0,0 1 0 0 0,0-1 0 0 0,0 0 0 0 0,0 0 0 0 0,0 0 0 0 0,-1 0 0 0 0,1 0 0 0 0,0 0 0 0 0,0 0 0 0 0,0 0 0 0 0,0 0 0 0 0,0-1 0 0 0,0 1 0 0 0,0 0 0 0 0,-1-1 0 0 0,1 1 0 0 0,0-1 0 0 0,0 1 0 0 0,0-1 0 0 0,-1 0 0 0 0,-7-5 0 0 0,0 1 0 0 0,0-1 0 0 0,0-1 0 0 0,0 0 0 0 0,1 0 0 0 0,1-1 0 0 0,-1 0 0 0 0,1 0 0 0 0,-8-12 0 0 0,1-2 0 0 0,0 0 0 0 0,-19-45 0 0 0,7 8 0 0 0,4-1 0 0 0,-16-65 0 0 0,31 90 0 0 0,0 0 0 0 0,3 0 0 0 0,1 0 0 0 0,1 0 0 0 0,5-53 0 0 0,0 44 0 0 0,3 0 0 0 0,22-81 0 0 0,-25 112 0 0 0,1 0 0 0 0,1 1 0 0 0,0 0 0 0 0,1 0 0 0 0,0 0 0 0 0,0 1 0 0 0,2 0 0 0 0,-1 0 0 0 0,1 1 0 0 0,1 0 0 0 0,0 0 0 0 0,0 1 0 0 0,1 0 0 0 0,14-10 0 0 0,-21 17 0 0 0,1 0 0 0 0,-1 0 0 0 0,1 0 0 0 0,0 1 0 0 0,-1-1 0 0 0,1 1 0 0 0,0 0 0 0 0,0 0 0 0 0,0 0 0 0 0,0 0 0 0 0,0 1 0 0 0,0 0 0 0 0,0-1 0 0 0,0 2 0 0 0,0-1 0 0 0,4 1 0 0 0,-3 0 0 0 0,0 1 0 0 0,-1 0 0 0 0,1 0 0 0 0,-1 0 0 0 0,1 1 0 0 0,-1-1 0 0 0,0 1 0 0 0,0 0 0 0 0,0 0 0 0 0,-1 0 0 0 0,1 1 0 0 0,-1-1 0 0 0,6 8 0 0 0,0 1 0 0 0,-1 1 0 0 0,1 0 0 0 0,-2 0 0 0 0,0 1 0 0 0,-1 0 0 0 0,0 0 0 0 0,-1 1 0 0 0,0 0 0 0 0,-2 0 0 0 0,1 0 0 0 0,-2 0 0 0 0,0 0 0 0 0,-1 1 0 0 0,-1 21 0 0 0,-1-19 0 0 0,-1 0 0 0 0,-1 0 0 0 0,0 1 0 0 0,-2-2 0 0 0,0 1 0 0 0,0 0 0 0 0,-2-1 0 0 0,0 0 0 0 0,-1-1 0 0 0,-1 0 0 0 0,-1 0 0 0 0,-11 16 0 0 0,16-28 0 0 0,1 0 0 0 0,0 1 0 0 0,-1-1 0 0 0,0-1 0 0 0,0 1 0 0 0,0-1 0 0 0,0 1 0 0 0,0-2 0 0 0,-9 5 0 0 0,0-2 0 0 0,-1 0 0 0 0,-23 5 0 0 0,17-9-3197 0 0,21-1 2858 0 0,-1 0 1 0 0,1 0 0 0 0,-1 0-1 0 0,0 0 1 0 0,1 0-1 0 0,-1 0 1 0 0,1-1 0 0 0,-1 1-1 0 0,1 0 1 0 0,-1 0 0 0 0,0-1-1 0 0,1 1 1 0 0,-1 0 0 0 0,1-1-1 0 0,-1 1 1 0 0,1 0 0 0 0,0-1-1 0 0,-1 1 1 0 0,1-1 0 0 0,-1 1-1 0 0,1-1 1 0 0,0 1 0 0 0,-1-1-1 0 0,1 1 1 0 0,0-1-1 0 0,0 1 1 0 0,-1-1 0 0 0,1 1-1 0 0,0-1 1 0 0,0 0 0 0 0,3-19-15141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54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34 560 0 0,'-8'-12'1281'0'0,"0"4"400"0"0,6 1 480 0 0,-2 0 320 0 0,4 11 800 0 0,48 105 12727 0 0,4 35-10694 0 0,-16-35-5314 0 0,-4-6 0 0 0,0 6 0 0 0,-4 3 0 0 0,-12-3-4354 0 0,-22-16-10853 0 0,-28-12 3362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56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 5 3682 0 0,'-50'-5'9924'0'0,"8"7"-1760"0"0,20 0-2401 0 0,6-1-1521 0 0,8 3-3250 0 0,8-1-992 0 0,8 2 0 0 0,130 66 0 0 0,6 18 0 0 0,-48-15 0 0 0,-30-13 0 0 0,-4-4 0 0 0,0-3 0 0 0,-4-7-1713 0 0,-8-13-6290 0 0,-22-19-3443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56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802 1 720 0 0,'-54'13'13046'0'0,"-12"46"1041"0"0,-20 17-9173 0 0,-4 3-5986 0 0,6-1-369 0 0,18-23 881 0 0,-2-4-241 0 0,-2 1-2400 0 0,-4-3-5283 0 0,2-17-1761 0 0,0-17 3362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8:58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320 100 2801 0 0,'-14'-4'4267'0'0,"-5"-4"5246"0"0,19 8-9232 0 0,-1 0 0 0 0,1-1 0 0 0,0 1 0 0 0,-1 0 0 0 0,1 0 0 0 0,0-1 0 0 0,-1 1 0 0 0,1 0 0 0 0,0 0 0 0 0,0-1 0 0 0,-1 1 0 0 0,1 0 0 0 0,0-1 0 0 0,0 1 0 0 0,-1-1 0 0 0,1 1 0 0 0,0 0 0 0 0,0-1 0 0 0,0 1 0 0 0,0-1 0 0 0,0 1 0 0 0,0 0 0 0 0,0-1 0 0 0,0 1 0 0 0,0-1 0 0 0,0 1 0 0 0,0-1 0 0 0,0 0-33 0 0,1 0 0 0 0,0 0 0 0 0,-1 0 1 0 0,1 0-1 0 0,0 0 0 0 0,0 0 1 0 0,0 0-1 0 0,0 0 0 0 0,0 0 0 0 0,0 1 1 0 0,0-1-1 0 0,0 0 0 0 0,0 1 1 0 0,2-2-1 0 0,22-10 260 0 0,0 2-1 0 0,0 1 1 0 0,2 0-1 0 0,32-5 1 0 0,-49 11-378 0 0,1 1-18 0 0,0 0 0 0 0,1 1 0 0 0,-1 0 0 0 0,0 1 0 0 0,1 0 0 0 0,-1 0 0 0 0,20 5 0 0 0,-3 1 399 0 0,44 18 0 0 0,-35-11-508 0 0,-29-11-3 0 0,0 1 1 0 0,0 0 0 0 0,-1 0 0 0 0,1 1-1 0 0,-1 0 1 0 0,0 1 0 0 0,0-1 0 0 0,12 11-1 0 0,-17-12 0 0 0,1 0 0 0 0,-1 0 0 0 0,0 0 0 0 0,0 1 0 0 0,0-1 0 0 0,0 1 0 0 0,0-1 0 0 0,-1 1 0 0 0,0-1 0 0 0,0 1 0 0 0,0 0 0 0 0,0-1 0 0 0,0 1-1 0 0,-1 0 1 0 0,0 0 0 0 0,1 0 0 0 0,-1 0 0 0 0,-1-1 0 0 0,1 1 0 0 0,-1 0 0 0 0,-1 5 0 0 0,-1 4 0 0 0,-1-1 0 0 0,-1 1 0 0 0,0-1 0 0 0,-1 0 0 0 0,0-1 0 0 0,0 0 0 0 0,-2 0 0 0 0,1 0 0 0 0,-1-1 0 0 0,-17 18 0 0 0,-12 7 0 0 0,-58 43 0 0 0,62-52 0 0 0,19-15 0 0 0,-25 19 0 0 0,36-29 0 0 0,1 1 0 0 0,-1 0 0 0 0,0-1 0 0 0,0 1 0 0 0,0-1 0 0 0,0 0 0 0 0,0 0 0 0 0,0-1 0 0 0,0 1 0 0 0,0 0 0 0 0,-7-1 0 0 0,10 0 0 0 0,0 0 0 0 0,-1 0 0 0 0,1 0 0 0 0,0 1 0 0 0,0-1 0 0 0,-1 0 0 0 0,1 0 0 0 0,0-1 0 0 0,0 1 0 0 0,-1 0 0 0 0,1 0 0 0 0,0 0 0 0 0,0 0 0 0 0,-1 0 0 0 0,1 0 0 0 0,0 0 0 0 0,0 0 0 0 0,0 0 0 0 0,-1 0 0 0 0,1-1 0 0 0,0 1 0 0 0,0 0 0 0 0,0 0 0 0 0,-1 0 0 0 0,1 0 0 0 0,0-1 0 0 0,0 1 0 0 0,0 0 0 0 0,0 0 0 0 0,0 0 0 0 0,-1-1 0 0 0,1 1 0 0 0,0 0 0 0 0,0 0 0 0 0,0 0 0 0 0,0-1 0 0 0,0 1 0 0 0,6-9 0 0 0,17-9 0 0 0,-16 13 0 0 0,1 1 0 0 0,0 1 0 0 0,0-1 0 0 0,0 1 0 0 0,1 1 0 0 0,-1 0 0 0 0,1 0 0 0 0,-1 0 0 0 0,1 1 0 0 0,14 0 0 0 0,7 1 0 0 0,52 8 0 0 0,-64-6 0 0 0,0 2 0 0 0,0 0 0 0 0,0 1 0 0 0,0 0 0 0 0,-1 2 0 0 0,0 0 0 0 0,0 1 0 0 0,-1 0 0 0 0,20 15 0 0 0,-27-16 0 0 0,0 0 0 0 0,0 1 0 0 0,0 0 0 0 0,-1 0 0 0 0,-1 1 0 0 0,0 0 0 0 0,0 0 0 0 0,0 1 0 0 0,-1 0 0 0 0,-1 0 0 0 0,0 0 0 0 0,0 1 0 0 0,-1 0 0 0 0,0 0 0 0 0,-1 0 0 0 0,2 12 0 0 0,-3-16 0 0 0,-1 1 0 0 0,-1-1 0 0 0,1 0 0 0 0,-1 1 0 0 0,-1-1 0 0 0,1 0 0 0 0,-1 0 0 0 0,0 1 0 0 0,-1-1 0 0 0,0 0 0 0 0,0 0 0 0 0,0 0 0 0 0,-1-1 0 0 0,0 1 0 0 0,-5 8 0 0 0,2-7 0 0 0,0 0 0 0 0,-1-1 0 0 0,1 0 0 0 0,-1 0 0 0 0,-1 0 0 0 0,1-1 0 0 0,-1 1 0 0 0,-1-2 0 0 0,1 0 0 0 0,-16 8 0 0 0,-26 9 0 0 0,-1-2 0 0 0,-1-2 0 0 0,0-3 0 0 0,-2-2 0 0 0,1-2 0 0 0,-1-2 0 0 0,-1-3 0 0 0,1-3 0 0 0,-94-5 0 0 0,126 1-174 0 0,0-1 0 0 0,0-2 0 0 0,0 0 0 0 0,-38-13 0 0 0,53 14-192 0 0,0 0-1 0 0,0 0 0 0 0,0 0 1 0 0,1-1-1 0 0,-1 0 0 0 0,1 0 0 0 0,0-1 1 0 0,0 0-1 0 0,1 0 0 0 0,-1 0 1 0 0,1-1-1 0 0,0 0 0 0 0,1 0 1 0 0,-1 0-1 0 0,1 0 0 0 0,0-1 1 0 0,-4-10-1 0 0,3 1-4717 0 0,0-1 0 0 0,-4-29 0 0 0,9 45 4884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9:08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32 137 1601 0 0,'-2'1'1175'0'0,"2"-1"-1030"0"0,-1 0 0 0 0,1 0 0 0 0,0 0 1 0 0,-1 0-1 0 0,1 0 0 0 0,0 0 0 0 0,-1 0 0 0 0,1 0 0 0 0,0 0 0 0 0,-1 0 0 0 0,1 0 0 0 0,0 0 0 0 0,-1 1 0 0 0,1-1 0 0 0,0 0 0 0 0,-1 0 0 0 0,1 0 0 0 0,0 1 0 0 0,0-1 0 0 0,-1 0 0 0 0,1 0 0 0 0,0 1 0 0 0,0-1 0 0 0,0 0 0 0 0,-1 0 0 0 0,1 1 0 0 0,0 0 0 0 0,3 25 6384 0 0,65 166 4418 0 0,-14-48-4949 0 0,-11 7-3542 0 0,-28-79-2456 0 0,-2 1 0 0 0,-4 0 0 0 0,0 89 0 0 0,-9-147 0 0 0,-1-1 0 0 0,-1 0 0 0 0,0 1 0 0 0,-1-1 0 0 0,-7 21 0 0 0,10-34 0 0 0,0-1 0 0 0,0 1 0 0 0,0 0 0 0 0,0 0 0 0 0,0-1 0 0 0,-1 1 0 0 0,1 0 0 0 0,0-1 0 0 0,0 1 0 0 0,-1 0 0 0 0,1-1 0 0 0,-1 1 0 0 0,1 0 0 0 0,-1-1 0 0 0,1 1 0 0 0,-1-1 0 0 0,1 1 0 0 0,-1-1 0 0 0,1 1 0 0 0,-1-1 0 0 0,0 1 0 0 0,1-1 0 0 0,-1 0 0 0 0,1 1 0 0 0,-1-1 0 0 0,0 0 0 0 0,0 0 0 0 0,1 1 0 0 0,-1-1 0 0 0,0 0 0 0 0,0 0 0 0 0,1 0 0 0 0,-1 0 0 0 0,0 0 0 0 0,1 0 0 0 0,-1 0 0 0 0,0 0 0 0 0,0 0 0 0 0,1 0 0 0 0,-1 0 0 0 0,0-1 0 0 0,0 1 0 0 0,1 0 0 0 0,-1 0 0 0 0,-1-1 0 0 0,-2-2 0 0 0,1 0 0 0 0,-1 0 0 0 0,1 0 0 0 0,0-1 0 0 0,0 1 0 0 0,-4-5 0 0 0,-3-7 0 0 0,1-1 0 0 0,0 0 0 0 0,1 0 0 0 0,0 0 0 0 0,2-1 0 0 0,0-1 0 0 0,-5-21 0 0 0,-19-133 0 0 0,23 119 0 0 0,-51-444 0 0 0,58 489 0 0 0,-2-107 0 0 0,3 103 0 0 0,0-1 0 0 0,1 1 0 0 0,1 0 0 0 0,-1-1 0 0 0,2 1 0 0 0,8-21 0 0 0,-11 32 0 0 0,-1 0 0 0 0,1-1 0 0 0,-1 1 0 0 0,1 0 0 0 0,-1 0 0 0 0,1-1 0 0 0,0 1 0 0 0,0 0 0 0 0,-1 0 0 0 0,1 0 0 0 0,0 0 0 0 0,0 0 0 0 0,0 0 0 0 0,0 0 0 0 0,0 0 0 0 0,0 0 0 0 0,1 1 0 0 0,-1-1 0 0 0,0 0 0 0 0,0 1 0 0 0,1-1 0 0 0,-1 1 0 0 0,0-1 0 0 0,0 1 0 0 0,1 0 0 0 0,-1-1 0 0 0,1 1 0 0 0,-1 0 0 0 0,0 0 0 0 0,1 0 0 0 0,-1 0 0 0 0,0 0 0 0 0,1 0 0 0 0,-1 0 0 0 0,2 1 0 0 0,3 2 0 0 0,0 0 0 0 0,-1 0 0 0 0,1 0 0 0 0,-1 1 0 0 0,0 0 0 0 0,7 7 0 0 0,-5-5 0 0 0,22 17 0 0 0,-1 2 0 0 0,-1 2 0 0 0,-2 0 0 0 0,0 1 0 0 0,23 37 0 0 0,-41-53 0 0 0,0 0 0 0 0,-1 0 0 0 0,0 0 0 0 0,0 1 0 0 0,-2 0 0 0 0,0 0 0 0 0,0 0 0 0 0,-1 1 0 0 0,-1-1 0 0 0,0 1 0 0 0,-1 0 0 0 0,0-1 0 0 0,-1 1 0 0 0,-1 0 0 0 0,0 0 0 0 0,0-1 0 0 0,-7 22 0 0 0,6-28-59 0 0,-1 0 1 0 0,0 0-1 0 0,-1 0 1 0 0,1-1-1 0 0,-1 1 1 0 0,0-1-1 0 0,-1 0 0 0 0,0-1 1 0 0,0 1-1 0 0,0-1 1 0 0,0 0-1 0 0,-1 0 1 0 0,0 0-1 0 0,0-1 0 0 0,0 0 1 0 0,0 0-1 0 0,-1 0 1 0 0,0-1-1 0 0,0 0 1 0 0,-11 3-1 0 0,1-1-981 0 0,-1 0 0 0 0,0-2 0 0 0,0 0 0 0 0,0 0-1 0 0,0-2 1 0 0,0 0 0 0 0,-26-3 0 0 0,-12-7-17774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9:10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21 3201 0 0,'-17'-5'4363'0'0,"1"0"0"0"0,-2 1-1 0 0,-24-2 1 0 0,36 5-3152 0 0,1 1 0 0 0,-1 1 0 0 0,1-1 0 0 0,-1 1 0 0 0,0 0 0 0 0,1 0-1 0 0,-11 3 1 0 0,12-2-907 0 0,0 0-1 0 0,1 0 1 0 0,-1 0-1 0 0,1 0 1 0 0,-1 0-1 0 0,1 1 1 0 0,-4 3-1 0 0,-3 5-303 0 0,1 1 0 0 0,0 0 0 0 0,0 0 0 0 0,1 1 0 0 0,1 0 0 0 0,0 0 0 0 0,1 1 0 0 0,1 0 0 0 0,0 0 0 0 0,-5 21 0 0 0,7-22 0 0 0,0 0 0 0 0,1 0 0 0 0,0 1 0 0 0,1-1 0 0 0,0 0 0 0 0,1 1 0 0 0,1-1 0 0 0,0 1 0 0 0,1-1 0 0 0,0 0 0 0 0,1 0 0 0 0,1 0 0 0 0,9 23 0 0 0,-10-28 0 0 0,1-1 0 0 0,1 1 0 0 0,-1-1 0 0 0,1 0 0 0 0,0 0 0 0 0,1 0 0 0 0,-1 0 0 0 0,1-1 0 0 0,1 0 0 0 0,-1-1 0 0 0,1 1 0 0 0,0-1 0 0 0,0-1 0 0 0,1 1 0 0 0,-1-1 0 0 0,1 0 0 0 0,0-1 0 0 0,0 0 0 0 0,0 0 0 0 0,0-1 0 0 0,1 0 0 0 0,10 1 0 0 0,-9-2-157 0 0,1 0 0 0 0,-1-1 0 0 0,1-1 0 0 0,0 0 0 0 0,-1 0 1 0 0,0-1-1 0 0,1 0 0 0 0,-1-1 0 0 0,0 0 0 0 0,0-1 0 0 0,0 0 0 0 0,-1-1 0 0 0,1 1 0 0 0,16-13 0 0 0,-19 11-12 0 0,0 1-1 0 0,0-1 0 0 0,0-1 1 0 0,-1 1-1 0 0,1-1 0 0 0,-2-1 1 0 0,1 1-1 0 0,-1-1 0 0 0,0 1 1 0 0,-1-2-1 0 0,0 1 0 0 0,0 0 1 0 0,-1-1-1 0 0,0 0 0 0 0,0 1 1 0 0,-1-1-1 0 0,2-12 0 0 0,-2 5 50 0 0,-1 0 0 0 0,-1 0 0 0 0,-1-1 0 0 0,0 1 0 0 0,0 0 0 0 0,-8-27 0 0 0,7 36 442 0 0,0 0 0 0 0,-1 1 1 0 0,1-1-1 0 0,-1 0 1 0 0,-1 1-1 0 0,1 0 0 0 0,-1 0 1 0 0,-1 0-1 0 0,1 0 0 0 0,-1 1 1 0 0,0-1-1 0 0,0 1 1 0 0,0 0-1 0 0,-1 1 0 0 0,1-1 1 0 0,-1 1-1 0 0,-7-3 0 0 0,12 6-313 0 0,0 1 0 0 0,0-1 0 0 0,1 1 0 0 0,-1-1 0 0 0,0 1 0 0 0,0-1 0 0 0,0 1 0 0 0,0 0 0 0 0,0-1 0 0 0,0 1-1 0 0,0 0 1 0 0,0 0 0 0 0,0 0 0 0 0,0 0 0 0 0,0 0 0 0 0,0 0 0 0 0,0 0 0 0 0,0 0 0 0 0,0 0 0 0 0,0 0 0 0 0,0 1-1 0 0,0-1 1 0 0,0 0 0 0 0,0 1 0 0 0,0-1 0 0 0,1 0 0 0 0,-1 1 0 0 0,0-1 0 0 0,0 1 0 0 0,0 0 0 0 0,0-1 0 0 0,1 1-1 0 0,-1 0 1 0 0,0-1 0 0 0,1 1 0 0 0,-1 0 0 0 0,0 0 0 0 0,1 0 0 0 0,-1-1 0 0 0,1 1 0 0 0,0 0 0 0 0,-1 0 0 0 0,1 0 0 0 0,-1 0-1 0 0,1 0 1 0 0,0 0 0 0 0,0 0 0 0 0,0 0 0 0 0,0 1 0 0 0,-4 20-9 0 0,1 1 0 0 0,1-1 0 0 0,3 43 0 0 0,13 70 0 0 0,-10-101 0 0 0,16 102-495 0 0,6-1-1 0 0,73 220 1 0 0,-43-192-7997 0 0,-14-12-5733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9:11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41 12166 0 0,'-2'15'20249'0'0,"4"-10"-19897"0"0,12-5-352 0 0,18 9 0 0 0,24-9 0 0 0,22-7 0 0 0,18-10 0 0 0,8-5 0 0 0,-12 4 0 0 0,-22 13 0 0 0,-6 8 0 0 0,-24 11-14038 0 0,-58 24-4451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09:11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8884 0 0,'48'10'20409'0'0,"-16"19"-16935"0"0,12-19-3474 0 0,20-12 0 0 0,4 2 0 0 0,-12 19 0 0 0,-26 9-14359 0 0,-40 9-3089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1:42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1082 1340 2561 0 0,'-1'-24'852'0'0,"1"0"1"0"0,1 0-1 0 0,2 0 0 0 0,0 0 0 0 0,1 0 1 0 0,1 0-1 0 0,1 1 0 0 0,19-43 0 0 0,-13 40 42 0 0,1 0 0 0 0,2 1 0 0 0,1 1-1 0 0,0 0 1 0 0,2 1 0 0 0,1 1 0 0 0,25-23-1 0 0,4 3 523 0 0,1 3 1 0 0,2 1-1 0 0,90-50 0 0 0,180-70 1176 0 0,-140 83-1655 0 0,2 8 1 0 0,4 8-1 0 0,1 8 0 0 0,244-33 0 0 0,-30 35-979 0 0,415 2 1 0 0,-9 59 1366 0 0,-70 1-796 0 0,392-43-506 0 0,-33 3 567 0 0,965-2-531 0 0,-1700 22-59 0 0,378 5 0 0 0,-573 10 0 0 0,0 8 0 0 0,229 51 0 0 0,-353-57 0 0 0,0 2 0 0 0,-1 3 0 0 0,-1 1 0 0 0,67 36 0 0 0,-81-36 0 0 0,-1 1 0 0 0,-1 1 0 0 0,-1 2 0 0 0,0 0 0 0 0,-2 1 0 0 0,0 2 0 0 0,27 36 0 0 0,-23-21 0 0 0,-2 1 0 0 0,-2 1 0 0 0,-2 1 0 0 0,-1 1 0 0 0,-2 0 0 0 0,-2 2 0 0 0,17 84 0 0 0,-16-35 0 0 0,-4 0 0 0 0,-1 174 0 0 0,-13-164 0 0 0,-23 158 0 0 0,15-203 0 0 0,-3-1 0 0 0,-2 0 0 0 0,-3-1 0 0 0,-30 66 0 0 0,19-63 0 0 0,-2-2 0 0 0,-2-2 0 0 0,-3 0 0 0 0,-80 90 0 0 0,59-84 0 0 0,-3-3 0 0 0,-3-3 0 0 0,-93 64 0 0 0,4-19-33 0 0,-4-7 0 0 0,-4-7-1 0 0,-249 96 1 0 0,162-94-123 0 0,-467 101-1 0 0,-964 92-2510 0 0,511-178 3243 0 0,845-99 296 0 0,-529-60 1 0 0,264-37-1205 0 0,-314-32-3485 0 0,171 114 1574 0 0,1 49 1522 0 0,30-2 1025 0 0,-1-42 555 0 0,167-46-410 0 0,383 28-713 0 0,-220-66-1 0 0,321 75 235 0 0,0-3 0 0 0,1-2 0 0 0,1-2-1 0 0,-58-37 1 0 0,77 41 89 0 0,1-2 0 0 0,0-1 0 0 0,2-2 0 0 0,0 0 0 0 0,2-2 0 0 0,1 0-1 0 0,-31-46 1 0 0,30 34 120 0 0,3-1 1 0 0,1-1-1 0 0,1 0 0 0 0,3-2 0 0 0,1 0 0 0 0,2 0 0 0 0,-10-63 0 0 0,13 36 153 0 0,2 0 0 0 0,4-1 0 0 0,10-134 1 0 0,-3 159-291 0 0,3 1 1 0 0,1-1-1 0 0,3 2 1 0 0,19-53 0 0 0,-17 63-119 0 0,1 1-1 0 0,2 0 1 0 0,1 1 0 0 0,1 1 0 0 0,1 1 0 0 0,26-28-1 0 0,0 8-500 0 0,3 2 0 0 0,1 2 0 0 0,3 3 0 0 0,1 1 0 0 0,67-37-1 0 0,303-140-6083 0 0,157-32-3124 0 0,12 35 3309 0 0,-264 110 4235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1:43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3801 154 160 0 0,'-25'-8'234'0'0,"1"0"-1"0"0,-1 1 1 0 0,0 2-1 0 0,0 0 1 0 0,0 2-1 0 0,-1 1 1 0 0,-41 1 0 0 0,5 0 658 0 0,-167-19 2526 0 0,17 1-1487 0 0,52 15-485 0 0,-240 23-1 0 0,-154 65 5856 0 0,437-60-5500 0 0,1 5-1 0 0,1 5 1 0 0,-178 80 0 0 0,141-42-1365 0 0,4 6 0 0 0,-173 121-1 0 0,251-149 102 0 0,2 3-1 0 0,3 3 0 0 0,2 3 0 0 0,3 3 1 0 0,-57 75-1 0 0,88-97-302 0 0,1 1 0 0 0,2 1 1 0 0,2 2-1 0 0,2 0 0 0 0,2 2 1 0 0,2 0-1 0 0,2 1 0 0 0,1 1 0 0 0,4 0 1 0 0,-9 62-1 0 0,16-68-234 0 0,2 1 0 0 0,1-1 0 0 0,2 1 0 0 0,2-1 0 0 0,2 0 0 0 0,2 0 0 0 0,1 0 0 0 0,3-1 0 0 0,1 0 0 0 0,2 0 0 0 0,2-2 0 0 0,1 0 0 0 0,2-1 0 0 0,2-1 0 0 0,1-1 0 0 0,2 0 0 0 0,1-2 0 0 0,2-1 0 0 0,1-1 0 0 0,64 54 0 0 0,-48-51 0 0 0,2-2 0 0 0,2-2 0 0 0,0-2 0 0 0,69 30 0 0 0,-47-30 0 0 0,1-4 0 0 0,130 30 0 0 0,-78-33 0 0 0,-1-6 0 0 0,2-6 0 0 0,228-9 0 0 0,-109-18 0 0 0,-2-10 0 0 0,0-12 0 0 0,-3-9 0 0 0,-2-11 0 0 0,-3-10 0 0 0,249-110 0 0 0,35-60 0 0 0,-24-43 0 0 0,-412 227 0 0 0,94-81 0 0 0,-142 107 0 0 0,-2-2 0 0 0,-1-1 0 0 0,-1-1 0 0 0,-2-2 0 0 0,25-42 0 0 0,-43 63 0 0 0,-1-1 0 0 0,0-1 0 0 0,-2 0 0 0 0,1 0 0 0 0,-2 0 0 0 0,0 0 0 0 0,-1-1 0 0 0,-1 0 0 0 0,-1 0 0 0 0,0 0 0 0 0,-1 0 0 0 0,-1-20 0 0 0,-3 15 0 0 0,0 1 0 0 0,-1 0 0 0 0,-2 1 0 0 0,0-1 0 0 0,-1 1 0 0 0,0 0 0 0 0,-2 1 0 0 0,-1-1 0 0 0,-16-24 0 0 0,-2 4 0 0 0,-2 1 0 0 0,-1 1 0 0 0,-3 2 0 0 0,0 1 0 0 0,-3 1 0 0 0,0 3 0 0 0,-51-33 0 0 0,-10 1 0 0 0,-204-96 0 0 0,119 81-572 0 0,-315-90 1 0 0,-216 11-3862 0 0,-296 51-16448 0 0,605 88 15852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1:47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1002 2801 0 0,'-18'-21'4374'0'0,"-15"-21"4106"0"0,5 3 3843 0 0,26 34-9083 0 0,7 8-1870 0 0,-4-1-1352 0 0,1 0-1 0 0,-1 0 1 0 0,1 0 0 0 0,-1 0 0 0 0,0 1 0 0 0,0-1 0 0 0,0 0 0 0 0,0 0 0 0 0,1 4 0 0 0,52 201-18 0 0,37 155 0 0 0,-88-347 0 0 0,1 1 0 0 0,1-1 0 0 0,0 0 0 0 0,1 0 0 0 0,0 0 0 0 0,17 27 0 0 0,-20-38 0 0 0,-1-1 0 0 0,1 1 0 0 0,0-1 0 0 0,0 0 0 0 0,0 0 0 0 0,1 0 0 0 0,-1 0 0 0 0,1-1 0 0 0,-1 1 0 0 0,1-1 0 0 0,0 0 0 0 0,0 0 0 0 0,0 0 0 0 0,0-1 0 0 0,1 1 0 0 0,-1-1 0 0 0,0 0 0 0 0,1 0 0 0 0,-1-1 0 0 0,0 1 0 0 0,1-1 0 0 0,-1 0 0 0 0,1 0 0 0 0,-1 0 0 0 0,0-1 0 0 0,1 1 0 0 0,-1-1 0 0 0,1 0 0 0 0,-1-1 0 0 0,6-2 0 0 0,4-1 0 0 0,0-2 0 0 0,-1 0 0 0 0,0 0 0 0 0,-1-1 0 0 0,0 0 0 0 0,0-2 0 0 0,12-11 0 0 0,79-88 0 0 0,-102 108 0 0 0,158-192 0 0 0,237-287 0 0 0,-259 303 0 0 0,-106 133 0 0 0,47-90 0 0 0,-70 118-591 0 0,0-1 1 0 0,-2 1-1 0 0,0-1 1 0 0,0 0-1 0 0,-2-1 1 0 0,0 1-1 0 0,-1-1 1 0 0,-1 1-1 0 0,0-34 1 0 0,-3 42 82 0 0,0 0 0 0 0,-1 0 0 0 0,1 0 0 0 0,-2 0 0 0 0,1 1 0 0 0,-2-1 0 0 0,1 1 0 0 0,-1-1 0 0 0,0 1 0 0 0,0 0 0 0 0,-1 1 0 0 0,0-1 0 0 0,-1 1 0 0 0,0 0 0 0 0,0 0 0 0 0,0 1 0 0 0,-1-1 0 0 0,0 1 0 0 0,0 1 0 0 0,-15-10 0 0 0,3 6-666 0 0,1 0 0 0 0,-1 0 0 0 0,0 2 1 0 0,-1 1-1 0 0,1 0 0 0 0,-33-5 0 0 0,-167-8-4802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9:29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67 182 160 0 0,'-49'-125'8384'0'0,"31"69"3054"0"0,20 61-11177 0 0,-1 0 0 0 0,0 1 0 0 0,0-1 0 0 0,-1 1 0 0 0,0 7 0 0 0,2 13-306 0 0,3 6 156 0 0,0-5 66 0 0,-1 1 0 0 0,-2-1 0 0 0,0 1 1 0 0,-2 0-1 0 0,-3 28 0 0 0,1-39-1113 0 0,0-1 0 0 0,2 31 0 0 0,8-6-3680 0 0,-7-38 3520 0 0,0 1 0 0 0,0-1-1 0 0,1 1 1 0 0,0-1 0 0 0,-1 0-1 0 0,1 0 1 0 0,5 6 0 0 0,4-2-4266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9:30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67 104 240 0 0,'-3'-34'6477'0'0,"2"33"-6055"0"0,1-1 0 0 0,0 1 1 0 0,-1-1-1 0 0,1 0 0 0 0,-1 1 0 0 0,1-1 1 0 0,-1 1-1 0 0,0 0 0 0 0,0-1 1 0 0,1 1-1 0 0,-1-1 0 0 0,0 1 0 0 0,0 0 1 0 0,-1 0-1 0 0,1 0 0 0 0,0 0 1 0 0,0-1-1 0 0,-3 0 0 0 0,4 2-319 0 0,-1 1 0 0 0,1-1 1 0 0,0 0-1 0 0,-1 0 0 0 0,1 1 0 0 0,-1-1 0 0 0,1 0 0 0 0,-1 1 1 0 0,1-1-1 0 0,0 1 0 0 0,-1-1 0 0 0,1 1 0 0 0,0-1 0 0 0,-1 0 0 0 0,1 1 1 0 0,0-1-1 0 0,0 1 0 0 0,0-1 0 0 0,-1 1 0 0 0,1-1 0 0 0,0 1 1 0 0,0 0-1 0 0,0-1 0 0 0,0 1 0 0 0,0-1 0 0 0,0 1 0 0 0,0-1 1 0 0,0 1-1 0 0,0 0 0 0 0,-6 19 3301 0 0,-4 40 1 0 0,8-42-2640 0 0,0 0 0 0 0,2 0 0 0 0,2 27 0 0 0,-1-36-706 0 0,1-1-1 0 0,-1 1 1 0 0,2 0 0 0 0,-1-1 0 0 0,1 1 0 0 0,0-1 0 0 0,1 0 0 0 0,8 14 0 0 0,-9-18-108 0 0,0 1 0 0 0,1-1 0 0 0,0 0 0 0 0,0 0 0 0 0,0 0 1 0 0,0-1-1 0 0,0 1 0 0 0,1-1 0 0 0,0 0 0 0 0,0 0 1 0 0,0-1-1 0 0,0 1 0 0 0,0-1 0 0 0,0 0 0 0 0,8 2 1 0 0,-8-3 52 0 0,-1-1 1 0 0,0 1 0 0 0,1-1 0 0 0,-1 1 0 0 0,1-1 0 0 0,-1-1 0 0 0,1 1-1 0 0,-1 0 1 0 0,1-1 0 0 0,-1 0 0 0 0,0 0 0 0 0,1-1 0 0 0,-1 1 0 0 0,0-1-1 0 0,0 0 1 0 0,0 0 0 0 0,0 0 0 0 0,0 0 0 0 0,-1-1 0 0 0,1 0-1 0 0,-1 1 1 0 0,1-1 0 0 0,-1-1 0 0 0,0 1 0 0 0,0 0 0 0 0,0-1 0 0 0,-1 1-1 0 0,1-1 1 0 0,-1 0 0 0 0,3-6 0 0 0,1-3 180 0 0,0 0 0 0 0,-1 0 0 0 0,-1-1-1 0 0,0 0 1 0 0,0 0 0 0 0,-2 0 0 0 0,0 0 0 0 0,1-19 0 0 0,-3 22 64 0 0,-1 1-1 0 0,0 0 1 0 0,0 0 0 0 0,-1 0 0 0 0,0 0-1 0 0,-1 0 1 0 0,-6-14 0 0 0,7 17-123 0 0,-1 1 0 0 0,0 0-1 0 0,-1 0 1 0 0,0 0 0 0 0,0 0 0 0 0,0 1 0 0 0,0-1 0 0 0,-1 1 0 0 0,0 0-1 0 0,0 1 1 0 0,-10-8 0 0 0,12 11-126 0 0,1-1 0 0 0,-1 1 0 0 0,1 0 0 0 0,-1 0 0 0 0,1 0 0 0 0,-1 1 0 0 0,0-1 0 0 0,0 1 0 0 0,1-1 0 0 0,-1 1 0 0 0,0 0 0 0 0,0 0 0 0 0,1 0 0 0 0,-1 1 0 0 0,0-1 0 0 0,0 1 0 0 0,1-1 0 0 0,-1 1 0 0 0,0 0 0 0 0,1 0 0 0 0,-1 0 1 0 0,1 0-1 0 0,-1 0 0 0 0,1 1 0 0 0,-1-1 0 0 0,1 1 0 0 0,-3 3 0 0 0,-3 1-353 0 0,0 1 0 0 0,1 0 1 0 0,1 1-1 0 0,-1 0 0 0 0,1 0 1 0 0,-8 14-1 0 0,-23 56-8109 0 0,-3 13-5451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19:38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61 291 880 0 0,'0'0'59'0'0,"0"1"0"0"0,0 0 0 0 0,0-1 0 0 0,0 1 0 0 0,-1-1 0 0 0,1 1 0 0 0,0-1 0 0 0,0 1 0 0 0,-1-1 0 0 0,1 0 0 0 0,0 1 0 0 0,-1-1 0 0 0,1 1 0 0 0,0-1 0 0 0,-1 0 0 0 0,1 1 0 0 0,-1-1 0 0 0,1 0 0 0 0,0 1 0 0 0,-1-1 0 0 0,1 0 0 0 0,-1 0 0 0 0,1 1 0 0 0,-1-1 0 0 0,1 0 0 0 0,-1 0 0 0 0,1 0 0 0 0,-1 0 0 0 0,1 1 0 0 0,-1-1 0 0 0,0 0 0 0 0,1 0 0 0 0,-1 0 0 0 0,1 0 0 0 0,-1-1 0 0 0,1 1 0 0 0,-1 0 0 0 0,1 0-1 0 0,-1 0 1 0 0,1 0 0 0 0,-1 0 0 0 0,1-1 0 0 0,-1 1 0 0 0,1 0 0 0 0,-1 0 0 0 0,1-1 0 0 0,-1 1 0 0 0,1 0 0 0 0,0-1 0 0 0,-1 1 0 0 0,1-1 0 0 0,-1 1 0 0 0,1 0 0 0 0,0-1 0 0 0,-1 1 0 0 0,1-1 0 0 0,0 1 0 0 0,0-1 0 0 0,0 1 0 0 0,-1-1 0 0 0,1 0 0 0 0,-18-41 4034 0 0,16 35-3252 0 0,2 6-663 0 0,0 0 0 0 0,0 0 1 0 0,0 0-1 0 0,-1 0 0 0 0,1 0 0 0 0,0 1 0 0 0,0-1 1 0 0,-1 0-1 0 0,1 0 0 0 0,0 0 0 0 0,-1 0 0 0 0,1 0 1 0 0,-1 1-1 0 0,1-1 0 0 0,-1 0 0 0 0,1 1 1 0 0,-1-1-1 0 0,0 0 0 0 0,1 1 0 0 0,-1-1 0 0 0,0 0 1 0 0,0 1-1 0 0,1-1 0 0 0,-2 0 0 0 0,-2 22 1900 0 0,6 35-194 0 0,-2-49-1728 0 0,1 0-1 0 0,0 0 0 0 0,0 0 0 0 0,1 0 1 0 0,0 0-1 0 0,0 0 0 0 0,0 0 1 0 0,1-1-1 0 0,0 0 0 0 0,1 1 1 0 0,-1-1-1 0 0,1 0 0 0 0,7 7 1 0 0,-7-1-133 0 0,-4-12-22 0 0,0 0 1 0 0,0 0-1 0 0,0 0 0 0 0,0-1 0 0 0,0 1 0 0 0,0 0 0 0 0,1 0 1 0 0,-1 0-1 0 0,0 0 0 0 0,0 0 0 0 0,0 0 0 0 0,0 0 1 0 0,0 0-1 0 0,0 0 0 0 0,0 0 0 0 0,0 0 0 0 0,0 0 0 0 0,0 0 1 0 0,1 0-1 0 0,-1 0 0 0 0,0 0 0 0 0,0 0 0 0 0,0 0 1 0 0,0-1-1 0 0,0 1 0 0 0,0 0 0 0 0,0 0 0 0 0,0 1 0 0 0,0-1 1 0 0,1 0-1 0 0,-1 0 0 0 0,0 0 0 0 0,0 0 0 0 0,0 0 1 0 0,0 0-1 0 0,0 0 0 0 0,0 0 0 0 0,0 0 0 0 0,0 0 0 0 0,0 0 1 0 0,1 0-1 0 0,-1 0 0 0 0,0 0 0 0 0,0 0 0 0 0,0 0 1 0 0,0 0-1 0 0,0 0 0 0 0,0 0 0 0 0,0 1 0 0 0,0-1 0 0 0,0 0 1 0 0,0 0-1 0 0,0 0 0 0 0,0 0 0 0 0,0 0 0 0 0,0 0 1 0 0,0 0-1 0 0,0 1 0 0 0,8-1-106 0 0,0 2 0 0 0,0-1 0 0 0,0 1 0 0 0,0 0 0 0 0,0 1 0 0 0,11 5 0 0 0,-15-6 0 0 0,15 5 191 0 0,1-1 0 0 0,0-1 0 0 0,0-1 0 0 0,0-1 0 0 0,0 0 1 0 0,1-2-1 0 0,-1 0 0 0 0,1-1 0 0 0,-1-2 0 0 0,0 0 1 0 0,1-1-1 0 0,23-6 0 0 0,-22 4 162 0 0,-1-1-173 0 0,0 2-1 0 0,0 0 0 0 0,0 2 0 0 0,0 0 0 0 0,24 2 1 0 0,17 0-75 0 0,0-2 0 0 0,88-14 0 0 0,-87 8 0 0 0,84-16 55 0 0,247-76 0 0 0,-292 71-19 0 0,-62 19-62 0 0,0 3 0 0 0,0 0-1 0 0,0 3 1 0 0,45 1 0 0 0,163 15 925 0 0,-121-3-333 0 0,262-7-414 0 0,-129-21-117 0 0,238 7-593 0 0,-242 13 1330 0 0,685 39 148 0 0,-767-22-1287 0 0,31 2-20 0 0,-159-18 380 0 0,0-2 1 0 0,64-7-1 0 0,51-8 1450 0 0,-50 7-1312 0 0,-95 6-149 0 0,18-2-83 0 0,0 2 1 0 0,67 3-1 0 0,-60 2 80 0 0,49-4-1 0 0,6 0-42 0 0,-10 6-171 0 0,-1-5-1 0 0,116-14 0 0 0,-137 7 7 0 0,124 1-1 0 0,63 21-151 0 0,-27 11 2778 0 0,45 4-1632 0 0,-246-30-830 0 0,44-5 0 0 0,-2-1-86 0 0,-29 6-532 0 0,1 2-1 0 0,-1 1 0 0 0,51 11 1 0 0,-78-13 1788 0 0,-13-5 2485 0 0,-7-11-2456 0 0,-22-49-401 0 0,22 46-531 0 0,1-1 0 0 0,1 0 0 0 0,0 0 0 0 0,2 0-1 0 0,0-1 1 0 0,1 0 0 0 0,-4-28 0 0 0,10 38-56 0 0,1 7-22 0 0,-1 1 1 0 0,0-1-1 0 0,0 1 1 0 0,0-1 0 0 0,0 1-1 0 0,0-1 1 0 0,0 1-1 0 0,-1-1 1 0 0,1 1-1 0 0,-1 0 1 0 0,-1-4 0 0 0,0 8-32 0 0,-3 6-3001 0 0,-22 29-11392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0:40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57 240 0 0,'191'-57'-80'0'0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6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0 188 7283 0 0,'8'6'22921'0'0,"3"-3"-20358"0"0,115-10-2563 0 0,152-14 0 0 0,78-9 0 0 0,-57 5 0 0 0,-25-3 0 0 0,388-34 0 0 0,-220 39 0 0 0,56 32 0 0 0,-464-5 0 0 0,-25-1 347 0 0,-11-2 1 0 0,-25-1-3823 0 0,-64-3-9952 0 0,-47 5-892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42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1 8884 0 0,'-15'14'10575'0'0,"-7"9"135"0"0,8-3-8112 0 0,8-8-2598 0 0,0 0 0 0 0,1 1 0 0 0,0 0 0 0 0,1 0 0 0 0,-5 26 0 0 0,-1 67 0 0 0,9-64 0 0 0,2 0 0 0 0,2 0 0 0 0,2 0 0 0 0,16 63 0 0 0,60 154 0 0 0,-77-249 0 0 0,4 14 0 0 0,2-1 0 0 0,0 0 0 0 0,26 42 0 0 0,-32-59 0 0 0,0-1 0 0 0,0 0 0 0 0,1 0 0 0 0,-1 0 0 0 0,1-1 0 0 0,0 0 0 0 0,0 0 0 0 0,11 6 0 0 0,-13-8 0 0 0,1 0 0 0 0,0-1 0 0 0,0 0 0 0 0,0 1 0 0 0,0-1 0 0 0,1-1 0 0 0,-1 1 0 0 0,0-1 0 0 0,0 1 0 0 0,0-1 0 0 0,0 0 0 0 0,1-1 0 0 0,-1 1 0 0 0,8-3 0 0 0,1-1 0 0 0,0-1 0 0 0,0-1 0 0 0,-1 0 0 0 0,0 0 0 0 0,0-2 0 0 0,-1 1 0 0 0,0-2 0 0 0,0 1 0 0 0,0-1 0 0 0,-1-1 0 0 0,9-11 0 0 0,5-7 0 0 0,-2-1 0 0 0,38-62 0 0 0,-51 76 0 0 0,-1-1 0 0 0,0-1 0 0 0,-1 1 0 0 0,-1-1 0 0 0,6-28 0 0 0,-11 40 0 0 0,0 1 0 0 0,0-1 0 0 0,0 1 0 0 0,-1-1 0 0 0,0 0 0 0 0,0 0 0 0 0,0 1 0 0 0,0-1 0 0 0,-1 0 0 0 0,0 1 0 0 0,0-1 0 0 0,0 1 0 0 0,-1-1 0 0 0,1 1 0 0 0,-1 0 0 0 0,0-1 0 0 0,0 1 0 0 0,-1 0 0 0 0,1 0 0 0 0,-1 0 0 0 0,0 1 0 0 0,0-1 0 0 0,0 1 0 0 0,0-1 0 0 0,-5-2 0 0 0,5 3 0 0 0,0 1 0 0 0,0 1 0 0 0,-1-1 0 0 0,1 0 0 0 0,0 1 0 0 0,-1 0 0 0 0,1 0 0 0 0,-1 0 0 0 0,0 0 0 0 0,1 0 0 0 0,-1 1 0 0 0,1-1 0 0 0,-1 1 0 0 0,0 0 0 0 0,-3 1 0 0 0,0 0 0 0 0,0 0 0 0 0,1 1 0 0 0,-1 0 0 0 0,1 0 0 0 0,0 1 0 0 0,-1-1 0 0 0,-9 7 0 0 0,-5 5 0 0 0,1 1 0 0 0,1 1 0 0 0,-26 27 0 0 0,38-36 0 0 0,4-4 0 0 0,-23 21 0 0 0,1 1 0 0 0,2 1 0 0 0,0 1 0 0 0,2 1 0 0 0,-18 31 0 0 0,37-56 53 0 0,1 0 0 0 0,-1-1 0 0 0,1 1 0 0 0,0 0 0 0 0,0 1 0 0 0,0-1 0 0 0,0 0 0 0 0,0 0 1 0 0,1 0-1 0 0,-1 0 0 0 0,1 1 0 0 0,0-1 0 0 0,0 0 0 0 0,0 0 0 0 0,1 0 0 0 0,-1 1 0 0 0,1-1 0 0 0,-1 0 0 0 0,2 3 0 0 0,-1-4-139 0 0,0 0-1 0 0,0 0 1 0 0,0-1-1 0 0,0 1 1 0 0,1-1-1 0 0,-1 1 1 0 0,0-1-1 0 0,1 0 1 0 0,-1 1-1 0 0,1-1 1 0 0,-1 0-1 0 0,4 2 1 0 0,-3-2-355 0 0,1 0 1 0 0,0 0-1 0 0,0 0 1 0 0,0 0-1 0 0,0 0 1 0 0,0-1-1 0 0,0 1 0 0 0,0-1 1 0 0,4 1-1 0 0,14-2-6633 0 0,12 0-7713 0 0,-33 1 14753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42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0 10725 0 0,'-8'50'22042'0'0,"-18"11"-22042"0"0,-3 1 0 0 0,9 12 0 0 0,5-9 0 0 0,2-5 0 0 0,5-3 0 0 0,0-7 0 0 0,5-12 0 0 0,6-13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43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436 82 240 0 0,'7'-10'-464'0'0,"4"-3"3217"0"0,0 1 3722 0 0,-10 12-5559 0 0,0-1-1 0 0,0 0 1 0 0,0 1 0 0 0,0-1-1 0 0,0 0 1 0 0,0 1-1 0 0,0-1 1 0 0,0 1 0 0 0,0 0-1 0 0,0-1 1 0 0,0 1 0 0 0,0 0-1 0 0,0 0 1 0 0,0-1-1 0 0,0 1 1 0 0,1 0 0 0 0,-1 0-1 0 0,0 0 1 0 0,0 0-1 0 0,0 1 1 0 0,0-1 0 0 0,0 0-1 0 0,0 0 1 0 0,1 1 0 0 0,-6-2-844 0 0,0-1 1 0 0,-1 1-1 0 0,1 0 1 0 0,-1 1 0 0 0,1-1-1 0 0,-1 1 1 0 0,1 0-1 0 0,-1 0 1 0 0,1 1-1 0 0,-1-1 1 0 0,1 1 0 0 0,-1 0-1 0 0,1 0 1 0 0,-9 3-1 0 0,-3 3-142 0 0,1 0 0 0 0,-22 13 0 0 0,31-16 64 0 0,2-2 6 0 0,1 0 0 0 0,-1 0 0 0 0,0 0 0 0 0,1 1 0 0 0,0 0 0 0 0,-1-1 0 0 0,1 1 0 0 0,0 1 0 0 0,-3 3 0 0 0,5-5 0 0 0,1-1 0 0 0,-1 1 0 0 0,1 0 0 0 0,-1 0 0 0 0,1-1 0 0 0,0 1 0 0 0,0 0 0 0 0,-1 0 0 0 0,2 0 0 0 0,-1-1 0 0 0,0 1 0 0 0,0 0 0 0 0,0 0 0 0 0,1 0 0 0 0,-1-1 0 0 0,1 1 0 0 0,-1 0 0 0 0,1 0 0 0 0,0-1 0 0 0,0 1 0 0 0,2 2 0 0 0,10 18 0 0 0,1-1 0 0 0,1-1 0 0 0,28 30 0 0 0,6 6 0 0 0,26 40 0 0 0,4-4 0 0 0,149 133 0 0 0,-218-217 0 0 0,-3-2 0 0 0,0 0 0 0 0,-1 0 0 0 0,0 0 0 0 0,9 12 0 0 0,-14-17 0 0 0,0 0 0 0 0,0 0 0 0 0,-1 0 0 0 0,1 0 0 0 0,-1 0 0 0 0,1 0 0 0 0,0 0 0 0 0,-1 0 0 0 0,0 1 0 0 0,1-1 0 0 0,-1 0 0 0 0,0 0 0 0 0,0 0 0 0 0,0 1 0 0 0,1-1 0 0 0,-1 0 0 0 0,-1 0 0 0 0,1 1 0 0 0,0-1 0 0 0,0 0 0 0 0,0 0 0 0 0,-1 0 0 0 0,1 1 0 0 0,0-1 0 0 0,-1 0 0 0 0,1 0 0 0 0,-1 0 0 0 0,1 0 0 0 0,-1 0 0 0 0,0 0 0 0 0,0 0 0 0 0,1 0 0 0 0,-1 0 0 0 0,0 0 0 0 0,0 0 0 0 0,0 0 0 0 0,0-1 0 0 0,0 1 0 0 0,0 0 0 0 0,-1 0 0 0 0,-19 11 0 0 0,0-1 0 0 0,-1-1 0 0 0,-1-2 0 0 0,1 0 0 0 0,-1-1 0 0 0,0-1 0 0 0,-1-1 0 0 0,1-1 0 0 0,-1-1 0 0 0,0-1 0 0 0,0-2 0 0 0,0 0 0 0 0,-40-6 0 0 0,56 5 0 0 0,-1-1 0 0 0,0 0 0 0 0,0-1 0 0 0,1 0 0 0 0,0 0 0 0 0,-1-1 0 0 0,1 0 0 0 0,1 0 0 0 0,-15-11 0 0 0,18 11 0 0 0,-1 0 0 0 0,1 0 0 0 0,0-1 0 0 0,0 1 0 0 0,1-1 0 0 0,-1 0 0 0 0,1 0 0 0 0,0 0 0 0 0,0-1 0 0 0,1 1 0 0 0,-1-1 0 0 0,1 0 0 0 0,1 0 0 0 0,-1 1 0 0 0,-1-11 0 0 0,2-3 0 0 0,1 0 0 0 0,0 0 0 0 0,1 0 0 0 0,1 1 0 0 0,1-1 0 0 0,0 0 0 0 0,1 1 0 0 0,2 0 0 0 0,0 0 0 0 0,13-28 0 0 0,-2 10 0 0 0,3 0 0 0 0,0 1 0 0 0,51-62 0 0 0,-26 48 0 0 0,2 1 0 0 0,3 3 0 0 0,61-44 0 0 0,-91 74 0 0 0,-13 10 0 0 0,27-25 0 0 0,-34 30 0 0 0,1 0 0 0 0,-1-1 0 0 0,1 1 0 0 0,-1-1 0 0 0,1 1 0 0 0,-1-1 0 0 0,1 0 0 0 0,-1 1 0 0 0,1-1 0 0 0,-1 1 0 0 0,0-1 0 0 0,1 0 0 0 0,-1 1 0 0 0,0-1 0 0 0,0 0 0 0 0,0 0 0 0 0,1 1 0 0 0,-1-1 0 0 0,0 0 0 0 0,0 1 0 0 0,0-1 0 0 0,0 0 0 0 0,0 0 0 0 0,0 1 0 0 0,0-1 0 0 0,0 0 0 0 0,-1 0 0 0 0,1 1 0 0 0,0-1 0 0 0,0 0 0 0 0,-1 1 0 0 0,1-1 0 0 0,0 0 0 0 0,-1 1 0 0 0,1-1 0 0 0,0 1 0 0 0,-1-1 0 0 0,1 0 0 0 0,-1 1 0 0 0,1-1 0 0 0,-1 1 0 0 0,1-1 0 0 0,-1 1 0 0 0,0 0 0 0 0,1-1 0 0 0,-2 0 0 0 0,-6-2 0 0 0,0-1 0 0 0,-1 1 0 0 0,1 0 0 0 0,-1 1 0 0 0,0 0 0 0 0,0 1 0 0 0,0-1 0 0 0,-10 1 0 0 0,-75 4 0 0 0,93-3 0 0 0,-48 5 195 0 0,0 3 1 0 0,-69 18-1 0 0,-100 43-3213 0 0,164-50 928 0 0,-117 35-15910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59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30 708 80 0 0,'-21'-19'1183'0'0,"13"15"1634"0"0,14 18 3334 0 0,50 64 9763 0 0,-53-75-15699 0 0,0 0-1 0 0,0 0 1 0 0,0 0-1 0 0,0-1 0 0 0,0 1 1 0 0,1-1-1 0 0,-1 0 1 0 0,1 0-1 0 0,-1 0 0 0 0,1 0 1 0 0,0 0-1 0 0,0-1 1 0 0,-1 0-1 0 0,1 0 1 0 0,0 0-1 0 0,0 0 0 0 0,1-1 1 0 0,-1 1-1 0 0,0-1 1 0 0,0 0-1 0 0,0 0 0 0 0,6-1 1 0 0,-2-1-61 0 0,0 0-1 0 0,0 0 1 0 0,-1-1-1 0 0,1 0 1 0 0,-1 0 0 0 0,0-1-1 0 0,0 0 1 0 0,0 0 0 0 0,0 0-1 0 0,6-7 1 0 0,38-34-154 0 0,-2-2 0 0 0,55-69 0 0 0,74-117 0 0 0,-19 24 0 0 0,-138 183 0 0 0,-6 9 0 0 0,-1-1 0 0 0,-1 0 0 0 0,12-22 0 0 0,-26 42-200 0 0,-6 7-2692 0 0,7-8 2354 0 0,-1 1 1 0 0,1-1 0 0 0,0 0-1 0 0,0 0 1 0 0,0 1 0 0 0,0-1 0 0 0,0 0-1 0 0,0 1 1 0 0,0-1 0 0 0,0 0-1 0 0,0 0 1 0 0,1 1 0 0 0,-1-1 0 0 0,1 2-1 0 0,8 22-15715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56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9 480 0 0,'12'-9'13791'0'0,"-7"38"-2577"0"0,-4-12-11189 0 0,10 57 2970 0 0,16 179 1267 0 0,-20-130-7126 0 0,-3-82-705 0 0,2 0 0 0 0,16 55-1 0 0,-8-59-6327 0 0,0-16 2040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57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27 1761 0 0,'5'-9'3601'0'0,"-2"2"1042"0"0,2-4 5921 0 0,-11 41 1122 0 0,-18 67-11174 0 0,8-3-512 0 0,9-15 0 0 0,9-25 0 0 0,4-7 0 0 0,6-4-1793 0 0,-1-8-14534 0 0,-2-13 2881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8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89 128 2241 0 0,'-40'-54'18408'0'0,"5"3"-6290"0"0,22 28-12118 0 0,21 23 0 0 0,5 0 0 0 0,-2 6 0 0 0,11 18 0 0 0,23 24 0 0 0,17 24 0 0 0,1 13 0 0 0,-11-8 0 0 0,4 1 0 0 0,2 1 0 0 0,-7-13 0 0 0,-8-26 0 0 0,-4-27 0 0 0,-10-32 0 0 0,-25-78-21402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5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1 0 32767 0 0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32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15 960 0 0,'6'11'27933'0'0,"74"14"-24059"0"0,66 1-3874 0 0,-9-10 0 0 0,17-8 0 0 0,19-7 0 0 0,19-10 0 0 0,14-14 0 0 0,-25-5 0 0 0,-69 5 0 0 0,-40 8-10997 0 0,-26 11 32 0 0,-22 15 3121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39.1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328 46 2321 0 0,'-5'-11'3594'0'0,"3"8"-1775"0"0,1 0 0 0 0,-1-1 1 0 0,1 2-1 0 0,-1-1 0 0 0,0 0 0 0 0,0 0 1 0 0,0 1-1 0 0,-3-4 0 0 0,4 5-1291 0 0,0 1-1 0 0,0-1 1 0 0,0 1-1 0 0,0-1 1 0 0,0 0-1 0 0,0 1 1 0 0,0 0-1 0 0,0-1 1 0 0,-1 1 0 0 0,1 0-1 0 0,0-1 1 0 0,0 1-1 0 0,0 0 1 0 0,0 0-1 0 0,-3 0 1 0 0,-15 6 1510 0 0,-3 6-2038 0 0,1 1 0 0 0,0 1 0 0 0,1 1 0 0 0,1 0 0 0 0,0 2 0 0 0,1 0 0 0 0,1 1 0 0 0,-25 34 0 0 0,33-39 0 0 0,0 0 0 0 0,2 1 0 0 0,-1 0 0 0 0,2 0 0 0 0,0 1 0 0 0,-7 27 0 0 0,10-31 0 0 0,2 0 0 0 0,-1 0 0 0 0,1 0 0 0 0,1 0 0 0 0,0 0 0 0 0,1 0 0 0 0,0 1 0 0 0,0-1 0 0 0,1-1 0 0 0,6 19 0 0 0,-5-21 0 0 0,0 0 0 0 0,0 0 0 0 0,1-1 0 0 0,0 1 0 0 0,1-1 0 0 0,-1 0 0 0 0,2 0 0 0 0,-1-1 0 0 0,1 1 0 0 0,-1-1 0 0 0,2 0 0 0 0,6 5 0 0 0,-3-4 0 0 0,0-1 0 0 0,1 0 0 0 0,-1 0 0 0 0,1-1 0 0 0,0-1 0 0 0,0 0 0 0 0,22 5 0 0 0,-8-5 0 0 0,-1-1 0 0 0,1-1 0 0 0,-1-1 0 0 0,1-1 0 0 0,0-1 0 0 0,-1-2 0 0 0,44-9 0 0 0,-37 4 0 0 0,0-1 0 0 0,32-14 0 0 0,-51 18 0 0 0,-1 0 0 0 0,0-1 0 0 0,-1 0 0 0 0,1 0 0 0 0,-1-2 0 0 0,0 1 0 0 0,-1-1 0 0 0,14-14 0 0 0,-20 17 0 0 0,0-1 0 0 0,0 1 0 0 0,0-1 0 0 0,-1 0 0 0 0,0 0 0 0 0,0 0 0 0 0,0 0 0 0 0,-1 0 0 0 0,1 0 0 0 0,-2 0 0 0 0,1-1 0 0 0,-1 1 0 0 0,0 0 0 0 0,0-1 0 0 0,0 1 0 0 0,-3-12 0 0 0,-2-5 0 0 0,0-1 0 0 0,-2 1 0 0 0,-9-23 0 0 0,6 22 0 0 0,0 0 0 0 0,-1 1 0 0 0,-1 0 0 0 0,-1 0 0 0 0,-26-32 0 0 0,36 52 0 0 0,-1 0 0 0 0,1 0 0 0 0,-1 0 0 0 0,1 1 0 0 0,-1-1 0 0 0,0 1 0 0 0,0 0 0 0 0,0 0 0 0 0,0 1 0 0 0,-1-1 0 0 0,1 1 0 0 0,0 0 0 0 0,0 0 0 0 0,-1 0 0 0 0,1 1 0 0 0,-1 0 0 0 0,1-1 0 0 0,-1 2 0 0 0,1-1 0 0 0,0 0 0 0 0,-1 1 0 0 0,-8 2 0 0 0,6-1 0 0 0,0 0 0 0 0,-1 0 0 0 0,1 1 0 0 0,0 0 0 0 0,0 0 0 0 0,1 1 0 0 0,-1-1 0 0 0,1 2 0 0 0,0-1 0 0 0,0 1 0 0 0,0 0 0 0 0,-6 7 0 0 0,11-12 8 0 0,1 0 1 0 0,0 0-1 0 0,0 1 0 0 0,-1-1 1 0 0,1 0-1 0 0,0 1 0 0 0,0-1 0 0 0,-1 0 1 0 0,1 0-1 0 0,0 1 0 0 0,0-1 1 0 0,0 0-1 0 0,0 1 0 0 0,-1-1 1 0 0,1 0-1 0 0,0 1 0 0 0,0-1 1 0 0,0 0-1 0 0,0 1 0 0 0,0-1 0 0 0,0 0 1 0 0,0 1-1 0 0,0-1 0 0 0,0 1 1 0 0,0-1-1 0 0,0 0 0 0 0,0 1 1 0 0,0-1-1 0 0,1 0 0 0 0,-1 1 1 0 0,0-1-1 0 0,0 0 0 0 0,0 1 0 0 0,0-1 1 0 0,0 0-1 0 0,1 0 0 0 0,-1 1 1 0 0,0-1-1 0 0,0 0 0 0 0,1 1 1 0 0,-1-1-1 0 0,18 7-2974 0 0,-8-4-2047 0 0,26 10-18923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39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0 1681 0 0,'-5'14'17768'0'0,"-11"5"-4450"0"0,-8 6-13318 0 0,5 18 0 0 0,5 13 0 0 0,-2 11 0 0 0,-3 2 0 0 0,3-11 0 0 0,-2 1 0 0 0,2 2 0 0 0,0-9 0 0 0,3-11 0 0 0,10-13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39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11 156 80 0 0,'-5'-18'6837'0'0,"-1"-31"15982"0"0,6 34-19788 0 0,0 14-3031 0 0,0 0 0 0 0,1-1 0 0 0,-1 1 0 0 0,0 0 0 0 0,1-1 0 0 0,-1 1 0 0 0,1 0 0 0 0,-1 0 0 0 0,1-1 0 0 0,-1 1 0 0 0,1 0 0 0 0,0 0 0 0 0,0 0 0 0 0,0 0 0 0 0,0 0 0 0 0,0 0 0 0 0,-1 0 0 0 0,2 0 0 0 0,-1 0 0 0 0,0 1 0 0 0,0-1 0 0 0,0 0 0 0 0,2 0 0 0 0,30-12 0 0 0,-24 11 0 0 0,14-6 0 0 0,0 1 0 0 0,1 2 0 0 0,-1 0 0 0 0,1 2 0 0 0,1 0 0 0 0,-1 2 0 0 0,0 0 0 0 0,0 2 0 0 0,1 1 0 0 0,-1 0 0 0 0,0 2 0 0 0,40 12 0 0 0,-60-15 0 0 0,0 1 0 0 0,0-1 0 0 0,0 1 0 0 0,0 0 0 0 0,0 0 0 0 0,0 1 0 0 0,0-1 0 0 0,-1 1 0 0 0,1 0 0 0 0,-1 0 0 0 0,0 0 0 0 0,0 0 0 0 0,0 1 0 0 0,0-1 0 0 0,0 1 0 0 0,-1 0 0 0 0,0 0 0 0 0,0 0 0 0 0,0 0 0 0 0,0 0 0 0 0,0 0 0 0 0,-1 1 0 0 0,0-1 0 0 0,0 0 0 0 0,0 1 0 0 0,0-1 0 0 0,-1 1 0 0 0,0 4 0 0 0,0 2 0 0 0,-1 0 0 0 0,-1 0 0 0 0,0-1 0 0 0,0 1 0 0 0,-1-1 0 0 0,0 1 0 0 0,-1-1 0 0 0,0 0 0 0 0,-1 0 0 0 0,-9 15 0 0 0,-5 4 0 0 0,-1-1 0 0 0,-1-1 0 0 0,-1 0 0 0 0,-1-2 0 0 0,-2 0 0 0 0,0-2 0 0 0,-53 37 0 0 0,68-55 0 0 0,14-12 0 0 0,17-15 0 0 0,2 5 0 0 0,1 1 0 0 0,1 0 0 0 0,0 2 0 0 0,37-15 0 0 0,-16 11 0 0 0,81-20 0 0 0,-108 33 0 0 0,1 1 0 0 0,1 1 0 0 0,-1 0 0 0 0,0 2 0 0 0,1 0 0 0 0,-1 2 0 0 0,1 0 0 0 0,-1 1 0 0 0,0 1 0 0 0,0 1 0 0 0,31 10 0 0 0,-36-8 1072 0 0,-35-17-6431 0 0,13 5-1549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40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0 1441 0 0,'-1'1'7123'0'0,"-2"25"13126"0"0,-7 42-16295 0 0,5 10-3954 0 0,5 8 0 0 0,-3-8 0 0 0,0 3 0 0 0,-2 11 0 0 0,0-6 0 0 0,-3-20 0 0 0,-5-28 0 0 0,-6-42 0 0 0,-3 24-17800 0 0,-13 8 3553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41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1 560 0 0,'5'2'23894'0'0,"-4"7"-20095"0"0,-1 3-4634 0 0,2 28 1872 0 0,2 0 0 0 0,1-1 1 0 0,19 68-1 0 0,-19-91-945 0 0,0 1 1 0 0,1-1-1 0 0,1 0 0 0 0,1-1 1 0 0,0 0-1 0 0,1 0 0 0 0,1-1 1 0 0,0 0-1 0 0,1 0 0 0 0,0-1 0 0 0,1-1 1 0 0,16 13-1 0 0,-24-21-92 0 0,1-1 0 0 0,-1 1 0 0 0,1-1 0 0 0,0 0 0 0 0,0-1 0 0 0,1 0 0 0 0,-1 1 0 0 0,0-1 0 0 0,1-1 0 0 0,-1 1 0 0 0,1-1 0 0 0,-1 0 0 0 0,1-1 0 0 0,0 1 0 0 0,-1-1 0 0 0,1 0 0 0 0,8-1 0 0 0,-7-1 0 0 0,0 0 0 0 0,0 0 0 0 0,0 0 0 0 0,-1-1 0 0 0,1 0 0 0 0,-1-1 0 0 0,1 1 0 0 0,-1-1 0 0 0,-1 0 0 0 0,1-1 0 0 0,0 0 0 0 0,6-6 0 0 0,-2-1 0 0 0,0 0 0 0 0,0-1 0 0 0,-1 0 0 0 0,-1-1 0 0 0,0 0 0 0 0,-1 0 0 0 0,0 0 0 0 0,-1-1 0 0 0,-1 0 0 0 0,0 0 0 0 0,-1-1 0 0 0,2-15 0 0 0,-4-11 0 0 0,-3-59 0 0 0,-1 34 0 0 0,-6 185 0 0 0,-2 26 0 0 0,10-120 0 0 0,1-1 0 0 0,1 1 0 0 0,1-1 0 0 0,8 31 0 0 0,-3-25-903 0 0,2-1 1 0 0,2 0-1 0 0,23 44 0 0 0,-21-49-1293 0 0,0 0-1 0 0,2-1 1 0 0,1-1-1 0 0,22 23 1 0 0,-2-13-12696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41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0 3522 0 0,'2'38'19288'0'0,"-10"47"-9331"0"0,1-4-9957 0 0,-1-7 0 0 0,-1-5 0 0 0,-4-15 0 0 0,3 2 0 0 0,7 0 0 0 0,5-19-15079 0 0,1-10 272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6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426 469 240 0 0,'-17'14'3038'0'0,"-6"-7"4456"0"0,1 0-711 0 0,0 0-4216 0 0,0-1-1 0 0,0-1 1 0 0,-34 4 0 0 0,48-8-2237 0 0,0-1-1 0 0,0 0 1 0 0,0 0 0 0 0,0-1-1 0 0,0 0 1 0 0,0 0 0 0 0,0-1-1 0 0,0 0 1 0 0,1 0 0 0 0,-1-1-1 0 0,1 0 1 0 0,-1 0 0 0 0,1-1-1 0 0,-13-9 1 0 0,10 5-330 0 0,1 0 0 0 0,0-1 0 0 0,1 0 0 0 0,-1-1 0 0 0,2 0 0 0 0,-1 0 0 0 0,2-1 0 0 0,-1 0 0 0 0,1 0 0 0 0,1 0 0 0 0,0-1 0 0 0,1 0 0 0 0,0 0 0 0 0,0 0 0 0 0,-2-22 0 0 0,5 22 0 0 0,0 1 0 0 0,0 0 0 0 0,1-1 0 0 0,0 1 0 0 0,1 0 0 0 0,1-1 0 0 0,0 1 0 0 0,0 0 0 0 0,1 0 0 0 0,1 0 0 0 0,0 1 0 0 0,0-1 0 0 0,1 1 0 0 0,0 0 0 0 0,1 0 0 0 0,0 0 0 0 0,11-13 0 0 0,-7 12 0 0 0,0 1 0 0 0,1 0 0 0 0,0 0 0 0 0,18-11 0 0 0,-23 17 0 0 0,1 0 0 0 0,-1 1 0 0 0,1-1 0 0 0,0 1 0 0 0,0 1 0 0 0,1 0 0 0 0,-1 0 0 0 0,0 0 0 0 0,1 1 0 0 0,9-1 0 0 0,-16 2 0 0 0,0-1 0 0 0,0 1 0 0 0,0 0 0 0 0,0 0 0 0 0,0 0 0 0 0,0 0 0 0 0,0 0 0 0 0,0 0 0 0 0,-1 0 0 0 0,1 1 0 0 0,0-1 0 0 0,0 0 0 0 0,0 0 0 0 0,0 1 0 0 0,0-1 0 0 0,0 0 0 0 0,-1 1 0 0 0,1-1 0 0 0,0 1 0 0 0,0-1 0 0 0,-1 1 0 0 0,1 0 0 0 0,0-1 0 0 0,-1 1 0 0 0,1 0 0 0 0,0-1 0 0 0,-1 1 0 0 0,1 0 0 0 0,-1 0 0 0 0,1-1 0 0 0,-1 1 0 0 0,0 0 0 0 0,1 0 0 0 0,-1 0 0 0 0,0 0 0 0 0,1 0 0 0 0,-1 0 0 0 0,0 0 0 0 0,0-1 0 0 0,0 1 0 0 0,0 0 0 0 0,0 0 0 0 0,0 0 0 0 0,0 0 0 0 0,0 0 0 0 0,0 0 0 0 0,-1 0 0 0 0,1 0 0 0 0,0 0 0 0 0,-1-1 0 0 0,1 1 0 0 0,0 0 0 0 0,-2 1 0 0 0,-1 6 0 0 0,-1 0 0 0 0,0 0 0 0 0,0-1 0 0 0,-9 12 0 0 0,-2 0 0 0 0,-1-1 0 0 0,0-1 0 0 0,-1 0 0 0 0,-1-1 0 0 0,-1-1 0 0 0,0-1 0 0 0,-1-1 0 0 0,0 0 0 0 0,-23 9 0 0 0,30-17 461 0 0,18-9-6351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6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0 0 480 0 0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7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1 100 400 0 0,'7'13'26415'0'0,"-5"-5"-19743"0"0,0 3-7677 0 0,24 187 1352 0 0,-11-68-409 0 0,-15-130 62 0 0,0 0 0 0 0,1 0 0 0 0,-1 0 0 0 0,0 0 0 0 0,0 0 0 0 0,0 0 0 0 0,0 0 0 0 0,1 0 0 0 0,-1 1 0 0 0,0-1 0 0 0,0 0 0 0 0,0 0 0 0 0,1 0 0 0 0,-1 0 0 0 0,0 0 0 0 0,0 0 0 0 0,0 0 0 0 0,1 0 0 0 0,-1 0 0 0 0,0 0 0 0 0,0 0 0 0 0,0 0 0 0 0,1-1 0 0 0,-1 1 0 0 0,0 0 0 0 0,0 0 0 0 0,0 0 0 0 0,1 0 0 0 0,-1 0 0 0 0,0 0 0 0 0,0 0 0 0 0,0 0 0 0 0,0-1 0 0 0,1 1 0 0 0,-1 0 0 0 0,0 0 0 0 0,0 0 0 0 0,0 0 0 0 0,0 0 0 0 0,0-1 0 0 0,0 1 0 0 0,0 0 0 0 0,1 0 0 0 0,-1 0 0 0 0,0-1 0 0 0,0 1 0 0 0,0 0 0 0 0,0-1 0 0 0,17-18 0 0 0,19-29 0 0 0,-12 9 0 0 0,-1 0 0 0 0,24-60 0 0 0,-24 48 0 0 0,35-57 0 0 0,-55 104-7 0 0,0 0 0 0 0,0 0 0 0 0,1 0 0 0 0,-1 1 0 0 0,1-1 0 0 0,0 1 1 0 0,0 0-1 0 0,7-4 0 0 0,18-9-5591 0 0,-28 15 5255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7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342 259 160 0 0,'-13'7'16690'0'0,"13"-6"-15995"0"0,0 0 1 0 0,-1 0-1 0 0,-7 24 10259 0 0,-3 2-8202 0 0,9-24-2743 0 0,-1 0 0 0 0,1 0 0 0 0,-1 0 0 0 0,0-1 1 0 0,0 1-1 0 0,0-1 0 0 0,-1 0 0 0 0,1 0 0 0 0,0 0 1 0 0,-1 0-1 0 0,0-1 0 0 0,1 1 0 0 0,-1-1 0 0 0,0 0 1 0 0,1 0-1 0 0,-8 1 0 0 0,-5-1-19 0 0,1 0 0 0 0,-28-1 0 0 0,35-1 9 0 0,1 1 1 0 0,0 0 0 0 0,0-1 0 0 0,0 0 0 0 0,0 0 0 0 0,0-1 0 0 0,0 1 0 0 0,0-2 0 0 0,1 1 0 0 0,-1-1 0 0 0,1 0 0 0 0,-1 0 0 0 0,1-1 0 0 0,0 0 0 0 0,1 0 0 0 0,-1 0 0 0 0,1-1 0 0 0,-1 1 0 0 0,1-1 0 0 0,1-1 0 0 0,-1 1 0 0 0,1-1 0 0 0,0 0 0 0 0,0 0 0 0 0,1 0 0 0 0,-1 0 0 0 0,1 0 0 0 0,1-1 0 0 0,-1 0 0 0 0,1 1 0 0 0,0-1 0 0 0,1 0 0 0 0,0 0 0 0 0,0 0 0 0 0,0 0 0 0 0,1-11 0 0 0,0 9 0 0 0,0 0 0 0 0,1 1 0 0 0,0-1 0 0 0,1 0 0 0 0,0 0 0 0 0,0 1 0 0 0,1-1 0 0 0,-1 1 0 0 0,2 0 0 0 0,0 0 0 0 0,0 0 0 0 0,9-14 0 0 0,-9 17 0 0 0,0 0 0 0 0,1 0 0 0 0,0 1 0 0 0,-1-1 0 0 0,1 1 0 0 0,1 0 0 0 0,-1 0 0 0 0,1 1 0 0 0,-1-1 0 0 0,1 1 0 0 0,0 0 0 0 0,0 1 0 0 0,0 0 0 0 0,1 0 0 0 0,-1 0 0 0 0,0 0 0 0 0,1 1 0 0 0,6 0 0 0 0,-11 0 0 0 0,0 1 0 0 0,-1 0 0 0 0,1 0 0 0 0,-1 0 0 0 0,1 0 0 0 0,0 0 0 0 0,-1 0 0 0 0,1 0 0 0 0,0 1 0 0 0,-1-1 0 0 0,1 0 0 0 0,-1 1 0 0 0,1 0 0 0 0,-1-1 0 0 0,1 1 0 0 0,-1 0 0 0 0,1 0 0 0 0,-1-1 0 0 0,1 1 0 0 0,-1 0 0 0 0,0 0 0 0 0,0 1 0 0 0,0-1 0 0 0,1 0 0 0 0,-1 0 0 0 0,0 1 0 0 0,-1-1 0 0 0,1 0 0 0 0,0 1 0 0 0,0-1 0 0 0,0 1 0 0 0,-1-1 0 0 0,1 1 0 0 0,-1-1 0 0 0,1 1 0 0 0,-1 0 0 0 0,0-1 0 0 0,0 1 0 0 0,1 0 0 0 0,-1-1 0 0 0,0 1 0 0 0,-1-1 0 0 0,1 1 0 0 0,-1 3 0 0 0,0 3 0 0 0,0 0 0 0 0,-1-1 0 0 0,0 1 0 0 0,0 0 0 0 0,-1-1 0 0 0,0 0 0 0 0,-7 14 0 0 0,3-12 0 0 0,0 1 0 0 0,0-1 0 0 0,-1-1 0 0 0,-13 13 0 0 0,17-17 0 0 0,-1 0 0 0 0,1-1 0 0 0,-1 1 0 0 0,0-1 0 0 0,-1 0 0 0 0,1 0 0 0 0,-1-1 0 0 0,1 1 0 0 0,-1-1 0 0 0,-8 2 0 0 0,14-4 2 0 0,-1 0 1 0 0,1 0-1 0 0,-1 0 1 0 0,0 1-1 0 0,1-1 0 0 0,-1 0 1 0 0,1 0-1 0 0,-1 0 1 0 0,0 0-1 0 0,1 0 0 0 0,-1 0 1 0 0,1 0-1 0 0,-1-1 1 0 0,0 1-1 0 0,1 0 0 0 0,-1 0 1 0 0,1 0-1 0 0,-1-1 1 0 0,1 1-1 0 0,-1 0 1 0 0,1 0-1 0 0,-1-1 0 0 0,1 1 1 0 0,-1-1-1 0 0,1 1 1 0 0,-1 0-1 0 0,1-1 0 0 0,-1 1 1 0 0,1-1-1 0 0,0 1 1 0 0,-1-1-1 0 0,1 1 0 0 0,0-1 1 0 0,-1 1-1 0 0,1-1 1 0 0,0 1-1 0 0,-1-2 0 0 0,1 0-30 0 0,0 1-1 0 0,1-1 1 0 0,-1 0-1 0 0,0 1 1 0 0,0-1-1 0 0,1 1 0 0 0,-1-1 1 0 0,1 0-1 0 0,-1 1 1 0 0,1-1-1 0 0,0 1 1 0 0,-1 0-1 0 0,1-1 1 0 0,0 1-1 0 0,2-3 1 0 0,11-12-1812 0 0,-1-1-2158 0 0,34-40-18244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8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1 103 160 0 0,'7'-3'68'0'0,"-1"0"1"0"0,1 1-1 0 0,0 0 0 0 0,0 0 0 0 0,1 1 1 0 0,-1 0-1 0 0,0 0 0 0 0,0 1 0 0 0,1 0 1 0 0,-1 0-1 0 0,0 0 0 0 0,0 1 1 0 0,1 0-1 0 0,-1 1 0 0 0,0 0 0 0 0,13 4 1 0 0,-13-2 983 0 0,7 3 4648 0 0,-12-6-4420 0 0,-1 0 1 0 0,1 0-1 0 0,-1 0 1 0 0,1 0-1 0 0,-1 0 1 0 0,0 0-1 0 0,1 0 0 0 0,-1 0 1 0 0,0 1-1 0 0,0-1 1 0 0,0 1-1 0 0,0-1 1 0 0,0 1-1 0 0,1 2 1 0 0,3 21 4206 0 0,-4 11-5487 0 0,-5 46 0 0 0,0-2 0 0 0,4-80 0 0 0,0 1 0 0 0,0-1 0 0 0,0 1 0 0 0,0-1 0 0 0,-1 1 0 0 0,1-1 0 0 0,0 0 0 0 0,0 1 0 0 0,0-1 0 0 0,0 1 0 0 0,0-1 0 0 0,0 1 0 0 0,0-1 0 0 0,0 1 0 0 0,1-1 0 0 0,-1 1 0 0 0,0-1 0 0 0,0 0 0 0 0,0 1 0 0 0,0-1 0 0 0,1 1 0 0 0,-1-1 0 0 0,0 0 0 0 0,0 1 0 0 0,1-1 0 0 0,-1 1 0 0 0,0-1 0 0 0,1 0 0 0 0,-1 1 0 0 0,0-1 0 0 0,1 0 0 0 0,-1 0 0 0 0,1 1 0 0 0,-1-1 0 0 0,0 0 0 0 0,1 0 0 0 0,14-13 0 0 0,15-34 0 0 0,41-85 0 0 0,-6 9 0 0 0,-62 118 0 0 0,0 0 0 0 0,0 0 0 0 0,1 0 0 0 0,-1 0 0 0 0,1 1 0 0 0,0 0 0 0 0,0 0 0 0 0,10-7 0 0 0,-13 10 0 0 0,1 0 0 0 0,-1 1 0 0 0,1-1 0 0 0,0 0 0 0 0,-1 1 0 0 0,1 0 0 0 0,0-1 0 0 0,-1 1 0 0 0,1 0 0 0 0,0 0 0 0 0,0 0 0 0 0,-1 0 0 0 0,1 0 0 0 0,0 1 0 0 0,-1-1 0 0 0,1 0 0 0 0,0 1 0 0 0,0-1 0 0 0,-1 1 0 0 0,1 0 0 0 0,-1-1 0 0 0,1 1 0 0 0,-1 0 0 0 0,1 0 0 0 0,-1 0 0 0 0,1 0 0 0 0,-1 0 0 0 0,0 0 0 0 0,0 1 0 0 0,1-1 0 0 0,-1 0 0 0 0,0 1 0 0 0,1 1 0 0 0,6 9 0 0 0,0-1 0 0 0,-1 1 0 0 0,-1 0 0 0 0,0 1 0 0 0,0-1 0 0 0,-1 1 0 0 0,-1 0 0 0 0,0 1 0 0 0,-1-1 0 0 0,-1 1 0 0 0,0-1 0 0 0,0 1 0 0 0,-2 0 0 0 0,0 0 0 0 0,-1 16 0 0 0,1-26-343 0 0,0 0 0 0 0,-1 0 0 0 0,1-1 0 0 0,-1 1 0 0 0,0 0 0 0 0,0 0 0 0 0,0-1 0 0 0,-2 6 0 0 0,1-7-1060 0 0,0 0 0 0 0,1 0 0 0 0,-1 0 0 0 0,0 0 0 0 0,0-1 0 0 0,-1 1 0 0 0,1-1 0 0 0,0 1 0 0 0,-1-1 0 0 0,-2 2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9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4722 0 0,'2'6'26044'0'0,"4"-4"-24043"0"0,30 8-2001 0 0,-1 0 0 0 0,1-3 0 0 0,0 0 0 0 0,1-3 0 0 0,67 0 0 0 0,163-32-2040 0 0,-4-26-6552 0 0,-176 33-6980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9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 1601 0 0,'22'0'17928'0'0,"1"3"-4690"0"0,-7-7-13238 0 0,11 1 0 0 0,3 3 0 0 0,-4 1 0 0 0,-2 1 0 0 0,6 2 0 0 0,10 1 0 0 0,15 2 0 0 0,13-10 0 0 0,12-6 0 0 0,-11 3 0 0 0,2 4 0 0 0,10-5-8836 0 0,4-4-5411 0 0,-5 2 5443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9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 1521 0 0,'29'-4'14967'0'0,"19"10"800"0"0,1-2-15255 0 0,7-10-512 0 0,8-4 0 0 0,0-1 0 0 0,-5 4 0 0 0,-4 2 0 0 0,4-9 0 0 0,10 9 0 0 0,3 2 0 0 0,0 2 0 0 0,-5-2-32 0 0,-9-6-13174 0 0,-9 2 320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29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3842 0 0,'6'0'14887'0'0,"7"4"-1521"0"0,11 0-12694 0 0,10-5-672 0 0,2 1 0 0 0,6 4 0 0 0,3 0 0 0 0,3 0 0 0 0,5 1 0 0 0,1-5 0 0 0,10 3 0 0 0,-10 0 0 0 0,1-2 0 0 0,9 4 0 0 0,3-3-7956 0 0,-1-5-7091 0 0,-7-4 5763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5:31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5523 0 0,'157'32'22042'0'0,"-75"-12"-16840"0"0,422 44-5202 0 0,-129-23 0 0 0,-325-30 0 0 0,-55-11 0 0 0,1-1 0 0 0,-1 1 0 0 0,1-1 0 0 0,-1 0 0 0 0,1-1 0 0 0,-1 1 0 0 0,-6-4 0 0 0,-27-9 0 0 0,-14 0-926 0 0,12 5-2435 0 0,0 2-3568 0 0,-19-2-7579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09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6803 0 0,'0'133'8804'0'0,"15"11"961"0"0,7-17-2370 0 0,-3-23-7395 0 0,2-16 0 0 0,0-13 0 0 0,1-10-592 0 0,6-2-9333 0 0,2-21-2561 0 0,2-34 3843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09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0 1761 0 0,'-24'11'30254'0'0,"18"24"-29502"0"0,11 31-752 0 0,0 19 0 0 0,-5-9 0 0 0,-4 6-1473 0 0,4 4-3409 0 0,13-13-4482 0 0,11-15-641 0 0,5-15 3682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0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6 292 1841 0 0,'-1'-4'892'0'0,"0"-1"1"0"0,0 1-1 0 0,0 0 1 0 0,0-1-1 0 0,1 1 1 0 0,-1-1-1 0 0,1 1 1 0 0,1-1 0 0 0,-1 1-1 0 0,0-1 1 0 0,1 1-1 0 0,0-1 1 0 0,0 1-1 0 0,3-8 1 0 0,1-2 1207 0 0,1 0 0 0 0,12-21 1 0 0,-11 25-1894 0 0,0 0 1 0 0,0 1-1 0 0,0 0 1 0 0,1 0-1 0 0,1 1 1 0 0,0 0-1 0 0,0 0 1 0 0,0 1-1 0 0,1 0 1 0 0,0 1-1 0 0,13-7 0 0 0,-2 4-88 0 0,-1 0-1 0 0,1 2 1 0 0,1 0-1 0 0,40-7 0 0 0,-54 12 52 0 0,0 1 0 0 0,0 0 0 0 0,0 1 0 0 0,1-1 0 0 0,-1 2 1 0 0,0-1-1 0 0,1 1 0 0 0,-1 0 0 0 0,0 1 0 0 0,0 0 0 0 0,0 0 0 0 0,0 1 0 0 0,-1 0 0 0 0,1 1 0 0 0,-1-1 0 0 0,1 1 0 0 0,-1 1 0 0 0,0-1 0 0 0,-1 1 0 0 0,1 0 0 0 0,6 8 0 0 0,-4-3 57 0 0,-1 0 0 0 0,-1 1-1 0 0,1 0 1 0 0,-2 0 0 0 0,1 1 0 0 0,-2 0-1 0 0,0 0 1 0 0,0 0 0 0 0,-1 1-1 0 0,0-1 1 0 0,-1 1 0 0 0,2 20 0 0 0,-4-13-118 0 0,0 1 1 0 0,-1-1 0 0 0,-1 1 0 0 0,-1 0 0 0 0,0-1-1 0 0,-2 0 1 0 0,0 0 0 0 0,-2 0 0 0 0,-13 33 0 0 0,9-29-64 0 0,-2 0 0 0 0,0-2 0 0 0,-2 1 0 0 0,0-2 0 0 0,-1 0 1 0 0,-2 0-1 0 0,-23 22 0 0 0,8-15-46 0 0,30-27 0 0 0,1 1 0 0 0,-1-1 0 0 0,0 0 0 0 0,0 0 0 0 0,0 0 0 0 0,0 0 0 0 0,0 0 0 0 0,0 0 0 0 0,0-1 0 0 0,0 1 0 0 0,0-1 0 0 0,0 0 0 0 0,0 1 0 0 0,0-1 0 0 0,-3 0 0 0 0,4 0 0 0 0,1 0 0 0 0,-1-1 0 0 0,1 1 0 0 0,-1 0 0 0 0,0-1 0 0 0,1 1 0 0 0,-1 0 0 0 0,1-1 0 0 0,0 1 0 0 0,-1 0 0 0 0,1-1 0 0 0,-1 1 0 0 0,1-1 0 0 0,-1 1 0 0 0,1-1 0 0 0,0 1 0 0 0,0-1 0 0 0,-1 1 0 0 0,1-1 0 0 0,0 1 0 0 0,0-1 0 0 0,-1 0 0 0 0,1 1 0 0 0,0-1 0 0 0,0 1 0 0 0,0-1 0 0 0,0 0 0 0 0,0 1 0 0 0,0-1 0 0 0,0 1 0 0 0,0-1 0 0 0,0-1 0 0 0,5-22 0 0 0,-4 21 0 0 0,2-7 0 0 0,0 0 0 0 0,1 0 0 0 0,1 0 0 0 0,0 1 0 0 0,0-1 0 0 0,1 2 0 0 0,0-1 0 0 0,0 0 0 0 0,1 1 0 0 0,0 0 0 0 0,0 1 0 0 0,1 0 0 0 0,0 0 0 0 0,1 0 0 0 0,-1 1 0 0 0,1 1 0 0 0,15-8 0 0 0,1 1 0 0 0,1 1 0 0 0,0 1 0 0 0,1 2 0 0 0,0 0 0 0 0,41-5 0 0 0,-57 11 88 0 0,0 1 1 0 0,0 1-1 0 0,0-1 1 0 0,19 3-1 0 0,17 8-2576 0 0,-27-9-8632 0 0,2-3-5600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0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4322 0 0,'18'-13'28445'0'0,"-20"44"-28445"0"0,4 21 0 0 0,-5 12 0 0 0,-4 6 0 0 0,1 11 0 0 0,6-15 0 0 0,3-1 0 0 0,5-3 0 0 0,3-10 0 0 0,5-18-10917 0 0,4-14-3490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0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0 166 2241 0 0,'24'-23'7899'0'0,"29"-27"3568"0"0,-36 35-8592 0 0,0 1 1 0 0,33-19-1 0 0,-40 28-2716 0 0,-1 0 0 0 0,1 1 1 0 0,0 0-1 0 0,0 1 0 0 0,0 0 1 0 0,1 1-1 0 0,-1 0 0 0 0,1 1 1 0 0,-1 0-1 0 0,1 0 0 0 0,-1 1 1 0 0,19 2-1 0 0,-22-1-135 0 0,1 0 1 0 0,-1 1-1 0 0,0-1 1 0 0,0 2-1 0 0,0-1 0 0 0,0 0 1 0 0,0 1-1 0 0,0 1 0 0 0,-1-1 1 0 0,1 1-1 0 0,-1 0 0 0 0,0 0 1 0 0,0 1-1 0 0,-1 0 1 0 0,1 0-1 0 0,-1 0 0 0 0,0 1 1 0 0,6 9-1 0 0,-10-13-24 0 0,1 1 0 0 0,-1 0 0 0 0,0 0 0 0 0,0 0 0 0 0,0 0 0 0 0,-1 0 0 0 0,1 0 0 0 0,-1 0 0 0 0,0 0 0 0 0,1 1 0 0 0,-1-1 0 0 0,-1 0 0 0 0,1 0 0 0 0,0 0 0 0 0,-1 0 0 0 0,0 0 0 0 0,1 0 0 0 0,-1 0 0 0 0,0 0 0 0 0,-1 0 0 0 0,1 0 0 0 0,0 0 0 0 0,-1-1 0 0 0,0 1 0 0 0,1 0 0 0 0,-1-1 0 0 0,0 0 0 0 0,0 1 0 0 0,-5 3 0 0 0,-7 7 0 0 0,-1 0 0 0 0,0-1 0 0 0,-29 17 0 0 0,30-20 0 0 0,3-1 0 0 0,-1-1 0 0 0,1 0 0 0 0,-1-1 0 0 0,-1 0 0 0 0,-18 5 0 0 0,31-11 0 0 0,0 0 0 0 0,0 0 0 0 0,0 1 0 0 0,0-1 0 0 0,-1 0 0 0 0,1 0 0 0 0,0 0 0 0 0,0 0 0 0 0,0 0 0 0 0,0 0 0 0 0,-1 0 0 0 0,1 0 0 0 0,0 1 0 0 0,0-1 0 0 0,0 0 0 0 0,-1 0 0 0 0,1 0 0 0 0,0 0 0 0 0,0 0 0 0 0,0 0 0 0 0,-1 0 0 0 0,1 0 0 0 0,0 0 0 0 0,0 0 0 0 0,0 0 0 0 0,0 0 0 0 0,-1 0 0 0 0,1-1 0 0 0,0 1 0 0 0,0 0 0 0 0,0 0 0 0 0,-1 0 0 0 0,1 0 0 0 0,0 0 0 0 0,0 0 0 0 0,0 0 0 0 0,0 0 0 0 0,0-1 0 0 0,-1 1 0 0 0,1 0 0 0 0,0 0 0 0 0,0 0 0 0 0,0 0 0 0 0,0 0 0 0 0,0-1 0 0 0,0 1 0 0 0,7-9 0 0 0,24-10 0 0 0,-10 12 0 0 0,0 1 0 0 0,1 1 0 0 0,-1 1 0 0 0,1 1 0 0 0,0 1 0 0 0,38 2 0 0 0,-50 1 0 0 0,0 0 0 0 0,0 0 0 0 0,0 1 0 0 0,0 1 0 0 0,0 0 0 0 0,-1 0 0 0 0,15 8 0 0 0,-18-8 0 0 0,-1 0 0 0 0,0 0 0 0 0,-1 1 0 0 0,1 0 0 0 0,0 0 0 0 0,-1 0 0 0 0,0 0 0 0 0,0 1 0 0 0,0-1 0 0 0,-1 1 0 0 0,0 0 0 0 0,0 0 0 0 0,5 11 0 0 0,-6-11 0 0 0,-1 0 0 0 0,0 0 0 0 0,0 0 0 0 0,0 1 0 0 0,0-1 0 0 0,-1 0 0 0 0,0 1 0 0 0,0-1 0 0 0,0 1 0 0 0,-1-1 0 0 0,0 0 0 0 0,0 1 0 0 0,0-1 0 0 0,0 0 0 0 0,-1 0 0 0 0,0 0 0 0 0,0 0 0 0 0,-1 0 0 0 0,1 0 0 0 0,-1-1 0 0 0,0 1 0 0 0,0-1 0 0 0,-4 5 0 0 0,-9 8 0 0 0,0 1 0 0 0,-1-2 0 0 0,-35 27 0 0 0,-11 1 0 0 0,57-41 0 0 0,1 0 0 0 0,-1 0 0 0 0,0 0 0 0 0,0-1 0 0 0,0 0 0 0 0,0 0 0 0 0,0-1 0 0 0,0 1 0 0 0,-11 0 0 0 0,15-2 59 0 0,1 0-1 0 0,-1 0 1 0 0,1-1 0 0 0,0 1 0 0 0,-1 0-1 0 0,1 0 1 0 0,-1-1 0 0 0,1 1 0 0 0,0 0-1 0 0,-1-1 1 0 0,1 0 0 0 0,0 1 0 0 0,0-1-1 0 0,0 0 1 0 0,-1 1 0 0 0,0-2-1 0 0,1 1-242 0 0,1 0-1 0 0,-1 1 0 0 0,1-1 0 0 0,0 0 0 0 0,-1 1 0 0 0,1-1 0 0 0,0 0 0 0 0,-1 0 0 0 0,1 0 0 0 0,0 1 1 0 0,0-1-1 0 0,0 0 0 0 0,-1 0 0 0 0,1 0 0 0 0,0 1 0 0 0,0-1 0 0 0,0 0 0 0 0,1 0 0 0 0,-1 0 0 0 0,0 1 1 0 0,0-1-1 0 0,0 0 0 0 0,0 0 0 0 0,1 0 0 0 0,-1 1 0 0 0,1-2 0 0 0,9-14-19784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1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4162 0 0,'14'0'24331'0'0,"-9"1"-20057"0"0,-7 9-4274 0 0,2 4 0 0 0,0 23 0 0 0,-5 19 0 0 0,-6 12 0 0 0,5 1 0 0 0,6-5 0 0 0,1-11 0 0 0,4 1 0 0 0,6 0 0 0 0,2-10 0 0 0,8-25-18360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1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26 117 640 0 0,'6'-1'29321'0'0,"-2"1"-26515"0"0,-6 1-2806 0 0,0 0 0 0 0,0-1 0 0 0,0 1 0 0 0,1 0 0 0 0,-1 0 0 0 0,0 0 0 0 0,1 0 0 0 0,-1 1 0 0 0,1-1 0 0 0,-1 0 0 0 0,1 1 0 0 0,-1-1 0 0 0,1 1 0 0 0,0-1 0 0 0,0 1 0 0 0,0-1 0 0 0,0 1 0 0 0,0 0 0 0 0,0 0 0 0 0,0 0 0 0 0,0-1 0 0 0,1 1 0 0 0,-1 0 0 0 0,1 0 0 0 0,-1 4 0 0 0,0 4 0 0 0,0 0 0 0 0,0 0 0 0 0,2 16 0 0 0,-1-26 0 0 0,1 7 0 0 0,0 0 0 0 0,0-1 0 0 0,1 1 0 0 0,0 0 0 0 0,0-1 0 0 0,1 1 0 0 0,0-1 0 0 0,0 0 0 0 0,1 0 0 0 0,-1 0 0 0 0,1-1 0 0 0,0 1 0 0 0,7 6 0 0 0,-7-8 0 0 0,0 0 0 0 0,0 0 0 0 0,0 0 0 0 0,1 0 0 0 0,0 0 0 0 0,0-1 0 0 0,0 0 0 0 0,0 0 0 0 0,0 0 0 0 0,1-1 0 0 0,-1 0 0 0 0,1 0 0 0 0,-1 0 0 0 0,1-1 0 0 0,7 2 0 0 0,-4-3 0 0 0,-1-1 0 0 0,1 0 0 0 0,-1 0 0 0 0,0-1 0 0 0,0 0 0 0 0,0 0 0 0 0,0-1 0 0 0,0 0 0 0 0,0-1 0 0 0,-1 0 0 0 0,1 0 0 0 0,-1 0 0 0 0,0-1 0 0 0,-1 0 0 0 0,1 0 0 0 0,-1-1 0 0 0,0 1 0 0 0,0-2 0 0 0,0 1 0 0 0,-1-1 0 0 0,8-13 0 0 0,-6 10 0 0 0,-1-1 0 0 0,0 0 0 0 0,0 0 0 0 0,-2-1 0 0 0,1 1 0 0 0,-1-1 0 0 0,-1 0 0 0 0,0 0 0 0 0,-1-1 0 0 0,0 1 0 0 0,-1 0 0 0 0,0-1 0 0 0,-1 1 0 0 0,-2-13 0 0 0,1 15 0 0 0,-1 0 0 0 0,-1 0 0 0 0,-4-12 0 0 0,7 21 0 0 0,-1-1 0 0 0,1 1 0 0 0,-1 0 0 0 0,1 0 0 0 0,-1 0 0 0 0,0 0 0 0 0,1 0 0 0 0,-1 0 0 0 0,0 1 0 0 0,0-1 0 0 0,1 0 0 0 0,-1 0 0 0 0,0 0 0 0 0,0 1 0 0 0,0-1 0 0 0,-2-1 0 0 0,2 2 0 0 0,1 0 0 0 0,-1 1 0 0 0,0-1 0 0 0,0 0 0 0 0,0 0 0 0 0,0 0 0 0 0,1 1 0 0 0,-1-1 0 0 0,0 0 0 0 0,0 1 0 0 0,1-1 0 0 0,-1 0 0 0 0,0 1 0 0 0,1-1 0 0 0,-1 1 0 0 0,0-1 0 0 0,1 1 0 0 0,-1 0 0 0 0,1-1 0 0 0,-1 1 0 0 0,1-1 0 0 0,-1 1 0 0 0,1 0 0 0 0,-1 0 0 0 0,1-1 0 0 0,0 1 0 0 0,-1 1 0 0 0,-6 13 0 0 0,1 0 0 0 0,1 1 0 0 0,0-1 0 0 0,1 1 0 0 0,1 0 0 0 0,0 0 0 0 0,0 27 0 0 0,1-23 0 0 0,-1 19-1055 0 0,2 1-1 0 0,1-1 1 0 0,10 70 0 0 0,-4-75-1268 0 0,1 0 1 0 0,2 0-1 0 0,1 0 1 0 0,20 43-1 0 0,-12-42-11409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2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1761 0 0,'3'32'21129'0'0,"-9"-9"-11252"0"0,4 29-9877 0 0,12 23 0 0 0,-1-2 0 0 0,-2-14 0 0 0,-6-12 0 0 0,2-2 0 0 0,2-1 0 0 0,5 2 0 0 0,12-8 0 0 0,1-14-17960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2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30 2801 0 0,'3'-9'19100'0'0,"-2"9"-18786"0"0,8-7 8184 0 0,-7 1-6444 0 0,-3 5-2054 0 0,0 1 0 0 0,1-1 0 0 0,-1 0 0 0 0,0 1 0 0 0,1-1 0 0 0,-1 1 0 0 0,0-1 0 0 0,0 1 0 0 0,1 0 0 0 0,-1-1 0 0 0,0 1 0 0 0,0 0 0 0 0,0 0 0 0 0,0-1 0 0 0,0 1 0 0 0,1 0 0 0 0,-1 0 0 0 0,0 0 0 0 0,0 0 0 0 0,0 0 0 0 0,0 0 0 0 0,0 0 0 0 0,0 0 0 0 0,1 1 0 0 0,-1-1 0 0 0,0 0 0 0 0,0 0 0 0 0,0 1 0 0 0,0-1 0 0 0,1 0 0 0 0,-1 1 0 0 0,0-1 0 0 0,0 2 0 0 0,-30 12 0 0 0,25-11 0 0 0,0 1 0 0 0,-1 0 0 0 0,1 0 0 0 0,1 1 0 0 0,-1 0 0 0 0,1 0 0 0 0,-1 0 0 0 0,1 0 0 0 0,1 1 0 0 0,-1 0 0 0 0,1 0 0 0 0,-6 12 0 0 0,10-17 0 0 0,0 1 0 0 0,0-1 0 0 0,1 0 0 0 0,-1 0 0 0 0,0 1 0 0 0,0-1 0 0 0,1 0 0 0 0,-1 0 0 0 0,1 0 0 0 0,0 0 0 0 0,-1 0 0 0 0,1 1 0 0 0,0-1 0 0 0,-1 0 0 0 0,1-1 0 0 0,0 1 0 0 0,0 0 0 0 0,0 0 0 0 0,0 0 0 0 0,0 0 0 0 0,2 1 0 0 0,2 2 0 0 0,-2 1 0 0 0,1 0 0 0 0,0-1 0 0 0,1 0 0 0 0,-1 0 0 0 0,1 0 0 0 0,0 0 0 0 0,0-1 0 0 0,0 1 0 0 0,0-1 0 0 0,0-1 0 0 0,1 1 0 0 0,-1-1 0 0 0,1 0 0 0 0,0 0 0 0 0,0 0 0 0 0,0-1 0 0 0,0 0 0 0 0,0 0 0 0 0,8 0 0 0 0,95-2 0 0 0,-76 0 0 0 0,0 0 0 0 0,0 2 0 0 0,0 2 0 0 0,52 10 0 0 0,-77-11 0 0 0,2 1 0 0 0,0 0 0 0 0,0 0 0 0 0,0 0 0 0 0,15 9 0 0 0,-23-11 0 0 0,0 0 0 0 0,0 0 0 0 0,-1 0 0 0 0,1 1 0 0 0,0-1 0 0 0,-1 0 0 0 0,1 1 0 0 0,-1-1 0 0 0,0 1 0 0 0,1-1 0 0 0,-1 1 0 0 0,0 0 0 0 0,0 0 0 0 0,0-1 0 0 0,0 1 0 0 0,0 0 0 0 0,-1 0 0 0 0,1 0 0 0 0,-1 0 0 0 0,1 0 0 0 0,-1 0 0 0 0,1 0 0 0 0,-1 0 0 0 0,0 0 0 0 0,0 0 0 0 0,0 0 0 0 0,0 0 0 0 0,-1 0 0 0 0,1 0 0 0 0,-1 3 0 0 0,-3 5 0 0 0,1-1 0 0 0,-2 1 0 0 0,1-1 0 0 0,-1-1 0 0 0,0 1 0 0 0,-1-1 0 0 0,0 0 0 0 0,-1 0 0 0 0,1 0 0 0 0,-2-1 0 0 0,-7 7 0 0 0,5-6 0 0 0,0 0 0 0 0,0-1 0 0 0,-1 0 0 0 0,0 0 0 0 0,0-1 0 0 0,-1-1 0 0 0,0 0 0 0 0,-18 5 0 0 0,25-9 54 0 0,1 0 1 0 0,0 0-1 0 0,-1-1 0 0 0,1 1 1 0 0,0-1-1 0 0,-1 0 0 0 0,1 0 0 0 0,-1-1 1 0 0,1 0-1 0 0,0 1 0 0 0,-1-1 1 0 0,1-1-1 0 0,0 1 0 0 0,0-1 1 0 0,0 1-1 0 0,-4-4 0 0 0,1 1-1093 0 0,1 0-1 0 0,-1-1 1 0 0,1 0-1 0 0,-10-11 1 0 0,-14-12-20196 0 0,30 28 21100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2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2881 0 0,'11'6'7284'0'0,"-3"-2"1680"0"0,0-2 0 0 0,21 0-4290 0 0,37-12-4674 0 0,-10-2 0 0 0,-10 5 0 0 0,5-6 0 0 0,4-2 0 0 0,-6 3 0 0 0,-7 8 0 0 0,-5 6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3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0 1921 0 0,'14'23'23611'0'0,"-12"-1"-16376"0"0,-4 2-7235 0 0,2 12 0 0 0,0 14 0 0 0,-6 7 0 0 0,-5 4 0 0 0,9-6 0 0 0,7-11 0 0 0,3-1 0 0 0,5 2 0 0 0,6 9 0 0 0,3-8-6835 0 0,-4-36-11974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3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0 2321 0 0,'-1'3'1999'0'0,"-1"-2"0"0"0,1 1 0 0 0,-1 0 0 0 0,0 0 0 0 0,0 0 0 0 0,0-1 0 0 0,0 1 0 0 0,0-1 0 0 0,0 0 0 0 0,-4 2 0 0 0,-4 3 4022 0 0,0 1-3585 0 0,4 9-2436 0 0,-2 11 0 0 0,1 1 0 0 0,1 1 0 0 0,2-1 0 0 0,1 1 0 0 0,1-1 0 0 0,3 42 0 0 0,0-48 0 0 0,2 0 0 0 0,1-1 0 0 0,1 1 0 0 0,0-1 0 0 0,2 0 0 0 0,0 0 0 0 0,1-1 0 0 0,1 0 0 0 0,19 30 0 0 0,-17-34 0 0 0,1-1 0 0 0,0 0 0 0 0,1 0 0 0 0,0-1 0 0 0,1-1 0 0 0,1 0 0 0 0,0-1 0 0 0,0-1 0 0 0,1 0 0 0 0,28 13 0 0 0,-37-20 0 0 0,1 0 0 0 0,0-1 0 0 0,0 0 0 0 0,0-1 0 0 0,0 0 0 0 0,1 0 0 0 0,-1-1 0 0 0,0 0 0 0 0,1 0 0 0 0,-1-1 0 0 0,1 0 0 0 0,-1-1 0 0 0,1 0 0 0 0,-1 0 0 0 0,0-1 0 0 0,0 0 0 0 0,1 0 0 0 0,-1-1 0 0 0,-1 0 0 0 0,1 0 0 0 0,0-1 0 0 0,-1 0 0 0 0,1 0 0 0 0,-1-1 0 0 0,-1 0 0 0 0,10-8 0 0 0,-12 10 0 0 0,-1-1 0 0 0,1 0 0 0 0,-1-1 0 0 0,1 1 0 0 0,-1-1 0 0 0,-1 1 0 0 0,1-1 0 0 0,0 0 0 0 0,-1 0 0 0 0,0 0 0 0 0,0 0 0 0 0,-1 0 0 0 0,0 0 0 0 0,0-1 0 0 0,1-7 0 0 0,-2 10 0 0 0,0 0 0 0 0,0 1 0 0 0,0-1 0 0 0,-1 0 0 0 0,1 1 0 0 0,-1-1 0 0 0,1 0 0 0 0,-1 1 0 0 0,0-1 0 0 0,0 1 0 0 0,0-1 0 0 0,-1 1 0 0 0,1 0 0 0 0,0-1 0 0 0,-1 1 0 0 0,0 0 0 0 0,1 0 0 0 0,-1 0 0 0 0,0 0 0 0 0,0 0 0 0 0,0 1 0 0 0,0-1 0 0 0,-1 1 0 0 0,1-1 0 0 0,0 1 0 0 0,-1 0 0 0 0,1-1 0 0 0,0 1 0 0 0,-1 1 0 0 0,0-1 0 0 0,1 0 0 0 0,-6 0 0 0 0,0 0 0 0 0,-1 0 0 0 0,1 1 0 0 0,0 0 0 0 0,-1 0 0 0 0,1 1 0 0 0,0 0 0 0 0,0 1 0 0 0,-1 0 0 0 0,1 0 0 0 0,0 0 0 0 0,1 1 0 0 0,-1 1 0 0 0,0-1 0 0 0,1 1 0 0 0,0 0 0 0 0,0 1 0 0 0,0 0 0 0 0,-6 6 0 0 0,-3 2 0 0 0,1 1 0 0 0,0 1 0 0 0,1 0 0 0 0,1 1 0 0 0,0 0 0 0 0,-11 20 0 0 0,21-31 102 0 0,0 1 0 0 0,0-1-1 0 0,0 1 1 0 0,1 0 0 0 0,0-1 0 0 0,0 1 0 0 0,-2 10-1 0 0,4-14-269 0 0,0-1-1 0 0,0 1 0 0 0,0-1 0 0 0,0 1 1 0 0,0-1-1 0 0,0 1 0 0 0,1-1 1 0 0,-1 1-1 0 0,0-1 0 0 0,1 1 0 0 0,-1-1 1 0 0,1 0-1 0 0,0 1 0 0 0,-1-1 0 0 0,1 0 1 0 0,0 1-1 0 0,0-1 0 0 0,0 0 1 0 0,0 0-1 0 0,0 0 0 0 0,0 0 0 0 0,0 0 1 0 0,0 0-1 0 0,1 0 0 0 0,-1 0 1 0 0,0 0-1 0 0,0 0 0 0 0,1-1 0 0 0,-1 1 1 0 0,1 0-1 0 0,-1-1 0 0 0,1 1 0 0 0,1-1 1 0 0,26 10-21114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3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6083 0 0,'16'13'26684'0'0,"-2"-3"-26684"0"0,-14 19 0 0 0,-4 20 0 0 0,-12 5 0 0 0,0 0 0 0 0,8-3 0 0 0,6 12 0 0 0,2-15-8676 0 0,-8-13-7571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4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2 157 4802 0 0,'-1'-6'2645'0'0,"2"-7"7245"0"0,0 11-9169 0 0,0 1 0 0 0,1 0 0 0 0,-1 1 0 0 0,1-1 0 0 0,-1 0 0 0 0,1 0 0 0 0,-1 1 0 0 0,1-1 0 0 0,0 1 0 0 0,-1-1 0 0 0,1 1 0 0 0,0-1 0 0 0,1 1 0 0 0,24-5 169 0 0,0-1-1 0 0,-1-2 0 0 0,0-1 0 0 0,0 0 1 0 0,36-21-1 0 0,-45 21-889 0 0,1 0 0 0 0,0 1 0 0 0,1 1 0 0 0,0 0 0 0 0,0 2 0 0 0,0 0 0 0 0,39-4 0 0 0,-50 8 0 0 0,0 0 0 0 0,-1 1 0 0 0,1 0 0 0 0,0 1 0 0 0,0 0 0 0 0,0 0 0 0 0,0 0 0 0 0,-1 1 0 0 0,1 0 0 0 0,-1 1 0 0 0,1-1 0 0 0,-1 2 0 0 0,0-1 0 0 0,0 1 0 0 0,0 0 0 0 0,-1 0 0 0 0,1 1 0 0 0,-1 0 0 0 0,0 0 0 0 0,-1 0 0 0 0,1 1 0 0 0,-1 0 0 0 0,5 6 0 0 0,-4 0 0 0 0,0-1 0 0 0,0 1 0 0 0,-1 0 0 0 0,-1 0 0 0 0,0 1 0 0 0,0 0 0 0 0,-1-1 0 0 0,-1 1 0 0 0,0 0 0 0 0,-1 15 0 0 0,0 21 0 0 0,-9 66 0 0 0,4-65 0 0 0,1-18 0 0 0,-7 157 0 0 0,10-152 0 0 0,2 0 0 0 0,1-1 0 0 0,8 39 0 0 0,-4-57 0 0 0,-4-11 0 0 0,-8-14 0 0 0,-13-14-4221 0 0,-1-3-16882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4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0 206 2001 0 0,'18'4'7523'0'0,"44"-14"15720"0"0,31-14-23243 0 0,9-11 0 0 0,-23 9 0 0 0,-9 3 0 0 0,5-2 0 0 0,13-2 0 0 0,2-3 0 0 0,-21 21-13638 0 0,-42 24-3330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5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82 1601 0 0,'-2'-18'8449'0'0,"-4"-20"8847"0"0,-3 14-11875 0 0,5 22-5421 0 0,-6 15 0 0 0,-34 65 0 0 0,-77 125 0 0 0,107-183 0 0 0,6-9 0 0 0,1 0 0 0 0,0 1 0 0 0,0-1 0 0 0,-5 16 0 0 0,10-24 0 0 0,1 0 0 0 0,1 0 0 0 0,-1 0 0 0 0,0 0 0 0 0,1 0 0 0 0,-1 0 0 0 0,1 0 0 0 0,0 1 0 0 0,0-1 0 0 0,0 0 0 0 0,1 0 0 0 0,-1 0 0 0 0,1 0 0 0 0,0 0 0 0 0,0 0 0 0 0,0 0 0 0 0,0 0 0 0 0,0 0 0 0 0,0 0 0 0 0,1 0 0 0 0,0-1 0 0 0,2 4 0 0 0,1 0 0 0 0,1 0 0 0 0,0 0 0 0 0,0 0 0 0 0,0-1 0 0 0,1 0 0 0 0,-1 0 0 0 0,1-1 0 0 0,1 0 0 0 0,-1 0 0 0 0,0-1 0 0 0,1 0 0 0 0,15 4 0 0 0,9 0 0 0 0,0-1 0 0 0,34 2 0 0 0,16 2 0 0 0,-60-6 0 0 0,-1 0 0 0 0,0 2 0 0 0,-1 0 0 0 0,1 2 0 0 0,-1 0 0 0 0,26 15 0 0 0,-40-20 0 0 0,0 1 0 0 0,0 0 0 0 0,0 1 0 0 0,-1-1 0 0 0,1 1 0 0 0,-1 1 0 0 0,0-1 0 0 0,-1 1 0 0 0,1-1 0 0 0,-1 1 0 0 0,0 0 0 0 0,-1 1 0 0 0,0-1 0 0 0,0 1 0 0 0,0-1 0 0 0,0 1 0 0 0,-1 0 0 0 0,0 0 0 0 0,-1 0 0 0 0,0 0 0 0 0,0 1 0 0 0,0 10 0 0 0,-2 0 0 0 0,-1 0 0 0 0,-1-1 0 0 0,-1 1 0 0 0,0-1 0 0 0,-1 0 0 0 0,-1 0 0 0 0,-1-1 0 0 0,0 0 0 0 0,-1 0 0 0 0,-1 0 0 0 0,0-1 0 0 0,-1-1 0 0 0,-1 0 0 0 0,0 0 0 0 0,-1-1 0 0 0,-1 0 0 0 0,-18 15 0 0 0,2-12 0 0 0,29-16 0 0 0,-1 0 0 0 0,1 0 0 0 0,-1 1 0 0 0,1-1 0 0 0,-1 0 0 0 0,1 0 0 0 0,-1 0 0 0 0,1 0 0 0 0,-1 0 0 0 0,1 0 0 0 0,-1 0 0 0 0,1 0 0 0 0,-1 0 0 0 0,1 0 0 0 0,0-1 0 0 0,-1 1 0 0 0,1 0 0 0 0,-1 0 0 0 0,1 0 0 0 0,-1-1 0 0 0,1 1 0 0 0,-1 0 0 0 0,1 0 0 0 0,0-1 0 0 0,-1 1 0 0 0,1 0 0 0 0,-1-1 0 0 0,1 1 0 0 0,0 0 0 0 0,0-1 0 0 0,-1 1 0 0 0,1-1 0 0 0,0 1 0 0 0,0-1 0 0 0,-1 1 0 0 0,1-1 0 0 0,0 1 0 0 0,0 0 0 0 0,0-1 0 0 0,0 1 0 0 0,0-1 0 0 0,-1 1 0 0 0,1-1 0 0 0,0 1 0 0 0,0-1 0 0 0,0 1 0 0 0,0-1 0 0 0,1 1 0 0 0,-1-1 0 0 0,0 1 0 0 0,0-1 0 0 0,0 1 0 0 0,0-1 0 0 0,0 1 0 0 0,1-1 0 0 0,-1-4 0 0 0,0 1 0 0 0,0 0 0 0 0,0 0 0 0 0,0 0 0 0 0,-1-1 0 0 0,-1-4 0 0 0,1 3 0 0 0,-1-1 0 0 0,2 1 0 0 0,-1 0 0 0 0,1-12 0 0 0,4-13 0 0 0,1 1 0 0 0,1 0 0 0 0,18-50 0 0 0,0 2 0 0 0,11-84 0 0 0,9-30 0 0 0,-36 163 0 0 0,4-15 0 0 0,1 0 0 0 0,2 1 0 0 0,42-82 0 0 0,-48 112 0 0 0,-8 15 0 0 0,-2 0 0 0 0,0-1 0 0 0,1 0 0 0 0,-1 0 0 0 0,0 0 0 0 0,0 0 0 0 0,0 0 0 0 0,0 0 0 0 0,0 0 0 0 0,-1 0 0 0 0,1-1 0 0 0,0 1 0 0 0,0 0 0 0 0,0-1 0 0 0,-1 1 0 0 0,1-1 0 0 0,0 1 0 0 0,-3 0 0 0 0,-48 4 0 0 0,36-4 0 0 0,0 1 0 0 0,-29 6 0 0 0,-128 24 0 0 0,170-31 0 0 0,-39 10 451 0 0,18 2-2988 0 0,4-4-7895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5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0 160 0 0,'-4'3'1761'0'0,"-3"0"1200"0"0,-2 1 1281 0 0,-3 7 2081 0 0,1 2 640 0 0,-22 46 3394 0 0,15-2-10357 0 0,16-13 0 0 0,2-4 0 0 0,0-1 0 0 0,2 2 0 0 0,3 5 0 0 0,6-4-11157 0 0,-13-19-8132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6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336 410 5122 0 0,'-38'26'7863'0'0,"1"1"-1"0"0,-40 40 0 0 0,17-7-3804 0 0,-63 50-4058 0 0,124-116 0 0 0,0 0 0 0 0,0 1 0 0 0,-1-1 0 0 0,0 0 0 0 0,0 0 0 0 0,-2-11 0 0 0,1-31 0 0 0,5 21 0 0 0,0 1 0 0 0,2 0 0 0 0,1 0 0 0 0,14-31 0 0 0,-1-4 0 0 0,1-7 0 0 0,-9 22 0 0 0,2 2 0 0 0,3 0 0 0 0,30-61 0 0 0,-44 99 0 0 0,0 1 0 0 0,1 0 0 0 0,-1 0 0 0 0,1 0 0 0 0,0 0 0 0 0,0 1 0 0 0,0-1 0 0 0,1 1 0 0 0,0 0 0 0 0,-1 0 0 0 0,1 1 0 0 0,1 0 0 0 0,10-6 0 0 0,-13 8 0 0 0,0 1 0 0 0,1-1 0 0 0,-1 1 0 0 0,0 0 0 0 0,1 0 0 0 0,-1 0 0 0 0,0 0 0 0 0,1 1 0 0 0,-1-1 0 0 0,0 1 0 0 0,1 0 0 0 0,-1 0 0 0 0,0 0 0 0 0,0 0 0 0 0,0 0 0 0 0,0 1 0 0 0,0 0 0 0 0,0-1 0 0 0,0 1 0 0 0,-1 0 0 0 0,1 1 0 0 0,0-1 0 0 0,-1 0 0 0 0,0 1 0 0 0,0-1 0 0 0,4 5 0 0 0,6 10 0 0 0,1 0 0 0 0,-2 0 0 0 0,-1 1 0 0 0,0 0 0 0 0,-1 1 0 0 0,13 38 0 0 0,23 127 0 0 0,-27-82 2 0 0,5 106 1 0 0,-20-143-11 0 0,-3 1 0 0 0,-15 113 0 0 0,0-105-2993 0 0,3-40-3108 0 0,-5-3-3469 0 0,11-23 6183 0 0,0 0 0 0 0,0-1 0 0 0,-12 10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16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1 160 0 0,'-32'89'11365'0'0,"30"-3"6884"0"0,5 18-15256 0 0,-1 40-2993 0 0,-10 4-9156 0 0,-30-28-6691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3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6003 0 0,'32'42'19449'0'0,"45"24"-12134"0"0,1 9-7315 0 0,-8-6 0 0 0,-12-10 0 0 0,-7-7 0 0 0,-6-5 0 0 0,-5-10 0 0 0,-5-14 0 0 0,-4-9 0 0 0,-3-7 0 0 0,14-21-1233 0 0,-12-13-23738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3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 80 0 0,'8'-63'160'0'0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3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569 0 3362 0 0,'-29'8'23450'0'0,"-2"-1"-17495"0"0,-34 33-5955 0 0,-9 18 0 0 0,5-5 0 0 0,-3-1 0 0 0,13-3 0 0 0,-2-5 0 0 0,7 0 0 0 0,19 0 0 0 0,16-10-7635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4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1921 0 0,'58'75'20009'0'0,"36"33"-9172"0"0,-20-36-10837 0 0,-24-35 0 0 0,-4-12 0 0 0,0-5 0 0 0,4-4 0 0 0,-5-5 0 0 0,-7-10 0 0 0,1-8 0 0 0,-15-17-12358 0 0,-16-22-6930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4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1044 1 15767 0 0,'-93'31'17000'0'0,"-19"7"-17000"0"0,13 13 0 0 0,19-4 0 0 0,-22 18 0 0 0,-34 31 0 0 0,-50 2-13158 0 0,-49-14-2769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1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6 320 0 0,'3'-6'24675'0'0,"8"10"-16132"0"0,27 17-11893 0 0,-16-9 5657 0 0,114 61-1982 0 0,96 53-378 0 0,-229-124 73 0 0,29 19 279 0 0,-30-20-389 0 0,-1 0 0 0 0,1 1 0 0 0,-1-1 0 0 0,1 0 0 0 0,-1 1 1 0 0,0-1-1 0 0,0 1 0 0 0,0-1 0 0 0,0 1 0 0 0,0 0 0 0 0,0-1 0 0 0,0 1 0 0 0,0 0 0 0 0,0 0 0 0 0,-1-1 1 0 0,1 1-1 0 0,0 3 0 0 0,-16-29-26576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1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485 1 400 0 0,'-6'-1'1151'0'0,"1"1"0"0"0,0 1-1 0 0,0-1 1 0 0,0 1 0 0 0,0 0 0 0 0,0 0-1 0 0,0 0 1 0 0,0 1 0 0 0,0-1 0 0 0,0 1-1 0 0,0 0 1 0 0,1 1 0 0 0,-1-1 0 0 0,-7 7 0 0 0,2-3 708 0 0,-8 5 1360 0 0,0 0 1 0 0,-18 17-1 0 0,22-16-2322 0 0,1 1 0 0 0,1 0 0 0 0,-18 24 0 0 0,13-14-897 0 0,0-1 0 0 0,-2-1 0 0 0,-32 28 0 0 0,40-40 0 0 0,0 0 0 0 0,0-1 0 0 0,-1 0 0 0 0,0-1 0 0 0,-1 0 0 0 0,1-1 0 0 0,-1-1 0 0 0,-27 8 0 0 0,27-13-287 0 0,16-7-1096 0 0,22-16-7796 0 0,-25 23 9090 0 0,41-31-19259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5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362 536 240 0 0,'-12'-7'162'0'0,"0"1"1"0"0,-1 1-1 0 0,1 0 0 0 0,-1 1 1 0 0,0 0-1 0 0,0 1 0 0 0,-1 0 0 0 0,1 1 1 0 0,0 0-1 0 0,-1 2 0 0 0,-17 0 1 0 0,11-1 1300 0 0,0-1 1 0 0,0-1-1 0 0,-33-10 1 0 0,5-6 6073 0 0,45 18-6350 0 0,1 0-1 0 0,0 0 0 0 0,-1-1 0 0 0,1 1 0 0 0,0-1 1 0 0,0 0-1 0 0,0 0 0 0 0,0 0 0 0 0,0 0 0 0 0,0 0 0 0 0,-1-3 1 0 0,19 56-40 0 0,-12-42-1047 0 0,1 0 1 0 0,0-1-1 0 0,0 0 0 0 0,1 0 1 0 0,0-1-1 0 0,1 0 0 0 0,-1 0 1 0 0,2 0-1 0 0,-1-1 0 0 0,1 0 1 0 0,-1 0-1 0 0,2-1 0 0 0,-1 0 1 0 0,0 0-1 0 0,1-1 0 0 0,0 0 1 0 0,14 4-1 0 0,-19-8-100 0 0,-1 1 0 0 0,0-1 0 0 0,1 1 0 0 0,-1-1 0 0 0,0 0 0 0 0,1 0 0 0 0,-1-1 0 0 0,0 1 0 0 0,1-1 0 0 0,-1 0 0 0 0,0 1 0 0 0,0-1 0 0 0,1-1 0 0 0,-1 1 0 0 0,0 0 0 0 0,0-1 0 0 0,0 0 0 0 0,-1 1 0 0 0,1-1 0 0 0,0 0 0 0 0,-1-1 0 0 0,1 1 0 0 0,-1 0 0 0 0,0-1 0 0 0,1 1 0 0 0,1-5 0 0 0,7-8 0 0 0,-1-1 0 0 0,-1 1 0 0 0,12-30 0 0 0,-12 25 0 0 0,37-84 0 0 0,-23 47 0 0 0,3 1 0 0 0,59-96 0 0 0,-66 130-3296 0 0,-16 19 2222 0 0,0 1-1 0 0,0-1 1 0 0,0 1-1 0 0,0 0 1 0 0,0 0-1 0 0,0 0 1 0 0,0 0-1 0 0,1 1 1 0 0,-1 0-1 0 0,1-1 1 0 0,-1 1-1 0 0,1 0 1 0 0,0 1 0 0 0,-1-1-1 0 0,1 0 1 0 0,5 1-1 0 0,2 1-2666 0 0,-10-1 3458 0 0,1 1-1 0 0,-1-1 0 0 0,1 0 1 0 0,0 0-1 0 0,-1 0 1 0 0,1 0-1 0 0,0 0 0 0 0,-1 0 1 0 0,1 0-1 0 0,0-1 0 0 0,-1 1 1 0 0,1 0-1 0 0,-1-1 0 0 0,1 1 1 0 0,-1-1-1 0 0,1 0 1 0 0,-1 0-1 0 0,1 1 0 0 0,-1-1 1 0 0,0 0-1 0 0,1 0 0 0 0,-1 0 1 0 0,0 0-1 0 0,2-3 1 0 0,13-25-11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2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32 2081 0 0,'-15'-31'23931'0'0,"22"63"-17176"0"0,1-10-6755 0 0,0-2 0 0 0,43 32 0 0 0,5 6 0 0 0,-8-5 0 0 0,-8-14 0 0 0,-5-5 0 0 0,-3-1 0 0 0,-3-4 0 0 0,-5-8 0 0 0,-5-3 0 0 0,5-5 0 0 0,-6-11 0 0 0,4-9 0 0 0,4-3 0 0 0,-10-27-20041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2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449 39 480 0 0,'-40'-39'32287'0'0,"29"45"-32287"0"0,-1 2 0 0 0,-15 24 0 0 0,-40 37 0 0 0,3-11 0 0 0,14-15 0 0 0,12-2 0 0 0,4-5 0 0 0,4-8 0 0 0,6-8 0 0 0,10-7 0 0 0,-2-3-7315 0 0,-5-18-16456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6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135 479 1361 0 0,'-16'0'2558'0'0,"-57"3"7638"0"0,67-2-8387 0 0,1 0 0 0 0,-1 1 0 0 0,1-1 0 0 0,0 1 0 0 0,-1 0 0 0 0,-4 3 0 0 0,9-3-1487 0 0,1-1 0 0 0,-1 1 1 0 0,1 0-1 0 0,0 0 0 0 0,0-1 1 0 0,0 1-1 0 0,-1 0 0 0 0,2 0 1 0 0,-1-1-1 0 0,0 1 0 0 0,0 0 1 0 0,0-1-1 0 0,1 1 0 0 0,-1 0 1 0 0,1 0-1 0 0,0-1 0 0 0,1 4 1 0 0,1 4-136 0 0,0 28-187 0 0,-2-27 0 0 0,0 0 0 0 0,0 1 0 0 0,1-1 0 0 0,3 11 0 0 0,-5-21 0 0 0,0 0 0 0 0,1 1 0 0 0,-1-1 0 0 0,0 0 0 0 0,0 0 0 0 0,1 1 0 0 0,-1-1 0 0 0,0 0 0 0 0,0 0 0 0 0,1 1 0 0 0,-1-1 0 0 0,0 0 0 0 0,1 0 0 0 0,-1 0 0 0 0,0 1 0 0 0,0-1 0 0 0,1 0 0 0 0,-1 0 0 0 0,1 0 0 0 0,-1 0 0 0 0,0 0 0 0 0,1 0 0 0 0,-1 0 0 0 0,0 0 0 0 0,1 0 0 0 0,-1 0 0 0 0,0 0 0 0 0,1 0 0 0 0,-1 0 0 0 0,0 0 0 0 0,1 0 0 0 0,-1 0 0 0 0,1 0 0 0 0,-1 0 0 0 0,0-1 0 0 0,1 1 0 0 0,-1 0 0 0 0,0 0 0 0 0,0 0 0 0 0,1 0 0 0 0,-1-1 0 0 0,0 1 0 0 0,1 0 0 0 0,-1 0 0 0 0,0-1 0 0 0,0 1 0 0 0,0 0 0 0 0,1-1 0 0 0,-1 1 0 0 0,0-1 0 0 0,21-20 0 0 0,-16 15 0 0 0,150-194 0 0 0,-3 3 0 0 0,47-11 0 0 0,-193 203-1651 0 0,-19 35-28665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7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144 422 3041 0 0,'-7'-1'2365'0'0,"0"1"-1"0"0,0-1 0 0 0,0 1 0 0 0,0 1 1 0 0,0-1-1 0 0,-13 3 0 0 0,18-2-1584 0 0,-1 0-1 0 0,1 0 0 0 0,0 0 0 0 0,-1 0 0 0 0,1 0 1 0 0,0 0-1 0 0,0 1 0 0 0,0-1 0 0 0,0 1 1 0 0,0 0-1 0 0,-2 2 0 0 0,-9 20 2334 0 0,3 6-2641 0 0,3-12-391 0 0,1 0 1 0 0,1 0 0 0 0,0 0 0 0 0,-1 21 0 0 0,5-35-89 0 0,1 1-1 0 0,0-1 1 0 0,0 0 0 0 0,0 1-1 0 0,1-1 1 0 0,-1 0 0 0 0,1 1-1 0 0,0-1 1 0 0,0 0 0 0 0,1 0-1 0 0,-1 0 1 0 0,1 0-1 0 0,0 0 1 0 0,0 0 0 0 0,0 0-1 0 0,1 0 1 0 0,-1-1 0 0 0,1 1-1 0 0,0-1 1 0 0,0 0 0 0 0,0 0-1 0 0,7 5 1 0 0,-7-6 7 0 0,0-1 0 0 0,0 1 0 0 0,0-1 0 0 0,0 0 0 0 0,0 0 0 0 0,1 0 0 0 0,-1-1 0 0 0,0 1 0 0 0,1-1 0 0 0,-1 0 0 0 0,0 0 0 0 0,1 0 0 0 0,-1 0 0 0 0,1 0 0 0 0,-1-1 0 0 0,0 0 0 0 0,0 1 0 0 0,1-1 0 0 0,-1 0 0 0 0,0-1 0 0 0,0 1 0 0 0,0-1 0 0 0,4-2 0 0 0,8-5 0 0 0,-1 0 0 0 0,0 0 0 0 0,17-17 0 0 0,-8 4 0 0 0,0-2 0 0 0,-2 0 0 0 0,0-2 0 0 0,29-48 0 0 0,59-127 0 0 0,-39 68 0 0 0,0 4 0 0 0,-56 117-846 0 0,-13 12 591 0 0,-1 0 0 0 0,0-1 0 0 0,1 1 0 0 0,-1 0 0 0 0,0 0 0 0 0,1 0 0 0 0,-1 0 0 0 0,1 0 0 0 0,-1 0 0 0 0,0 0 0 0 0,1 0 0 0 0,-1 0 1 0 0,1 1-1 0 0,-1-1 0 0 0,0 0 0 0 0,1 0 0 0 0,-1 0 0 0 0,1 0 0 0 0,-1 0 0 0 0,0 1 0 0 0,1-1 0 0 0,-1 0 0 0 0,0 0 0 0 0,1 1 0 0 0,-1-1 0 0 0,0 0 1 0 0,0 0-1 0 0,1 1 0 0 0,-1-1 0 0 0,0 0 0 0 0,1 1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8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1 379 560 0 0,'12'11'1867'0'0,"6"6"1747"0"0,-10-3 12090 0 0,-13-7-10108 0 0,-10 16-829 0 0,14-21-4552 0 0,-8 25 392 0 0,9-26-612 0 0,0 0-1 0 0,0 0 1 0 0,0 0-1 0 0,0 0 1 0 0,0 0-1 0 0,0 0 1 0 0,0 0 0 0 0,0 0-1 0 0,0 0 1 0 0,0-1-1 0 0,0 1 1 0 0,1 0-1 0 0,-1 0 1 0 0,0 0 0 0 0,1 0-1 0 0,-1 0 1 0 0,1 0-1 0 0,-1-1 1 0 0,1 1-1 0 0,-1 0 1 0 0,1 0 0 0 0,-1-1-1 0 0,1 1 1 0 0,0 0-1 0 0,-1-1 1 0 0,1 1-1 0 0,0-1 1 0 0,0 1-1 0 0,0 0 1 0 0,13 6 5 0 0,-11-6 0 0 0,-1 1 0 0 0,1-1 0 0 0,0 0 0 0 0,-1 1 0 0 0,1-1 0 0 0,0 0 0 0 0,0-1 0 0 0,0 1 0 0 0,0 0 0 0 0,0-1 0 0 0,0 0 0 0 0,0 1 0 0 0,0-1 0 0 0,0-1 0 0 0,0 1 0 0 0,0 0 0 0 0,-1-1 0 0 0,1 1 0 0 0,6-3 0 0 0,12-5 0 0 0,0-2 0 0 0,0 0 0 0 0,-1-1 0 0 0,30-23 0 0 0,70-62 0 0 0,-117 94 0 0 0,70-64 0 0 0,71-86 0 0 0,-113 118 0 0 0,-19 22 0 0 0,-5 5 0 0 0,0-1 0 0 0,0 1 0 0 0,-1-2 0 0 0,0 1 0 0 0,0 0 0 0 0,7-15 0 0 0,-13 23-32 0 0,0-1 0 0 0,0 1 0 0 0,0 0-1 0 0,0 0 1 0 0,0-1 0 0 0,0 1 0 0 0,1 0 0 0 0,-1-1 0 0 0,0 1 0 0 0,0 0 0 0 0,0-1-1 0 0,0 1 1 0 0,0 0 0 0 0,0-1 0 0 0,-1 1 0 0 0,1 0 0 0 0,0-1 0 0 0,0 1-1 0 0,0 0 1 0 0,0-1 0 0 0,0 1 0 0 0,0 0 0 0 0,0-1 0 0 0,-1 1 0 0 0,1 0 0 0 0,0 0-1 0 0,0-1 1 0 0,-1 1 0 0 0,-7-3-3350 0 0,-5 2-3589 0 0,-14 0-7628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29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59 374 2881 0 0,'-13'1'6706'0'0,"-31"6"14441"0"0,44-7-21091 0 0,0 1 0 0 0,0-1 0 0 0,0 0 0 0 0,-1 0 0 0 0,1 1-1 0 0,0-1 1 0 0,0 0 0 0 0,0 0 0 0 0,0 1 0 0 0,0-1 0 0 0,0 0 0 0 0,0 1 0 0 0,0-1 0 0 0,0 0-1 0 0,0 0 1 0 0,0 1 0 0 0,0-1 0 0 0,0 0 0 0 0,0 1 0 0 0,0-1 0 0 0,0 0 0 0 0,0 0 0 0 0,0 1-1 0 0,0-1 1 0 0,1 0 0 0 0,-1 0 0 0 0,0 1 0 0 0,0-1 0 0 0,0 0 0 0 0,0 0 0 0 0,0 1 0 0 0,1-1-1 0 0,-1 0 1 0 0,0 0 0 0 0,0 0 0 0 0,1 0 0 0 0,-1 1 0 0 0,0-1 0 0 0,0 0 0 0 0,1 0 0 0 0,-1 0 0 0 0,0 0-1 0 0,18 17-131 0 0,-6-6-218 0 0,3 8 294 0 0,-9-12 0 0 0,1 1 0 0 0,-1-1 0 0 0,12 9 0 0 0,-16-14 0 0 0,1 0 0 0 0,-1-1 0 0 0,0 1 0 0 0,0-1 0 0 0,1 0 0 0 0,-1 0 0 0 0,1 0 0 0 0,-1 0 0 0 0,1 0 0 0 0,0-1 0 0 0,-1 1 0 0 0,1-1 0 0 0,0 0 0 0 0,-1 1 0 0 0,1-1 0 0 0,0-1 0 0 0,4 1 0 0 0,14-5 0 0 0,1-1 0 0 0,-1-1 0 0 0,0-1 0 0 0,-1-1 0 0 0,23-13 0 0 0,93-63 0 0 0,-73 42 0 0 0,-3-2 0 0 0,-1-2 0 0 0,97-104 0 0 0,-150 145 164 0 0,10-16 492 0 0,-16 21-770 0 0,0 1 1 0 0,0-1-1 0 0,0 0 0 0 0,0 0 1 0 0,-1 0-1 0 0,1 1 0 0 0,0-1 1 0 0,0 0-1 0 0,0 0 0 0 0,-1 1 1 0 0,1-1-1 0 0,0 0 0 0 0,0 1 0 0 0,-1-1 1 0 0,1 0-1 0 0,-1 1 0 0 0,1-1 1 0 0,-1 0-1 0 0,1 1 0 0 0,-1-1 1 0 0,1 1-1 0 0,-1-1 0 0 0,0 1 0 0 0,1-1 1 0 0,-1 1-1 0 0,1 0 0 0 0,-1-1 1 0 0,0 1-1 0 0,0 0 0 0 0,1-1 1 0 0,-1 1-1 0 0,0 0 0 0 0,1 0 1 0 0,-1 0-1 0 0,0 0 0 0 0,0-1 0 0 0,-1 1 1 0 0,-75-14-17389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30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3 613 160 0 0,'-3'-10'22958'0'0,"5"20"-18370"0"0,10 51-2300 0 0,-9-39-1595 0 0,2 0 0 0 0,0 1 1 0 0,10 23-1 0 0,-14-44-693 0 0,0 0 0 0 0,0-1 0 0 0,-1 1 0 0 0,1 0 0 0 0,0-1 0 0 0,0 1 0 0 0,0 0 0 0 0,1-1 0 0 0,-1 1 0 0 0,0-1 0 0 0,1 0 0 0 0,-1 1 0 0 0,1-1 0 0 0,-1 0 0 0 0,1 0 0 0 0,-1 0 0 0 0,1 0 0 0 0,3 1 0 0 0,-3-1 0 0 0,0-1 0 0 0,1 0 0 0 0,-1 0 0 0 0,0 0 0 0 0,0 0 0 0 0,1 0 0 0 0,-1-1 0 0 0,0 1 0 0 0,1-1 0 0 0,-1 1 0 0 0,0-1 0 0 0,0 0 0 0 0,0 0 0 0 0,0 0 0 0 0,0 0 0 0 0,0 0 0 0 0,4-3 0 0 0,17-14 0 0 0,-1-1 0 0 0,-1-1 0 0 0,35-42 0 0 0,-42 45 0 0 0,46-50 89 0 0,193-239-1357 0 0,-238 285-321 0 0,0-1 0 0 0,-1-1 0 0 0,-1 0 0 0 0,14-38 0 0 0,-21 40-1875 0 0,-1-1 0 0 0,-1 0 0 0 0,-1 0 0 0 0,1-35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38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2076 0 1040 0 0,'-15'15'11886'0'0,"-42"29"-5128"0"0,-56 44 3702 0 0,34-22-7837 0 0,58-45-2623 0 0,1 0 0 0 0,0 1 0 0 0,2 1 0 0 0,-25 40 0 0 0,-31 39 0 0 0,-42 42 0 0 0,-121 195 0 0 0,215-303 0 0 0,-409 601 0 0 0,328-506 0 0 0,-336 451 0 0 0,413-545 0 0 0,-46 62 0 0 0,63-87 0 0 0,-1-2 0 0 0,0 1 0 0 0,-1-1 0 0 0,0-1 0 0 0,-1 0 0 0 0,-13 8 0 0 0,23-16 0 0 0,1 1 0 0 0,-1-1 0 0 0,0 0 0 0 0,0-1 0 0 0,1 1 0 0 0,-1 0 0 0 0,0 0 0 0 0,0-1 0 0 0,0 1 0 0 0,0-1 0 0 0,0 0 0 0 0,0 1 0 0 0,0-1 0 0 0,0 0 0 0 0,0 0 0 0 0,0 0 0 0 0,0 0 0 0 0,0-1 0 0 0,0 1 0 0 0,0-1 0 0 0,0 1 0 0 0,0-1 0 0 0,-2-1 0 0 0,2 0 0 0 0,-1 1 0 0 0,1-1 0 0 0,0 0 0 0 0,1-1 0 0 0,-1 1 0 0 0,0 0 0 0 0,1 0 0 0 0,-1-1 0 0 0,1 1 0 0 0,-1-1 0 0 0,1 1 0 0 0,0-1 0 0 0,0 0 0 0 0,0-4 0 0 0,-3-9 0 0 0,2 0 0 0 0,0 0 0 0 0,1 0 0 0 0,1-24 0 0 0,0 33 0 0 0,24-291 0 0 0,-17 265 0 0 0,2 1 0 0 0,1-1 0 0 0,1 2 0 0 0,2-1 0 0 0,1 2 0 0 0,2 0 0 0 0,1 0 0 0 0,31-41 0 0 0,-43 65 0 0 0,-1-1 0 0 0,1 1 0 0 0,1 0 0 0 0,-1 0 0 0 0,1 1 0 0 0,0-1 0 0 0,0 1 0 0 0,14-7 0 0 0,-20 11 0 0 0,1 1 0 0 0,0 0 0 0 0,-1-1 0 0 0,1 1 0 0 0,0 0 0 0 0,0 0 0 0 0,-1 0 0 0 0,1-1 0 0 0,0 1 0 0 0,0 0 0 0 0,0 0 0 0 0,-1 0 0 0 0,1 0 0 0 0,0 1 0 0 0,0-1 0 0 0,-1 0 0 0 0,1 0 0 0 0,0 0 0 0 0,0 1 0 0 0,-1-1 0 0 0,1 0 0 0 0,0 1 0 0 0,-1-1 0 0 0,1 0 0 0 0,0 1 0 0 0,-1-1 0 0 0,1 1 0 0 0,0-1 0 0 0,-1 1 0 0 0,1-1 0 0 0,-1 1 0 0 0,1 0 0 0 0,-1-1 0 0 0,1 1 0 0 0,-1 0 0 0 0,0-1 0 0 0,1 1 0 0 0,-1 0 0 0 0,0-1 0 0 0,0 1 0 0 0,1 1 0 0 0,5 35 0 0 0,-6-37 0 0 0,-1 58 0 0 0,-2 0 0 0 0,-3-1 0 0 0,-26 113 0 0 0,4-26 0 0 0,-24 181 0 0 0,52-325 0 0 0,0 0 0 0 0,0 1 0 0 0,0-1 0 0 0,0 0 0 0 0,0 0 0 0 0,0 0 0 0 0,0 0 0 0 0,0 1 0 0 0,0-1 0 0 0,0 0 0 0 0,0 0 0 0 0,0 0 0 0 0,0 1 0 0 0,0-1 0 0 0,0 0 0 0 0,0 0 0 0 0,0 0 0 0 0,0 0 0 0 0,0 1 0 0 0,0-1 0 0 0,0 0 0 0 0,0 0 0 0 0,0 0 0 0 0,0 0 0 0 0,0 1 0 0 0,0-1 0 0 0,0 0 0 0 0,1 0 0 0 0,-1 0 0 0 0,0 0 0 0 0,0 0 0 0 0,0 1 0 0 0,0-1 0 0 0,0 0 0 0 0,1 0 0 0 0,-1 0 0 0 0,0 0 0 0 0,0 0 0 0 0,0 0 0 0 0,0 0 0 0 0,1 0 0 0 0,-1 0 0 0 0,0 0 0 0 0,0 1 0 0 0,0-1 0 0 0,0 0 0 0 0,1 0 0 0 0,11-7 0 0 0,22-22 0 0 0,-25 20 0 0 0,56-50 0 0 0,-5 4 0 0 0,2 1 0 0 0,104-67 0 0 0,-72 67-1008 0 0,110-45-1 0 0,110-29-3857 0 0,46-19-1836 0 0,-64 4-6824 0 0,-127 61 9471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39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1761 0 0,'-17'6'28117'0'0,"21"-6"-25228"0"0,-2 0-2889 0 0,-1 0 0 0 0,1 0 0 0 0,0 1 0 0 0,-1-1 0 0 0,1 1 0 0 0,-1-1 0 0 0,1 1 0 0 0,-1-1 0 0 0,0 1 0 0 0,1 0 0 0 0,-1 0 0 0 0,0 0 0 0 0,1 0 0 0 0,-1 0 0 0 0,0 0 0 0 0,2 2 0 0 0,4 3 0 0 0,11 8 0 0 0,-2 2 0 0 0,0 0 0 0 0,0 0 0 0 0,-2 1 0 0 0,17 26 0 0 0,60 109 0 0 0,-52-83 0 0 0,165 320 0 0 0,39 65 0 0 0,-180-358 0 0 0,92 107 0 0 0,5-17 0 0 0,-96-118 0 0 0,-38-43 0 0 0,-2 1 0 0 0,0 1 0 0 0,-2 1 0 0 0,30 51 0 0 0,-50-77 0 0 0,-1 0 0 0 0,1 0 0 0 0,-1 1 0 0 0,0-1 0 0 0,0 1 0 0 0,0-1 0 0 0,0 1 0 0 0,0-1 0 0 0,-1 1 0 0 0,1-1 0 0 0,-1 1 0 0 0,0 0 0 0 0,0-1 0 0 0,0 1 0 0 0,0 0 0 0 0,0 0 0 0 0,0-1 0 0 0,-1 1 0 0 0,0-1 0 0 0,1 1 0 0 0,-1 0 0 0 0,0-1 0 0 0,0 1 0 0 0,-2 2 0 0 0,1-3 0 0 0,-1 1 0 0 0,0 0 0 0 0,0-1 0 0 0,0 0 0 0 0,-1 0 0 0 0,1 0 0 0 0,0 0 0 0 0,-1-1 0 0 0,1 1 0 0 0,-1-1 0 0 0,1 0 0 0 0,-1 0 0 0 0,0 0 0 0 0,0 0 0 0 0,1-1 0 0 0,-6 1 0 0 0,-40 4 0 0 0,-1-1 0 0 0,0-3 0 0 0,1-2 0 0 0,-75-11 0 0 0,107 8 0 0 0,0-1 0 0 0,0-1 0 0 0,1 0 0 0 0,0-1 0 0 0,0 0 0 0 0,1-2 0 0 0,0 0 0 0 0,0 0 0 0 0,1-2 0 0 0,1 1 0 0 0,-1-2 0 0 0,2 0 0 0 0,0 0 0 0 0,0-1 0 0 0,-10-16 0 0 0,9 13 0 0 0,10 13 0 0 0,1 0 0 0 0,-1 0 0 0 0,1 1 0 0 0,0-1 0 0 0,0-1 0 0 0,0 1 0 0 0,0 0 0 0 0,1 0 0 0 0,-1-1 0 0 0,0-3 0 0 0,2 7 0 0 0,0-1 0 0 0,0 0 0 0 0,1 1 0 0 0,-1-1 0 0 0,0 1 0 0 0,0-1 0 0 0,1 1 0 0 0,-1-1 0 0 0,0 1 0 0 0,1-1 0 0 0,-1 1 0 0 0,1-1 0 0 0,-1 1 0 0 0,1 0 0 0 0,-1-1 0 0 0,1 1 0 0 0,-1 0 0 0 0,1-1 0 0 0,-1 1 0 0 0,1 0 0 0 0,-1-1 0 0 0,1 1 0 0 0,0 0 0 0 0,-1 0 0 0 0,1 0 0 0 0,-1 0 0 0 0,1 0 0 0 0,0-1 0 0 0,-1 1 0 0 0,1 0 0 0 0,-1 0 0 0 0,1 1 0 0 0,0-1 0 0 0,-1 0 0 0 0,1 0 0 0 0,0 0 0 0 0,26 4 0 0 0,-6 1 0 0 0,-1 1 0 0 0,0 1 0 0 0,-1 1 0 0 0,26 14 0 0 0,72 50 0 0 0,-11-6 0 0 0,-99-61 0 0 0,1-2 0 0 0,-1 1 0 0 0,1-1 0 0 0,0 0 0 0 0,0 0 0 0 0,1-1 0 0 0,-1 0 0 0 0,0-1 0 0 0,1 0 0 0 0,-1 0 0 0 0,16-1 0 0 0,-19 0 0 0 0,0-1 0 0 0,0 0 0 0 0,0-1 0 0 0,0 1 0 0 0,0-1 0 0 0,-1 0 0 0 0,1 0 0 0 0,0 0 0 0 0,-1-1 0 0 0,0 0 0 0 0,0 0 0 0 0,1 0 0 0 0,-2 0 0 0 0,1-1 0 0 0,0 1 0 0 0,-1-1 0 0 0,1 0 0 0 0,-1 0 0 0 0,0 0 0 0 0,4-9 0 0 0,4-8 0 0 0,-1-2 0 0 0,-1 1 0 0 0,-1-1 0 0 0,-1-1 0 0 0,-1 1 0 0 0,-2-1 0 0 0,0 0 0 0 0,-1 0 0 0 0,-1-1 0 0 0,-2-28 0 0 0,-1 23 0 0 0,-2 0 0 0 0,-1 1 0 0 0,-1-1 0 0 0,-1 1 0 0 0,-2 0 0 0 0,-1 0 0 0 0,-24-52 0 0 0,30 74 26 0 0,-1 1 0 0 0,-1-1 0 0 0,1 1 0 0 0,-1 0 0 0 0,0 0 0 0 0,0 0 0 0 0,-8-6 0 0 0,11 10-57 0 0,1 1-1 0 0,-1 0 1 0 0,1 0-1 0 0,-1-1 0 0 0,0 1 1 0 0,1 0-1 0 0,-1 0 1 0 0,0 1-1 0 0,0-1 1 0 0,1 0-1 0 0,-1 1 1 0 0,0-1-1 0 0,0 1 1 0 0,0-1-1 0 0,0 1 1 0 0,0 0-1 0 0,0 0 1 0 0,0 0-1 0 0,0 0 0 0 0,0 0 1 0 0,0 0-1 0 0,0 0 1 0 0,0 1-1 0 0,1-1 1 0 0,-1 1-1 0 0,0 0 1 0 0,0-1-1 0 0,0 1 1 0 0,0 0-1 0 0,1 0 1 0 0,-1 0-1 0 0,-2 2 1 0 0,-11 19-4147 0 0,9-10 637 0 0,-27 38-19234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43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195 120 160 0 0,'-40'2'3866'0'0,"-27"3"4436"0"0,58-4-5938 0 0,0 1 0 0 0,0 0 0 0 0,1 1-1 0 0,-1 0 1 0 0,-9 4 0 0 0,-1 6 2839 0 0,18-12-5177 0 0,1-1 1 0 0,-1 0-1 0 0,1 0 0 0 0,0 1 1 0 0,-1-1-1 0 0,1 0 0 0 0,-1 1 0 0 0,1-1 1 0 0,0 0-1 0 0,0 1 0 0 0,-1-1 1 0 0,1 1-1 0 0,0-1 0 0 0,0 1 1 0 0,-1-1-1 0 0,1 0 0 0 0,0 1 1 0 0,0-1-1 0 0,0 1 0 0 0,0-1 1 0 0,-1 1-1 0 0,1-1 0 0 0,0 1 1 0 0,0-1-1 0 0,0 1 0 0 0,0-1 1 0 0,0 1-1 0 0,0-1 0 0 0,1 1 1 0 0,-1-1-1 0 0,0 1 0 0 0,0-1 1 0 0,0 1-1 0 0,0-1 0 0 0,0 0 1 0 0,1 1-1 0 0,-1-1 0 0 0,0 1 1 0 0,1 0-1 0 0,31 0-26 0 0,0 2 0 0 0,1-1 0 0 0,0-1 0 0 0,0-2 0 0 0,52-8 0 0 0,132-36 0 0 0,-139 27 0 0 0,-7 1 108 0 0,223-45 220 0 0,-97 37-3371 0 0,-91 20-9757 0 0,-18 6-1679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44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1 409 2881 0 0,'2'-8'3081'0'0,"3"-10"3584"0"0,0 7 1464 0 0,-1 40 2030 0 0,-3-18-8307 0 0,0-5-1852 0 0,1-1 0 0 0,-1 1 0 0 0,1 0 0 0 0,0-1 0 0 0,0 0 0 0 0,0 1 0 0 0,1-1 0 0 0,3 6 0 0 0,-5-10 0 0 0,0 1 0 0 0,0-1 0 0 0,0 1 0 0 0,0-1 0 0 0,0 1 0 0 0,0-1 0 0 0,1 0 0 0 0,-1 1 0 0 0,1-1 0 0 0,-1 0 0 0 0,0 0 0 0 0,1 0 0 0 0,0 0 0 0 0,-1 0 0 0 0,1-1 0 0 0,0 1 0 0 0,-1 0 0 0 0,1-1 0 0 0,0 1 0 0 0,0-1 0 0 0,-1 0 0 0 0,1 1 0 0 0,0-1 0 0 0,0 0 0 0 0,0 0 0 0 0,-1 0 0 0 0,1 0 0 0 0,3-1 0 0 0,8-3 0 0 0,1-1 0 0 0,-1 0 0 0 0,0-1 0 0 0,0 0 0 0 0,19-13 0 0 0,-24 13 0 0 0,0-1 0 0 0,-1 0 0 0 0,0 0 0 0 0,0 0 0 0 0,-1-1 0 0 0,1 0 0 0 0,-2 0 0 0 0,10-17 0 0 0,28-61 0 0 0,41-73 0 0 0,-79 151 0 0 0,0 1 0 0 0,0-1 0 0 0,0 1 0 0 0,1 0 0 0 0,0 1 0 0 0,1-1 0 0 0,-1 1 0 0 0,1 1 0 0 0,0-1 0 0 0,1 1 0 0 0,-1 0 0 0 0,1 1 0 0 0,0-1 0 0 0,0 2 0 0 0,1-1 0 0 0,-1 1 0 0 0,1 0 0 0 0,0 1 0 0 0,9-1 0 0 0,32-4-3714 0 0,-15 3-14854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45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90 8484 0 0,'8'-4'23611'0'0,"-3"4"-22939"0"0,29 0-672 0 0,46-6 0 0 0,-5-2 0 0 0,-5 1 0 0 0,4 3 0 0 0,-7-4 0 0 0,15-2 0 0 0,30 1 0 0 0,25-2 0 0 0,-4-2-16920 0 0,-15 3 3874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45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44 560 0 0,'7'-7'6243'0'0,"2"2"1201"0"0,28-1 4401 0 0,32 2-5170 0 0,-15 4-6675 0 0,-9-3 0 0 0,5 1 0 0 0,-2 2 0 0 0,6-2 0 0 0,8-2 0 0 0,1 2 0 0 0,-10 2 0 0 0,9-2-7635 0 0,0-2-5892 0 0,10 2 3843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46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 1761 0 0,'16'-13'4482'0'0,"40"-4"13526"0"0,-6 5-9492 0 0,-21 9-8516 0 0,-4-4 0 0 0,6 2 0 0 0,5 5 0 0 0,4-4 0 0 0,7 0 0 0 0,10 3 0 0 0,9 5 0 0 0,4 1-9877 0 0,-9-8-2448 0 0,6-5 3761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46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2881 0 0,'16'-6'5123'0'0,"54"6"11444"0"0,-6 0-8371 0 0,-18 0-8196 0 0,-2 0 0 0 0,8 4 0 0 0,14-2 0 0 0,4 0 0 0 0,-10-3 0 0 0,-1 2 0 0 0,10 2 0 0 0,7 4 0 0 0,3 1-2113 0 0,-9 1-9412 0 0,-7-6-401 0 0,-4 2 4803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47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18 480 0 0,'-6'-7'2001'0'0,"1"2"480"0"0,5-1 4082 0 0,11 6-1440 0 0,74 4 10996 0 0,-3-1-16119 0 0,-15-3 0 0 0,2 3 0 0 0,3 2 0 0 0,-7 5 0 0 0,4 3 0 0 0,13 2-3073 0 0,7-8-9813 0 0,1-1 1040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58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34 191 5683 0 0,'2'-13'1731'0'0,"2"0"1"0"0,0 0 0 0 0,0 0-1 0 0,1 1 1 0 0,1 0-1 0 0,0 0 1 0 0,0 0 0 0 0,1 0-1 0 0,1 1 1 0 0,12-14 0 0 0,-16 21-1208 0 0,1 0 0 0 0,-1 0 0 0 0,1 0 1 0 0,0 0-1 0 0,0 1 0 0 0,0 0 1 0 0,1 0-1 0 0,-1 1 0 0 0,1-1 0 0 0,10-2 1 0 0,-9 4-336 0 0,-1 0 0 0 0,1 0 0 0 0,-1 1 0 0 0,0-1 0 0 0,1 2 0 0 0,-1-1 0 0 0,1 1 1 0 0,-1 0-1 0 0,1 0 0 0 0,-1 1 0 0 0,12 4 0 0 0,-15-5-189 0 0,0 0 0 0 0,1 0 0 0 0,-1 1 0 0 0,0 0 0 0 0,0-1 0 0 0,0 1 0 0 0,0 0 0 0 0,0 1 0 0 0,0-1 0 0 0,-1 0 0 0 0,1 1 0 0 0,-1 0 0 0 0,1-1 0 0 0,-1 1 0 0 0,0 0 0 0 0,0 0 0 0 0,-1 0 0 0 0,3 5 0 0 0,-2-3 0 0 0,-1 0 0 0 0,0-1 0 0 0,-1 1 0 0 0,1-1 0 0 0,-1 1 0 0 0,0 0 0 0 0,0 0 0 0 0,-1-1 0 0 0,1 1 0 0 0,-1 0 0 0 0,0-1 0 0 0,-2 7 0 0 0,-4 7 0 0 0,-1 0 0 0 0,0-1 0 0 0,-2 0 0 0 0,0 0 0 0 0,-19 24 0 0 0,16-25 0 0 0,0-1 0 0 0,-2-1 0 0 0,0 0 0 0 0,0 0 0 0 0,-1-2 0 0 0,-1 0 0 0 0,0-1 0 0 0,0 0 0 0 0,-1-2 0 0 0,-1 0 0 0 0,0-1 0 0 0,-22 7 0 0 0,37-16 0 0 0,11-6 0 0 0,19-10 0 0 0,7 0 0 0 0,1 1 0 0 0,47-14 0 0 0,-65 24 0 0 0,0 2 0 0 0,0 0 0 0 0,1 1 0 0 0,0 1 0 0 0,-1 1 0 0 0,1 0 0 0 0,30 2 0 0 0,-40 0 0 0 0,-1 1 0 0 0,1-1 0 0 0,-1 1 0 0 0,0 1 0 0 0,0-1 0 0 0,0 1 0 0 0,0 0 0 0 0,0 0 0 0 0,0 1 0 0 0,9 7 0 0 0,-12-8 0 0 0,0-1 0 0 0,0 1 0 0 0,0 0 0 0 0,0 1 0 0 0,-1-1 0 0 0,0 0 0 0 0,1 1 0 0 0,-1-1 0 0 0,0 1 0 0 0,-1 0 0 0 0,1 0 0 0 0,-1 0 0 0 0,1 0 0 0 0,-1 0 0 0 0,0 0 0 0 0,-1 0 0 0 0,1 0 0 0 0,-1 8 0 0 0,-3 10 0 0 0,-1 0 0 0 0,-1 0 0 0 0,-1-1 0 0 0,-1 1 0 0 0,-1-1 0 0 0,-19 35 0 0 0,15-35 0 0 0,0 0 0 0 0,-1-1 0 0 0,-1-1 0 0 0,-1 0 0 0 0,-20 19 0 0 0,24-27 0 0 0,0 0 0 0 0,-1-1 0 0 0,0-1 0 0 0,-1 0 0 0 0,0 0 0 0 0,0-1 0 0 0,-1-1 0 0 0,-24 9 0 0 0,-1-11 0 0 0,21-9 0 0 0,18 3 0 0 0,-1 1 0 0 0,1 0 0 0 0,0 0 0 0 0,0-1 0 0 0,-1 1 0 0 0,1 0 0 0 0,0-1 0 0 0,0 1 0 0 0,-1 0 0 0 0,1-1 0 0 0,0 1 0 0 0,0 0 0 0 0,0-1 0 0 0,0 1 0 0 0,0-1 0 0 0,-1 1 0 0 0,1 0 0 0 0,0-1 0 0 0,0 1 0 0 0,0-1 0 0 0,0 1 0 0 0,0-1 0 0 0,0 1 0 0 0,0 0 0 0 0,0-1 0 0 0,1 1 0 0 0,-1-1 0 0 0,0 1 0 0 0,0 0 0 0 0,0-1 0 0 0,0 1 0 0 0,0 0 0 0 0,1-1 0 0 0,-1 1 0 0 0,0-1 0 0 0,1 1 0 0 0,3-7-738 0 0,0 1-1 0 0,1 0 1 0 0,0 0 0 0 0,1 1-1 0 0,11-11 1 0 0,8-7-7625 0 0,23-33-10971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58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0 6003 0 0,'-11'27'19769'0'0,"-8"-5"-12774"0"0,4-6-6995 0 0,-2 11 0 0 0,-11 22 0 0 0,-4 17 0 0 0,7 6 0 0 0,9-3 0 0 0,5-8 0 0 0,1 1 0 0 0,4-3 0 0 0,2-8 0 0 0,8-15 0 0 0,2-5-1633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59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239 54 560 0 0,'-1'-5'1741'0'0,"-26"-44"26826"0"0,26 50-28101 0 0,-11 7-267 0 0,-1 0 0 0 0,2 1 0 0 0,-1 1 0 0 0,1 0 0 0 0,1 1 0 0 0,-1 0 0 0 0,2 0 0 0 0,-13 19 0 0 0,2 3-318 0 0,1 0-1 0 0,-15 38 1 0 0,29-61 119 0 0,1-2 0 0 0,1 0 0 0 0,0-1 0 0 0,0 1 0 0 0,0 0 0 0 0,-1 12 0 0 0,4-19 0 0 0,0 1 0 0 0,0-1 0 0 0,-1 1 0 0 0,2 0 0 0 0,-1-1 0 0 0,0 1 0 0 0,0-1 0 0 0,0 1 0 0 0,1-1 0 0 0,-1 1 0 0 0,1-1 0 0 0,-1 1 0 0 0,1-1 0 0 0,0 1 0 0 0,-1-1 0 0 0,1 0 0 0 0,0 1 0 0 0,0-1 0 0 0,0 0 0 0 0,0 1 0 0 0,0-1 0 0 0,0 0 0 0 0,0 0 0 0 0,1 0 0 0 0,-1 0 0 0 0,0 0 0 0 0,1-1 0 0 0,-1 1 0 0 0,0 0 0 0 0,1-1 0 0 0,-1 1 0 0 0,1 0 0 0 0,-1-1 0 0 0,4 1 0 0 0,21 4 0 0 0,1-1 0 0 0,34 2 0 0 0,-33-5 0 0 0,-1 2 0 0 0,40 9 0 0 0,-49-7 0 0 0,0 0 0 0 0,-1 2 0 0 0,1 0 0 0 0,-1 1 0 0 0,-1 1 0 0 0,28 19 0 0 0,-39-25 0 0 0,0 0 0 0 0,-1 1 0 0 0,1 0 0 0 0,-1 0 0 0 0,0 0 0 0 0,0 1 0 0 0,0-1 0 0 0,-1 1 0 0 0,0 0 0 0 0,0 0 0 0 0,0 0 0 0 0,0 0 0 0 0,-1 0 0 0 0,0 1 0 0 0,0-1 0 0 0,-1 1 0 0 0,1 0 0 0 0,-1-1 0 0 0,0 1 0 0 0,-1 0 0 0 0,1 0 0 0 0,-1-1 0 0 0,0 1 0 0 0,-1 0 0 0 0,-1 11 0 0 0,0-11 0 0 0,-1 0 0 0 0,1 0 0 0 0,-1 1 0 0 0,0-2 0 0 0,-1 1 0 0 0,1 0 0 0 0,-1-1 0 0 0,0 1 0 0 0,-1-1 0 0 0,1 0 0 0 0,-1-1 0 0 0,0 1 0 0 0,0-1 0 0 0,-1 0 0 0 0,-6 4 0 0 0,-11 6 0 0 0,-1-1 0 0 0,-34 13 0 0 0,44-20 0 0 0,2-1 65 0 0,-1 1 0 0 0,-1-2 0 0 0,1 0 0 0 0,0-1 0 0 0,-1 0 0 0 0,0-1 0 0 0,0 0 0 0 0,-17-1 0 0 0,27-1-151 0 0,0 0 0 0 0,0-1 0 0 0,0 0 0 0 0,0 1 0 0 0,0-1 0 0 0,1-1 0 0 0,-1 1 0 0 0,0 0 0 0 0,0-1 0 0 0,1 0 0 0 0,-1 0 0 0 0,1 0 0 0 0,-1 0 0 0 0,1-1 0 0 0,0 1 0 0 0,0-1 0 0 0,0 0 0 0 0,0 0 0 0 0,1 0 0 0 0,-1 0-1 0 0,1 0 1 0 0,0-1 0 0 0,0 1 0 0 0,0-1 0 0 0,0 1 0 0 0,0-1 0 0 0,1 0 0 0 0,0 0 0 0 0,0 0 0 0 0,0 0 0 0 0,0 0 0 0 0,0 0 0 0 0,1-5 0 0 0,-4-67-11612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59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1 211 320 0 0,'25'-14'8804'0'0,"-18"-18"14487"0"0,6 10-22939 0 0,20 1-352 0 0,17-6 0 0 0,7 3 0 0 0,4-3 0 0 0,6 2 0 0 0,-12 12 0 0 0,-7 8 0 0 0,-2 5 0 0 0,-1 2 0 0 0,-2 5 0 0 0,4 15 0 0 0,-15 10-18601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6:59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0 2481 0 0,'0'14'20490'0'0,"-1"45"-10694"0"0,-17-17-9796 0 0,-1-6 0 0 0,-2 7 0 0 0,0 14 0 0 0,2 9 0 0 0,5-16 0 0 0,2-6 0 0 0,3 5 0 0 0,1-1 0 0 0,0-2 0 0 0,0-9 0 0 0,-18-4-21402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0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31 2961 0 0,'-2'-2'1309'0'0,"0"-1"0"0"0,-1 0 0 0 0,0 1-1 0 0,0 0 1 0 0,1 0 0 0 0,-1-1-1 0 0,0 2 1 0 0,-1-1 0 0 0,1 0 0 0 0,0 1-1 0 0,-1-1 1 0 0,1 1 0 0 0,0 0 0 0 0,-1 0-1 0 0,0 0 1 0 0,1 1 0 0 0,-1-1 0 0 0,-4 1-1 0 0,5 0-859 0 0,1 0 0 0 0,-1 0 0 0 0,0 0 1 0 0,1 1-1 0 0,-1 0 0 0 0,0-1 0 0 0,1 1 0 0 0,-1 0 0 0 0,1 0 0 0 0,-4 2 0 0 0,-3 9-449 0 0,-1 16 0 0 0,2 0 0 0 0,0 1 0 0 0,2 0 0 0 0,1 0 0 0 0,2 1 0 0 0,0 49 0 0 0,2-48 0 0 0,2 1 0 0 0,1-1 0 0 0,1 0 0 0 0,2 0 0 0 0,1-1 0 0 0,11 31 0 0 0,-11-43 0 0 0,1 0 0 0 0,0-1 0 0 0,2 0 0 0 0,0 0 0 0 0,0 0 0 0 0,2-2 0 0 0,0 1 0 0 0,1-1 0 0 0,0-1 0 0 0,26 24 0 0 0,-32-33 0 0 0,0-1 0 0 0,0 1 0 0 0,1-1 0 0 0,-1 0 0 0 0,1-1 0 0 0,0 0 0 0 0,9 4 0 0 0,-13-6 0 0 0,1-1 0 0 0,-1 1 0 0 0,0 0 0 0 0,1-1 0 0 0,-1 0 0 0 0,1 0 0 0 0,-1 0 0 0 0,1 0 0 0 0,-1-1 0 0 0,1 1 0 0 0,-1-1 0 0 0,0 0 0 0 0,1 0 0 0 0,-1 0 0 0 0,0 0 0 0 0,0 0 0 0 0,0-1 0 0 0,6-3 0 0 0,0-2 0 0 0,0-1 0 0 0,0 0 0 0 0,-1 0 0 0 0,0-1 0 0 0,0 0 0 0 0,-1-1 0 0 0,-1 0 0 0 0,1 0 0 0 0,-1 0 0 0 0,-1-1 0 0 0,0 1 0 0 0,6-23 0 0 0,-8 25 0 0 0,-1 1 0 0 0,0-1 0 0 0,0 0 0 0 0,-1 0 0 0 0,0-1 0 0 0,0 1 0 0 0,-1 0 0 0 0,0 0 0 0 0,0 0 0 0 0,-1 0 0 0 0,0 0 0 0 0,-1 0 0 0 0,0 0 0 0 0,0 0 0 0 0,0 0 0 0 0,-1 0 0 0 0,0 1 0 0 0,-1 0 0 0 0,-8-14 0 0 0,11 20 0 0 0,1 0 0 0 0,-1 0 0 0 0,0 1 0 0 0,0-1 0 0 0,0 0 0 0 0,0 0 0 0 0,1 0 0 0 0,-1 1 0 0 0,0-1 0 0 0,0 0 0 0 0,-1 1 0 0 0,1-1 0 0 0,0 1 0 0 0,0-1 0 0 0,0 1 0 0 0,0 0 0 0 0,0-1 0 0 0,-1 1 0 0 0,1 0 0 0 0,0 0 0 0 0,0 0 0 0 0,0 0 0 0 0,-1 0 0 0 0,1 0 0 0 0,0 0 0 0 0,0 0 0 0 0,0 1 0 0 0,0-1 0 0 0,-1 0 0 0 0,1 1 0 0 0,0-1 0 0 0,0 1 0 0 0,0-1 0 0 0,0 1 0 0 0,-2 0 0 0 0,-2 3 0 0 0,-1 1 0 0 0,1-1 0 0 0,0 1 0 0 0,-9 10 0 0 0,11-11 0 0 0,-32 35 0 0 0,-55 64 0 0 0,75-85 0 0 0,2 2 0 0 0,0-1 0 0 0,-17 37 0 0 0,27-51 90 0 0,1 1 1 0 0,0 0-1 0 0,1 0 1 0 0,-1 0-1 0 0,0 7 1 0 0,4 13-3147 0 0,7-8-9510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1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23 160 0 0,'-24'-23'32607'0'0,"38"51"-32607"0"0,-25 5 0 0 0,-21 10 0 0 0,-16 16 0 0 0,5 13 0 0 0,9-1 0 0 0,14-9 0 0 0,12-12 0 0 0,4-4 0 0 0,8-6-3634 0 0,2-5-16535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2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43 297 1521 0 0,'-7'-9'4171'0'0,"2"3"-1434"0"0,0 0 0 0 0,1 0 0 0 0,-1-1 0 0 0,1 0 0 0 0,-5-11 0 0 0,9 16-1957 0 0,-1-1-1 0 0,0 0 1 0 0,1 1 0 0 0,-1-1-1 0 0,1 0 1 0 0,0 1-1 0 0,0-1 1 0 0,0 0-1 0 0,0 0 1 0 0,1-4 0 0 0,10-19 1297 0 0,-2 14-2077 0 0,0 0 0 0 0,1 0 0 0 0,1 1 0 0 0,0 0 0 0 0,0 1 0 0 0,1 0 0 0 0,0 1 0 0 0,1 0 0 0 0,0 1 0 0 0,24-11 0 0 0,-15 9 0 0 0,1 1 0 0 0,0 1 0 0 0,0 0 0 0 0,1 2 0 0 0,-1 1 0 0 0,29-2 0 0 0,-43 6 0 0 0,-1 1 0 0 0,1-1 0 0 0,-1 2 0 0 0,0-1 0 0 0,1 1 0 0 0,-1 1 0 0 0,0-1 0 0 0,0 1 0 0 0,1 1 0 0 0,-2 0 0 0 0,1 0 0 0 0,0 0 0 0 0,-1 1 0 0 0,1 0 0 0 0,-1 1 0 0 0,0-1 0 0 0,0 1 0 0 0,-1 1 0 0 0,1-1 0 0 0,-1 1 0 0 0,-1 0 0 0 0,1 1 0 0 0,-1-1 0 0 0,0 1 0 0 0,0 0 0 0 0,-1 0 0 0 0,0 1 0 0 0,0-1 0 0 0,-1 1 0 0 0,0 0 0 0 0,-1 0 0 0 0,1 0 0 0 0,-1 0 0 0 0,-1 0 0 0 0,1 10 0 0 0,0 32 0 0 0,-3 1 0 0 0,-2-1 0 0 0,-3 0 0 0 0,-13 56 0 0 0,5-17 0 0 0,1 16 0 0 0,-8 47 0 0 0,21-148 70 0 0,-6 16 527 0 0,6-19-719 0 0,0-1 0 0 0,0 1-1 0 0,0-1 1 0 0,-1 1 0 0 0,1-1 0 0 0,0 1 0 0 0,0-1 0 0 0,-1 1 0 0 0,1-1-1 0 0,0 1 1 0 0,-1-1 0 0 0,1 1 0 0 0,0-1 0 0 0,-1 0 0 0 0,1 1 0 0 0,0-1-1 0 0,-1 1 1 0 0,1-1 0 0 0,-1 0 0 0 0,1 0 0 0 0,-1 1 0 0 0,1-1 0 0 0,-1 0-1 0 0,1 0 1 0 0,-1 0 0 0 0,1 1 0 0 0,-2-1 0 0 0,-20-12-13645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2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1 168 11605 0 0,'25'-7'21162'0'0,"-10"10"-21162"0"0,6-11 0 0 0,12-15 0 0 0,10-3 0 0 0,7 6 0 0 0,3-5 0 0 0,1 0 0 0 0,-7 4 0 0 0,-3 6 0 0 0,-5 15 0 0 0,-12 4-14439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2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1 6083 0 0,'-20'-1'24091'0'0,"8"13"-21498"0"0,-3 25-2593 0 0,6 11 0 0 0,-4 11 0 0 0,-2 5 0 0 0,6-1 0 0 0,4-10 0 0 0,5-6 0 0 0,-2-3 0 0 0,1-9 0 0 0,4 3 0 0 0,3-19-3954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2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423 350 720 0 0,'-5'16'29091'0'0,"2"-3"-26135"0"0,-3-4-2956 0 0,-1 0 0 0 0,0 0 0 0 0,0-1 0 0 0,-1 0 0 0 0,0 0 0 0 0,-11 8 0 0 0,-59 38 0 0 0,51-38 0 0 0,-56 25 0 0 0,74-37 0 0 0,-1 0 0 0 0,0-1 0 0 0,0 0 0 0 0,0-1 0 0 0,0 0 0 0 0,0 0 0 0 0,0-1 0 0 0,0-1 0 0 0,-19 0 0 0 0,26-1 0 0 0,1 1 0 0 0,0-1 0 0 0,0 0 0 0 0,-1 0 0 0 0,1 0 0 0 0,0 0 0 0 0,0 0 0 0 0,0 0 0 0 0,0-1 0 0 0,0 1 0 0 0,1-1 0 0 0,-1 1 0 0 0,0-1 0 0 0,1 0 0 0 0,-1 0 0 0 0,1 1 0 0 0,-1-1 0 0 0,1 0 0 0 0,0 0 0 0 0,0 0 0 0 0,0-1 0 0 0,0 1 0 0 0,0 0 0 0 0,1 0 0 0 0,-1-1 0 0 0,0-3 0 0 0,-1-2 0 0 0,2 0 0 0 0,-1 1 0 0 0,1-1 0 0 0,0 0 0 0 0,0 1 0 0 0,1-1 0 0 0,2-10 0 0 0,9-19 0 0 0,1 1 0 0 0,2 0 0 0 0,1 0 0 0 0,29-44 0 0 0,-31 56 0 0 0,2-5 0 0 0,1 1 0 0 0,36-45 0 0 0,-47 66 0 0 0,1 0 0 0 0,-1 0 0 0 0,1 1 0 0 0,0 0 0 0 0,0 0 0 0 0,1 0 0 0 0,0 1 0 0 0,0 0 0 0 0,0 1 0 0 0,1 0 0 0 0,-1 0 0 0 0,1 1 0 0 0,0 0 0 0 0,9-2 0 0 0,-14 5 0 0 0,0-1 0 0 0,-1 1 0 0 0,1 0 0 0 0,0 0 0 0 0,-1 0 0 0 0,1 1 0 0 0,0-1 0 0 0,-1 1 0 0 0,1 0 0 0 0,-1 0 0 0 0,1 0 0 0 0,-1 0 0 0 0,1 1 0 0 0,5 3 0 0 0,-3-1 0 0 0,0 1 0 0 0,-1-1 0 0 0,1 1 0 0 0,-1 0 0 0 0,-1 1 0 0 0,1-1 0 0 0,5 9 0 0 0,4 9 0 0 0,-1 0 0 0 0,-1 0 0 0 0,-1 1 0 0 0,-2 1 0 0 0,0 0 0 0 0,9 44 0 0 0,16 162 0 0 0,-26-132 0 0 0,-4 0 0 0 0,-5 0 0 0 0,-20 156 0 0 0,17-225-1630 0 0,-12 40-1 0 0,13-61 280 0 0,0 0-1 0 0,-1 0 1 0 0,0 0-1 0 0,0-1 0 0 0,0 0 1 0 0,-1 0-1 0 0,-12 15 1 0 0,12-18-1206 0 0,-1 0 1 0 0,1 0-1 0 0,-1 0 0 0 0,-1-1 1 0 0,-8 6-1 0 0,12-9 1764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7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71 8644 0 0,'15'-42'15599'0'0,"-16"41"-15378"0"0,1 0-1 0 0,0 0 1 0 0,0-1-1 0 0,0 1 1 0 0,0 0-1 0 0,-1 0 1 0 0,1 0-1 0 0,-1 0 1 0 0,1 0-1 0 0,0 0 1 0 0,-1 0-1 0 0,0 0 1 0 0,1 0-1 0 0,-1 0 1 0 0,0 0-1 0 0,1 1 1 0 0,-1-1 0 0 0,0 0-1 0 0,0 0 1 0 0,0 1-1 0 0,0-1 1 0 0,0 0-1 0 0,1 1 1 0 0,-1-1-1 0 0,0 1 1 0 0,0-1-1 0 0,-1 1 1 0 0,1 0-1 0 0,0-1 1 0 0,0 1-1 0 0,0 0 1 0 0,-1-1-1 0 0,-1 1-136 0 0,1-1-1 0 0,0 0 0 0 0,-1 1 0 0 0,1 0 0 0 0,0-1 0 0 0,-1 1 0 0 0,1 0 0 0 0,0 0 0 0 0,-1 0 0 0 0,1 1 1 0 0,0-1-1 0 0,-1 0 0 0 0,1 1 0 0 0,-4 1 0 0 0,2 1-83 0 0,0 0 0 0 0,0 0 0 0 0,1 1 0 0 0,0-1 0 0 0,-1 1 0 0 0,1 0 0 0 0,0 0 0 0 0,1 0 0 0 0,-1 0 0 0 0,-3 9 0 0 0,-4 6 0 0 0,2-5 0 0 0,1 0 0 0 0,0 0 0 0 0,1 1 0 0 0,1 0 0 0 0,0 0 0 0 0,1 0 0 0 0,1 0 0 0 0,1 1 0 0 0,-2 31 0 0 0,4-41 0 0 0,0-1 0 0 0,0 1 0 0 0,0 0 0 0 0,1 0 0 0 0,0-1 0 0 0,1 1 0 0 0,-1 0 0 0 0,1-1 0 0 0,0 1 0 0 0,0-1 0 0 0,1 0 0 0 0,0 0 0 0 0,-1 1 0 0 0,2-2 0 0 0,-1 1 0 0 0,1 0 0 0 0,-1-1 0 0 0,1 0 0 0 0,0 1 0 0 0,1-2 0 0 0,-1 1 0 0 0,1 0 0 0 0,0-1 0 0 0,0 0 0 0 0,0 0 0 0 0,0 0 0 0 0,0-1 0 0 0,1 0 0 0 0,-1 0 0 0 0,8 2 0 0 0,-2-2 0 0 0,0-1 0 0 0,0 1 0 0 0,0-2 0 0 0,0 1 0 0 0,1-2 0 0 0,-1 1 0 0 0,0-2 0 0 0,0 1 0 0 0,0-2 0 0 0,0 1 0 0 0,0-2 0 0 0,0 1 0 0 0,12-7 0 0 0,-12 5 0 0 0,0-1 0 0 0,0 0 0 0 0,0 0 0 0 0,-1-1 0 0 0,0-1 0 0 0,0 0 0 0 0,-1 0 0 0 0,0-1 0 0 0,-1 0 0 0 0,1 0 0 0 0,11-19 0 0 0,-18 24 0 0 0,1 0 0 0 0,-1 0 0 0 0,0-1 0 0 0,0 1 0 0 0,0-1 0 0 0,-1 1 0 0 0,0-1 0 0 0,0 0 0 0 0,0 0 0 0 0,0 1 0 0 0,-1-1 0 0 0,1 0 0 0 0,-1 0 0 0 0,0 0 0 0 0,-1 0 0 0 0,1 1 0 0 0,-1-1 0 0 0,-2-5 0 0 0,1 4 0 0 0,-1 0 0 0 0,0 0 0 0 0,0 1 0 0 0,0-1 0 0 0,-1 1 0 0 0,1 0 0 0 0,-1 0 0 0 0,-1 0 0 0 0,1 1 0 0 0,-1-1 0 0 0,0 1 0 0 0,-6-5 0 0 0,-2 1 0 0 0,-1 0 0 0 0,0 0 0 0 0,0 2 0 0 0,0-1 0 0 0,0 2 0 0 0,-1 0 0 0 0,0 1 0 0 0,0 0 0 0 0,-1 1 0 0 0,-21-1 0 0 0,18 4 0 0 0,-1 1 0 0 0,1 1 0 0 0,0 0 0 0 0,-36 10 0 0 0,43-9 622 0 0,37-2-3730 0 0,24 9-9325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8.1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1 9284 0 0,'-35'39'23483'0'0,"6"6"-23483"0"0,-1 9 0 0 0,4-4 0 0 0,1 8 0 0 0,1 0 0 0 0,3-4 0 0 0,11-19 0 0 0,10-15 0 0 0,2-57 0 0 0,-5 3-26044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8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0 102 11605 0 0,'36'-37'11225'0'0,"0"0"-4021"0"0,-32 34-6930 0 0,0 0-1 0 0,-1 1 0 0 0,1 0 0 0 0,0-1 1 0 0,1 1-1 0 0,-1 0 0 0 0,0 1 0 0 0,1-1 1 0 0,6-1-1 0 0,-4 2-273 0 0,1 0 0 0 0,-1 0 0 0 0,1 0 0 0 0,0 1 0 0 0,-1 0 0 0 0,1 0 0 0 0,0 1 0 0 0,-1 0 0 0 0,1 1 0 0 0,-1 0 0 0 0,1 0 0 0 0,11 5 0 0 0,-15-5 0 0 0,1 1 0 0 0,-1-1 0 0 0,0 1 0 0 0,-1 0 0 0 0,1 1 0 0 0,0-1 0 0 0,-1 0 0 0 0,0 1 0 0 0,1 0 0 0 0,-2 0 0 0 0,1 0 0 0 0,0 0 0 0 0,-1 0 0 0 0,0 1 0 0 0,0-1 0 0 0,0 1 0 0 0,0 0 0 0 0,-1-1 0 0 0,0 1 0 0 0,0 0 0 0 0,1 5 0 0 0,-2 1 0 0 0,1 0 0 0 0,-1 0 0 0 0,-1 0 0 0 0,0 0 0 0 0,-1 0 0 0 0,0-1 0 0 0,-1 1 0 0 0,0-1 0 0 0,0 1 0 0 0,-1-1 0 0 0,0 0 0 0 0,-1 0 0 0 0,0-1 0 0 0,-1 1 0 0 0,0-1 0 0 0,0 0 0 0 0,-9 8 0 0 0,-2 3 0 0 0,-2-1 0 0 0,0-1 0 0 0,-1 0 0 0 0,0-2 0 0 0,-2 0 0 0 0,-22 12 0 0 0,17-16 0 0 0,27-12 0 0 0,-1 0 0 0 0,1 0 0 0 0,0 0 0 0 0,0 0 0 0 0,0 0 0 0 0,-1 0 0 0 0,1 0 0 0 0,0 0 0 0 0,0 0 0 0 0,0 0 0 0 0,-1 0 0 0 0,1 0 0 0 0,0 0 0 0 0,0 0 0 0 0,0-1 0 0 0,-1 1 0 0 0,1 0 0 0 0,0 0 0 0 0,0 0 0 0 0,0 0 0 0 0,-1 0 0 0 0,1 0 0 0 0,0 0 0 0 0,0 0 0 0 0,0-1 0 0 0,0 1 0 0 0,0 0 0 0 0,-1 0 0 0 0,1 0 0 0 0,0 0 0 0 0,0-1 0 0 0,0 1 0 0 0,0 0 0 0 0,0 0 0 0 0,0 0 0 0 0,0-1 0 0 0,0 1 0 0 0,0 0 0 0 0,0 0 0 0 0,0 0 0 0 0,-1-1 0 0 0,1 1 0 0 0,0 0 0 0 0,0 0 0 0 0,1 0 0 0 0,-1-1 0 0 0,0 1 0 0 0,0 0 0 0 0,0 0 0 0 0,0 0 0 0 0,0-1 0 0 0,0 1 0 0 0,2-5 0 0 0,1 0 0 0 0,0 0 0 0 0,0 0 0 0 0,0 0 0 0 0,1 1 0 0 0,-1-1 0 0 0,6-4 0 0 0,2-2 0 0 0,1 0 0 0 0,1 0 0 0 0,0 1 0 0 0,1 1 0 0 0,-1 0 0 0 0,2 1 0 0 0,-1 0 0 0 0,1 1 0 0 0,0 1 0 0 0,1 0 0 0 0,0 2 0 0 0,-1-1 0 0 0,19-1 0 0 0,-11 3 0 0 0,-1 0 0 0 0,1 2 0 0 0,-1 1 0 0 0,1 1 0 0 0,-1 0 0 0 0,0 2 0 0 0,1 1 0 0 0,-1 1 0 0 0,24 8 0 0 0,-45-13 14 0 0,22 6 863 0 0,-23-6-942 0 0,1 0 1 0 0,-1 0-1 0 0,0 0 0 0 0,0 0 0 0 0,1 1 0 0 0,-1-1 1 0 0,0 0-1 0 0,1 0 0 0 0,-1 0 0 0 0,0 0 0 0 0,0 0 1 0 0,1 0-1 0 0,-1 0 0 0 0,0 0 0 0 0,1 0 0 0 0,-1 0 1 0 0,0-1-1 0 0,0 1 0 0 0,1 0 0 0 0,-1 0 0 0 0,0 0 1 0 0,0 0-1 0 0,1 0 0 0 0,-1 0 0 0 0,0-1 0 0 0,0 1 1 0 0,1 0-1 0 0,-1 0 0 0 0,0 0 0 0 0,0-1 0 0 0,0 1 0 0 0,0 0 1 0 0,1 0-1 0 0,-1-1 0 0 0,0 1 0 0 0,0 0 0 0 0,0 0 1 0 0,0-1-1 0 0,0 1 0 0 0,0 0 0 0 0,0 0 0 0 0,1-1 1 0 0,-1 1-1 0 0,0 0 0 0 0,0 0 0 0 0,0-1 0 0 0,0 1 1 0 0,0 0-1 0 0,0-1 0 0 0,0 1 0 0 0,0 0 0 0 0,-1 0 1 0 0,1-1-1 0 0,0 1 0 0 0,0 0 0 0 0,0-1 0 0 0,0 1 1 0 0,0 0-1 0 0,0 0 0 0 0,-1-1 0 0 0,1 1 0 0 0,0 0 0 0 0,0 0 1 0 0,0 0-1 0 0,0-1 0 0 0,-1 1 0 0 0,1 0 0 0 0,0 0 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8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3602 0 0,'1'9'8644'0'0,"3"53"11877"0"0,-12 9-20521 0 0,-13-3 0 0 0,-13 1 0 0 0,-1-6 0 0 0,13-16 0 0 0,-1-5 0 0 0,6-2 0 0 0,9-4-352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9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7 80 0 0,'-8'-6'15015'0'0,"-6"9"1466"0"0,10-2-15290 0 0,-18 11-1191 0 0,14-7 0 0 0,-4 4 0 0 0,0 1 0 0 0,1 0 0 0 0,0 0 0 0 0,0 1 0 0 0,-10 15 0 0 0,16-19 0 0 0,0 1 0 0 0,1-1 0 0 0,-1 1 0 0 0,2 0 0 0 0,-1 0 0 0 0,1 0 0 0 0,0 1 0 0 0,1-1 0 0 0,0 1 0 0 0,0-1 0 0 0,-1 18 0 0 0,3-10 0 0 0,0 0 0 0 0,1 0 0 0 0,1 0 0 0 0,1 0 0 0 0,0 0 0 0 0,0-1 0 0 0,2 1 0 0 0,0-1 0 0 0,1 0 0 0 0,0-1 0 0 0,1 1 0 0 0,14 19 0 0 0,-19-31 0 0 0,0 0 0 0 0,1 0 0 0 0,-1 0 0 0 0,1 0 0 0 0,-1-1 0 0 0,1 1 0 0 0,0-1 0 0 0,0 0 0 0 0,0 0 0 0 0,0 0 0 0 0,0 0 0 0 0,1-1 0 0 0,-1 1 0 0 0,1-1 0 0 0,-1 0 0 0 0,1 0 0 0 0,-1 0 0 0 0,1 0 0 0 0,0-1 0 0 0,-1 1 0 0 0,1-1 0 0 0,0 0 0 0 0,-1 0 0 0 0,1 0 0 0 0,0-1 0 0 0,-1 0 0 0 0,1 1 0 0 0,-1-1 0 0 0,1 0 0 0 0,-1 0 0 0 0,1-1 0 0 0,-1 1 0 0 0,6-4 0 0 0,3-2 0 0 0,-1-1 0 0 0,0 0 0 0 0,0 0 0 0 0,0-1 0 0 0,-1-1 0 0 0,-1 0 0 0 0,14-18 0 0 0,-10 12 0 0 0,-1 0 0 0 0,-1-2 0 0 0,0 1 0 0 0,-1-1 0 0 0,-1-1 0 0 0,-1 0 0 0 0,-1 0 0 0 0,0 0 0 0 0,-2-1 0 0 0,0 0 0 0 0,-1 0 0 0 0,1-23 0 0 0,-4 33 0 0 0,0-6 0 0 0,-1 0 0 0 0,-2-24 0 0 0,-3 46 0 0 0,-3 13 0 0 0,-47 119 0 0 0,30-81 0 0 0,-26 91 0 0 0,47-129 0 0 0,0 0 0 0 0,0 0 0 0 0,2 0 0 0 0,0 0 0 0 0,2 0 0 0 0,0 1 0 0 0,1-1 0 0 0,1 0 0 0 0,5 24 0 0 0,-5-34 81 0 0,1-1 1 0 0,0 1-1 0 0,0-1 0 0 0,1 0 0 0 0,0 0 1 0 0,7 9-1 0 0,17 16-3283 0 0,-26-32 2460 0 0,-1 0 1 0 0,1 0-1 0 0,-1 1 1 0 0,1-1-1 0 0,-1 0 1 0 0,1 0-1 0 0,0 0 1 0 0,-1 0-1 0 0,1-1 1 0 0,0 1-1 0 0,0 0 0 0 0,0-1 1 0 0,-1 1-1 0 0,1-1 1 0 0,0 0-1 0 0,0 0 1 0 0,3 0-1 0 0,-1-1-1346 0 0,0 0 0 0 0,0 0-1 0 0,0-1 1 0 0,0 1 0 0 0,0-1 0 0 0,0 0-1 0 0,3-3 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09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1 240 0 0,'-8'12'2801'0'0,"5"-2"3762"0"0,-1-1 2241 0 0,-7 52 5555 0 0,-8 13-14359 0 0,-7-4 0 0 0,-1-5 0 0 0,5-6 0 0 0,6-11 0 0 0,3 0 0 0 0,7-4 0 0 0,4-6 0 0 0,13 0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10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1681 0 0,'7'0'28604'0'0,"-13"5"-26122"0"0,-17 10-2482 0 0,0 2 0 0 0,1 0 0 0 0,-25 28 0 0 0,36-34 0 0 0,-2 2 0 0 0,2 1 0 0 0,-1 0 0 0 0,2 1 0 0 0,0 0 0 0 0,1 0 0 0 0,0 1 0 0 0,1 0 0 0 0,1 1 0 0 0,1 0 0 0 0,0 0 0 0 0,1 0 0 0 0,1 1 0 0 0,1 0 0 0 0,-2 19 0 0 0,4-21 0 0 0,0 0 0 0 0,1-1 0 0 0,0 1 0 0 0,1 0 0 0 0,1-1 0 0 0,1 1 0 0 0,0-1 0 0 0,1 0 0 0 0,1 0 0 0 0,0 0 0 0 0,1-1 0 0 0,0 1 0 0 0,1-1 0 0 0,1-1 0 0 0,0 1 0 0 0,12 13 0 0 0,-14-20 0 0 0,1-1 0 0 0,-1 0 0 0 0,1 0 0 0 0,0-1 0 0 0,0 0 0 0 0,1 0 0 0 0,0-1 0 0 0,-1 0 0 0 0,1 0 0 0 0,1-1 0 0 0,-1 0 0 0 0,0-1 0 0 0,1 1 0 0 0,-1-2 0 0 0,1 1 0 0 0,0-1 0 0 0,13 0 0 0 0,-14-1 0 0 0,-1 0 0 0 0,0-1 0 0 0,1 0 0 0 0,-1 0 0 0 0,0-1 0 0 0,1 0 0 0 0,-1 0 0 0 0,0 0 0 0 0,0-1 0 0 0,-1 0 0 0 0,1-1 0 0 0,0 1 0 0 0,-1-1 0 0 0,0-1 0 0 0,0 1 0 0 0,0-1 0 0 0,-1 0 0 0 0,0 0 0 0 0,0-1 0 0 0,8-10 0 0 0,-10 10 0 0 0,0 1 0 0 0,0-1 0 0 0,-1 0 0 0 0,0 1 0 0 0,0-1 0 0 0,0 0 0 0 0,-1 0 0 0 0,0 0 0 0 0,0 0 0 0 0,0-1 0 0 0,-1 1 0 0 0,0 0 0 0 0,0 0 0 0 0,-1 0 0 0 0,0 0 0 0 0,-1-8 0 0 0,1 12 0 0 0,1 1 0 0 0,0 0 0 0 0,-1-1 0 0 0,1 1 0 0 0,-1 0 0 0 0,1 0 0 0 0,-1 0 0 0 0,1 0 0 0 0,-1-1 0 0 0,0 1 0 0 0,0 0 0 0 0,1 0 0 0 0,-1 0 0 0 0,0 0 0 0 0,0 1 0 0 0,0-1 0 0 0,0 0 0 0 0,0 0 0 0 0,0 0 0 0 0,-1 1 0 0 0,1-1 0 0 0,-2 0 0 0 0,1 0 0 0 0,-1 1 0 0 0,1 0 0 0 0,0 0 0 0 0,0 0 0 0 0,0 0 0 0 0,-1 0 0 0 0,1 0 0 0 0,0 1 0 0 0,0-1 0 0 0,0 1 0 0 0,0-1 0 0 0,-4 3 0 0 0,-6 3 0 0 0,0 0 0 0 0,0 1 0 0 0,-18 15 0 0 0,22-16 0 0 0,-28 22 0 0 0,3 2 0 0 0,0 0 0 0 0,2 3 0 0 0,1 0 0 0 0,-29 43 0 0 0,43-45 712 0 0,15-17-1424 0 0,1-14 635 0 0,0 0 0 0 0,0 1 0 0 0,0-1 0 0 0,1 0 0 0 0,-1 0 0 0 0,0 1 0 0 0,0-1 1 0 0,0 0-1 0 0,1 0 0 0 0,-1 0 0 0 0,0 1 0 0 0,0-1 0 0 0,1 0 0 0 0,-1 0 0 0 0,0 0 0 0 0,1 0 0 0 0,-1 1 0 0 0,0-1 0 0 0,1 0 0 0 0,-1 0 0 0 0,0 0 0 0 0,0 0 0 0 0,1 0 1 0 0,-1 0-1 0 0,0 0 0 0 0,1 0 0 0 0,-1 0 0 0 0,0 0 0 0 0,1 0 0 0 0,-1 0 0 0 0,0 0 0 0 0,1 0 0 0 0,-1-1 0 0 0,0 1 0 0 0,0 0 0 0 0,1 0 0 0 0,19-15-14156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10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654 2 9845 0 0,'-3'0'1103'0'0,"1"-1"1"0"0,0 1 0 0 0,0 0 0 0 0,0 0 0 0 0,-1 0 0 0 0,1 0 0 0 0,0 0 0 0 0,0 0 0 0 0,0 1 0 0 0,-1-1 0 0 0,1 1 0 0 0,0-1-1 0 0,0 1 1 0 0,0 0 0 0 0,0 0 0 0 0,-3 2 0 0 0,-18 15 3052 0 0,0 7-4156 0 0,-23 33 0 0 0,29-35 0 0 0,13-20 0 0 0,1 1 0 0 0,0 0 0 0 0,1 0 0 0 0,-1 1 0 0 0,1-1 0 0 0,0 1 0 0 0,0-1 0 0 0,0 1 0 0 0,0-1 0 0 0,1 1 0 0 0,0 0 0 0 0,0 0 0 0 0,-1 7 0 0 0,3-8 0 0 0,-1 0 0 0 0,1 0 0 0 0,0 0 0 0 0,0 0 0 0 0,1 0 0 0 0,-1 0 0 0 0,1-1 0 0 0,0 1 0 0 0,0 0 0 0 0,0-1 0 0 0,0 1 0 0 0,0-1 0 0 0,1 0 0 0 0,0 0 0 0 0,-1 1 0 0 0,6 3 0 0 0,8 5 0 0 0,0 0 0 0 0,1 0 0 0 0,0-2 0 0 0,0 0 0 0 0,1-1 0 0 0,24 8 0 0 0,-15-5 0 0 0,-1 1 0 0 0,28 17 0 0 0,-43-23 0 0 0,0 0 0 0 0,-1 2 0 0 0,0-1 0 0 0,0 1 0 0 0,-1 1 0 0 0,0-1 0 0 0,-1 2 0 0 0,0-1 0 0 0,12 21 0 0 0,-16-23 0 0 0,-1 0 0 0 0,0 0 0 0 0,0 0 0 0 0,-1 1 0 0 0,0-1 0 0 0,-1 1 0 0 0,1-1 0 0 0,-2 1 0 0 0,1 0 0 0 0,-1 0 0 0 0,-1-1 0 0 0,1 1 0 0 0,-1 0 0 0 0,-1-1 0 0 0,-4 15 0 0 0,0-5 0 0 0,0 0 0 0 0,-2 0 0 0 0,0-1 0 0 0,-1 0 0 0 0,0 0 0 0 0,-2-1 0 0 0,0 0 0 0 0,0-1 0 0 0,-2-1 0 0 0,0 1 0 0 0,-1-2 0 0 0,-28 22 0 0 0,41-33 0 0 0,-1-1 0 0 0,0 1 0 0 0,0-1 0 0 0,0 1 0 0 0,0-1 0 0 0,0 0 0 0 0,0 0 0 0 0,-1 0 0 0 0,1-1 0 0 0,0 1 0 0 0,0 0 0 0 0,-1-1 0 0 0,1 1 0 0 0,0-1 0 0 0,-1 0 0 0 0,1 0 0 0 0,0 0 0 0 0,-1 0 0 0 0,1 0 0 0 0,-1 0 0 0 0,1-1 0 0 0,0 1 0 0 0,-5-2 0 0 0,5 0 0 0 0,0-1 0 0 0,0 1 0 0 0,0 0 0 0 0,0-1 0 0 0,0 1 0 0 0,0-1 0 0 0,0 1 0 0 0,1-1 0 0 0,-1 0 0 0 0,1 0 0 0 0,0 0 0 0 0,0 0 0 0 0,0 0 0 0 0,0 0 0 0 0,1 0 0 0 0,-1 0 0 0 0,1 0 0 0 0,-1-4 0 0 0,-1-23 0 0 0,1 0 0 0 0,1 0 0 0 0,1 0 0 0 0,2 1 0 0 0,9-43 0 0 0,0 21 0 0 0,2 0 0 0 0,27-64 0 0 0,-30 88 0 0 0,2 0 0 0 0,1 1 0 0 0,0 0 0 0 0,2 1 0 0 0,1 1 0 0 0,1 0 0 0 0,1 1 0 0 0,1 2 0 0 0,1 0 0 0 0,33-26 0 0 0,-116 55 0 0 0,-249 44 0 0 0,255-41 0 0 0,-159 22-672 0 0,70-25-5019 0 0,5-12-11909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15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 43 3362 0 0,'-12'-7'2428'0'0,"-1"0"1"0"0,0 1 0 0 0,0 1 0 0 0,0 0-1 0 0,-24-5 1 0 0,32 9-1566 0 0,-1 1 0 0 0,0-1 0 0 0,0 1-1 0 0,1 0 1 0 0,-1 0 0 0 0,0 0 0 0 0,0 1 0 0 0,1 0-1 0 0,-1 0 1 0 0,1 1 0 0 0,-1-1 0 0 0,1 1-1 0 0,-1 0 1 0 0,1 1 0 0 0,0-1 0 0 0,-9 7 0 0 0,-9 8-760 0 0,-30 27 0 0 0,46-36-108 0 0,0-1 0 0 0,0 2 0 0 0,0-1 0 0 0,1 1 0 0 0,0 0-1 0 0,1 0 1 0 0,-6 13 0 0 0,2 4 5 0 0,0 1 0 0 0,2-1 0 0 0,1 1 0 0 0,2 1 0 0 0,-2 27 0 0 0,3 4 0 0 0,6 80 0 0 0,-1-105 0 0 0,2 0 0 0 0,2 0 0 0 0,1 0 0 0 0,2-1 0 0 0,19 51 0 0 0,-21-70 0 0 0,0 0 0 0 0,0 0 0 0 0,1-1 0 0 0,1 0 0 0 0,0 0 0 0 0,15 15 0 0 0,-17-22 0 0 0,0 1 0 0 0,1-1 0 0 0,-1 0 0 0 0,1-1 0 0 0,0 1 0 0 0,1-2 0 0 0,-1 1 0 0 0,1-1 0 0 0,0-1 0 0 0,0 1 0 0 0,11 1 0 0 0,-9-3 0 0 0,1 0 0 0 0,-1-1 0 0 0,0-1 0 0 0,1 0 0 0 0,-1-1 0 0 0,0 0 0 0 0,1 0 0 0 0,-1-1 0 0 0,0-1 0 0 0,0 0 0 0 0,0 0 0 0 0,-1-1 0 0 0,1-1 0 0 0,-1 0 0 0 0,0 0 0 0 0,0-1 0 0 0,-1 0 0 0 0,12-10 0 0 0,-7 5 0 0 0,0-1 0 0 0,-2 0 0 0 0,1-1 0 0 0,-1-1 0 0 0,-1 0 0 0 0,-1 0 0 0 0,0-1 0 0 0,0 0 0 0 0,-2-1 0 0 0,13-32 0 0 0,-18 39 0 0 0,0 1 0 0 0,-1 0 0 0 0,-1-1 0 0 0,1 0 0 0 0,-1 0 0 0 0,-1 1 0 0 0,0-1 0 0 0,0 0 0 0 0,-1 0 0 0 0,0 1 0 0 0,0-1 0 0 0,-1 0 0 0 0,0 1 0 0 0,0 0 0 0 0,-4-9 0 0 0,3 11 0 0 0,0 1 0 0 0,0-1 0 0 0,0 1 0 0 0,-1 0 0 0 0,1 0 0 0 0,-1 0 0 0 0,0 0 0 0 0,-1 1 0 0 0,1 0 0 0 0,-1 0 0 0 0,0 0 0 0 0,0 0 0 0 0,0 1 0 0 0,-1 0 0 0 0,1 0 0 0 0,-1 0 0 0 0,1 1 0 0 0,-1-1 0 0 0,0 1 0 0 0,0 1 0 0 0,-11-2 0 0 0,11 2 0 0 0,-1 1 0 0 0,1 0 0 0 0,0 0 0 0 0,0 1 0 0 0,-1 0 0 0 0,1 0 0 0 0,0 0 0 0 0,0 1 0 0 0,0 0 0 0 0,0 0 0 0 0,0 1 0 0 0,0-1 0 0 0,1 1 0 0 0,-1 1 0 0 0,1-1 0 0 0,0 1 0 0 0,0 0 0 0 0,0 0 0 0 0,0 0 0 0 0,1 1 0 0 0,0-1 0 0 0,0 1 0 0 0,-5 7 0 0 0,-1 3 0 0 0,1-1 0 0 0,0 2 0 0 0,1-1 0 0 0,0 2 0 0 0,2-1 0 0 0,0 0 0 0 0,-4 19 0 0 0,6-18 161 0 0,0 0 0 0 0,2 0 0 0 0,0 1 0 0 0,1 34 0 0 0,1-48-316 0 0,0 1 0 0 0,0-1 1 0 0,1 1-1 0 0,0-1 0 0 0,-1 1 0 0 0,2-1 0 0 0,-1 0 1 0 0,0 1-1 0 0,1-1 0 0 0,0 0 0 0 0,0 0 0 0 0,0 0 0 0 0,0 0 1 0 0,1-1-1 0 0,0 1 0 0 0,-1 0 0 0 0,1-1 0 0 0,1 0 1 0 0,-1 0-1 0 0,0 0 0 0 0,1 0 0 0 0,-1 0 0 0 0,1-1 0 0 0,0 0 1 0 0,4 3-1 0 0,5-2-5212 0 0,1 1 0 0 0,22 1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16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169 190 4642 0 0,'-7'0'2953'0'0,"1"0"0"0"0,0 0 0 0 0,0 1 0 0 0,0 0 0 0 0,-10 2 0 0 0,-7 9 3741 0 0,21-11-6355 0 0,0 1 0 0 0,0-1-1 0 0,1 1 1 0 0,-1 0 0 0 0,1 0 0 0 0,-1 0-1 0 0,1 0 1 0 0,0 0 0 0 0,-2 3 0 0 0,-4 13-281 0 0,2-1 0 0 0,0 1 0 0 0,0 0 0 0 0,2 0 0 0 0,0 1 0 0 0,0 30 0 0 0,4 8-98 0 0,6 56-1 0 0,3-38 41 0 0,2 1 0 0 0,4-2 0 0 0,36 103 0 0 0,-48-155 0 0 0,-13-29 0 0 0,4 0 0 0 0,0 0 0 0 0,0-1 0 0 0,-6-15 0 0 0,-9-40 0 0 0,3 0 0 0 0,-12-91 0 0 0,18 90 0 0 0,7 41 0 0 0,-27-179 0 0 0,28 164 0 0 0,1 1 0 0 0,1-1 0 0 0,7-48 0 0 0,-5 75 0 0 0,1-1 0 0 0,1 1 0 0 0,0-1 0 0 0,0 1 0 0 0,1 0 0 0 0,0 0 0 0 0,1 0 0 0 0,7-11 0 0 0,-10 19 0 0 0,0-1 0 0 0,1 1 0 0 0,-1 0 0 0 0,1 0 0 0 0,0 0 0 0 0,0 0 0 0 0,0 0 0 0 0,0 1 0 0 0,1-1 0 0 0,-1 1 0 0 0,0 0 0 0 0,1 0 0 0 0,0 0 0 0 0,0 1 0 0 0,-1-1 0 0 0,1 1 0 0 0,0 0 0 0 0,0 0 0 0 0,0 0 0 0 0,0 0 0 0 0,0 1 0 0 0,0 0 0 0 0,0 0 0 0 0,0 0 0 0 0,1 0 0 0 0,4 1 0 0 0,-2 1 0 0 0,1-1 0 0 0,-1 1 0 0 0,1 1 0 0 0,-1-1 0 0 0,0 1 0 0 0,0 1 0 0 0,0-1 0 0 0,-1 1 0 0 0,1 0 0 0 0,-1 1 0 0 0,0-1 0 0 0,10 10 0 0 0,-9-6 0 0 0,0 0 0 0 0,-1 1 0 0 0,1 0 0 0 0,-2 0 0 0 0,1 0 0 0 0,-1 1 0 0 0,-1 0 0 0 0,5 13 0 0 0,-3-4 0 0 0,-1 1 0 0 0,-1-1 0 0 0,-1 1 0 0 0,-1-1 0 0 0,-1 1 0 0 0,0 0 0 0 0,-2-1 0 0 0,0 1 0 0 0,-6 32 0 0 0,3-36 0 0 0,0-1 0 0 0,-1 0 0 0 0,0 0 0 0 0,-1 0 0 0 0,-1-1 0 0 0,-1 0 0 0 0,-15 23 0 0 0,20-32 0 0 0,-1-1 0 0 0,1 1 0 0 0,-1-1 0 0 0,1 0 0 0 0,-1 0 0 0 0,0 0 0 0 0,-1-1 0 0 0,1 0 0 0 0,-1 0 0 0 0,1 0 0 0 0,-1 0 0 0 0,0 0 0 0 0,0-1 0 0 0,0 0 0 0 0,-1 0 0 0 0,1-1 0 0 0,0 1 0 0 0,-1-1 0 0 0,1 0 0 0 0,-1-1 0 0 0,1 1 0 0 0,-1-1 0 0 0,1 0 0 0 0,-10-1 0 0 0,14 0-136 0 0,-1 1 0 0 0,0 0 0 0 0,0-1 0 0 0,0 1 0 0 0,0-1 0 0 0,1 0 0 0 0,-1 1 0 0 0,0-1 0 0 0,0 0 0 0 0,1 0 1 0 0,-1 0-1 0 0,1 0 0 0 0,-1-1 0 0 0,1 1 0 0 0,-1 0 0 0 0,1-1 0 0 0,-2-1 0 0 0,2 0-824 0 0,-1 0 0 0 0,1 0 0 0 0,0 0 1 0 0,0 0-1 0 0,0-1 0 0 0,1 1 0 0 0,-1 0 0 0 0,1-1 0 0 0,0-4 0 0 0,-3-31-15599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16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10 960 0 0,'0'-9'14087'0'0,"-7"30"2801"0"0,6 4-16056 0 0,-2 11-832 0 0,-1 30 0 0 0,3 26 0 0 0,2-1 0 0 0,3 12 0 0 0,7 5 0 0 0,13-22-512 0 0,8-28-14855 0 0,-13-24 1841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16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 4802 0 0,'48'-62'14327'0'0,"24"125"-689"0"0,-5 97-13638 0 0,-27-18 0 0 0,-18-44 0 0 0,1-13 0 0 0,2-7 0 0 0,4-11 0 0 0,2-18 0 0 0,-4-19-5234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17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541 0 7523 0 0,'-57'55'21530'0'0,"-35"33"-17816"0"0,22-3-3714 0 0,9-5 0 0 0,0-5 0 0 0,4-8 0 0 0,6-10 0 0 0,12-12 0 0 0,12-24-6675 0 0,1-22-10453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0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321 12 800 0 0,'5'-11'11073'0'0,"-11"10"-3486"0"0,-33 26 2705 0 0,-63 49-6690 0 0,73-51-3749 0 0,1 2 0 0 0,1 1 1 0 0,-40 50-1 0 0,39-39 147 0 0,35-40 0 0 0,1 0 0 0 0,-1 1 0 0 0,0 0 0 0 0,15-2 0 0 0,12-4 0 0 0,-33 8 0 0 0,38-12 0 0 0,1 1 0 0 0,0 3 0 0 0,45-5 0 0 0,-73 12 0 0 0,0 0 0 0 0,1 2 0 0 0,-1-1 0 0 0,0 1 0 0 0,0 1 0 0 0,0 0 0 0 0,0 1 0 0 0,0 0 0 0 0,0 1 0 0 0,-1 0 0 0 0,1 0 0 0 0,-1 2 0 0 0,0-1 0 0 0,-1 1 0 0 0,13 10 0 0 0,-14-8 0 0 0,0 0 0 0 0,-1 1 0 0 0,0 0 0 0 0,0 0 0 0 0,-1 1 0 0 0,-1 0 0 0 0,1 0 0 0 0,-2 1 0 0 0,1 0 0 0 0,-1 0 0 0 0,-1 0 0 0 0,0 0 0 0 0,-1 1 0 0 0,0-1 0 0 0,-1 1 0 0 0,0 0 0 0 0,-1 0 0 0 0,0 0 0 0 0,-1 12 0 0 0,0-15 0 0 0,-1 0 0 0 0,1 0 0 0 0,-2-1 0 0 0,1 1 0 0 0,-1-1 0 0 0,-1 1 0 0 0,0-1 0 0 0,0 0 0 0 0,0 0 0 0 0,-1 0 0 0 0,0 0 0 0 0,-1 0 0 0 0,0-1 0 0 0,0 0 0 0 0,0 0 0 0 0,-1-1 0 0 0,0 1 0 0 0,0-1 0 0 0,-1 0 0 0 0,0-1 0 0 0,0 1 0 0 0,0-2 0 0 0,0 1 0 0 0,-1-1 0 0 0,0 0 0 0 0,-11 4 0 0 0,8-5 47 0 0,0 0 0 0 0,0-1 0 0 0,0 0 0 0 0,0-1 0 0 0,0 0 0 0 0,0 0 0 0 0,0-2 0 0 0,-1 1 0 0 0,1-1-1 0 0,0-1 1 0 0,0 0 0 0 0,0-1 0 0 0,0 0 0 0 0,-13-6 0 0 0,14 5-443 0 0,1-1-1 0 0,-1 0 1 0 0,1 0-1 0 0,0-1 1 0 0,0 0 0 0 0,1-1-1 0 0,-1 0 1 0 0,2 0-1 0 0,-11-12 1 0 0,1-5-7755 0 0,-16-29 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0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0 171 10085 0 0,'40'-2'20169'0'0,"5"-6"-17656"0"0,14-9-2513 0 0,9-6 0 0 0,-1-1 0 0 0,-14 5 0 0 0,-4-3 0 0 0,1 2 0 0 0,4 2 0 0 0,1 6 0 0 0,1 7 0 0 0,0 17 0 0 0,-7 7-5555 0 0,-12 10-14294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0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43 229 5202 0 0,'-2'0'5407'0'0,"-27"2"11564"0"0,18 3-11784 0 0,17 19-5187 0 0,1 0 0 0 0,-2 0 0 0 0,0 0 0 0 0,1 27 0 0 0,-2 82 0 0 0,13 145 0 0 0,-12-247 0 0 0,1 0 0 0 0,1 0 0 0 0,1-1 0 0 0,2 0 0 0 0,1-1 0 0 0,25 48 0 0 0,-29-68 0 0 0,-6-15 0 0 0,-7-22 0 0 0,4 22 0 0 0,-36-137 0 0 0,-9-36 0 0 0,9-56 0 0 0,34 196 0 0 0,2 0 0 0 0,2 0 0 0 0,8-73 0 0 0,-6 99 0 0 0,1 0 0 0 0,0 0 0 0 0,1 0 0 0 0,0 1 0 0 0,1-1 0 0 0,0 1 0 0 0,1 0 0 0 0,0 1 0 0 0,1-1 0 0 0,1 2 0 0 0,16-21 0 0 0,-17 24 0 0 0,1 0 0 0 0,-1 1 0 0 0,1 0 0 0 0,0 0 0 0 0,1 1 0 0 0,-1 0 0 0 0,1 0 0 0 0,0 1 0 0 0,1 0 0 0 0,-1 1 0 0 0,0 0 0 0 0,1 0 0 0 0,0 1 0 0 0,0 0 0 0 0,0 1 0 0 0,12 0 0 0 0,-18 0 0 0 0,0 1 0 0 0,0 0 0 0 0,0 0 0 0 0,0 1 0 0 0,0-1 0 0 0,0 1 0 0 0,0 0 0 0 0,-1 0 0 0 0,1 0 0 0 0,0 0 0 0 0,0 1 0 0 0,-1 0 0 0 0,1-1 0 0 0,-1 1 0 0 0,0 1 0 0 0,1-1 0 0 0,-1 0 0 0 0,0 1 0 0 0,0-1 0 0 0,0 1 0 0 0,-1 0 0 0 0,1 0 0 0 0,-1 0 0 0 0,0 1 0 0 0,1-1 0 0 0,-1 0 0 0 0,-1 1 0 0 0,1 0 0 0 0,0-1 0 0 0,-1 1 0 0 0,0 0 0 0 0,0 0 0 0 0,1 6 0 0 0,0 2 0 0 0,-1 1 0 0 0,-1-1 0 0 0,0 0 0 0 0,0 1 0 0 0,-1-1 0 0 0,-1 0 0 0 0,0 0 0 0 0,-1 0 0 0 0,-7 22 0 0 0,-1-8 0 0 0,-1 0 0 0 0,-2-1 0 0 0,0-1 0 0 0,-1 0 0 0 0,-1-1 0 0 0,-2-1 0 0 0,0 0 0 0 0,-29 25 0 0 0,39-39 0 0 0,-1-1 0 0 0,0 0 0 0 0,0-1 0 0 0,0 0 0 0 0,-17 7 0 0 0,25-12 0 0 0,-1 0 0 0 0,1-1 0 0 0,0 1 0 0 0,-1-1 0 0 0,1 1 0 0 0,-1-1 0 0 0,1 0 0 0 0,-1 0 0 0 0,1 1 0 0 0,-1-1 0 0 0,1 0 0 0 0,0 0 0 0 0,-1-1 0 0 0,1 1 0 0 0,-1 0 0 0 0,1 0 0 0 0,-1-1 0 0 0,1 1 0 0 0,-1-1 0 0 0,1 1 0 0 0,0-1 0 0 0,-1 1 0 0 0,1-1 0 0 0,0 0 0 0 0,0 0 0 0 0,-1 0 0 0 0,1 0 0 0 0,0 0 0 0 0,0 0 0 0 0,0 0 0 0 0,0 0 0 0 0,0 0 0 0 0,0 0 0 0 0,1 0 0 0 0,-1-1 0 0 0,0 1 0 0 0,0-3 0 0 0,-1 0 0 0 0,1 0 0 0 0,-1 0 0 0 0,1 0 0 0 0,1 0 0 0 0,-1 0 0 0 0,0 0 0 0 0,1 0 0 0 0,0 0 0 0 0,0-1 0 0 0,0 1 0 0 0,1 0 0 0 0,1-7 0 0 0,19-34-3460 0 0,7-7-13842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1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3522 0 0,'17'-8'26572'0'0,"-6"32"-23899"0"0,9 33-2673 0 0,-6 5 0 0 0,-4 7 0 0 0,-2 5 0 0 0,-5-13 0 0 0,-3-5 0 0 0,1 1 0 0 0,-1-2 0 0 0,-1-1 0 0 0,-17-11-8916 0 0,-22-23-10373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2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20 9364 0 0,'-14'-7'9453'0'0,"-10"-4"214"0"0,21 9-6554 0 0,12 6-1943 0 0,17 8-1170 0 0,1 1 0 0 0,-2 2 0 0 0,0 1 0 0 0,-1 1 0 0 0,0 0 0 0 0,-1 2 0 0 0,28 31 0 0 0,5 13 0 0 0,58 87 0 0 0,-71-90 0 0 0,3-1 0 0 0,61 60 0 0 0,-106-117-119 0 0,0-1 1 0 0,0 0-1 0 0,0 0 0 0 0,0 0 1 0 0,0 0-1 0 0,0 0 0 0 0,0 0 0 0 0,1 0 1 0 0,-1 0-1 0 0,1 0 0 0 0,-1-1 1 0 0,0 1-1 0 0,1-1 0 0 0,-1 1 1 0 0,1-1-1 0 0,-1 1 0 0 0,1-1 1 0 0,0 0-1 0 0,-1 0 0 0 0,1 1 1 0 0,-1-1-1 0 0,1 0 0 0 0,-1-1 0 0 0,1 1 1 0 0,-1 0-1 0 0,1 0 0 0 0,2-1 1 0 0,-2-1-589 0 0,0 1 0 0 0,-1 0 0 0 0,1-1 0 0 0,0 1 0 0 0,0-1 1 0 0,-1 0-1 0 0,1 1 0 0 0,-1-1 0 0 0,1 0 0 0 0,-1 0 0 0 0,2-3 1 0 0,16-44-17535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2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868 11 2961 0 0,'-29'-10'17048'0'0,"4"19"-4290"0"0,-9 29-12758 0 0,-12 33 0 0 0,-23 24 0 0 0,2-14 0 0 0,-13 2 0 0 0,-21 9 0 0 0,-10-5 0 0 0,6-8 0 0 0,4-24-7716 0 0,2-25-9812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4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527 29 11845 0 0,'-26'0'1864'0'0,"-1"1"-1"0"0,1 1 0 0 0,-1 1 1 0 0,1 2-1 0 0,0 0 0 0 0,0 2 0 0 0,-31 12 1 0 0,39-11-1318 0 0,0 1 1 0 0,0 1 0 0 0,1 1 0 0 0,0 0 0 0 0,1 1 0 0 0,0 0 0 0 0,1 2-1 0 0,0 0 1 0 0,1 0 0 0 0,-14 21 0 0 0,15-19-547 0 0,1 0 0 0 0,1 1 0 0 0,0 1 0 0 0,1 0 0 0 0,1 0 0 0 0,1 1 0 0 0,-10 34 0 0 0,17-52 0 0 0,1-1 0 0 0,0 1 0 0 0,0-1 0 0 0,0 1 0 0 0,0 0 0 0 0,-1-1 0 0 0,1 1 0 0 0,0 0 0 0 0,0-1 0 0 0,0 1 0 0 0,0 0 0 0 0,0-1 0 0 0,0 1 0 0 0,1 0 0 0 0,-1-1 0 0 0,0 1 0 0 0,0 0 0 0 0,0-1 0 0 0,1 1 0 0 0,-1-1 0 0 0,0 1 0 0 0,1-1 0 0 0,-1 1 0 0 0,0 0 0 0 0,1-1 0 0 0,-1 1 0 0 0,1-1 0 0 0,-1 1 0 0 0,1-1 0 0 0,-1 0 0 0 0,1 1 0 0 0,-1-1 0 0 0,1 1 0 0 0,-1-1 0 0 0,1 0 0 0 0,0 1 0 0 0,26-1 0 0 0,-14-1 0 0 0,62 1 0 0 0,0 3 0 0 0,102 18 0 0 0,-151-16 0 0 0,0 1 0 0 0,-1 1 0 0 0,0 1 0 0 0,0 1 0 0 0,-1 1 0 0 0,0 2 0 0 0,-1 0 0 0 0,0 1 0 0 0,-1 2 0 0 0,28 23 0 0 0,-40-29 0 0 0,-1 1 0 0 0,0 0 0 0 0,-1 0 0 0 0,0 1 0 0 0,0 0 0 0 0,-1 1 0 0 0,-1-1 0 0 0,0 1 0 0 0,0 1 0 0 0,-2-1 0 0 0,1 1 0 0 0,-1 0 0 0 0,3 23 0 0 0,-6-27 0 0 0,0 0 0 0 0,0 0 0 0 0,-1-1 0 0 0,0 1 0 0 0,-1 0 0 0 0,0 0 0 0 0,0 0 0 0 0,-1-1 0 0 0,0 1 0 0 0,0-1 0 0 0,-1 1 0 0 0,0-1 0 0 0,-1 0 0 0 0,0 0 0 0 0,0 0 0 0 0,0-1 0 0 0,-1 1 0 0 0,-1-1 0 0 0,1 0 0 0 0,-1-1 0 0 0,-12 12 0 0 0,10-13 0 0 0,0 0 0 0 0,0 0 0 0 0,0-1 0 0 0,-1 0 0 0 0,1 0 0 0 0,-1-1 0 0 0,0 0 0 0 0,0 0 0 0 0,0-1 0 0 0,-1 0 0 0 0,1-1 0 0 0,0 0 0 0 0,-1-1 0 0 0,1 0 0 0 0,-1 0 0 0 0,1-1 0 0 0,-13-2 0 0 0,12 1 0 0 0,-1 0 0 0 0,1-1 0 0 0,0 0 0 0 0,0 0 0 0 0,0-1 0 0 0,1 0 0 0 0,0-1 0 0 0,-1 0 0 0 0,1-1 0 0 0,1 0 0 0 0,-1 0 0 0 0,1-1 0 0 0,0 0 0 0 0,1 0 0 0 0,-10-12 0 0 0,8 5 0 0 0,0-1 0 0 0,2 1 0 0 0,0-1 0 0 0,0 0 0 0 0,2-1 0 0 0,0 0 0 0 0,0 0 0 0 0,2 0 0 0 0,0 0 0 0 0,1 0 0 0 0,0-1 0 0 0,1 1 0 0 0,2-23 0 0 0,2 7 0 0 0,1 0 0 0 0,1 1 0 0 0,2-1 0 0 0,1 1 0 0 0,2 0 0 0 0,13-30 0 0 0,140-255 0 0 0,-135 264 0 0 0,-27 52 0 0 0,1-4 0 0 0,0 0 0 0 0,0 0 0 0 0,0 0 0 0 0,0 0 0 0 0,0 0 0 0 0,-1-1 0 0 0,1-4 0 0 0,-2 11 0 0 0,-1-1 0 0 0,0 1 0 0 0,1-1 0 0 0,-1 1 0 0 0,0-1 0 0 0,0 0 0 0 0,0 1 0 0 0,0-1 0 0 0,0 0 0 0 0,0 0 0 0 0,0 0 0 0 0,-1 0 0 0 0,1 0 0 0 0,0 0 0 0 0,-1 0 0 0 0,1 0 0 0 0,-1 0 0 0 0,1-1 0 0 0,-3 2 0 0 0,-41 15 0 0 0,20-8 0 0 0,-71 41 0 0 0,71-34 0 0 0,-1-2 0 0 0,-53 20 0 0 0,73-32 62 0 0,-19 7 143 0 0,25-9-237 0 0,-1 0 1 0 0,1 0-1 0 0,-1 1 1 0 0,1-1-1 0 0,-1 0 1 0 0,1 1-1 0 0,0-1 1 0 0,-1 0-1 0 0,1 1 1 0 0,0-1-1 0 0,-1 0 0 0 0,1 1 1 0 0,0-1-1 0 0,-1 0 1 0 0,1 1-1 0 0,0-1 1 0 0,0 1-1 0 0,0-1 1 0 0,-1 1-1 0 0,1-1 1 0 0,0 1-1 0 0,0-1 0 0 0,0 1 1 0 0,0-1-1 0 0,0 1 1 0 0,0-1-1 0 0,0 1 1 0 0,0-1-1 0 0,0 1 1 0 0,0-1-1 0 0,0 1 1 0 0,0-1-1 0 0,0 0 0 0 0,0 1 1 0 0,1-1-1 0 0,-1 1 1 0 0,0-1-1 0 0,0 1 1 0 0,0-1-1 0 0,1 1 1 0 0,-1-1-1 0 0,0 0 1 0 0,1 1-1 0 0,0 0 0 0 0,2 2-1196 0 0,1 1 0 0 0,0-1-1 0 0,0 0 1 0 0,1 0 0 0 0,-1 0-1 0 0,7 3 1 0 0,23 4-19867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4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0 341 8884 0 0,'1'62'18804'0'0,"4"-20"-13725"0"0,35 180-5079 0 0,79 245 0 0 0,-112-446 0 0 0,-5-15 0 0 0,1 0 0 0 0,-1 0 0 0 0,0 0 0 0 0,0 0 0 0 0,-1 1 0 0 0,0-1 0 0 0,0 0 0 0 0,-1 1 0 0 0,0 11 0 0 0,0-18 0 0 0,0 0 0 0 0,0 0 0 0 0,0 0 0 0 0,0 0 0 0 0,0 0 0 0 0,0 1 0 0 0,-1-1 0 0 0,1 0 0 0 0,0 0 0 0 0,0 0 0 0 0,0 0 0 0 0,0 0 0 0 0,0 0 0 0 0,-1 0 0 0 0,1 0 0 0 0,0 0 0 0 0,0 0 0 0 0,0 0 0 0 0,0 0 0 0 0,0 0 0 0 0,-1 0 0 0 0,1 0 0 0 0,0 0 0 0 0,0-1 0 0 0,0 1 0 0 0,0 0 0 0 0,0 0 0 0 0,0 0 0 0 0,-1 0 0 0 0,1 0 0 0 0,0 0 0 0 0,0 0 0 0 0,0 0 0 0 0,0 0 0 0 0,0 0 0 0 0,0-1 0 0 0,0 1 0 0 0,0 0 0 0 0,0 0 0 0 0,-1 0 0 0 0,1 0 0 0 0,0 0 0 0 0,0 0 0 0 0,0-1 0 0 0,0 1 0 0 0,0 0 0 0 0,0 0 0 0 0,0 0 0 0 0,0 0 0 0 0,0 0 0 0 0,0-1 0 0 0,0 1 0 0 0,0 0 0 0 0,0 0 0 0 0,0 0 0 0 0,0 0 0 0 0,0 0 0 0 0,0-1 0 0 0,-22-44 0 0 0,3-1 0 0 0,1-1 0 0 0,2-1 0 0 0,2 0 0 0 0,2-1 0 0 0,-7-70 0 0 0,9 9 0 0 0,8-202 0 0 0,17 134 0 0 0,-12 156 0 0 0,2 1 0 0 0,0-1 0 0 0,2 1 0 0 0,0 0 0 0 0,20-38 0 0 0,-24 54 0 0 0,0-1 0 0 0,1 1 0 0 0,-1 0 0 0 0,1 0 0 0 0,1 0 0 0 0,-1 0 0 0 0,1 1 0 0 0,5-4 0 0 0,-9 7 0 0 0,0 0 0 0 0,1 0 0 0 0,-1 0 0 0 0,0 0 0 0 0,1 1 0 0 0,-1-1 0 0 0,1 0 0 0 0,-1 1 0 0 0,1-1 0 0 0,-1 1 0 0 0,1 0 0 0 0,0-1 0 0 0,-1 1 0 0 0,1 0 0 0 0,0 0 0 0 0,-1 0 0 0 0,1 0 0 0 0,-1 0 0 0 0,1 1 0 0 0,0-1 0 0 0,-1 0 0 0 0,1 1 0 0 0,-1-1 0 0 0,1 1 0 0 0,-1 0 0 0 0,1-1 0 0 0,-1 1 0 0 0,1 0 0 0 0,-1 0 0 0 0,0 0 0 0 0,0 0 0 0 0,1 0 0 0 0,-1 0 0 0 0,0 0 0 0 0,2 3 0 0 0,2 4 0 0 0,0 1 0 0 0,0 0 0 0 0,-1 0 0 0 0,0 1 0 0 0,0-1 0 0 0,-1 1 0 0 0,0 0 0 0 0,-1 0 0 0 0,0-1 0 0 0,-1 2 0 0 0,1 13 0 0 0,-2 2 0 0 0,0-1 0 0 0,-1 1 0 0 0,-2 0 0 0 0,0-1 0 0 0,-9 33 0 0 0,-45 123 0 0 0,44-142 0 0 0,5-15 0 0 0,5-13 0 0 0,-1 1 0 0 0,0-1 0 0 0,0-1 0 0 0,-1 1 0 0 0,0-1 0 0 0,-1 1 0 0 0,0-2 0 0 0,-11 14 0 0 0,-8 7 814 0 0,13-9-5395 0 0,3 3-14254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24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3201 0 0,'-3'4'18130'0'0,"2"2"-10756"0"0,2 3-4748 0 0,1 3-3682 0 0,-1-5 2902 0 0,8 75-1266 0 0,12 74-371 0 0,-16-134-237 0 0,0 0-1 0 0,2-1 0 0 0,0 1 1 0 0,21 39-1 0 0,-24-54 29 0 0,1 1 0 0 0,-1-1 0 0 0,1 0 0 0 0,1 0 0 0 0,11 12 0 0 0,-15-17 0 0 0,0-1 0 0 0,1 1 0 0 0,-1 0 0 0 0,1 0 0 0 0,0-1 0 0 0,-1 0 0 0 0,1 1 0 0 0,0-1 0 0 0,0 0 0 0 0,-1 0 0 0 0,1-1 0 0 0,0 1 0 0 0,0 0 0 0 0,0-1 0 0 0,0 0 0 0 0,0 0 0 0 0,0 0 0 0 0,0 0 0 0 0,0 0 0 0 0,6-2 0 0 0,-2 0 0 0 0,0-1 0 0 0,0-1 0 0 0,0 1 0 0 0,0-1 0 0 0,0 0 0 0 0,-1-1 0 0 0,0 0 0 0 0,0 0 0 0 0,0 0 0 0 0,0-1 0 0 0,-1 1 0 0 0,0-1 0 0 0,0-1 0 0 0,-1 1 0 0 0,0-1 0 0 0,0 1 0 0 0,0-1 0 0 0,3-10 0 0 0,3-7 0 0 0,-1 0 0 0 0,-1 0 0 0 0,-1-1 0 0 0,5-36 0 0 0,-10 48 0 0 0,-1 0 0 0 0,0-1 0 0 0,-1 1 0 0 0,-1-1 0 0 0,0 1 0 0 0,-1 0 0 0 0,-5-19 0 0 0,6 25 0 0 0,-2 0 0 0 0,1 0 0 0 0,-1 0 0 0 0,1 1 0 0 0,-2-1 0 0 0,1 1 0 0 0,-1 0 0 0 0,0 0 0 0 0,0 0 0 0 0,-1 0 0 0 0,0 1 0 0 0,0-1 0 0 0,0 1 0 0 0,-12-8 0 0 0,17 12 0 0 0,-1 1 0 0 0,0-1 0 0 0,0 1 0 0 0,1-1 0 0 0,-1 1 0 0 0,0 0 0 0 0,0-1 0 0 0,0 1 0 0 0,0 0 0 0 0,1-1 0 0 0,-1 1 0 0 0,0 0 0 0 0,0 0 0 0 0,0 0 0 0 0,0 0 0 0 0,0 0 0 0 0,0 0 0 0 0,0 0 0 0 0,0 0 0 0 0,1 0 0 0 0,-1 0 0 0 0,0 1 0 0 0,0-1 0 0 0,0 0 0 0 0,0 0 0 0 0,0 1 0 0 0,1-1 0 0 0,-1 1 0 0 0,0-1 0 0 0,0 1 0 0 0,1-1 0 0 0,-1 1 0 0 0,0-1 0 0 0,1 1 0 0 0,-1 0 0 0 0,0-1 0 0 0,1 1 0 0 0,-1 0 0 0 0,1 0 0 0 0,-1-1 0 0 0,1 1 0 0 0,-1 0 0 0 0,1 0 0 0 0,0 0 0 0 0,-1-1 0 0 0,1 1 0 0 0,0 0 0 0 0,0 1 0 0 0,-2 6 0 0 0,0 0 0 0 0,1-1 0 0 0,-1 1 0 0 0,1 13 0 0 0,1 51 0 0 0,4 0 0 0 0,2-1 0 0 0,4 1 0 0 0,2-1 0 0 0,26 80 0 0 0,8 46 220 0 0,-25-98-1833 0 0,-11-47-7012 0 0,-12-23-8041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39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0 8324 0 0,'-10'3'5275'0'0,"-35"9"9563"0"0,18-13-10508 0 0,25 0-4330 0 0,10-1 0 0 0,6-2 0 0 0,0 2 0 0 0,1 0 0 0 0,-1 1 0 0 0,0 0 0 0 0,1 1 0 0 0,-1 0 0 0 0,1 2 0 0 0,-1-1 0 0 0,0 2 0 0 0,22 6 0 0 0,35 14 0 0 0,-10-3 0 0 0,63 29 0 0 0,-54-20 0 0 0,0-4 0 0 0,106 24 0 0 0,66 23 0 0 0,144 114 0 0 0,-380-183 0 0 0,49 31 0 0 0,-1 2 0 0 0,-3 2 0 0 0,52 49 0 0 0,83 61 0 0 0,-33-33 0 0 0,-131-95 0 0 0,-1 1 0 0 0,0 1 0 0 0,-2 0 0 0 0,25 39 0 0 0,125 259 0 0 0,-101-180 0 0 0,-20-33 0 0 0,47 154 0 0 0,-70-186 0 0 0,-10-26 0 0 0,-3 0 0 0 0,-2 1 0 0 0,8 95 0 0 0,-14 155 0 0 0,-5-184 0 0 0,-13 300 0 0 0,6-336 0 0 0,-4-1 0 0 0,-3 0 0 0 0,-29 89 0 0 0,0-30 0 0 0,-21 69 0 0 0,-2 8 0 0 0,51-165 0 0 0,-2 0 0 0 0,-2-2 0 0 0,-3 0 0 0 0,-55 86 0 0 0,-11 4 0 0 0,47-71 0 0 0,-2-1 0 0 0,-77 86 0 0 0,82-107 0 0 0,3 1 0 0 0,1 2 0 0 0,3 2 0 0 0,-33 66 0 0 0,9-20 0 0 0,34-61 0 0 0,1 2 0 0 0,-30 70 0 0 0,33-52 0 0 0,-12 59 0 0 0,21-84 0 0 0,-1-1 0 0 0,-2 0 0 0 0,-1-1 0 0 0,-1-1 0 0 0,-1 0 0 0 0,-25 32 0 0 0,-5 13 0 0 0,36-56 0 0 0,3-7 0 0 0,0 1 0 0 0,0 0 0 0 0,2 0 0 0 0,-1 1 0 0 0,-3 14 0 0 0,3-10 0 0 0,0 0 0 0 0,-1-1 0 0 0,0 1 0 0 0,-1-1 0 0 0,0-1 0 0 0,-1 1 0 0 0,-1-1 0 0 0,-17 19 0 0 0,25-30 0 0 0,-1-1 0 0 0,1 1 0 0 0,-1-1 0 0 0,0 0 0 0 0,0 1 0 0 0,0-1 0 0 0,0 0 0 0 0,0 0 0 0 0,0 0 0 0 0,0 0 0 0 0,0-1 0 0 0,-3 2 0 0 0,-17 9 0 0 0,16-8 0 0 0,0 0 0 0 0,0 0 0 0 0,0 0 0 0 0,0-1 0 0 0,0 0 0 0 0,0 0 0 0 0,0 0 0 0 0,-1-1 0 0 0,1 0 0 0 0,-13 1 0 0 0,-12 3 0 0 0,-216 50 0 0 0,205-43 0 0 0,1 2 0 0 0,0 2 0 0 0,-69 38 0 0 0,102-50 0 0 0,-2 3 0 0 0,0-1 0 0 0,-1 0 0 0 0,0 0 0 0 0,0-1 0 0 0,0-1 0 0 0,-1 0 0 0 0,0 0 0 0 0,-23 3 0 0 0,35-7 0 0 0,-1 0 0 0 0,1 0 0 0 0,0 1 0 0 0,-1-1 0 0 0,1 0 0 0 0,-1 0 0 0 0,1 0 0 0 0,-1 0 0 0 0,1 0 0 0 0,0 0 0 0 0,-1 0 0 0 0,1 0 0 0 0,-1 0 0 0 0,1 0 0 0 0,-1 0 0 0 0,1 0 0 0 0,-1 0 0 0 0,1 0 0 0 0,0 0 0 0 0,-1-1 0 0 0,1 1 0 0 0,-1 0 0 0 0,1 0 0 0 0,0 0 0 0 0,-1-1 0 0 0,1 1 0 0 0,0 0 0 0 0,-1 0 0 0 0,1-1 0 0 0,0 1 0 0 0,-1 0 0 0 0,1-1 0 0 0,0 1 0 0 0,-1 0 0 0 0,1-1 0 0 0,0 1 0 0 0,0-1 0 0 0,0 1 0 0 0,-1 0 0 0 0,1-1 0 0 0,0 1 0 0 0,0-1 0 0 0,0 1 0 0 0,0-1 0 0 0,0 0 0 0 0,14-27 0 0 0,-12 25 0 0 0,23-36 0 0 0,1 2 0 0 0,45-50 0 0 0,-51 65 0 0 0,1 1 0 0 0,1 1 0 0 0,0 1 0 0 0,49-30 0 0 0,-31 23 0 0 0,60-49 0 0 0,-68 48 0 0 0,1 2 0 0 0,56-32 0 0 0,-82 53 0 0 0,0 1 0 0 0,0 1 0 0 0,-1-1 0 0 0,1 1 0 0 0,1 0 0 0 0,-1 1 0 0 0,0 0 0 0 0,0 0 0 0 0,1 0 0 0 0,-1 1 0 0 0,0 0 0 0 0,11 2 0 0 0,-16-2 0 0 0,1 1 0 0 0,0 0 0 0 0,0-1 0 0 0,-1 1 0 0 0,1 0 0 0 0,-1 0 0 0 0,1 1 0 0 0,-1-1 0 0 0,1 1 0 0 0,-1-1 0 0 0,0 1 0 0 0,0 0 0 0 0,1-1 0 0 0,-1 1 0 0 0,0 0 0 0 0,-1 0 0 0 0,1 1 0 0 0,0-1 0 0 0,-1 0 0 0 0,1 1 0 0 0,-1-1 0 0 0,0 1 0 0 0,0-1 0 0 0,0 1 0 0 0,0 0 0 0 0,0-1 0 0 0,0 1 0 0 0,-1 0 0 0 0,1-1 0 0 0,-1 1 0 0 0,0 0 0 0 0,0 0 0 0 0,0 0 0 0 0,-1 5 0 0 0,0 0 0 0 0,-1 0 0 0 0,1 0 0 0 0,-2 0 0 0 0,1 0 0 0 0,-1 0 0 0 0,-1-1 0 0 0,1 1 0 0 0,-1-1 0 0 0,-9 12 0 0 0,-51 61 0 0 0,53-67 0 0 0,-137 144 0 0 0,90-99 0 0 0,56-57 0 0 0,1 1 0 0 0,-1 0 0 0 0,0-1 0 0 0,1 1 0 0 0,-1 0 0 0 0,1 0 0 0 0,0 0 0 0 0,0 0 0 0 0,0 0 0 0 0,0 0 0 0 0,0 0 0 0 0,0 1 0 0 0,0-1 0 0 0,0 0 0 0 0,1 0 0 0 0,0 1 0 0 0,-1-1 0 0 0,1 0 0 0 0,0 1 0 0 0,0-1 0 0 0,0 0 0 0 0,0 1 0 0 0,1-1 0 0 0,-1 3 0 0 0,2-2 0 0 0,0 0 0 0 0,-1 0 0 0 0,1-1 0 0 0,0 1 0 0 0,0 0 0 0 0,0-1 0 0 0,1 1 0 0 0,-1-1 0 0 0,0 0 0 0 0,1 0 0 0 0,0 0 0 0 0,-1 0 0 0 0,1 0 0 0 0,0 0 0 0 0,0-1 0 0 0,0 0 0 0 0,4 2 0 0 0,11 3 0 0 0,1 0 0 0 0,0-1 0 0 0,0-1 0 0 0,1 0 0 0 0,-1-2 0 0 0,39 1 0 0 0,-4-5 0 0 0,74-12 0 0 0,-68 4 0 0 0,0-2 0 0 0,-1-2 0 0 0,71-28 0 0 0,-99 25 564 0 0,-27 14-885 0 0,0 0 0 0 0,1 0 0 0 0,-1 1 0 0 0,1 0 0 0 0,0 0 0 0 0,-1 0 0 0 0,1 0 0 0 0,0 1 0 0 0,8-2-1 0 0,32 2-12910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40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557 1 80 0 0,'-70'9'10165'0'0,"-42"61"12085"0"0,22 7-21978 0 0,36-27-272 0 0,12-7 0 0 0,6-4 0 0 0,-6-1 0 0 0,2 1 0 0 0,3-7 0 0 0,10-16 0 0 0,21-38-21082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47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 80 0 0,'0'-1'273'0'0,"0"1"1"0"0,-1 0-1 0 0,1-1 1 0 0,0 1-1 0 0,0-1 0 0 0,0 1 1 0 0,0 0-1 0 0,0-1 0 0 0,0 1 1 0 0,0-1-1 0 0,0 1 0 0 0,0-1 1 0 0,0 1-1 0 0,0 0 1 0 0,0-1-1 0 0,1 1 0 0 0,-1-1 1 0 0,0 1-1 0 0,0 0 0 0 0,0-1 1 0 0,1 1-1 0 0,-1-1 0 0 0,0 1 1 0 0,0 0-1 0 0,1-1 1 0 0,-1 1-1 0 0,0 0 0 0 0,0-1 1 0 0,1 1-1 0 0,-1 0 0 0 0,0 0 1 0 0,1-1-1 0 0,-1 1 1 0 0,1 0-1 0 0,-1 0 0 0 0,0 0 1 0 0,1 0-1 0 0,-1-1 0 0 0,1 1 1 0 0,-1 0-1 0 0,1 0 0 0 0,27 0 10470 0 0,-16 1-8564 0 0,103 4 2893 0 0,66 4-1860 0 0,-101-6-4185 0 0,0-4-1 0 0,89-13 1 0 0,-32 2-3484 0 0,-76 6-7687 0 0,-6-4 1059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48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 1121 0 0,'14'-2'3761'0'0,"0"-1"1121"0"0,0 1 641 0 0,2 2 0 0 0,0 2-401 0 0,0-2-560 0 0,4 0-2289 0 0,52 0-2273 0 0,-4 0 0 0 0,-18-5 0 0 0,2 1 0 0 0,8-3 0 0 0,8 2 0 0 0,6 0 0 0 0,-2 2 0 0 0,0 8-2833 0 0,-6 2-9813 0 0,-24-4-2321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48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52 480 0 0,'22'-12'12248'0'0,"7"6"-4190"0"0,-25 5-7408 0 0,44-5 3663 0 0,97-1 0 0 0,-11 17-1608 0 0,-40-1-2705 0 0,0-3 0 0 0,0-4 0 0 0,133-16 0 0 0,-177 5-2473 0 0,-1-15-9893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50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21690 0 0,'164'15'11077'0'0,"-30"-5"-11077"0"0,-34-10 0 0 0,-4-3 0 0 0,4-2 0 0 0,-8 0 0 0 0,-20 5 0 0 0,-28 15 0 0 0,-42 7-18520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46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4082 0 0,'14'-15'5602'0'0,"2"6"1041"0"0,0 8 641 0 0,4 4-321 0 0,54 19-4770 0 0,2-12-2193 0 0,-22-10 0 0 0,-10 2 0 0 0,-2-1 0 0 0,6-6 0 0 0,14 0 0 0 0,20 0 0 0 0,6-18-5475 0 0,-12-1-9491 0 0,16 2 4321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47.2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3682 0 0,'0'-2'4722'0'0,"8"0"1281"0"0,10 1 480 0 0,74-3 5394 0 0,-10 3-11877 0 0,-32-1 0 0 0,2 2 0 0 0,12-2 0 0 0,8 4 0 0 0,0 0 0 0 0,0-4 0 0 0,-4-1 0 0 0,-2 3 0 0 0,-10 10-512 0 0,-6-5-12294 0 0,4-9-480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55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99 335 1601 0 0,'-18'-11'5302'0'0,"-25"-11"3944"0"0,9 15 4752 0 0,34 7-13910 0 0,-1 0 1 0 0,1-1-1 0 0,0 1 0 0 0,-1-1 0 0 0,1 1 0 0 0,0-1 1 0 0,0 1-1 0 0,0 0 0 0 0,-1-1 0 0 0,1 1 0 0 0,0-1 1 0 0,0 1-1 0 0,0-1 0 0 0,0 1 0 0 0,0-1 1 0 0,0 1-1 0 0,0-1 0 0 0,0 1 0 0 0,0-1 0 0 0,0 1 1 0 0,0-1-1 0 0,0 1 0 0 0,0-1 0 0 0,0 1 0 0 0,1-1 1 0 0,-1 1-1 0 0,0-1 0 0 0,0 1 0 0 0,0 0 1 0 0,1-1-1 0 0,-1 1 0 0 0,0-1 0 0 0,1 1 0 0 0,-1 0 1 0 0,0-1-1 0 0,1 0 0 0 0,12-20-694 0 0,-12 21 568 0 0,8-14 38 0 0,0 0 0 0 0,2 2 0 0 0,0-1 0 0 0,21-18 0 0 0,-12 12 0 0 0,-8 7 0 0 0,9-10 0 0 0,1 2 0 0 0,1 0 0 0 0,1 2 0 0 0,30-19 0 0 0,-47 33 0 0 0,0 1 0 0 0,0-1 0 0 0,0 1 0 0 0,1 1 0 0 0,-1 0 0 0 0,1 0 0 0 0,-1 0 0 0 0,1 1 0 0 0,11-1 0 0 0,-14 3 0 0 0,0-1 0 0 0,0 1 0 0 0,0-1 0 0 0,0 2 0 0 0,0-1 0 0 0,0 0 0 0 0,-1 1 0 0 0,1 0 0 0 0,-1 0 0 0 0,1 0 0 0 0,-1 1 0 0 0,0-1 0 0 0,0 1 0 0 0,0 0 0 0 0,0 0 0 0 0,4 5 0 0 0,-3-2 0 0 0,0 0 0 0 0,-1 0 0 0 0,1 0 0 0 0,-2 0 0 0 0,1 1 0 0 0,-1-1 0 0 0,0 1 0 0 0,0 0 0 0 0,-1 0 0 0 0,0 0 0 0 0,0 0 0 0 0,0 0 0 0 0,-1 1 0 0 0,0-1 0 0 0,-1 0 0 0 0,0 1 0 0 0,0-1 0 0 0,0 0 0 0 0,-3 14 0 0 0,-1-1 0 0 0,-1-1 0 0 0,0 0 0 0 0,-2 0 0 0 0,0 0 0 0 0,-1-1 0 0 0,-11 21 0 0 0,-161 263 0 0 0,184-305 0 0 0,-1 1 0 0 0,1-1 0 0 0,-1 1 0 0 0,1 0 0 0 0,0 0 0 0 0,0 0 0 0 0,0 1 0 0 0,0-1 0 0 0,0 1 0 0 0,0 0 0 0 0,9-1 0 0 0,13-5 0 0 0,43-20 0 0 0,-37 14 0 0 0,1 0 0 0 0,0 2 0 0 0,1 2 0 0 0,67-11 0 0 0,-96 20 96 0 0,0 0 0 0 0,0 0 0 0 0,0 1-1 0 0,0-1 1 0 0,-1 1 0 0 0,1 0 0 0 0,0 1 0 0 0,8 2 0 0 0,13 10-4953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56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0 2481 0 0,'-8'9'5122'0'0,"-2"11"3122"0"0,-28 83 8676 0 0,2 8-16920 0 0,4-23 0 0 0,-2-2 0 0 0,10-15 0 0 0,2-6 0 0 0,4-6 0 0 0,8-10 0 0 0,6-15 0 0 0,6-19 0 0 0,12-12 0 0 0,52-11-4834 0 0,28-19-2690 0 0,-136-2-6322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56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36 1521 0 0,'11'-28'25803'0'0,"-22"40"-20360"0"0,2 0-5443 0 0,1 1 0 0 0,0-1 0 0 0,0 1 0 0 0,2 0 0 0 0,0 1 0 0 0,0 0 0 0 0,-5 21 0 0 0,5-19 0 0 0,2 0 0 0 0,0 0 0 0 0,1 0 0 0 0,-2 27 0 0 0,4-39 0 0 0,1 0 0 0 0,0 0 0 0 0,1 1 0 0 0,-1-1 0 0 0,1 0 0 0 0,0 0 0 0 0,0 0 0 0 0,0 0 0 0 0,0 0 0 0 0,1 0 0 0 0,-1 0 0 0 0,1-1 0 0 0,0 1 0 0 0,0 0 0 0 0,1-1 0 0 0,-1 0 0 0 0,1 1 0 0 0,0-1 0 0 0,-1 0 0 0 0,1 0 0 0 0,1-1 0 0 0,-1 1 0 0 0,0-1 0 0 0,5 3 0 0 0,-2-2 0 0 0,0 0 0 0 0,0 0 0 0 0,1 0 0 0 0,-1-1 0 0 0,1 0 0 0 0,0-1 0 0 0,0 1 0 0 0,0-1 0 0 0,-1-1 0 0 0,1 1 0 0 0,0-1 0 0 0,11-1 0 0 0,-7-1 0 0 0,-1 0 0 0 0,0 0 0 0 0,0-1 0 0 0,0-1 0 0 0,0 0 0 0 0,0 0 0 0 0,14-9 0 0 0,-5 0 0 0 0,-1 0 0 0 0,0-1 0 0 0,-1-1 0 0 0,-1-1 0 0 0,0 0 0 0 0,-1-1 0 0 0,14-20 0 0 0,-21 26 0 0 0,-1 0 0 0 0,-1 1 0 0 0,0-2 0 0 0,0 1 0 0 0,-1-1 0 0 0,-1 0 0 0 0,0 0 0 0 0,0 0 0 0 0,-2-1 0 0 0,1 1 0 0 0,-1-1 0 0 0,0-23 0 0 0,-5 25 0 0 0,0 15 0 0 0,-5 27 0 0 0,5-20 0 0 0,-6 27 0 0 0,-68 347 0 0 0,73-350 296 0 0,1 0 0 0 0,3 36 0 0 0,1-58-789 0 0,0 0-1 0 0,0 0 1 0 0,1 0-1 0 0,1 0 1 0 0,0-1-1 0 0,1 0 0 0 0,0 1 1 0 0,8 13-1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56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7 3922 0 0,'-20'-6'23130'0'0,"0"29"-17415"0"0,-2 13-5715 0 0,-8 21 0 0 0,-14 15 0 0 0,4 6 0 0 0,8 1 0 0 0,18-8 0 0 0,8-17 0 0 0,6-7 0 0 0,6-15 0 0 0,0-15 0 0 0,6-17-4434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59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1361 0 0,'-63'8'12082'0'0,"1"7"-712"0"0,38-8-7871 0 0,10-4-2151 0 0,0 1 0 0 0,0 1 0 0 0,-22 11 1 0 0,31-13-1416 0 0,0 0 0 0 0,1 0 0 0 0,-1 1 0 0 0,1-1 0 0 0,0 1 0 0 0,0 0 0 0 0,1 0 0 0 0,-1 0 0 0 0,1 1 0 0 0,0-1 0 0 0,0 1 0 0 0,0 0 0 0 0,-2 6 0 0 0,-4 11 67 0 0,1 0 0 0 0,1 1 0 0 0,1 0 0 0 0,1 0 0 0 0,1 1 0 0 0,-1 33 0 0 0,4-7 0 0 0,3-1 0 0 0,8 54 0 0 0,-8-85 0 0 0,1 0 0 0 0,1 0 0 0 0,1 0 0 0 0,12 33 0 0 0,-15-46 0 0 0,1 0 0 0 0,-1 0 0 0 0,1 0 0 0 0,0 0 0 0 0,0-1 0 0 0,1 1 0 0 0,-1-1 0 0 0,1 0 0 0 0,0 0 0 0 0,0 0 0 0 0,1 0 0 0 0,-1-1 0 0 0,1 0 0 0 0,0 0 0 0 0,0 0 0 0 0,0 0 0 0 0,0-1 0 0 0,0 0 0 0 0,0 0 0 0 0,9 2 0 0 0,-4-2 0 0 0,0-1 0 0 0,0-1 0 0 0,0 0 0 0 0,0 0 0 0 0,0-1 0 0 0,0 0 0 0 0,-1 0 0 0 0,1-1 0 0 0,14-5 0 0 0,-8 1 0 0 0,0 0 0 0 0,0-2 0 0 0,-1 1 0 0 0,0-2 0 0 0,16-12 0 0 0,-13 8 0 0 0,0-2 0 0 0,-1 0 0 0 0,0-1 0 0 0,-1-1 0 0 0,-2-1 0 0 0,1 0 0 0 0,-2 0 0 0 0,18-33 0 0 0,-26 40 0 0 0,0 0 0 0 0,-1-1 0 0 0,0 1 0 0 0,-1-1 0 0 0,0 0 0 0 0,0 0 0 0 0,0-23 0 0 0,-3 28 0 0 0,0 0 0 0 0,0 1 0 0 0,-1-1 0 0 0,1 1 0 0 0,-2-1 0 0 0,1 1 0 0 0,-1 0 0 0 0,0 0 0 0 0,0-1 0 0 0,-1 1 0 0 0,1 0 0 0 0,-1 1 0 0 0,-1-1 0 0 0,1 0 0 0 0,-9-9 0 0 0,8 12 0 0 0,1 0 0 0 0,0 0 0 0 0,-1 1 0 0 0,0 0 0 0 0,1-1 0 0 0,-1 1 0 0 0,0 0 0 0 0,0 1 0 0 0,0-1 0 0 0,-1 1 0 0 0,1 0 0 0 0,0 0 0 0 0,0 0 0 0 0,-1 0 0 0 0,1 1 0 0 0,-1 0 0 0 0,1 0 0 0 0,0 0 0 0 0,-1 0 0 0 0,1 1 0 0 0,0 0 0 0 0,-1 0 0 0 0,1 0 0 0 0,0 0 0 0 0,-7 3 0 0 0,0 1 0 0 0,0 0 0 0 0,0 0 0 0 0,1 1 0 0 0,-1 0 0 0 0,1 1 0 0 0,1 0 0 0 0,-1 1 0 0 0,-9 10 0 0 0,-4 7 0 0 0,2 0 0 0 0,1 2 0 0 0,0 0 0 0 0,-22 46 0 0 0,31-51 0 0 0,1-1 0 0 0,1 2 0 0 0,1-1 0 0 0,2 1 0 0 0,0 1 0 0 0,1-1 0 0 0,-2 29 0 0 0,6-47 45 0 0,1 1 0 0 0,0-1-1 0 0,0 0 1 0 0,1 0 0 0 0,0 0 0 0 0,-1 0-1 0 0,2 0 1 0 0,-1 0 0 0 0,1 0 0 0 0,-1 0-1 0 0,4 5 1 0 0,-3-7-297 0 0,-1 0 0 0 0,1-1 0 0 0,0 1 0 0 0,1 0 0 0 0,-1-1 0 0 0,0 1 0 0 0,1-1 0 0 0,0 0 0 0 0,-1 0 0 0 0,1 0 1 0 0,4 2-1 0 0,39 12-12181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7:59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360 0 9845 0 0,'14'39'22650'0'0,"-28"17"-22378"0"0,-18-1-272 0 0,-8 11 0 0 0,-4 3 0 0 0,-2 9 0 0 0,4 8 0 0 0,8-21 0 0 0,6-7 0 0 0,0 1 0 0 0,0 1 0 0 0,6-7 0 0 0,10-18 0 0 0,8-25-9396 0 0,6-40-11574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00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422 146 3201 0 0,'6'-7'6142'0'0,"13"-8"14916"0"0,-28 15-18293 0 0,7 0-2785 0 0,0 0 0 0 0,1 0 0 0 0,-1 0 0 0 0,0 0 0 0 0,0 0 0 0 0,1 0 0 0 0,-1 0 0 0 0,0 1 0 0 0,1-1 0 0 0,-1 1 0 0 0,0-1 1 0 0,1 1-1 0 0,-1-1 0 0 0,1 1 0 0 0,-1 0 0 0 0,1 0 0 0 0,-1 0 0 0 0,1 0 0 0 0,-3 2 0 0 0,-30 15 20 0 0,1 2 0 0 0,1 2 0 0 0,1 1 0 0 0,-47 43 0 0 0,77-65 0 0 0,0 0 0 0 0,0 1 0 0 0,0-1 0 0 0,0 0 0 0 0,0 1 0 0 0,0-1 0 0 0,0 1 0 0 0,1-1 0 0 0,-1 1 0 0 0,1-1 0 0 0,-1 1 0 0 0,1-1 0 0 0,-1 1 0 0 0,1-1 0 0 0,0 1 0 0 0,0 0 0 0 0,0-1 0 0 0,0 1 0 0 0,0-1 0 0 0,0 1 0 0 0,0 0 0 0 0,1-1 0 0 0,-1 1 0 0 0,0-1 0 0 0,1 1 0 0 0,-1-1 0 0 0,1 1 0 0 0,0-1 0 0 0,0 1 0 0 0,-1-1 0 0 0,1 1 0 0 0,0-1 0 0 0,0 0 0 0 0,0 0 0 0 0,0 1 0 0 0,1-1 0 0 0,-1 0 0 0 0,0 0 0 0 0,0 0 0 0 0,2 1 0 0 0,4 3 0 0 0,0-1 0 0 0,0 1 0 0 0,0-1 0 0 0,0 0 0 0 0,0-1 0 0 0,14 5 0 0 0,19 2 0 0 0,75 8 0 0 0,29 6 0 0 0,-129-20 0 0 0,0 0 0 0 0,-1 1 0 0 0,0 1 0 0 0,0 1 0 0 0,0 0 0 0 0,-1 0 0 0 0,18 14 0 0 0,-27-18 0 0 0,0 0 0 0 0,0 0 0 0 0,0 1 0 0 0,0 0 0 0 0,-1 0 0 0 0,0 0 0 0 0,0 0 0 0 0,0 1 0 0 0,0-1 0 0 0,0 1 0 0 0,-1-1 0 0 0,0 1 0 0 0,0 0 0 0 0,0 0 0 0 0,-1 0 0 0 0,0 0 0 0 0,0 0 0 0 0,0 1 0 0 0,0-1 0 0 0,-1 0 0 0 0,0 0 0 0 0,0 1 0 0 0,-1-1 0 0 0,1 0 0 0 0,-1 0 0 0 0,0 0 0 0 0,0 1 0 0 0,-1-1 0 0 0,1 0 0 0 0,-1-1 0 0 0,-1 1 0 0 0,-2 5 0 0 0,-2 4 0 0 0,-2 0 0 0 0,0-1 0 0 0,0 0 0 0 0,-1 0 0 0 0,-1-1 0 0 0,0-1 0 0 0,-1 0 0 0 0,0 0 0 0 0,-18 12 0 0 0,10-10 0 0 0,-1 0 0 0 0,-27 11 0 0 0,38-19 0 0 0,0-1 0 0 0,-1-1 0 0 0,1 0 0 0 0,0 0 0 0 0,-1-1 0 0 0,0-1 0 0 0,-12 1 0 0 0,21-2 0 0 0,1 0 0 0 0,-1 0 0 0 0,1-1 0 0 0,-1 1 0 0 0,1-1 0 0 0,-1 1 0 0 0,1-1 0 0 0,-1 1 0 0 0,1-1 0 0 0,0 0 0 0 0,-1 0 0 0 0,1 0 0 0 0,0 0 0 0 0,0 0 0 0 0,-1 0 0 0 0,1 0 0 0 0,0 0 0 0 0,0 0 0 0 0,0 0 0 0 0,0-1 0 0 0,1 1 0 0 0,-1 0 0 0 0,0-1 0 0 0,0 1 0 0 0,1 0 0 0 0,-1-1 0 0 0,1 1 0 0 0,-1-1 0 0 0,1 1 0 0 0,-1-3 0 0 0,0-6 0 0 0,-1 1 0 0 0,1 0 0 0 0,1-18 0 0 0,2 6 0 0 0,0 0 0 0 0,1 0 0 0 0,1 1 0 0 0,2 0 0 0 0,0-1 0 0 0,0 2 0 0 0,16-31 0 0 0,79-127 0 0 0,-80 142 0 0 0,24-37 0 0 0,-7 15 0 0 0,-3-3 0 0 0,33-76 0 0 0,-68 135 0 0 0,1 0 0 0 0,-1 0 0 0 0,1 0 0 0 0,-1 0 0 0 0,1 0 0 0 0,-1 1 0 0 0,1-1 0 0 0,-1 0 0 0 0,0 0 0 0 0,0 0 0 0 0,1 0 0 0 0,-1 0 0 0 0,0 0 0 0 0,0 0 0 0 0,0 0 0 0 0,0 0 0 0 0,0 0 0 0 0,0 0 0 0 0,-1 0 0 0 0,1 0 0 0 0,0 0 0 0 0,0 0 0 0 0,-1 0 0 0 0,1 0 0 0 0,0 0 0 0 0,-1 0 0 0 0,1 0 0 0 0,-1 1 0 0 0,1-1 0 0 0,-1 0 0 0 0,0 0 0 0 0,1 0 0 0 0,-1 1 0 0 0,0-1 0 0 0,1 0 0 0 0,-1 1 0 0 0,0-1 0 0 0,0 1 0 0 0,0-1 0 0 0,0 1 0 0 0,0-1 0 0 0,1 1 0 0 0,-1-1 0 0 0,0 1 0 0 0,0 0 0 0 0,0 0 0 0 0,0-1 0 0 0,-2 1 0 0 0,-5 0 0 0 0,1 0 0 0 0,-1 0 0 0 0,1 1 0 0 0,-1-1 0 0 0,-12 5 0 0 0,-8 2 0 0 0,-1 2 0 0 0,2 1 0 0 0,-31 15 0 0 0,-80 48 0 0 0,110-58 0 0 0,-168 109-2687 0 0,124-75-2083 0 0,-21 8-11576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05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80 80 0 0,'-21'-33'10690'0'0,"19"31"-9272"0"0,-1 0 0 0 0,0 0 0 0 0,0 0 0 0 0,1 0 1 0 0,-1 1-1 0 0,0-1 0 0 0,0 1 0 0 0,-1 0 0 0 0,1-1 0 0 0,0 2 0 0 0,0-1 0 0 0,0 0 0 0 0,-1 1 0 0 0,-4-1 0 0 0,-22-9-560 0 0,28 8-865 0 0,0 1 1 0 0,0 0 0 0 0,-1 0 0 0 0,1 0-1 0 0,0 0 1 0 0,-1 1 0 0 0,1-1-1 0 0,-1 0 1 0 0,1 1 0 0 0,-1 0 0 0 0,1 0-1 0 0,-1-1 1 0 0,1 1 0 0 0,-1 1 0 0 0,1-1-1 0 0,-1 0 1 0 0,1 1 0 0 0,-1-1 0 0 0,1 1-1 0 0,-3 1 1 0 0,-2 1 6 0 0,0 0 0 0 0,0 1 0 0 0,0 0 0 0 0,1 0 0 0 0,0 1 0 0 0,0-1 0 0 0,0 1 0 0 0,0 1 0 0 0,-6 7 0 0 0,-6 6 0 0 0,10-12 0 0 0,0 0 0 0 0,1 1 0 0 0,0 1 0 0 0,0-1 0 0 0,1 1 0 0 0,0 0 0 0 0,0 0 0 0 0,1 1 0 0 0,1-1 0 0 0,-1 1 0 0 0,2 1 0 0 0,-1-1 0 0 0,1 0 0 0 0,1 1 0 0 0,0-1 0 0 0,1 1 0 0 0,-1 18 0 0 0,0 3 0 0 0,2-1 0 0 0,2 1 0 0 0,0 0 0 0 0,3-1 0 0 0,0 0 0 0 0,2 0 0 0 0,13 38 0 0 0,-16-57 0 0 0,1-1 0 0 0,0 0 0 0 0,1 0 0 0 0,0-1 0 0 0,0 0 0 0 0,1 0 0 0 0,0 0 0 0 0,1-1 0 0 0,0 0 0 0 0,1-1 0 0 0,0 0 0 0 0,0 0 0 0 0,1 0 0 0 0,-1-2 0 0 0,2 1 0 0 0,-1-1 0 0 0,1 0 0 0 0,0-1 0 0 0,0-1 0 0 0,0 0 0 0 0,1 0 0 0 0,13 2 0 0 0,-8-4 0 0 0,0 0 0 0 0,0-2 0 0 0,0 0 0 0 0,0-1 0 0 0,0 0 0 0 0,0-2 0 0 0,-1 0 0 0 0,1-1 0 0 0,-1 0 0 0 0,0-1 0 0 0,0-1 0 0 0,0-1 0 0 0,-1 0 0 0 0,24-16 0 0 0,-15 8 0 0 0,1-2 0 0 0,-2-1 0 0 0,-1-1 0 0 0,0 0 0 0 0,-1-2 0 0 0,-1-1 0 0 0,28-39 0 0 0,-40 50 0 0 0,-1-1 0 0 0,-1 1 0 0 0,0-1 0 0 0,0 0 0 0 0,-1 0 0 0 0,-1-1 0 0 0,0 0 0 0 0,-1 0 0 0 0,0 0 0 0 0,-1 0 0 0 0,1-19 0 0 0,-3 21 0 0 0,-1 0 0 0 0,0 0 0 0 0,-1 0 0 0 0,0 0 0 0 0,0 0 0 0 0,-2 1 0 0 0,1-1 0 0 0,-1 1 0 0 0,0 0 0 0 0,-1 0 0 0 0,-1 0 0 0 0,1 0 0 0 0,-1 1 0 0 0,-12-13 0 0 0,4 5 0 0 0,-1 2 0 0 0,0 0 0 0 0,-1 0 0 0 0,-1 2 0 0 0,-19-13 0 0 0,25 19 0 0 0,-2 0 0 0 0,1 1 0 0 0,-1 0 0 0 0,0 1 0 0 0,0 0 0 0 0,-1 1 0 0 0,1 0 0 0 0,-1 1 0 0 0,-20-1 0 0 0,9 3 0 0 0,-1 1 0 0 0,1 1 0 0 0,0 2 0 0 0,-1 0 0 0 0,-38 11 0 0 0,10 3 0 0 0,-71 32 0 0 0,49-12-3127 0 0,64-28-2084 0 0,0 0 0 0 0,-17 17-1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10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 0 3282 0 0,'-2'4'4321'0'0,"-6"1"962"0"0,-18 30 5202 0 0,-18 59-1089 0 0,14 11-9396 0 0,10-7 0 0 0,8-19 0 0 0,-4 0-13798 0 0,-24 0-209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24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0 10085 0 0,'-66'24'18248'0'0,"26"45"-13814"0"0,18-2-4434 0 0,12-16 0 0 0,-4-4 0 0 0,0-6 0 0 0,6-8 0 0 0,18 1-2033 0 0,6-12-13494 0 0,0-20 1200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24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502 380 880 0 0,'-2'0'1230'0'0,"1"1"1"0"0,0-1-1 0 0,-1 0 0 0 0,1 0 0 0 0,-1 1 0 0 0,1-1 0 0 0,0 1 0 0 0,-1-1 0 0 0,1 1 0 0 0,0 0 0 0 0,-1-1 0 0 0,1 1 1 0 0,0 0-1 0 0,0 0 0 0 0,0 0 0 0 0,-2 2 0 0 0,-8 6 4116 0 0,2-3-4885 0 0,0 0 0 0 0,0-1-1 0 0,-1 0 1 0 0,1 0 0 0 0,-1-1 0 0 0,0-1 0 0 0,-1 0 0 0 0,1 0 0 0 0,0-1 0 0 0,-15 2 0 0 0,-16-1-182 0 0,-53-1 1 0 0,91-2-280 0 0,-10 0 0 0 0,0 0 0 0 0,1-1 0 0 0,-1-1 0 0 0,0 0 0 0 0,-13-4 0 0 0,21 4 0 0 0,0 0 0 0 0,0 0 0 0 0,1 0 0 0 0,-1-1 0 0 0,1 1 0 0 0,0-1 0 0 0,0 0 0 0 0,0 0 0 0 0,0-1 0 0 0,1 1 0 0 0,-1-1 0 0 0,1 0 0 0 0,0 0 0 0 0,0 0 0 0 0,-5-9 0 0 0,-1-7 0 0 0,1-2 0 0 0,0 1 0 0 0,2-1 0 0 0,1 0 0 0 0,0-1 0 0 0,2 1 0 0 0,0-1 0 0 0,2 1 0 0 0,0-1 0 0 0,5-45 0 0 0,-3 61 0 0 0,0 1 0 0 0,0-1 0 0 0,1 0 0 0 0,0 1 0 0 0,0 0 0 0 0,0-1 0 0 0,1 1 0 0 0,0 0 0 0 0,0 0 0 0 0,7-9 0 0 0,-9 14 0 0 0,1-1 0 0 0,-1 1 0 0 0,0 0 0 0 0,1-1 0 0 0,0 1 0 0 0,-1 0 0 0 0,1 0 0 0 0,0 0 0 0 0,-1 0 0 0 0,1 1 0 0 0,0-1 0 0 0,0 0 0 0 0,0 1 0 0 0,-1-1 0 0 0,1 1 0 0 0,3-1 0 0 0,-2 1 0 0 0,1 0 0 0 0,-1 1 0 0 0,0-1 0 0 0,0 1 0 0 0,0 0 0 0 0,0 0 0 0 0,0 0 0 0 0,0 0 0 0 0,0 0 0 0 0,0 1 0 0 0,0-1 0 0 0,-1 1 0 0 0,4 2 0 0 0,17 15 0 0 0,0 2 0 0 0,-2 0 0 0 0,0 2 0 0 0,32 44 0 0 0,-23-25 0 0 0,-2 1 0 0 0,-2 2 0 0 0,-2 1 0 0 0,30 75 0 0 0,-22-27 0 0 0,28 133 0 0 0,-36-129 728 0 0,3 10-4423 0 0,-27-107 2863 0 0,0 0 0 0 0,1 1 0 0 0,-1-1-1 0 0,0 0 1 0 0,0 1 0 0 0,0-1 0 0 0,0 0 0 0 0,0 0-1 0 0,0 1 1 0 0,0-1 0 0 0,0 0 0 0 0,0 1-1 0 0,0-1 1 0 0,-1 0 0 0 0,1 0 0 0 0,-2 3-1 0 0,-16 5-13538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29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3282 0 0,'20'30'16967'0'0,"-10"90"-4449"0"0,-16-1-12518 0 0,-6-6 0 0 0,4-7 0 0 0,0 11 0 0 0,8 6 0 0 0,4-2 0 0 0,8-18 0 0 0,20-26 0 0 0,18-43-6595 0 0,10-41-10693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30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98 343 3201 0 0,'1'4'15493'0'0,"7"27"-14301"0"0,0 1 1 0 0,-2-1-1 0 0,-2 1 1 0 0,-1 0-1 0 0,-1 1 1 0 0,-2-1-1 0 0,-1 0 1 0 0,-8 49-1 0 0,-9 10 479 0 0,-50 150-1 0 0,46-160-1670 0 0,11-310 0 0 0,32-249 0 0 0,-19 447 0 0 0,3 0 0 0 0,0 0 0 0 0,2 0 0 0 0,1 1 0 0 0,2 0 0 0 0,23-50 0 0 0,-28 70 0 0 0,1 1 0 0 0,0 0 0 0 0,0 0 0 0 0,1 0 0 0 0,0 1 0 0 0,1 0 0 0 0,0 0 0 0 0,0 1 0 0 0,17-12 0 0 0,-17 14 0 0 0,-1 1 0 0 0,1 1 0 0 0,0 0 0 0 0,0 0 0 0 0,0 0 0 0 0,0 1 0 0 0,1 0 0 0 0,-1 1 0 0 0,1 0 0 0 0,-1 0 0 0 0,1 1 0 0 0,-1 0 0 0 0,1 0 0 0 0,11 3 0 0 0,-5-1 0 0 0,-1 2 0 0 0,1 0 0 0 0,0 0 0 0 0,-1 1 0 0 0,14 8 0 0 0,-20-9 0 0 0,1 0 0 0 0,-1 1 0 0 0,-1 0 0 0 0,1 0 0 0 0,-1 1 0 0 0,0 0 0 0 0,0 0 0 0 0,11 14 0 0 0,-16-17 0 0 0,0 0 0 0 0,0 1 0 0 0,-1-1 0 0 0,0 0 0 0 0,1 0 0 0 0,-1 1 0 0 0,0-1 0 0 0,-1 1 0 0 0,1-1 0 0 0,-1 1 0 0 0,1-1 0 0 0,-1 1 0 0 0,0-1 0 0 0,0 1 0 0 0,-1 0 0 0 0,1-1 0 0 0,-1 1 0 0 0,1-1 0 0 0,-1 0 0 0 0,0 1 0 0 0,-3 4 0 0 0,-2 5 0 0 0,0 1 0 0 0,-1-1 0 0 0,-16 20 0 0 0,21-30 0 0 0,-17 25 0 0 0,-2-1 0 0 0,-1-1 0 0 0,-1-1 0 0 0,-1-1 0 0 0,-1-1 0 0 0,-1-2 0 0 0,-1 0 0 0 0,-1-2 0 0 0,-52 28 0 0 0,44-29 0 0 0,23-11 0 0 0,-1 0 0 0 0,0-1 0 0 0,0 0 0 0 0,-1-1 0 0 0,-21 4 0 0 0,59-14 0 0 0,-1 1 0 0 0,1 2 0 0 0,0 0 0 0 0,0 1 0 0 0,0 2 0 0 0,0 0 0 0 0,0 2 0 0 0,0 0 0 0 0,-1 1 0 0 0,1 2 0 0 0,-1 0 0 0 0,0 1 0 0 0,-1 1 0 0 0,0 1 0 0 0,21 13 0 0 0,-17-7-15 0 0,-1 1 0 0 0,32 28 0 0 0,-55-43-253 0 0,0 0-1 0 0,0 0 1 0 0,1 0 0 0 0,-1 0 0 0 0,0 0 0 0 0,0 1 0 0 0,0-1 0 0 0,0 0 0 0 0,0 0-1 0 0,0 1 1 0 0,0-1 0 0 0,-1 1 0 0 0,1-1 0 0 0,0 1 0 0 0,0 2 0 0 0,-19 7-20320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30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2881 0 0,'32'24'11570'0'0,"-9"-8"2971"0"0,-23-13-11349 0 0,-2 4-2609 0 0,1 2-583 0 0,1 0 0 0 0,1 0 0 0 0,2 16 0 0 0,1 14 0 0 0,-2 44 263 0 0,-14 128 0 0 0,-29 87-1384 0 0,13-103-2566 0 0,27-166-13433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31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8644 0 0,'44'3'23131'0'0,"86"86"-22139"0"0,-32 29-992 0 0,-46-18 0 0 0,-18 7 0 0 0,-2 6 0 0 0,0-6 0 0 0,-2-27 0 0 0,-2-27 0 0 0,-8-48-7555 0 0,-2-56-10854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31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1453 17 2081 0 0,'-32'-16'22250'0'0,"-12"51"-13814"0"0,-16 39-8436 0 0,-38 37 0 0 0,-18-3 0 0 0,-48 10 0 0 0,-56 22 0 0 0,-48-5 0 0 0,20-34-18601 0 0,46-34 7877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33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22 9444 0 0,'-48'-22'16008'0'0,"80"42"-8693"0"0,50 39-7315 0 0,14 17 0 0 0,-4 7 0 0 0,-10-4 0 0 0,-14-17 0 0 0,2 2 0 0 0,6-3 0 0 0,-2-19-10437 0 0,-14-20-5250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33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942 0 12326 0 0,'-36'9'20441'0'0,"-4"36"-20441"0"0,-26 48 0 0 0,-34 25 0 0 0,6-12 0 0 0,-14 7 0 0 0,-18 10 0 0 0,-10-15 0 0 0,6-46-17640 0 0,24-32 3073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51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0 8804 0 0,'6'36'20970'0'0,"-14"-18"-17977"0"0,0-4-2993 0 0,2 11 0 0 0,2 10 0 0 0,4 8 0 0 0,0 4 0 0 0,0 0 0 0 0,-6 0 0 0 0,-8-15 0 0 0,0-5 0 0 0,-2-2 0 0 0,-16-28-21482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51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1 197 2401 0 0,'5'-38'26354'0'0,"-1"20"-22342"0"0,-2 13-4012 0 0,0 1 0 0 0,0-1 0 0 0,0 1 0 0 0,0-1 0 0 0,1 1 0 0 0,-1 0 0 0 0,1 0 0 0 0,0 0 0 0 0,0 0 0 0 0,1 1 0 0 0,-1-1 0 0 0,1 1 0 0 0,0 0 0 0 0,0 0 0 0 0,0 0 0 0 0,5-2 0 0 0,10-6 0 0 0,1 2 0 0 0,27-11 0 0 0,-32 15 0 0 0,0-1 0 0 0,-1 1 0 0 0,1 0 0 0 0,0 1 0 0 0,0 1 0 0 0,0 0 0 0 0,1 1 0 0 0,-1 1 0 0 0,26 1 0 0 0,-32 1 0 0 0,-1 0 0 0 0,1 1 0 0 0,-1 0 0 0 0,0 1 0 0 0,0-1 0 0 0,0 2 0 0 0,0-1 0 0 0,0 1 0 0 0,-1 0 0 0 0,1 0 0 0 0,-1 1 0 0 0,0 0 0 0 0,-1 1 0 0 0,1-1 0 0 0,-1 1 0 0 0,0 1 0 0 0,7 8 0 0 0,-5-3 0 0 0,-1 0 0 0 0,1 0 0 0 0,-2 1 0 0 0,0 0 0 0 0,0 0 0 0 0,-1 0 0 0 0,3 18 0 0 0,16 98 0 0 0,-23-120 0 0 0,3 39 0 0 0,-2 0 0 0 0,-2-1 0 0 0,-3 1 0 0 0,-1-1 0 0 0,-14 64 0 0 0,17-108 0 0 0,1 0 0 0 0,-1 1 0 0 0,1 0 0 0 0,-1 0 0 0 0,0-1 0 0 0,0 1 0 0 0,0-1 0 0 0,0 1 0 0 0,0-1 0 0 0,-1 1 0 0 0,0-1 0 0 0,0 0 0 0 0,0 0 0 0 0,0 0 0 0 0,0 0 0 0 0,-1 0 0 0 0,1 0 0 0 0,-4 2 0 0 0,6-4-56 0 0,-1-1 1 0 0,1 0-1 0 0,-1 1 0 0 0,1-1 0 0 0,-1 0 1 0 0,0 0-1 0 0,1 0 0 0 0,-1 1 0 0 0,1-1 1 0 0,-1 0-1 0 0,0 0 0 0 0,1 0 0 0 0,-1 0 1 0 0,1 0-1 0 0,-1 0 0 0 0,0 0 1 0 0,1 0-1 0 0,-1 0 0 0 0,1 0 0 0 0,-1-1 1 0 0,0 1-1 0 0,1 0 0 0 0,-1 0 0 0 0,1 0 1 0 0,-1-1-1 0 0,1 1 0 0 0,-2-1 0 0 0,-7-8-5063 0 0,5 4 1141 0 0,-21-21-16210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52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1 312 160 0 0,'4'5'2721'0'0,"6"-1"2962"0"0,100-8 18520 0 0,22-28-24203 0 0,-20-25 0 0 0,-22-4 0 0 0,-24 14 0 0 0,0 3 0 0 0,-12 4 0 0 0,-20 9 0 0 0,-28 26 0 0 0,-58 14-10037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59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683 249 6803 0 0,'-110'69'15803'0'0,"40"-26"-8577"0"0,-2 9-4291 0 0,14 0-2935 0 0,46-40 0 0 0,-1 0 0 0 0,0-1 0 0 0,-1 0 0 0 0,0-1 0 0 0,-1 0 0 0 0,0-1 0 0 0,0-1 0 0 0,-1 0 0 0 0,-21 6 0 0 0,26-10 0 0 0,0-1 0 0 0,1-1 0 0 0,-1 0 0 0 0,0 0 0 0 0,-1-1 0 0 0,1-1 0 0 0,-18-1 0 0 0,25 1 0 0 0,0-1 0 0 0,0 0 0 0 0,0 0 0 0 0,1-1 0 0 0,-1 1 0 0 0,0-1 0 0 0,0 1 0 0 0,1-1 0 0 0,-1 0 0 0 0,1-1 0 0 0,-1 1 0 0 0,1-1 0 0 0,0 1 0 0 0,0-1 0 0 0,0 0 0 0 0,1 0 0 0 0,-1 0 0 0 0,1-1 0 0 0,-1 1 0 0 0,1 0 0 0 0,0-1 0 0 0,0 0 0 0 0,1 1 0 0 0,-2-6 0 0 0,-4-14 0 0 0,2 0 0 0 0,1-1 0 0 0,0 0 0 0 0,1-33 0 0 0,2 44 0 0 0,0-10 0 0 0,1 0 0 0 0,0 1 0 0 0,2-1 0 0 0,1 0 0 0 0,11-43 0 0 0,-10 53 0 0 0,1 0 0 0 0,0 0 0 0 0,1 0 0 0 0,0 0 0 0 0,1 1 0 0 0,0 0 0 0 0,1 1 0 0 0,0 0 0 0 0,1 0 0 0 0,0 0 0 0 0,12-9 0 0 0,-19 18 0 0 0,0 0 0 0 0,0 0 0 0 0,0 1 0 0 0,1-1 0 0 0,-1 0 0 0 0,1 1 0 0 0,-1-1 0 0 0,1 1 0 0 0,-1 0 0 0 0,1 0 0 0 0,0 0 0 0 0,-1 0 0 0 0,1 1 0 0 0,0-1 0 0 0,0 1 0 0 0,0-1 0 0 0,0 1 0 0 0,-1 0 0 0 0,1 0 0 0 0,0 0 0 0 0,0 1 0 0 0,0-1 0 0 0,0 1 0 0 0,-1-1 0 0 0,1 1 0 0 0,0 0 0 0 0,0 0 0 0 0,-1 0 0 0 0,1 1 0 0 0,-1-1 0 0 0,1 1 0 0 0,-1-1 0 0 0,0 1 0 0 0,1 0 0 0 0,-1 0 0 0 0,0 0 0 0 0,3 4 0 0 0,5 6 0 0 0,-1 0 0 0 0,0 0 0 0 0,-1 1 0 0 0,0 1 0 0 0,-1-1 0 0 0,6 17 0 0 0,4 16 0 0 0,-2 1 0 0 0,-2 0 0 0 0,12 87 0 0 0,1 159 0 0 0,-13-130 0 0 0,-11-134 0 0 0,60 460 0 0 0,-59-473-588 0 0,1 0 1 0 0,0-1-1 0 0,7 15 1 0 0,-7-23-554 0 0,-1 0 1 0 0,1 0 0 0 0,0 0 0 0 0,1-1 0 0 0,0 1-1 0 0,0-1 1 0 0,9 8 0 0 0,3 2-14472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59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0 365 160 0 0,'13'-60'3467'0'0,"-7"22"1579"0"0,-3 6 2981 0 0,1-1 8022 0 0,-2 37-15263 0 0,4 9-1554 0 0,17 61 768 0 0,19 104 0 0 0,0 82 0 0 0,-21-118 0 0 0,-5-45 0 0 0,29 237 0 0 0,-44-321 0 0 0,0-1 0 0 0,-1 0 0 0 0,-1 0 0 0 0,-3 24 0 0 0,4-36 0 0 0,0 0 0 0 0,0 0 0 0 0,0 0 0 0 0,0 0 0 0 0,0 1 0 0 0,0-1 0 0 0,0 0 0 0 0,0 0 0 0 0,0 0 0 0 0,0 0 0 0 0,0 0 0 0 0,0 1 0 0 0,0-1 0 0 0,0 0 0 0 0,0 0 0 0 0,0 0 0 0 0,0 0 0 0 0,0 0 0 0 0,0 0 0 0 0,0 1 0 0 0,-1-1 0 0 0,1 0 0 0 0,0 0 0 0 0,0 0 0 0 0,0 0 0 0 0,0 0 0 0 0,0 0 0 0 0,0 0 0 0 0,0 0 0 0 0,0 0 0 0 0,-1 1 0 0 0,1-1 0 0 0,0 0 0 0 0,0 0 0 0 0,0 0 0 0 0,0 0 0 0 0,0 0 0 0 0,0 0 0 0 0,-1 0 0 0 0,1 0 0 0 0,0 0 0 0 0,0 0 0 0 0,0 0 0 0 0,0 0 0 0 0,0 0 0 0 0,0 0 0 0 0,-1 0 0 0 0,1 0 0 0 0,0 0 0 0 0,0 0 0 0 0,0 0 0 0 0,0 0 0 0 0,0 0 0 0 0,-1 0 0 0 0,1 0 0 0 0,0-1 0 0 0,0 1 0 0 0,0 0 0 0 0,0 0 0 0 0,0 0 0 0 0,0 0 0 0 0,0 0 0 0 0,0 0 0 0 0,-1 0 0 0 0,-6-14 0 0 0,-5-23 0 0 0,12 37 0 0 0,-25-95 0 0 0,-16-129 0 0 0,6-105 0 0 0,29 268 0 0 0,-5-46 0 0 0,5-1 0 0 0,9-137 0 0 0,-2 230 0 0 0,1-1 0 0 0,1 1 0 0 0,0 0 0 0 0,1 0 0 0 0,11-27 0 0 0,-13 39 0 0 0,-1-1 0 0 0,1 1 0 0 0,-1 0 0 0 0,1 0 0 0 0,0 0 0 0 0,0 0 0 0 0,0 1 0 0 0,1-1 0 0 0,-1 0 0 0 0,1 1 0 0 0,-1 0 0 0 0,1-1 0 0 0,0 1 0 0 0,0 0 0 0 0,0 1 0 0 0,0-1 0 0 0,0 0 0 0 0,0 1 0 0 0,0 0 0 0 0,1-1 0 0 0,-1 1 0 0 0,0 1 0 0 0,1-1 0 0 0,-1 0 0 0 0,1 1 0 0 0,-1 0 0 0 0,1 0 0 0 0,-1 0 0 0 0,1 0 0 0 0,5 1 0 0 0,3 3 0 0 0,0 0 0 0 0,0 1 0 0 0,0 0 0 0 0,0 1 0 0 0,-1 0 0 0 0,1 1 0 0 0,-2 0 0 0 0,1 1 0 0 0,-1 0 0 0 0,0 1 0 0 0,-1 0 0 0 0,0 0 0 0 0,0 1 0 0 0,-1 0 0 0 0,-1 1 0 0 0,1 0 0 0 0,9 21 0 0 0,-11-16 0 0 0,0 0 0 0 0,-2 1 0 0 0,0-1 0 0 0,-1 1 0 0 0,0 0 0 0 0,-1 0 0 0 0,-1 0 0 0 0,-1 0 0 0 0,-1 1 0 0 0,0-1 0 0 0,-1 0 0 0 0,-1 0 0 0 0,-5 19 0 0 0,-2-2 0 0 0,-1-1 0 0 0,-2-1 0 0 0,-1 0 0 0 0,-1-1 0 0 0,-32 47 0 0 0,39-65 0 0 0,-1-1 0 0 0,-1 0 0 0 0,0-1 0 0 0,-17 15 0 0 0,23-21 0 0 0,-1-1 0 0 0,0-1 0 0 0,0 1 0 0 0,-1-1 0 0 0,1 0 0 0 0,-1 0 0 0 0,0-1 0 0 0,1 1 0 0 0,-1-1 0 0 0,0 0 0 0 0,-1-1 0 0 0,1 0 0 0 0,-6 1 0 0 0,3-3 682 0 0,14-4-1317 0 0,1 1-2672 0 0,11-16-12994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00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14 240 0 0,'-38'-14'10485'0'0,"74"48"10805"0"0,0 1-20538 0 0,-20 6-752 0 0,-16 16 0 0 0,-8 20 0 0 0,2 14 0 0 0,2-5 0 0 0,4-13 0 0 0,8 4 0 0 0,2 6 0 0 0,-10-11 0 0 0,-14 6-18841 0 0,-14-9 4995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09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7 1441 0 0,'-7'-6'9346'0'0,"0"28"-1186"0"0,2 2-5941 0 0,1-1 0 0 0,1 1 0 0 0,1 0 0 0 0,2 38 0 0 0,2-42-1538 0 0,0 1 0 0 0,2-1 1 0 0,9 35-1 0 0,-1-19-681 0 0,1 0 0 0 0,27 51 0 0 0,-35-77 0 0 0,1-1 0 0 0,0 1 0 0 0,0-1 0 0 0,0-1 0 0 0,1 1 0 0 0,1-1 0 0 0,-1 0 0 0 0,2-1 0 0 0,-1 0 0 0 0,0 0 0 0 0,1-1 0 0 0,1 0 0 0 0,15 8 0 0 0,-20-12 0 0 0,1 0 0 0 0,-1-1 0 0 0,1 0 0 0 0,0 0 0 0 0,-1 0 0 0 0,1 0 0 0 0,0-1 0 0 0,0 0 0 0 0,-1 0 0 0 0,1-1 0 0 0,0 1 0 0 0,0-1 0 0 0,8-3 0 0 0,-5 1 0 0 0,0-1 0 0 0,0 0 0 0 0,-1 0 0 0 0,1-1 0 0 0,-1 0 0 0 0,0 0 0 0 0,11-10 0 0 0,-3-1 0 0 0,0 0 0 0 0,-1-1 0 0 0,0-1 0 0 0,-2 0 0 0 0,0-1 0 0 0,11-21 0 0 0,-10 13 0 0 0,-1-1 0 0 0,-1 0 0 0 0,10-37 0 0 0,-18 51 0 0 0,-1 1 0 0 0,-1 0 0 0 0,0 0 0 0 0,-1-1 0 0 0,0 1 0 0 0,-1-1 0 0 0,0 1 0 0 0,-1-1 0 0 0,-4-15 0 0 0,5 25 0 0 0,-1 0 0 0 0,0 0 0 0 0,-1 0 0 0 0,1 0 0 0 0,-1 0 0 0 0,-4-7 0 0 0,6 11 0 0 0,0-1 0 0 0,0 1 0 0 0,0 0 0 0 0,-1 0 0 0 0,1-1 0 0 0,0 1 0 0 0,0 0 0 0 0,0 0 0 0 0,-1 0 0 0 0,1 0 0 0 0,0-1 0 0 0,0 1 0 0 0,-1 0 0 0 0,1 0 0 0 0,0 0 0 0 0,0 0 0 0 0,-1 0 0 0 0,1 0 0 0 0,0 0 0 0 0,-1 0 0 0 0,1 0 0 0 0,0-1 0 0 0,0 1 0 0 0,-1 0 0 0 0,1 0 0 0 0,0 1 0 0 0,0-1 0 0 0,-1 0 0 0 0,1 0 0 0 0,0 0 0 0 0,-1 0 0 0 0,1 0 0 0 0,0 0 0 0 0,0 0 0 0 0,-1 0 0 0 0,1 0 0 0 0,0 1 0 0 0,0-1 0 0 0,0 0 0 0 0,-1 0 0 0 0,1 0 0 0 0,0 0 0 0 0,0 1 0 0 0,0-1 0 0 0,-1 0 0 0 0,1 0 0 0 0,0 1 0 0 0,0-1 0 0 0,0 0 0 0 0,0 0 0 0 0,0 1 0 0 0,-1-1 0 0 0,1 0 0 0 0,0 0 0 0 0,0 1 0 0 0,-11 39 0 0 0,-19 125-250 0 0,8 1 0 0 0,-1 170 0 0 0,22-199-2483 0 0,22 173 0 0 0,-5-192-13813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10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97 880 0 0,'0'-3'2276'0'0,"-3"-26"5933"0"0,2 27-6856 0 0,1 0-1 0 0,-1 0 0 0 0,1 0 0 0 0,-1 0 0 0 0,0 0 0 0 0,0 1 1 0 0,0-1-1 0 0,0 0 0 0 0,0 0 0 0 0,0 1 0 0 0,-2-3 0 0 0,1 2 404 0 0,-4-1 1763 0 0,2 26-3618 0 0,5 269 99 0 0,55 400 0 0 0,-34-543 0 0 0,-34-272 0 0 0,-3-74 0 0 0,25-349 0 0 0,-8 505 0 0 0,1 0 0 0 0,3 1 0 0 0,19-78 0 0 0,-23 111 0 0 0,1-1 0 0 0,1 0 0 0 0,-1 1 0 0 0,1 0 0 0 0,0-1 0 0 0,1 2 0 0 0,7-10 0 0 0,-11 14 0 0 0,0 1 0 0 0,1-1 0 0 0,0 1 0 0 0,-1-1 0 0 0,1 1 0 0 0,0 0 0 0 0,0-1 0 0 0,0 1 0 0 0,-1 0 0 0 0,1 0 0 0 0,0 1 0 0 0,1-1 0 0 0,-1 0 0 0 0,0 1 0 0 0,0-1 0 0 0,0 1 0 0 0,0-1 0 0 0,0 1 0 0 0,1 0 0 0 0,-1 0 0 0 0,0 0 0 0 0,0 0 0 0 0,0 1 0 0 0,0-1 0 0 0,1 1 0 0 0,-1-1 0 0 0,0 1 0 0 0,0-1 0 0 0,0 1 0 0 0,0 0 0 0 0,3 2 0 0 0,2 2 0 0 0,0 0 0 0 0,0 0 0 0 0,-1 1 0 0 0,0 0 0 0 0,0 0 0 0 0,0 0 0 0 0,0 1 0 0 0,-1 0 0 0 0,-1 0 0 0 0,1 0 0 0 0,-1 1 0 0 0,0-1 0 0 0,-1 1 0 0 0,1 0 0 0 0,-2 0 0 0 0,1 1 0 0 0,-1-1 0 0 0,0 0 0 0 0,1 17 0 0 0,-2-5 0 0 0,0 0 0 0 0,-1 0 0 0 0,-1 0 0 0 0,-1 0 0 0 0,-1-1 0 0 0,0 1 0 0 0,-12 35 0 0 0,8-34 0 0 0,0-1 0 0 0,-1 0 0 0 0,-1 0 0 0 0,-1 0 0 0 0,-1-1 0 0 0,-1-1 0 0 0,0 0 0 0 0,-1 0 0 0 0,-1-2 0 0 0,-1 1 0 0 0,0-2 0 0 0,-30 24 0 0 0,35-32 19 0 0,-5 4-512 0 0,-1 0-1 0 0,-33 15 0 0 0,42-23-561 0 0,0-1 1 0 0,0 0-1 0 0,0 0 1 0 0,0 0-1 0 0,0-1 0 0 0,-13 1 1 0 0,-42-8-21588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11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517 200 1201 0 0,'4'-9'1245'0'0,"-1"-1"0"0"0,0 1 0 0 0,0-1 0 0 0,-1 0 0 0 0,1-13 0 0 0,-2 21-726 0 0,-1-1 0 0 0,0 1-1 0 0,0-1 1 0 0,-1 1-1 0 0,1 0 1 0 0,-1-1 0 0 0,1 1-1 0 0,-1 0 1 0 0,1-1 0 0 0,-1 1-1 0 0,0 0 1 0 0,-2-3-1 0 0,2 4 64 0 0,0 0-1 0 0,0-1 0 0 0,0 1 1 0 0,0 0-1 0 0,0 0 0 0 0,-1 0 0 0 0,1 0 1 0 0,0 0-1 0 0,-1 0 0 0 0,1 0 1 0 0,-1 1-1 0 0,1-1 0 0 0,-1 0 0 0 0,1 1 1 0 0,-1-1-1 0 0,0 1 0 0 0,1 0 0 0 0,-1 0 1 0 0,-2-1-1 0 0,-29-6 4107 0 0,11-1-3648 0 0,22 5-1040 0 0,0 0 0 0 0,-7 6 0 0 0,-29 18 0 0 0,1 1 0 0 0,1 2 0 0 0,1 1 0 0 0,2 1 0 0 0,0 2 0 0 0,2 1 0 0 0,1 1 0 0 0,-40 57 0 0 0,45-56 0 0 0,9-13 0 0 0,0 0 0 0 0,1 2 0 0 0,1-1 0 0 0,1 2 0 0 0,-9 22 0 0 0,19-42 0 0 0,1 0 0 0 0,-1 0 0 0 0,1 0 0 0 0,-1 0 0 0 0,1 1 0 0 0,0-1 0 0 0,0 0 0 0 0,0 0 0 0 0,-1 0 0 0 0,1 0 0 0 0,0 0 0 0 0,0 1 0 0 0,0-1 0 0 0,1 0 0 0 0,-1 0 0 0 0,0 0 0 0 0,0 0 0 0 0,1 0 0 0 0,-1 0 0 0 0,1 1 0 0 0,-1-1 0 0 0,1 0 0 0 0,-1 0 0 0 0,1 0 0 0 0,-1 0 0 0 0,1-1 0 0 0,0 1 0 0 0,0 0 0 0 0,-1 0 0 0 0,1 0 0 0 0,0 0 0 0 0,0-1 0 0 0,0 1 0 0 0,0 0 0 0 0,0-1 0 0 0,0 1 0 0 0,0-1 0 0 0,0 1 0 0 0,0-1 0 0 0,0 0 0 0 0,1 1 0 0 0,-1-1 0 0 0,2 0 0 0 0,7 2 0 0 0,0-1 0 0 0,0 0 0 0 0,-1-1 0 0 0,16-2 0 0 0,-10 1 0 0 0,46-1 0 0 0,128 0 0 0 0,-158 4 0 0 0,-1 1 0 0 0,0 2 0 0 0,0 1 0 0 0,43 15 0 0 0,-31-6 0 0 0,-1 2 0 0 0,-1 3 0 0 0,-1 0 0 0 0,0 3 0 0 0,-2 1 0 0 0,45 38 0 0 0,-62-45 0 0 0,0 2 0 0 0,-1-1 0 0 0,-1 2 0 0 0,-1 1 0 0 0,0 0 0 0 0,-2 1 0 0 0,-1 0 0 0 0,0 1 0 0 0,-2 1 0 0 0,0 0 0 0 0,14 46 0 0 0,-23-57 0 0 0,-1-1 0 0 0,0 1 0 0 0,-1-1 0 0 0,0 1 0 0 0,-1-1 0 0 0,0 1 0 0 0,-1 0 0 0 0,0-1 0 0 0,-1 1 0 0 0,-1-1 0 0 0,0 0 0 0 0,0 1 0 0 0,-1-1 0 0 0,-1-1 0 0 0,-8 16 0 0 0,9-20 0 0 0,0 0 0 0 0,-1 0 0 0 0,0 0 0 0 0,0-1 0 0 0,0 0 0 0 0,-1 0 0 0 0,0 0 0 0 0,0-1 0 0 0,-1 0 0 0 0,0 0 0 0 0,1-1 0 0 0,-1 1 0 0 0,-1-2 0 0 0,1 1 0 0 0,-1-1 0 0 0,1 0 0 0 0,-1 0 0 0 0,0-1 0 0 0,0 0 0 0 0,0-1 0 0 0,0 0 0 0 0,0 0 0 0 0,-1 0 0 0 0,-12-2 0 0 0,2 0 0 0 0,0-1 0 0 0,0-1 0 0 0,1-1 0 0 0,-24-8 0 0 0,32 8 0 0 0,0 0 0 0 0,-1 0 0 0 0,1-1 0 0 0,1-1 0 0 0,-1 0 0 0 0,1 0 0 0 0,0-1 0 0 0,0 0 0 0 0,-10-11 0 0 0,4-1 0 0 0,0-1 0 0 0,2 0 0 0 0,0 0 0 0 0,1-1 0 0 0,2-1 0 0 0,0 0 0 0 0,1 0 0 0 0,1-1 0 0 0,1 0 0 0 0,1-1 0 0 0,1 1 0 0 0,-1-27 0 0 0,1-6 0 0 0,3 0 0 0 0,2-1 0 0 0,2 1 0 0 0,11-61 0 0 0,2 34 0 0 0,4 2 0 0 0,3 0 0 0 0,4 1 0 0 0,3 1 0 0 0,55-103 0 0 0,-66 142 0 0 0,-18 40 0 0 0,1-1 0 0 0,-1 0 0 0 0,0 0 0 0 0,0 1 0 0 0,0-1 0 0 0,1 0 0 0 0,-1 0 0 0 0,0 1 0 0 0,0-1 0 0 0,0 0 0 0 0,0 0 0 0 0,0 1 0 0 0,0-1 0 0 0,0 0 0 0 0,-1 1 0 0 0,1-1 0 0 0,0 0 0 0 0,0 0 0 0 0,-1 1 0 0 0,1-1 0 0 0,0 0 0 0 0,-1 1 0 0 0,1-1 0 0 0,0 0 0 0 0,-1 1 0 0 0,1-1 0 0 0,-1 1 0 0 0,1-1 0 0 0,-1 1 0 0 0,1-1 0 0 0,-1 1 0 0 0,0-1 0 0 0,1 1 0 0 0,-1-1 0 0 0,0 1 0 0 0,1 0 0 0 0,-1-1 0 0 0,0 1 0 0 0,1 0 0 0 0,-1 0 0 0 0,0 0 0 0 0,1-1 0 0 0,-1 1 0 0 0,0 0 0 0 0,0 0 0 0 0,1 0 0 0 0,-1 0 0 0 0,0 0 0 0 0,0 0 0 0 0,1 1 0 0 0,-3-1 0 0 0,-38 8 0 0 0,21-1 0 0 0,0 1 0 0 0,1 1 0 0 0,0 1 0 0 0,0 0 0 0 0,-26 22 0 0 0,-82 72 0 0 0,120-97 0 0 0,-16 14-110 0 0,0 1-1 0 0,2 0 1 0 0,1 2-1 0 0,-26 39 1 0 0,-2 8-5381 0 0,-12-7-11469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14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39 1201 0 0,'2'-1'392'0'0,"0"-1"0"0"0,-1 0 1 0 0,1 1-1 0 0,-1-1 0 0 0,1 0 1 0 0,-1 0-1 0 0,0 0 0 0 0,0 0 1 0 0,1 0-1 0 0,0-3 0 0 0,-2 5-140 0 0,0-1 0 0 0,0 1-1 0 0,0-1 1 0 0,0 1 0 0 0,0-1-1 0 0,0 0 1 0 0,0 1 0 0 0,0-1-1 0 0,0 1 1 0 0,-1-1 0 0 0,1 1-1 0 0,0-1 1 0 0,0 1 0 0 0,0-1-1 0 0,-1 1 1 0 0,1-1 0 0 0,0 1-1 0 0,-1-1 1 0 0,1 1 0 0 0,0-1-1 0 0,-1 1 1 0 0,1-1 0 0 0,-1 1-1 0 0,1 0 1 0 0,0-1 0 0 0,-1 1-1 0 0,1 0 1 0 0,-1-1 0 0 0,1 1-1 0 0,-1 0 1 0 0,1 0 0 0 0,-1-1-1 0 0,0 1 1 0 0,1 0 0 0 0,-1 0-1 0 0,1 0 1 0 0,-1 0 0 0 0,1 0-1 0 0,-1 0 1 0 0,1 0 0 0 0,-1 0-1 0 0,0 0 1 0 0,1 0 0 0 0,-1 0-1 0 0,1 0 1 0 0,-1 0 0 0 0,1 0 0 0 0,-2 1-1 0 0,6 25 6659 0 0,90 262-111 0 0,-42-142-5589 0 0,-42-111-1140 0 0,9 61 0 0 0,2 8-789 0 0,-20-100 451 0 0,8 20-4755 0 0,-9-23 4584 0 0,1-1 0 0 0,-1 1 0 0 0,0-1 1 0 0,1 1-1 0 0,-1-1 0 0 0,0 1 1 0 0,1-1-1 0 0,-1 0 0 0 0,0 1 0 0 0,1-1 1 0 0,-1 0-1 0 0,1 1 0 0 0,-1-1 1 0 0,1 0-1 0 0,-1 0 0 0 0,1 1 0 0 0,-1-1 1 0 0,1 0-1 0 0,-1 0 0 0 0,1 0 1 0 0,-1 0-1 0 0,1 1 0 0 0,0-1 0 0 0,14-10-13287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15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164 171 1681 0 0,'-41'-9'4776'0'0,"-31"-9"4580"0"0,28 0 3271 0 0,43 18-12568 0 0,1 0 1 0 0,0 0 0 0 0,-1 0-1 0 0,1-1 1 0 0,0 1 0 0 0,0 0-1 0 0,-1 0 1 0 0,1 0 0 0 0,0 0-1 0 0,-1 0 1 0 0,1 0 0 0 0,0-1-1 0 0,0 1 1 0 0,-1 0 0 0 0,1 0-1 0 0,0 0 1 0 0,0-1 0 0 0,0 1-1 0 0,-1 0 1 0 0,1 0 0 0 0,0-1-1 0 0,0 1 1 0 0,0 0 0 0 0,0 0-1 0 0,0-1 1 0 0,-1 1 0 0 0,1 0-1 0 0,0-1 1 0 0,0 1 0 0 0,0 0-1 0 0,0 0 1 0 0,0-1 0 0 0,0 1-1 0 0,0 0 1 0 0,0-1 0 0 0,0 1-1 0 0,0 0 1 0 0,0-1 0 0 0,0 1-1 0 0,0 0 1 0 0,0-1 0 0 0,0 1 0 0 0,1 0-1 0 0,-1 0 1 0 0,0-1 0 0 0,0 1-1 0 0,0 0 1 0 0,0 0 0 0 0,1-1-1 0 0,-1 1 1 0 0,0 0 0 0 0,0-1-1 0 0,20-10 1055 0 0,-13 8-1063 0 0,19-11-82 0 0,11-5-110 0 0,0 1 0 0 0,51-15 0 0 0,-75 29 179 0 0,0 1 0 0 0,1 0 0 0 0,-1 1 0 0 0,1 1-1 0 0,-1 0 1 0 0,1 1 0 0 0,0 0 0 0 0,-1 1 0 0 0,1 0-1 0 0,0 2 1 0 0,16 4 0 0 0,-30-7-38 0 0,1 0 0 0 0,-1 1 0 0 0,1-1 0 0 0,-1 1 0 0 0,0-1 0 0 0,1 1 0 0 0,-1-1 0 0 0,0 1 0 0 0,0 0 0 0 0,1-1 0 0 0,-1 1 0 0 0,0-1 0 0 0,0 1 0 0 0,0 0 0 0 0,0-1 0 0 0,0 1 0 0 0,0-1 0 0 0,0 1 0 0 0,0 0 0 0 0,0-1 0 0 0,0 1 0 0 0,0 0 0 0 0,0-1 0 0 0,0 1 0 0 0,0-1 0 0 0,0 1 0 0 0,-1 0 0 0 0,1-1 0 0 0,0 1 0 0 0,-1-1 0 0 0,1 1 0 0 0,0-1 0 0 0,-1 1 0 0 0,1-1 0 0 0,0 1 0 0 0,-1-1 0 0 0,1 1 0 0 0,-1-1 0 0 0,-5 12 0 0 0,-16 42 0 0 0,-3 0 0 0 0,-47 72 0 0 0,33-66 0 0 0,-52 61 0 0 0,83-112 0 0 0,16-21 0 0 0,17-22 0 0 0,-16 26 0 0 0,0 0 0 0 0,0 0 0 0 0,1 1 0 0 0,-1 0 0 0 0,2 1 0 0 0,-1 0 0 0 0,1 1 0 0 0,0 0 0 0 0,0 0 0 0 0,0 1 0 0 0,19-4 0 0 0,-22 7 0 0 0,0-1 0 0 0,1 2 0 0 0,-1-1 0 0 0,1 1 0 0 0,-1 0 0 0 0,1 1 0 0 0,-1 0 0 0 0,1 0 0 0 0,-1 1 0 0 0,0 0 0 0 0,0 1 0 0 0,0 0 0 0 0,0 0 0 0 0,0 0 0 0 0,-1 1 0 0 0,1 0 0 0 0,9 8 0 0 0,-9-6 0 0 0,0 0 0 0 0,-1 1 0 0 0,1 1 0 0 0,-1-1 0 0 0,-1 1 0 0 0,0 0 0 0 0,0 0 0 0 0,0 1 0 0 0,-1 0 0 0 0,0 0 0 0 0,-1 0 0 0 0,0 1 0 0 0,0-1 0 0 0,-1 1 0 0 0,-1 0 0 0 0,0 0 0 0 0,0 0 0 0 0,0 0 0 0 0,-1 1 0 0 0,-1-1 0 0 0,0 0 0 0 0,0 0 0 0 0,-1 0 0 0 0,-3 11 0 0 0,0 2 0 0 0,-2 0 0 0 0,0-1 0 0 0,-2 0 0 0 0,0 0 0 0 0,-2-1 0 0 0,0 0 0 0 0,-1 0 0 0 0,-2-1 0 0 0,-22 29 0 0 0,18-28 0 0 0,-1 1 0 0 0,0-2 0 0 0,-2 0 0 0 0,-1-2 0 0 0,0 0 0 0 0,-25 15 0 0 0,42-31 0 0 0,0 0 0 0 0,0 0 0 0 0,-1 0 0 0 0,1-1 0 0 0,-1 1 0 0 0,1-1 0 0 0,-1 0 0 0 0,0-1 0 0 0,1 1 0 0 0,-1-1 0 0 0,0 0 0 0 0,1 0 0 0 0,-1 0 0 0 0,0-1 0 0 0,1 1 0 0 0,-1-1 0 0 0,1 0 0 0 0,-6-2 0 0 0,3-3-105 0 0,15-1-522 0 0,23-3-4068 0 0,-25 8 998 0 0,36-19-13943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18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54 1681 0 0,'-20'-40'6003'0'0,"8"26"-881"0"0,8 16-1520 0 0,2 0-1281 0 0,-2-2-641 0 0,2 3-319 0 0,0 0-241 0 0,-18 68 2562 0 0,0 12-240 0 0,14-18-1361 0 0,-2-6-1409 0 0,2-3-672 0 0,2-4 0 0 0,2-6-752 0 0,4-19-3971 0 0,0-14-7282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19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45 2321 0 0,'-1'-3'1303'0'0,"-11"-24"4002"0"0,11 26-4746 0 0,1 0 0 0 0,-1 0-1 0 0,0 0 1 0 0,1 0 0 0 0,-1 0 0 0 0,0 0 0 0 0,0 0-1 0 0,0 0 1 0 0,0 1 0 0 0,0-1 0 0 0,0 0 0 0 0,0 1 0 0 0,0-1-1 0 0,0 0 1 0 0,0 1 0 0 0,-1 0 0 0 0,1-1 0 0 0,0 1 0 0 0,0 0-1 0 0,-5 0 6461 0 0,2 6-4322 0 0,-3 5-1579 0 0,-102 155 710 0 0,106-161-1828 0 0,0 0 0 0 0,1 0 0 0 0,-1 0 0 0 0,1 1 0 0 0,1-1 0 0 0,-3 7 0 0 0,4-11 0 0 0,0-1 0 0 0,0 1 0 0 0,0-1 0 0 0,0 1 0 0 0,0-1 0 0 0,0 1 0 0 0,0-1 0 0 0,0 1 0 0 0,0-1 0 0 0,0 1 0 0 0,0-1 0 0 0,1 1 0 0 0,-1-1 0 0 0,0 1 0 0 0,0 0 0 0 0,0-1 0 0 0,1 0 0 0 0,-1 1 0 0 0,0-1 0 0 0,1 1 0 0 0,-1-1 0 0 0,0 1 0 0 0,1-1 0 0 0,0 1 0 0 0,0-1 0 0 0,0 1 0 0 0,0-1 0 0 0,0 0 0 0 0,0 0 0 0 0,0 1 0 0 0,1-1 0 0 0,-1 0 0 0 0,0 0 0 0 0,0 0 0 0 0,0-1 0 0 0,0 1 0 0 0,0 0 0 0 0,1 0 0 0 0,-1 0 0 0 0,0-1 0 0 0,2 0 0 0 0,20-7 0 0 0,-16 5 0 0 0,1 0 0 0 0,-1 1 0 0 0,1 0 0 0 0,0 0 0 0 0,8 0 0 0 0,-4 0 0 0 0,-1 2 0 0 0,1-1 0 0 0,-1 2 0 0 0,1-1 0 0 0,-1 1 0 0 0,1 1 0 0 0,-1 0 0 0 0,1 1 0 0 0,-1 0 0 0 0,0 1 0 0 0,-1 0 0 0 0,1 1 0 0 0,-1 0 0 0 0,1 0 0 0 0,-1 1 0 0 0,-1 0 0 0 0,1 1 0 0 0,-1 0 0 0 0,13 14 0 0 0,-9-7 0 0 0,-1 0 0 0 0,0 1 0 0 0,-1 0 0 0 0,-1 1 0 0 0,0 1 0 0 0,12 28 0 0 0,-18-36 0 0 0,0 0 0 0 0,-1 0 0 0 0,0 1 0 0 0,-1-1 0 0 0,1 1 0 0 0,-2 0 0 0 0,0 0 0 0 0,0-1 0 0 0,0 1 0 0 0,-2 0 0 0 0,1 0 0 0 0,-1 0 0 0 0,0 0 0 0 0,-5 16 0 0 0,4-22 17 0 0,0 0 0 0 0,0 0 0 0 0,0 0 0 0 0,0 0-1 0 0,-1 0 1 0 0,1 0 0 0 0,-1-1 0 0 0,0 1 0 0 0,0-1 0 0 0,-1 0 0 0 0,1 0 0 0 0,-1 0 0 0 0,1-1-1 0 0,-1 1 1 0 0,0-1 0 0 0,0 0 0 0 0,0 0 0 0 0,0 0 0 0 0,-1 0 0 0 0,1-1 0 0 0,-9 2 0 0 0,-2 0-327 0 0,0-1 0 0 0,-1-1 1 0 0,1 0-1 0 0,-1-1 1 0 0,-17-3-1 0 0,-20-6-8422 0 0,-11-17-6694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19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0 122 560 0 0,'68'-39'6643'0'0,"-8"9"6323"0"0,-6 9-368 0 0,-12 8-12598 0 0,-16 1 0 0 0,-14 5 0 0 0,-10 7 0 0 0,-4 7-1633 0 0,-6 5-9012 0 0,-4 5-3281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8:20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1 320 0 0,'-70'22'6643'0'0,"-36"35"6083"0"0,64 0-6803 0 0,38 12-5363 0 0,0 17-1440 0 0,-4 12-1602 0 0,0-25-2400 0 0,-4-9-4002 0 0,-14 0 1361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26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387 0 2801 0 0,'-46'30'6376'0'0,"0"3"-1"0"0,2 1 1 0 0,-40 41-1 0 0,2 13-1911 0 0,4 11-4464 0 0,77-98 0 0 0,0 0 0 0 0,0 1 0 0 0,1-1 0 0 0,-1 1 0 0 0,0-1 0 0 0,1 1 0 0 0,-1-1 0 0 0,1 1 0 0 0,0 0 0 0 0,-1-1 0 0 0,1 1 0 0 0,0-1 0 0 0,0 1 0 0 0,0 0 0 0 0,0-1 0 0 0,0 1 0 0 0,1-1 0 0 0,-1 1 0 0 0,0 0 0 0 0,1-1 0 0 0,-1 1 0 0 0,1-1 0 0 0,-1 1 0 0 0,1-1 0 0 0,0 1 0 0 0,0-1 0 0 0,0 0 0 0 0,-1 1 0 0 0,1-1 0 0 0,1 0 0 0 0,1 2 0 0 0,4 5 0 0 0,1 0 0 0 0,0-1 0 0 0,16 11 0 0 0,-20-15 0 0 0,53 35 0 0 0,88 44 0 0 0,73 21 0 0 0,-105-50 0 0 0,-88-42 0 0 0,51 27 0 0 0,-68-33 0 0 0,-1 0 0 0 0,0 0 0 0 0,0 0 0 0 0,0 1 0 0 0,-1 0 0 0 0,0 0 0 0 0,8 11 0 0 0,-13-16 0 0 0,0 1 0 0 0,0-1 0 0 0,0 1 0 0 0,0 0 0 0 0,0-1 0 0 0,-1 1 0 0 0,1-1 0 0 0,0 1 0 0 0,-1 0 0 0 0,0 0 0 0 0,1-1 0 0 0,-1 1 0 0 0,0 0 0 0 0,0 0 0 0 0,0 0 0 0 0,0-1 0 0 0,0 1 0 0 0,0 0 0 0 0,-1 0 0 0 0,1-1 0 0 0,0 1 0 0 0,-2 2 0 0 0,1-1 0 0 0,-1 0 0 0 0,0 0 0 0 0,0 0 0 0 0,0-1 0 0 0,0 1 0 0 0,0 0 0 0 0,-1-1 0 0 0,1 0 0 0 0,-1 1 0 0 0,-5 3 0 0 0,-2 0 0 0 0,-1 0 0 0 0,0-1 0 0 0,0 0 0 0 0,0-1 0 0 0,-21 6 0 0 0,16-7 0 0 0,0-1 0 0 0,0 0 0 0 0,0-1 0 0 0,0-1 0 0 0,-1 0 0 0 0,1-2 0 0 0,0 1 0 0 0,0-2 0 0 0,0 0 0 0 0,-18-7 0 0 0,-2-3 0 0 0,2 0 0 0 0,0-3 0 0 0,-43-26 0 0 0,67 36-65 0 0,0 0-1 0 0,0-1 1 0 0,1-1 0 0 0,-14-13-1 0 0,16 13-1416 0 0,1 1 0 0 0,0-1-1 0 0,-7-13 1 0 0,-19-48-18146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26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46 201 80 0 0,'-34'5'29934'0'0,"26"3"-27181"0"0,4-1-2753 0 0,4-4 0 0 0,0-1 0 0 0,6-2 0 0 0,60-15 0 0 0,90-34 0 0 0,-12 0 0 0 0,-40 19 0 0 0,-10 11 0 0 0,6 4 0 0 0,6 1 0 0 0,6 6 0 0 0,-12 0-3634 0 0,-10-1-13173 0 0,-16-1 6402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26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1 240 0 0,'6'16'16720'0'0,"-18"-1"-3573"0"0,6-3-12690 0 0,0-1-1 0 0,-1 0 1 0 0,0 0-1 0 0,-1 0 1 0 0,0-1 0 0 0,-16 16-1 0 0,-18 21-992 0 0,25-21 536 0 0,0 0 0 0 0,2 0 0 0 0,1 2 0 0 0,1 0 0 0 0,1 0 0 0 0,2 2 0 0 0,0-1 0 0 0,-8 53 0 0 0,15-61 0 0 0,1 0 0 0 0,1 0 0 0 0,1-1 0 0 0,0 1 0 0 0,8 41 0 0 0,-5-48 0 0 0,1 0 0 0 0,0 0 0 0 0,1 0 0 0 0,0-1 0 0 0,1 0 0 0 0,1 0 0 0 0,0-1 0 0 0,1 1 0 0 0,12 14 0 0 0,-13-18 0 0 0,1-1 0 0 0,0 0 0 0 0,1 0 0 0 0,-1-1 0 0 0,1 0 0 0 0,1 0 0 0 0,0-1 0 0 0,0-1 0 0 0,0 0 0 0 0,0 0 0 0 0,1-1 0 0 0,-1 0 0 0 0,1 0 0 0 0,0-2 0 0 0,13 3 0 0 0,-10-4 0 0 0,1 0 0 0 0,0 0 0 0 0,-1-1 0 0 0,1-1 0 0 0,0-1 0 0 0,-1 0 0 0 0,0-1 0 0 0,1 0 0 0 0,-1-2 0 0 0,27-10 0 0 0,-27 8 0 0 0,-1 0 0 0 0,0-1 0 0 0,0 0 0 0 0,0-1 0 0 0,-1 0 0 0 0,-1-1 0 0 0,1 0 0 0 0,-2-1 0 0 0,1 0 0 0 0,13-20 0 0 0,-18 21 0 0 0,0 0 0 0 0,0 0 0 0 0,-1-1 0 0 0,0 1 0 0 0,-1-1 0 0 0,-1 0 0 0 0,1 0 0 0 0,-2-1 0 0 0,1 1 0 0 0,-2-1 0 0 0,1 1 0 0 0,-2-1 0 0 0,0 0 0 0 0,-1-17 0 0 0,-3 6 0 0 0,-1 0 0 0 0,-1 0 0 0 0,-1 1 0 0 0,0-1 0 0 0,-2 2 0 0 0,-21-38 0 0 0,14 31 0 0 0,-2 1 0 0 0,-1 0 0 0 0,-1 2 0 0 0,-31-32 0 0 0,25 31 0 0 0,-2 1 0 0 0,-46-31 0 0 0,66 50 0 0 0,-1 0 0 0 0,1 1 0 0 0,-2 0 0 0 0,1 0 0 0 0,0 1 0 0 0,-1 1 0 0 0,0-1 0 0 0,0 2 0 0 0,0-1 0 0 0,0 1 0 0 0,-1 1 0 0 0,1 0 0 0 0,-18 0 0 0 0,27 1 0 0 0,1 0 0 0 0,0 0 0 0 0,-1 0 0 0 0,1 0 0 0 0,0 0 0 0 0,-1 0 0 0 0,1 0 0 0 0,0 0 0 0 0,0 1 0 0 0,-1-1 0 0 0,1 0 0 0 0,0 0 0 0 0,-1 0 0 0 0,1 0 0 0 0,0 0 0 0 0,0 1 0 0 0,-1-1 0 0 0,1 0 0 0 0,0 0 0 0 0,0 1 0 0 0,0-1 0 0 0,-1 0 0 0 0,1 0 0 0 0,0 1 0 0 0,0-1 0 0 0,0 0 0 0 0,0 0 0 0 0,-1 1 0 0 0,1-1 0 0 0,0 0 0 0 0,0 1 0 0 0,0-1 0 0 0,0 0 0 0 0,0 1 0 0 0,0-1 0 0 0,0 0 0 0 0,0 1 0 0 0,0-1 0 0 0,0 0 0 0 0,0 0 0 0 0,0 1 0 0 0,0 0 0 0 0,7 14 0 0 0,-5-12 0 0 0,22 33-3954 0 0,4-4-15815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27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10645 0 0,'12'12'22122'0'0,"-14"13"-22122"0"0,-2 19 0 0 0,0 10 0 0 0,-6 5 0 0 0,-4 5 0 0 0,0 5 0 0 0,0-5 0 0 0,6-5 0 0 0,0-7 0 0 0,6-9 0 0 0,10-15 0 0 0,-14-16-13718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27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54 80 0 0,'-2'-42'5963'0'0,"-2"30"4985"0"0,-2 32 487 0 0,0-3-7094 0 0,-7 17-4341 0 0,1 1 0 0 0,1 0 0 0 0,2 0 0 0 0,2 1 0 0 0,-4 54 0 0 0,9-70 0 0 0,1-1 0 0 0,1 1 0 0 0,1-1 0 0 0,1 0 0 0 0,0 1 0 0 0,9 29 0 0 0,-9-42 0 0 0,0 0 0 0 0,1 0 0 0 0,0 0 0 0 0,0-1 0 0 0,0 1 0 0 0,1-1 0 0 0,0 0 0 0 0,1 0 0 0 0,5 6 0 0 0,-7-9 0 0 0,0-1 0 0 0,0 1 0 0 0,1 0 0 0 0,-1-1 0 0 0,1 0 0 0 0,-1 0 0 0 0,1 0 0 0 0,0 0 0 0 0,0-1 0 0 0,0 0 0 0 0,0 1 0 0 0,0-1 0 0 0,0-1 0 0 0,0 1 0 0 0,0-1 0 0 0,0 1 0 0 0,5-1 0 0 0,-2-1 0 0 0,-1 0 0 0 0,1-1 0 0 0,0 1 0 0 0,-1-1 0 0 0,0 0 0 0 0,1-1 0 0 0,-1 0 0 0 0,0 0 0 0 0,0 0 0 0 0,-1-1 0 0 0,1 1 0 0 0,-1-2 0 0 0,1 1 0 0 0,-1 0 0 0 0,0-1 0 0 0,-1 0 0 0 0,1 0 0 0 0,5-10 0 0 0,2-1 0 0 0,-2-1 0 0 0,0 0 0 0 0,-1 0 0 0 0,-1-1 0 0 0,8-25 0 0 0,-7 17 0 0 0,0-1 0 0 0,-3 0 0 0 0,0 0 0 0 0,-2-1 0 0 0,2-38 0 0 0,-8 57 0 0 0,-1 15 0 0 0,-4 23 0 0 0,6-23 0 0 0,-11 52 0 0 0,-15 63 0 0 0,-12 136 0 0 0,36-218 0 0 0,2 0 0 0 0,1 0 0 0 0,2 0 0 0 0,1 0 0 0 0,2 0 0 0 0,2-1 0 0 0,22 70 0 0 0,-28-105 23 0 0,15 32 839 0 0,-15-34-1040 0 0,0 1 0 0 0,-1-1 0 0 0,1 0 0 0 0,0 0 0 0 0,0 0 0 0 0,0 0 0 0 0,0 0 0 0 0,0 0 0 0 0,0 0-1 0 0,0-1 1 0 0,0 1 0 0 0,0 0 0 0 0,0-1 0 0 0,1 1 0 0 0,-1 0 0 0 0,0-1 0 0 0,0 0 0 0 0,1 1 0 0 0,-1-1-1 0 0,0 0 1 0 0,1 1 0 0 0,-1-1 0 0 0,0 0 0 0 0,2 0 0 0 0,1-1-2035 0 0,1-1 0 0 0,-1 1 0 0 0,0-1 0 0 0,0 0 0 0 0,0 0 0 0 0,-1 0 0 0 0,5-3 0 0 0,-8 5 2082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28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78 80 0 0,'-2'-47'4295'0'0,"-5"26"1891"0"0,6 21-5661 0 0,1-1 0 0 0,-1 0 0 0 0,1 0 0 0 0,-1 1 0 0 0,0-1 0 0 0,1 0 0 0 0,-1 1 0 0 0,0-1 0 0 0,0 1 0 0 0,1-1-1 0 0,-1 1 1 0 0,0-1 0 0 0,0 1 0 0 0,0-1 0 0 0,0 1 0 0 0,0 0 0 0 0,0 0 0 0 0,0-1 0 0 0,0 1-258 0 0,0 0-1 0 0,1 0 1 0 0,-1 0 0 0 0,0 0 0 0 0,1 0 0 0 0,-1 0-1 0 0,0 0 1 0 0,0 0 0 0 0,1 1 0 0 0,-1-1 0 0 0,1 0-1 0 0,-1 0 1 0 0,0 1 0 0 0,1-1 0 0 0,-1 0 0 0 0,0 1-1 0 0,1-1 1 0 0,-1 0 0 0 0,1 1 0 0 0,-1-1 0 0 0,1 1-1 0 0,-1-1 1 0 0,1 1 0 0 0,0-1 0 0 0,-1 1 0 0 0,1-1 0 0 0,-1 1-1 0 0,1 0 1 0 0,0-1 0 0 0,0 1 0 0 0,-1-1 0 0 0,1 1-1 0 0,0 0 1 0 0,0-1 0 0 0,0 1 0 0 0,-1 1 0 0 0,1 0-110 0 0,0 0 0 0 0,0-1 1 0 0,0 1-1 0 0,0 0 0 0 0,0 0 1 0 0,0-1-1 0 0,1 1 0 0 0,-1 0 1 0 0,0 0-1 0 0,1-1 1 0 0,-1 1-1 0 0,1 0 0 0 0,0-1 1 0 0,1 4-1 0 0,-1-4-157 0 0,0 1 0 0 0,0 0 0 0 0,0 0 0 0 0,-1 0 0 0 0,1 0 0 0 0,-1 0 0 0 0,1 0 0 0 0,-1 0 0 0 0,0 0 0 0 0,0 0 0 0 0,0 0 0 0 0,0 0 0 0 0,0 0 0 0 0,0 0 0 0 0,-1 0 0 0 0,1 0 0 0 0,-1 0 0 0 0,0 3 0 0 0,-3 13 0 0 0,-4 32 0 0 0,-22 186 0 0 0,28-199 0 0 0,1 0 0 0 0,2 0 0 0 0,1 0 0 0 0,12 58 0 0 0,-11-83 0 0 0,0-1 0 0 0,0 0 0 0 0,1 0 0 0 0,1-1 0 0 0,5 12 0 0 0,-8-19 0 0 0,0 0 0 0 0,1 1 0 0 0,-1-1 0 0 0,0 0 0 0 0,1 0 0 0 0,0 0 0 0 0,0 0 0 0 0,0-1 0 0 0,0 1 0 0 0,0-1 0 0 0,0 0 0 0 0,0 0 0 0 0,1 0 0 0 0,-1 0 0 0 0,1-1 0 0 0,0 1 0 0 0,-1-1 0 0 0,1 0 0 0 0,4 1 0 0 0,0-2 0 0 0,0 0 0 0 0,-1 0 0 0 0,1-1 0 0 0,0 0 0 0 0,-1 0 0 0 0,1-1 0 0 0,-1 0 0 0 0,1 0 0 0 0,-1-1 0 0 0,0 0 0 0 0,0 0 0 0 0,0-1 0 0 0,-1 1 0 0 0,1-2 0 0 0,-1 1 0 0 0,0-1 0 0 0,0 0 0 0 0,9-9 0 0 0,-2 0 0 0 0,0-1 0 0 0,0 0 0 0 0,-2 0 0 0 0,0-1 0 0 0,-1-1 0 0 0,13-27 0 0 0,-14 21 0 0 0,-1-1 0 0 0,0 1 0 0 0,-2-1 0 0 0,-1-1 0 0 0,-1 1 0 0 0,-1 0 0 0 0,-1-1 0 0 0,-2-39 0 0 0,0 50 0 0 0,-1 1 0 0 0,-1-1 0 0 0,0 1 0 0 0,-1-1 0 0 0,0 1 0 0 0,-1 0 0 0 0,-1 0 0 0 0,0 0 0 0 0,0 1 0 0 0,-1-1 0 0 0,-1 2 0 0 0,0-1 0 0 0,-1 1 0 0 0,0 0 0 0 0,-1 0 0 0 0,-17-16 0 0 0,19 21 0 0 0,-1 1 0 0 0,0 0 0 0 0,0 0 0 0 0,0 1 0 0 0,0 0 0 0 0,-1 0 0 0 0,0 1 0 0 0,1 0 0 0 0,-1 1 0 0 0,0 0 0 0 0,-1 0 0 0 0,1 1 0 0 0,-16-1 0 0 0,10 3 0 0 0,0 0 0 0 0,1 0 0 0 0,-1 2 0 0 0,1 0 0 0 0,0 0 0 0 0,0 1 0 0 0,-25 11 0 0 0,39-14 12 0 0,-1-1-1 0 0,1 0 1 0 0,-1 0-1 0 0,1 1 1 0 0,-1-1-1 0 0,1 0 1 0 0,-1 1-1 0 0,1-1 1 0 0,-1 0-1 0 0,1 1 1 0 0,0-1-1 0 0,-1 1 1 0 0,1-1 0 0 0,0 0-1 0 0,-1 1 1 0 0,1-1-1 0 0,0 1 1 0 0,-1-1-1 0 0,1 1 1 0 0,0 0-1 0 0,0-1 1 0 0,0 1-1 0 0,0-1 1 0 0,-1 1-1 0 0,1-1 1 0 0,0 1 0 0 0,0-1-1 0 0,0 1 1 0 0,0 0-1 0 0,0-1 1 0 0,0 1-1 0 0,0-1 1 0 0,1 1-1 0 0,-1-1 1 0 0,0 1-1 0 0,0-1 1 0 0,0 1-1 0 0,1 0 1 0 0,-1-1 0 0 0,0 1-1 0 0,0-1 1 0 0,1 1-1 0 0,-1-1 1 0 0,0 0-1 0 0,1 1 1 0 0,-1-1-1 0 0,1 1 1 0 0,-1-1-1 0 0,1 0 1 0 0,-1 1-1 0 0,0-1 1 0 0,2 1 0 0 0,26 19-3070 0 0,14-7-9175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28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15 3442 0 0,'9'8'19091'0'0,"-3"0"-11788"0"0,-1-1-5373 0 0,2 8-3305 0 0,-4-8 3212 0 0,-2-4-1788 0 0,0 1 0 0 0,0-1 0 0 0,0 0 0 0 0,0 0 0 0 0,-1 1 0 0 0,1-1 0 0 0,-1 1 0 0 0,0-1 0 0 0,0 0 0 0 0,0 1 0 0 0,-1-1 0 0 0,-1 7 0 0 0,-15 40-69 0 0,3-14-58 0 0,8-14 78 0 0,1 0 0 0 0,1 1 0 0 0,1 0 0 0 0,1-1 0 0 0,1 1 0 0 0,1 0 0 0 0,1 0 0 0 0,1 0 0 0 0,1 0 0 0 0,1-1 0 0 0,7 23 0 0 0,-6-30 0 0 0,0 0 0 0 0,1 0 0 0 0,0-1 0 0 0,2 0 0 0 0,-1 0 0 0 0,2-1 0 0 0,0 0 0 0 0,0 0 0 0 0,1-1 0 0 0,1 0 0 0 0,0-1 0 0 0,0 0 0 0 0,1-1 0 0 0,1 0 0 0 0,0-1 0 0 0,24 13 0 0 0,-26-16 0 0 0,-1-2 0 0 0,1 1 0 0 0,0-2 0 0 0,0 1 0 0 0,0-2 0 0 0,0 1 0 0 0,1-2 0 0 0,-1 1 0 0 0,1-1 0 0 0,-1-1 0 0 0,1 0 0 0 0,-1-1 0 0 0,1 0 0 0 0,-1-1 0 0 0,0 0 0 0 0,0-1 0 0 0,1 0 0 0 0,-1-1 0 0 0,-1 0 0 0 0,1 0 0 0 0,-1-1 0 0 0,0-1 0 0 0,0 0 0 0 0,15-12 0 0 0,-10 6 0 0 0,0-1 0 0 0,-1 0 0 0 0,-1-1 0 0 0,-1-1 0 0 0,1 0 0 0 0,-2-1 0 0 0,0 0 0 0 0,-2-1 0 0 0,1 0 0 0 0,-2 0 0 0 0,0-1 0 0 0,-1 0 0 0 0,-1 0 0 0 0,4-21 0 0 0,-6 19 0 0 0,-2-1 0 0 0,0 1 0 0 0,-1-1 0 0 0,-1 1 0 0 0,-1-1 0 0 0,0 0 0 0 0,-2 1 0 0 0,0 0 0 0 0,-2 0 0 0 0,-9-28 0 0 0,11 38 0 0 0,-1 0 0 0 0,0 0 0 0 0,-1 0 0 0 0,0 1 0 0 0,-1-1 0 0 0,0 1 0 0 0,0 1 0 0 0,-1-1 0 0 0,0 1 0 0 0,0 0 0 0 0,-1 1 0 0 0,0-1 0 0 0,0 2 0 0 0,-1-1 0 0 0,0 1 0 0 0,0 0 0 0 0,-1 1 0 0 0,1 0 0 0 0,-1 1 0 0 0,0 0 0 0 0,-15-4 0 0 0,7 5 0 0 0,0 1 0 0 0,0 1 0 0 0,0 0 0 0 0,0 1 0 0 0,0 1 0 0 0,0 1 0 0 0,0 0 0 0 0,1 2 0 0 0,-1 0 0 0 0,-30 11 0 0 0,45-14 45 0 0,0 0 0 0 0,1 0 0 0 0,-1 1 0 0 0,0-1 0 0 0,0 1 0 0 0,1 0-1 0 0,-1-1 1 0 0,1 1 0 0 0,0 0 0 0 0,-1 1 0 0 0,1-1 0 0 0,0 0 0 0 0,0 1 0 0 0,0-1 0 0 0,1 1 0 0 0,-3 3 0 0 0,2 0-448 0 0,0 0 1 0 0,0 0-1 0 0,1 0 0 0 0,0 0 1 0 0,-1 12-1 0 0,1-9-1072 0 0,-3 10-14159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51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9 2481 0 0,'-16'-8'20409'0'0,"-2"57"-10532"0"0,14 26-9877 0 0,4 33 0 0 0,0 36 0 0 0,6-13 0 0 0,8 4 0 0 0,0 11 0 0 0,4-6 0 0 0,-6-17 0 0 0,-2-23 0 0 0,-2-38 0 0 0,8-52-14279 0 0,10-42-47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52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270 1 1201 0 0,'-4'-1'1043'0'0,"0"1"1"0"0,-1 0-1 0 0,1 1 1 0 0,0-1-1 0 0,0 1 1 0 0,0-1-1 0 0,0 1 1 0 0,0 1-1 0 0,0-1 1 0 0,0 0-1 0 0,0 1 1 0 0,-4 2-1 0 0,-2 3 3578 0 0,0-1 1 0 0,-17 17-1 0 0,-7 6-484 0 0,-6 0-4137 0 0,22-17 0 0 0,0 2 0 0 0,-26 24 0 0 0,43-37 0 0 0,0 0 0 0 0,0-1 0 0 0,0 1 0 0 0,0 0 0 0 0,1 0 0 0 0,-1 0 0 0 0,0 0 0 0 0,0 0 0 0 0,1 0 0 0 0,-1 0 0 0 0,1 0 0 0 0,-1 0 0 0 0,1 0 0 0 0,-1 0 0 0 0,1 0 0 0 0,0 0 0 0 0,0 0 0 0 0,-1 1 0 0 0,1-1 0 0 0,0 0 0 0 0,0 0 0 0 0,0 0 0 0 0,0 0 0 0 0,0 1 0 0 0,0-1 0 0 0,1 0 0 0 0,-1 0 0 0 0,0 0 0 0 0,0 0 0 0 0,1 0 0 0 0,-1 1 0 0 0,1-1 0 0 0,-1 0 0 0 0,1 0 0 0 0,0 0 0 0 0,-1 0 0 0 0,1 0 0 0 0,0-1 0 0 0,0 1 0 0 0,-1 0 0 0 0,2 1 0 0 0,4 2 0 0 0,0 0 0 0 0,0 0 0 0 0,0-1 0 0 0,1 0 0 0 0,10 4 0 0 0,-16-6 0 0 0,185 57 0 0 0,-4-4 0 0 0,-134-35 0 0 0,-1 2 0 0 0,51 30 0 0 0,-83-42 0 0 0,0 1 0 0 0,-1 0 0 0 0,0 1 0 0 0,-1 0 0 0 0,0 1 0 0 0,-1 0 0 0 0,0 1 0 0 0,-1 1 0 0 0,-1-1 0 0 0,10 17 0 0 0,-18-25 0 0 0,1 0 0 0 0,-1 1 0 0 0,0-1 0 0 0,-1 1 0 0 0,1-1 0 0 0,-1 1 0 0 0,0 0 0 0 0,0 0 0 0 0,-1-1 0 0 0,0 1 0 0 0,0 0 0 0 0,0 0 0 0 0,-1 0 0 0 0,0-1 0 0 0,0 1 0 0 0,0 0 0 0 0,-1-1 0 0 0,1 1 0 0 0,-1-1 0 0 0,-1 1 0 0 0,1-1 0 0 0,-1 0 0 0 0,0 0 0 0 0,0 0 0 0 0,-1 0 0 0 0,-5 6 0 0 0,-8 7 0 0 0,0 0 0 0 0,-2-1 0 0 0,0 0 0 0 0,-34 22 0 0 0,35-28 0 0 0,0 0 0 0 0,0 0 0 0 0,0-2 0 0 0,-2 0 0 0 0,1-1 0 0 0,-1-1 0 0 0,-24 5 0 0 0,33-10 0 0 0,1 0 0 0 0,-1 0 0 0 0,1-2 0 0 0,-1 1 0 0 0,1-1 0 0 0,-1-1 0 0 0,1 0 0 0 0,-1 0 0 0 0,1-1 0 0 0,-1 0 0 0 0,1-1 0 0 0,0 0 0 0 0,0-1 0 0 0,0 0 0 0 0,-17-10 0 0 0,14 5-298 0 0,1 0-1 0 0,1-1 1 0 0,-1 0 0 0 0,1-1-1 0 0,1 0 1 0 0,0 0 0 0 0,1-1-1 0 0,0-1 1 0 0,-14-26 0 0 0,13 19-1821 0 0,1 0 0 0 0,1-1 0 0 0,-8-34 0 0 0,-8-59-17268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52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1 125 10965 0 0,'30'11'21802'0'0,"-2"9"-21802"0"0,20-17 0 0 0,20-15 0 0 0,12-13 0 0 0,8-2 0 0 0,0 0 0 0 0,-12 7 0 0 0,10-2 0 0 0,6 5 0 0 0,-4 9 0 0 0,-12 13-912 0 0,-22 0-18377 0 0,-16 3 6803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52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6163 0 0,'-10'89'24971'0'0,"4"2"-23338"0"0,10 4-1633 0 0,4 3 0 0 0,-2-7 0 0 0,2 15 0 0 0,-2 12 0 0 0,-2-9 0 0 0,-2-14 0 0 0,0-21 0 0 0,4-27 0 0 0,2-23 0 0 0,-6-40-15559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53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13 342 2801 0 0,'-12'-8'10113'0'0,"13"-3"-4028"0"0,26-18 116 0 0,-13 15-4036 0 0,117-99 2034 0 0,-94 84-3958 0 0,2 2-1 0 0,1 2 1 0 0,2 1-1 0 0,46-19 1 0 0,-79 40-241 0 0,0-1 0 0 0,0 1 0 0 0,1 1 0 0 0,-1 0 0 0 0,1 0 0 0 0,-1 1 0 0 0,1 0 0 0 0,0 0 0 0 0,-1 1 0 0 0,1 1 0 0 0,16 2 0 0 0,-19-2 0 0 0,0 2 0 0 0,0-1 0 0 0,0 1 0 0 0,-1 0 0 0 0,1 0 0 0 0,-1 0 0 0 0,0 1 0 0 0,0 0 0 0 0,0 1 0 0 0,0-1 0 0 0,-1 1 0 0 0,1 0 0 0 0,-1 1 0 0 0,-1-1 0 0 0,1 1 0 0 0,4 7 0 0 0,-1 1 0 0 0,0 0 0 0 0,0 0 0 0 0,-2 1 0 0 0,0 0 0 0 0,0 0 0 0 0,-1 1 0 0 0,4 30 0 0 0,-5-20 0 0 0,-2 0 0 0 0,-1 0 0 0 0,-1 0 0 0 0,-5 37 0 0 0,-3-19 0 0 0,-1 0 0 0 0,-2 0 0 0 0,-1-1 0 0 0,-3 0 0 0 0,-27 53 0 0 0,30-71 0 0 0,-1 0 0 0 0,-1-1 0 0 0,-18 23 0 0 0,28-42 0 0 0,0 0 0 0 0,0 0 0 0 0,-1 0 0 0 0,1 0 0 0 0,-1-1 0 0 0,0 1 0 0 0,0-1 0 0 0,-1-1 0 0 0,1 1 0 0 0,-1-1 0 0 0,0 0 0 0 0,0 0 0 0 0,0 0 0 0 0,0-1 0 0 0,0 0 0 0 0,0 0 0 0 0,-1-1 0 0 0,-9 2 0 0 0,15-3 0 0 0,0 0 0 0 0,0 0 0 0 0,0 0 0 0 0,0 0 0 0 0,0 0 0 0 0,0 0 0 0 0,0 0 0 0 0,0 0 0 0 0,0 0 0 0 0,0 0 0 0 0,0-1 0 0 0,0 1 0 0 0,0 0 0 0 0,0-1 0 0 0,0 1 0 0 0,0-1 0 0 0,1 1 0 0 0,-1-1 0 0 0,0 1 0 0 0,0-1 0 0 0,0 0 0 0 0,1 1 0 0 0,-1-1 0 0 0,0 0 0 0 0,1 0 0 0 0,-1 1 0 0 0,1-1 0 0 0,-1 0 0 0 0,1 0 0 0 0,-1 0 0 0 0,1 0 0 0 0,-1 0 0 0 0,1 1 0 0 0,0-1 0 0 0,-1 0 0 0 0,1 0 0 0 0,0 0 0 0 0,0 0 0 0 0,0 0 0 0 0,0 0 0 0 0,0 0 0 0 0,0 0 0 0 0,0 0 0 0 0,0 0 0 0 0,1-2 0 0 0,0-2 0 0 0,1-1 0 0 0,0 0 0 0 0,0 1 0 0 0,0-1 0 0 0,1 1 0 0 0,5-9 0 0 0,0 3 0 0 0,1 1 0 0 0,0 0 0 0 0,0 1 0 0 0,1-1 0 0 0,0 2 0 0 0,1 0 0 0 0,0 0 0 0 0,0 1 0 0 0,1 0 0 0 0,-1 1 0 0 0,2 0 0 0 0,21-7 0 0 0,-8 4 0 0 0,0 2 0 0 0,0 1 0 0 0,1 0 0 0 0,0 2 0 0 0,39 0 0 0 0,39 9 0 0 0,12-1 0 0 0,-106-5 159 0 0,-1 0 1 0 0,1 0-1 0 0,16-6 1 0 0,11-6-3751 0 0,26-18-11176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53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279 136 4162 0 0,'-3'-5'1756'0'0,"-1"0"0"0"0,0 0 0 0 0,1 1 0 0 0,-1 0 0 0 0,-1-1 0 0 0,1 2-1 0 0,-1-1 1 0 0,1 0 0 0 0,-1 1 0 0 0,0 0 0 0 0,0 0 0 0 0,0 0 0 0 0,-9-2 0 0 0,-28-5 2266 0 0,32 8-4022 0 0,8 1 0 0 0,0 1 0 0 0,0-1 0 0 0,1 1 0 0 0,-1-1 0 0 0,0 1 0 0 0,-1 0 0 0 0,1 0 0 0 0,0 0 0 0 0,0 0 0 0 0,0 0 0 0 0,0 0 0 0 0,0 0 0 0 0,0 1 0 0 0,0-1 0 0 0,0 1 0 0 0,1-1 0 0 0,-1 1 0 0 0,0 0 0 0 0,0 0 0 0 0,0 0 0 0 0,1 0 0 0 0,-1 0 0 0 0,0 0 0 0 0,1 1 0 0 0,-1-1 0 0 0,1 0 0 0 0,-1 1 0 0 0,1-1 0 0 0,0 1 0 0 0,-2 2 0 0 0,-10 16 0 0 0,0 1 0 0 0,2 0 0 0 0,0 1 0 0 0,1 0 0 0 0,2 0 0 0 0,0 1 0 0 0,1 0 0 0 0,2 1 0 0 0,0 0 0 0 0,1 0 0 0 0,0 26 0 0 0,3-34 0 0 0,1 0 0 0 0,1 1 0 0 0,0-1 0 0 0,1 0 0 0 0,0 0 0 0 0,2 0 0 0 0,0 0 0 0 0,0-1 0 0 0,2 1 0 0 0,0-1 0 0 0,0 0 0 0 0,2-1 0 0 0,0 1 0 0 0,0-2 0 0 0,1 1 0 0 0,1-1 0 0 0,0 0 0 0 0,15 13 0 0 0,-11-15 0 0 0,1 0 0 0 0,-1-1 0 0 0,2-1 0 0 0,-1 0 0 0 0,1-2 0 0 0,0 1 0 0 0,1-2 0 0 0,0 0 0 0 0,0-1 0 0 0,0-1 0 0 0,1 0 0 0 0,-1-2 0 0 0,1 0 0 0 0,0-1 0 0 0,0 0 0 0 0,-1-2 0 0 0,1 0 0 0 0,0-1 0 0 0,-1 0 0 0 0,26-8 0 0 0,-28 6 0 0 0,0 0 0 0 0,0-1 0 0 0,-1-1 0 0 0,0 0 0 0 0,0-1 0 0 0,0-1 0 0 0,-1 0 0 0 0,0 0 0 0 0,-1-2 0 0 0,1 1 0 0 0,-2-2 0 0 0,0 1 0 0 0,0-2 0 0 0,-1 1 0 0 0,0-1 0 0 0,-1-1 0 0 0,0 0 0 0 0,-1 0 0 0 0,-1-1 0 0 0,0 0 0 0 0,-1 0 0 0 0,0 0 0 0 0,6-29 0 0 0,-9 23 0 0 0,-1 1 0 0 0,-1-1 0 0 0,0 0 0 0 0,-2 1 0 0 0,0-1 0 0 0,-1 1 0 0 0,-1-1 0 0 0,-1 1 0 0 0,-1 0 0 0 0,-1 0 0 0 0,0 0 0 0 0,-1 1 0 0 0,-10-19 0 0 0,9 23 0 0 0,0-1 0 0 0,0 1 0 0 0,-2 0 0 0 0,1 1 0 0 0,-2 0 0 0 0,0 1 0 0 0,0 0 0 0 0,-1 0 0 0 0,-1 2 0 0 0,0-1 0 0 0,0 2 0 0 0,-1-1 0 0 0,0 2 0 0 0,0 0 0 0 0,-24-9 0 0 0,29 14 56 0 0,-1 1 0 0 0,0 0 0 0 0,0 0 1 0 0,0 1-1 0 0,0 0 0 0 0,0 0 0 0 0,0 2 0 0 0,0-1 0 0 0,0 1 0 0 0,0 0 1 0 0,0 1-1 0 0,0 0 0 0 0,0 1 0 0 0,1 0 0 0 0,-1 1 0 0 0,1 0 0 0 0,-17 9 0 0 0,-6 8-506 0 0,1 1 0 0 0,1 1 0 0 0,-41 42 0 0 0,3-4-3194 0 0,51-46-3521 0 0,-9 8-7840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58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24411 0 0,'92'-48'8356'0'0,"6"23"-8356"0"0,-28 23 0 0 0,-8 11 0 0 0,8-4 0 0 0,0-2 0 0 0,-8 4 0 0 0,-22 3 0 0 0,-10 12 0 0 0,-4 17-10277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29:58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0 104 19849 0 0,'1'1'285'0'0,"0"0"0"0"0,0 0 0 0 0,0 0 0 0 0,0 0 0 0 0,0 0 0 0 0,0 0 0 0 0,0 0 0 0 0,0 0 0 0 0,0-1 0 0 0,0 1 0 0 0,0 0 0 0 0,1-1 0 0 0,-1 1 0 0 0,0-1 0 0 0,0 1 0 0 0,1-1 0 0 0,-1 0 0 0 0,0 0 0 0 0,1 1-1 0 0,-1-1 1 0 0,0 0 0 0 0,1 0 0 0 0,-1 0 0 0 0,0-1 0 0 0,1 1 0 0 0,-1 0 0 0 0,0 0 0 0 0,3-1 0 0 0,43-18 3850 0 0,-27 10-3616 0 0,29-9-519 0 0,1 3 0 0 0,1 3 0 0 0,0 1 0 0 0,76-6 0 0 0,215 5 0 0 0,-245 11 0 0 0,-89 0 0 0 0,2 1 0 0 0,0 0 0 0 0,0 0 0 0 0,15 3 0 0 0,-49 5 0 0 0,23-8 1 0 0,-4 0-69 0 0,0 0-1 0 0,0 0 1 0 0,1 1 0 0 0,-1-1 0 0 0,0 1 0 0 0,0 0-1 0 0,1 1 1 0 0,-1-1 0 0 0,1 1 0 0 0,-1 0 0 0 0,1 0-1 0 0,-7 5 1 0 0,-10 5-7583 0 0,-32 4-13778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0:03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323 41 4642 0 0,'-3'-5'2513'0'0,"0"0"0"0"0,-1 1 0 0 0,0 0 0 0 0,0-1 0 0 0,0 1 0 0 0,-6-5 0 0 0,9 9-2143 0 0,0-1 0 0 0,0 1 0 0 0,1-1 1 0 0,-1 1-1 0 0,0 0 0 0 0,0-1 0 0 0,1 1 0 0 0,-1 0 0 0 0,0-1 1 0 0,0 1-1 0 0,0 0 0 0 0,0 0 0 0 0,0 0 0 0 0,1 0 1 0 0,-1 0-1 0 0,0 0 0 0 0,0 0 0 0 0,0 0 0 0 0,-2 0 0 0 0,3 1-227 0 0,-1-1-1 0 0,0 1 0 0 0,0 0 1 0 0,0 0-1 0 0,1-1 0 0 0,-1 1 0 0 0,0 0 1 0 0,1 0-1 0 0,-1 0 0 0 0,1 0 1 0 0,-1 0-1 0 0,1 0 0 0 0,-1 0 1 0 0,1 0-1 0 0,0 0 0 0 0,-1 0 1 0 0,1 0-1 0 0,0 0 0 0 0,0 0 0 0 0,0 0 1 0 0,0 2-1 0 0,0-3-142 0 0,-1 0 0 0 0,1 0 0 0 0,0 1 0 0 0,0-1 0 0 0,0 0 0 0 0,0 1 0 0 0,0-1 0 0 0,0 0 0 0 0,0 0 0 0 0,-1 1 0 0 0,1-1 0 0 0,0 0 0 0 0,0 0 0 0 0,0 1 0 0 0,-1-1 0 0 0,1 0 0 0 0,0 0 0 0 0,0 0 0 0 0,-1 0 0 0 0,1 1 0 0 0,0-1 0 0 0,0 0 0 0 0,-1 0 0 0 0,1 0 0 0 0,0 0 0 0 0,0 0 0 0 0,-1 0 0 0 0,1 0 0 0 0,0 0 0 0 0,-1 0 0 0 0,1 0 0 0 0,-1 0 0 0 0,-13 6 0 0 0,1 5 0 0 0,0 0 0 0 0,0 1 0 0 0,2 0 0 0 0,-1 1 0 0 0,1 0 0 0 0,-13 23 0 0 0,16-25 0 0 0,-9 15 0 0 0,0 1 0 0 0,2 0 0 0 0,1 1 0 0 0,1 1 0 0 0,1 0 0 0 0,2 1 0 0 0,-11 49 0 0 0,15-43 0 0 0,1 1 0 0 0,2 0 0 0 0,2 0 0 0 0,1 0 0 0 0,2 0 0 0 0,9 49 0 0 0,0-21 0 0 0,4-1 0 0 0,2 0 0 0 0,39 94 0 0 0,-40-123 0 0 0,0-1 0 0 0,3 0 0 0 0,0-1 0 0 0,3-1 0 0 0,0-1 0 0 0,2-1 0 0 0,43 42 0 0 0,-49-57 0 0 0,1-1 0 0 0,0 0 0 0 0,0-2 0 0 0,1 0 0 0 0,1-2 0 0 0,0 0 0 0 0,1-1 0 0 0,0-1 0 0 0,0-1 0 0 0,0-1 0 0 0,1-1 0 0 0,0-2 0 0 0,0 0 0 0 0,0-1 0 0 0,46-2 0 0 0,-54-1 0 0 0,0-1 0 0 0,0 0 0 0 0,0-2 0 0 0,0 1 0 0 0,-1-2 0 0 0,0 0 0 0 0,1-1 0 0 0,-2 0 0 0 0,1-1 0 0 0,24-17 0 0 0,-28 16 0 0 0,0 0 0 0 0,-1-1 0 0 0,0 0 0 0 0,-1-1 0 0 0,0 0 0 0 0,0 0 0 0 0,-1-1 0 0 0,-1 0 0 0 0,0 0 0 0 0,0 0 0 0 0,-1-1 0 0 0,0 0 0 0 0,-1 0 0 0 0,4-18 0 0 0,-5 12 0 0 0,1-1 0 0 0,-2-1 0 0 0,-1 1 0 0 0,0 0 0 0 0,-2 0 0 0 0,-2-22 0 0 0,1 27 0 0 0,-1 0 0 0 0,0 1 0 0 0,0 0 0 0 0,-2-1 0 0 0,0 2 0 0 0,0-1 0 0 0,-1 0 0 0 0,0 1 0 0 0,-15-20 0 0 0,11 20 0 0 0,-1-1 0 0 0,-1 2 0 0 0,0-1 0 0 0,0 2 0 0 0,-1-1 0 0 0,-1 2 0 0 0,0 0 0 0 0,0 0 0 0 0,-1 2 0 0 0,1-1 0 0 0,-2 2 0 0 0,1 0 0 0 0,-1 1 0 0 0,0 1 0 0 0,0 0 0 0 0,0 1 0 0 0,0 0 0 0 0,-1 2 0 0 0,1 0 0 0 0,-1 1 0 0 0,1 0 0 0 0,-1 2 0 0 0,1 0 0 0 0,-1 0 0 0 0,1 2 0 0 0,0 0 0 0 0,0 1 0 0 0,1 0 0 0 0,-21 11 0 0 0,19-7 0 0 0,0 0 0 0 0,0 1 0 0 0,1 1 0 0 0,0 1 0 0 0,-25 24 0 0 0,32-26 0 0 0,0-1 0 0 0,1 1 0 0 0,0 0 0 0 0,0 1 0 0 0,1 0 0 0 0,1 0 0 0 0,0 1 0 0 0,0-1 0 0 0,-5 20 0 0 0,10-29 11 0 0,1 1 1 0 0,-1 0-1 0 0,1 0 0 0 0,-1 0 0 0 0,1 0 1 0 0,0 0-1 0 0,0 1 0 0 0,1-1 1 0 0,-1 0-1 0 0,1 0 0 0 0,-1-1 1 0 0,1 1-1 0 0,0 0 0 0 0,0 0 0 0 0,0 0 1 0 0,0 0-1 0 0,1-1 0 0 0,-1 1 1 0 0,1-1-1 0 0,0 1 0 0 0,-1-1 1 0 0,1 1-1 0 0,0-1 0 0 0,1 0 0 0 0,-1 0 1 0 0,0 0-1 0 0,1 0 0 0 0,-1 0 1 0 0,1-1-1 0 0,-1 1 0 0 0,4 1 0 0 0,7 3-312 0 0,1 0 0 0 0,-1-1 0 0 0,1-1-1 0 0,0 0 1 0 0,21 4 0 0 0,-3-4-4238 0 0,40 1-1 0 0,38-5-13380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0:04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348 15 720 0 0,'19'-14'25711'0'0,"-36"22"-21228"0"0,-21-5-2646 0 0,27-2-1821 0 0,-2 1-16 0 0,0 1 0 0 0,-25 7 0 0 0,18-1 0 0 0,-40 21 0 0 0,41-20 0 0 0,1 1 0 0 0,-1 1 0 0 0,2 1 0 0 0,0 0 0 0 0,0 1 0 0 0,-23 27 0 0 0,39-41 0 0 0,1 1 0 0 0,-1 0 0 0 0,0 0 0 0 0,0 0 0 0 0,1-1 0 0 0,-1 1 0 0 0,0 0 0 0 0,1 0 0 0 0,-1 0 0 0 0,1 0 0 0 0,-1 0 0 0 0,1 0 0 0 0,-1 0 0 0 0,1 0 0 0 0,0 0 0 0 0,0 1 0 0 0,-1-1 0 0 0,1 0 0 0 0,0 0 0 0 0,0 0 0 0 0,0 0 0 0 0,0 0 0 0 0,0 0 0 0 0,1 0 0 0 0,-1 1 0 0 0,0-1 0 0 0,0 0 0 0 0,1 0 0 0 0,-1 0 0 0 0,1 0 0 0 0,-1 0 0 0 0,1 0 0 0 0,-1 0 0 0 0,1 0 0 0 0,0 1 0 0 0,2 0 0 0 0,0 0 0 0 0,-1-1 0 0 0,1 1 0 0 0,0 0 0 0 0,0-1 0 0 0,0 0 0 0 0,0 0 0 0 0,0 1 0 0 0,1-2 0 0 0,-1 1 0 0 0,0 0 0 0 0,4 0 0 0 0,46 3 0 0 0,0-2 0 0 0,91-8 0 0 0,-79 2 0 0 0,95 5 0 0 0,-129 2 0 0 0,0 0 0 0 0,0 3 0 0 0,0 0 0 0 0,-1 2 0 0 0,47 18 0 0 0,-65-20 0 0 0,-1-1 0 0 0,1 2 0 0 0,-1 0 0 0 0,0 0 0 0 0,0 1 0 0 0,-1 0 0 0 0,0 0 0 0 0,-1 1 0 0 0,0 1 0 0 0,0 0 0 0 0,-1 0 0 0 0,0 0 0 0 0,-1 1 0 0 0,0 1 0 0 0,11 22 0 0 0,-13-18 0 0 0,0 0 0 0 0,-1 0 0 0 0,0 0 0 0 0,-1 0 0 0 0,-1 1 0 0 0,0-1 0 0 0,-2 1 0 0 0,0 0 0 0 0,-1-1 0 0 0,0 1 0 0 0,-1-1 0 0 0,-1 1 0 0 0,-1-1 0 0 0,0 0 0 0 0,-9 22 0 0 0,8-27 0 0 0,1 0 0 0 0,-2 0 0 0 0,1-1 0 0 0,-1 0 0 0 0,-1 0 0 0 0,0-1 0 0 0,0 1 0 0 0,-1-2 0 0 0,0 1 0 0 0,-1-1 0 0 0,0 0 0 0 0,0-1 0 0 0,0 0 0 0 0,-1 0 0 0 0,0-1 0 0 0,-1 0 0 0 0,1-1 0 0 0,-1 0 0 0 0,0-1 0 0 0,0 0 0 0 0,-1-1 0 0 0,-12 2 0 0 0,11-3 33 0 0,1-2 1 0 0,0 0-1 0 0,0 0 1 0 0,-1-1-1 0 0,1 0 1 0 0,0-2-1 0 0,0 1 1 0 0,0-1-1 0 0,1-1 1 0 0,-1 0-1 0 0,1 0 1 0 0,-1-1-1 0 0,2-1 0 0 0,-1 0 1 0 0,0-1-1 0 0,-13-10 1 0 0,-10-12-926 0 0,1-1 0 0 0,1-2 1 0 0,-30-38-1 0 0,51 57 155 0 0,-56-68-14008 0 0,10-4 698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0:04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0 127 9364 0 0,'80'17'12006'0'0,"8"-29"-5363"0"0,6-15-3762 0 0,-18 0-1120 0 0,-2 5-1649 0 0,12 4-112 0 0,12-3 0 0 0,0 11 0 0 0,-2 10 0 0 0,-8-6-11557 0 0,-4 14-3650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0:04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0 3041 0 0,'-32'46'18729'0'0,"8"14"-7732"0"0,10 25-10997 0 0,0 1 0 0 0,-4 15 0 0 0,-6 18 0 0 0,-2 13 0 0 0,6-8 0 0 0,12-14 0 0 0,16-26-4114 0 0,20-35-7331 0 0,-4-34-1441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0:05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423 0 6323 0 0,'-12'19'11615'0'0,"-2"2"97"0"0,1-9-8595 0 0,3-4-3117 0 0,0-1 0 0 0,0 0 0 0 0,0-1 0 0 0,-20 9 0 0 0,-16 9 0 0 0,9-1 0 0 0,0 1 0 0 0,-36 33 0 0 0,59-44 0 0 0,0 0 0 0 0,1 0 0 0 0,0 1 0 0 0,2 1 0 0 0,-1 0 0 0 0,2 0 0 0 0,-16 31 0 0 0,25-44 0 0 0,0 0 0 0 0,0 1 0 0 0,0-1 0 0 0,0 0 0 0 0,0 1 0 0 0,1-1 0 0 0,-1 0 0 0 0,1 1 0 0 0,-1-1 0 0 0,1 1 0 0 0,0-1 0 0 0,0 1 0 0 0,0-1 0 0 0,1 1 0 0 0,-1-1 0 0 0,1 4 0 0 0,1-3 0 0 0,-1 0 0 0 0,1-1 0 0 0,0 1 0 0 0,0-1 0 0 0,0 0 0 0 0,0 0 0 0 0,1 0 0 0 0,-1 0 0 0 0,0 0 0 0 0,1 0 0 0 0,0 0 0 0 0,-1-1 0 0 0,5 2 0 0 0,24 11 0 0 0,0-2 0 0 0,1-2 0 0 0,0 0 0 0 0,57 7 0 0 0,28 10 0 0 0,-69-13 0 0 0,-1 2 0 0 0,87 44 0 0 0,-114-49 0 0 0,0 1 0 0 0,-1 1 0 0 0,-1 0 0 0 0,0 2 0 0 0,-1 0 0 0 0,0 1 0 0 0,-1 0 0 0 0,18 25 0 0 0,-31-37 0 0 0,0 0 0 0 0,-1 0 0 0 0,1 1 0 0 0,-1-1 0 0 0,0 0 0 0 0,0 1 0 0 0,-1 0 0 0 0,1-1 0 0 0,-1 1 0 0 0,0 0 0 0 0,-1-1 0 0 0,1 1 0 0 0,-1 0 0 0 0,1 0 0 0 0,-2 0 0 0 0,1 0 0 0 0,0-1 0 0 0,-1 1 0 0 0,0 0 0 0 0,-2 6 0 0 0,1-5 0 0 0,-1 0 0 0 0,0 0 0 0 0,0 0 0 0 0,-1-1 0 0 0,1 1 0 0 0,-1-1 0 0 0,0 0 0 0 0,-1 0 0 0 0,1 0 0 0 0,-1-1 0 0 0,0 1 0 0 0,0-1 0 0 0,-1 0 0 0 0,-5 3 0 0 0,6-4 0 0 0,0-1 0 0 0,-1 1 0 0 0,1-1 0 0 0,-1 0 0 0 0,1 0 0 0 0,-1-1 0 0 0,0 0 0 0 0,0 0 0 0 0,1 0 0 0 0,-1-1 0 0 0,0 1 0 0 0,-8-2 0 0 0,4 0 0 0 0,-1-1 0 0 0,1 0 0 0 0,0-1 0 0 0,0 0 0 0 0,0 0 0 0 0,-13-7 0 0 0,-1-3 0 0 0,0-1 0 0 0,1-2 0 0 0,0 0 0 0 0,-25-24 0 0 0,31 25-41 0 0,-39-35-2924 0 0,15 13-4327 0 0,-27-29-13016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0:05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0 217 15687 0 0,'80'-14'17080'0'0,"10"-35"-17080"0"0,2 0 0 0 0,-10 21 0 0 0,10 4 0 0 0,2 6 0 0 0,-6 4 0 0 0,-20 11 0 0 0,-12 4 0 0 0,-4-16-7956 0 0,-6 12-8611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0:05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73 143 4562 0 0,'1'-8'17610'0'0,"10"-7"-10802"0"0,-8 12-6196 0 0,7-9-315 0 0,1 1 0 0 0,0 0 0 0 0,1 1 0 0 0,0 0 0 0 0,1 1-1 0 0,0 0 1 0 0,0 1 0 0 0,25-12 0 0 0,-28 17-265 0 0,-1 0-1 0 0,1 0 0 0 0,0 1 1 0 0,0 0-1 0 0,0 0 1 0 0,0 1-1 0 0,0 0 1 0 0,0 1-1 0 0,0 1 0 0 0,0-1 1 0 0,0 1-1 0 0,0 1 1 0 0,0 0-1 0 0,0 0 1 0 0,17 8-1 0 0,-15-5-31 0 0,-1 0 0 0 0,-1 0 0 0 0,1 1 0 0 0,-1 1 0 0 0,0 0 0 0 0,-1 1 0 0 0,1-1 0 0 0,-1 2 0 0 0,-1-1 0 0 0,0 1 0 0 0,0 1 0 0 0,-1-1 0 0 0,0 1 0 0 0,0 0 0 0 0,6 16 0 0 0,-7-13 0 0 0,-1 0 0 0 0,0 1 0 0 0,-1 0 0 0 0,0 0 0 0 0,-2 0 0 0 0,1 1 0 0 0,-2-1 0 0 0,0 1 0 0 0,0-1 0 0 0,-2 1 0 0 0,0-1 0 0 0,-5 26 0 0 0,1-14 0 0 0,-2 0 0 0 0,-1-1 0 0 0,-2 0 0 0 0,0-1 0 0 0,-1 0 0 0 0,-1 0 0 0 0,-2-1 0 0 0,0-1 0 0 0,-1-1 0 0 0,-1 0 0 0 0,-1 0 0 0 0,-1-2 0 0 0,-1 0 0 0 0,-1-1 0 0 0,0-1 0 0 0,-1-1 0 0 0,-1-1 0 0 0,0-1 0 0 0,-1-1 0 0 0,-1-1 0 0 0,0-1 0 0 0,0-1 0 0 0,-36 10 0 0 0,26-12 0 0 0,-47 6 0 0 0,61-14 0 0 0,28-7 0 0 0,33-7 0 0 0,28-3 0 0 0,1 3 0 0 0,0 3 0 0 0,127-3 0 0 0,218 24 0 0 0,-352-6 0 0 0,36 5-3876 0 0,-60-4-3506 0 0,59 0-1 0 0,-54-12-6503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0:06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155 123 7603 0 0,'-9'-6'10729'0'0,"9"6"-10395"0"0,0 0 1 0 0,-1 0-1 0 0,1 0 0 0 0,0 0 1 0 0,-1 0-1 0 0,1-1 0 0 0,0 1 0 0 0,-1 0 1 0 0,1 0-1 0 0,0 0 0 0 0,-1 0 0 0 0,1 0 1 0 0,0 0-1 0 0,-1 0 0 0 0,1 0 1 0 0,0 0-1 0 0,-1 0 0 0 0,1 0 0 0 0,0 0 1 0 0,-1 0-1 0 0,1 1 0 0 0,0-1 1 0 0,0 0-1 0 0,-1 0 0 0 0,1 0 0 0 0,-1 1 1 0 0,0 1 266 0 0,0 1 0 0 0,0 0 0 0 0,1 0 0 0 0,-1 1 0 0 0,0-1 0 0 0,1 0 0 0 0,0 0 0 0 0,0 5 0 0 0,-3 56-601 0 0,3 0 0 0 0,9 77 0 0 0,-7-119 0 0 0,2 0 0 0 0,1 0 0 0 0,0-1 0 0 0,2 1 0 0 0,0-1 0 0 0,1-1 0 0 0,1 1 0 0 0,2-2 0 0 0,-1 1 0 0 0,2-1 0 0 0,15 18 0 0 0,-8-16 0 0 0,0-1 0 0 0,1-1 0 0 0,1-1 0 0 0,1-1 0 0 0,1 0 0 0 0,0-2 0 0 0,1-1 0 0 0,1-1 0 0 0,45 18 0 0 0,-52-24 0 0 0,0-2 0 0 0,1 0 0 0 0,-1-1 0 0 0,1 0 0 0 0,0-2 0 0 0,0 0 0 0 0,0-1 0 0 0,1-1 0 0 0,-1-1 0 0 0,0-1 0 0 0,0 0 0 0 0,0-2 0 0 0,-1 0 0 0 0,37-13 0 0 0,-36 9 0 0 0,-1-1 0 0 0,0 0 0 0 0,-1-2 0 0 0,0 0 0 0 0,-1 0 0 0 0,0-2 0 0 0,25-25 0 0 0,-32 29 0 0 0,-1-1 0 0 0,0 0 0 0 0,-1 0 0 0 0,0 0 0 0 0,-1-1 0 0 0,0 0 0 0 0,-1 0 0 0 0,0-1 0 0 0,-1 1 0 0 0,0-1 0 0 0,-1 0 0 0 0,0 0 0 0 0,2-24 0 0 0,-5 16 0 0 0,-1 1 0 0 0,-1-1 0 0 0,0 1 0 0 0,-1-1 0 0 0,-2 1 0 0 0,0 0 0 0 0,-1 0 0 0 0,0 1 0 0 0,-2 0 0 0 0,0 0 0 0 0,-1 0 0 0 0,-1 1 0 0 0,0 1 0 0 0,-16-19 0 0 0,5 9 0 0 0,0 2 0 0 0,-2 0 0 0 0,0 1 0 0 0,-2 2 0 0 0,0 0 0 0 0,-2 2 0 0 0,-49-29 0 0 0,49 35 35 0 0,-1 1 1 0 0,0 1-1 0 0,0 1 1 0 0,-1 2-1 0 0,0 0 1 0 0,-36-3-1 0 0,18 6-345 0 0,-1 3 0 0 0,0 1 0 0 0,-54 7 0 0 0,95-6 140 0 0,-29 3-3271 0 0,-46 10 0 0 0,44-1-4758 0 0,-48 19-1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25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38 13206 0 0,'-1'1'2246'0'0,"-15"12"10267"0"0,16-13-12363 0 0,0 0 0 0 0,-1 1 0 0 0,1-1 0 0 0,-1 0 0 0 0,1 0 0 0 0,-1 0 0 0 0,1 1 0 0 0,-1-1 0 0 0,1 0 0 0 0,-1 0 0 0 0,1 0 1 0 0,-1 0-1 0 0,1 0 0 0 0,-1 0 0 0 0,1 0 0 0 0,-1 0 0 0 0,1 0 0 0 0,-1 0 0 0 0,1 0 0 0 0,-1 0 0 0 0,1-1 0 0 0,-1 1 0 0 0,1 0 0 0 0,-1 0 0 0 0,1 0 1 0 0,0-1-1 0 0,-1 1 0 0 0,1 0 0 0 0,-1-1 0 0 0,1 1 0 0 0,-1-1 0 0 0,34 8-150 0 0,8 6 0 0 0,0-3 0 0 0,1-1 0 0 0,43 4 0 0 0,-42-10 0 0 0,0-1 0 0 0,78-7 0 0 0,84-21 0 0 0,-133 15 0 0 0,306-35 0 0 0,-264 37-2979 0 0,-61 3-4596 0 0,82 2 1 0 0,-71 8-6105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25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0 115 1441 0 0,'4'4'22968'0'0,"7"-5"-16943"0"0,20-2-4271 0 0,113-1-1298 0 0,618-31-333 0 0,-459 13-2015 0 0,199-18-9369 0 0,-317 27-1550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25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53 80 0 0,'-13'-9'745'0'0,"-2"-6"11041"0"0,15 15-11581 0 0,0-1-1 0 0,0 1 0 0 0,2-5 6540 0 0,-2 5-6540 0 0,0 0 0 0 0,0 0 1 0 0,0-1-1 0 0,1 1 0 0 0,-1 0 1 0 0,0 0-1 0 0,0 0 1 0 0,0 0-1 0 0,1 0 0 0 0,-1 0 1 0 0,0 0-1 0 0,0 0 0 0 0,0 0 1 0 0,1 0-1 0 0,-1 0 0 0 0,0 0 1 0 0,34 6 5932 0 0,0 3-5125 0 0,15 5-468 0 0,2-3 0 0 0,0-1 0 0 0,66 3 0 0 0,53-9-544 0 0,185-20 0 0 0,-145-6-3319 0 0,286-21-14657 0 0,-384 36 8985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26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99 560 0 0,'2'-19'6779'0'0,"-3"17"-5214"0"0,1 0 1 0 0,0 0-1 0 0,0 0 0 0 0,0 0 0 0 0,1 0 1 0 0,-1 0-1 0 0,1 0 0 0 0,-1 0 0 0 0,1 0 0 0 0,1-4 1 0 0,9-5 3818 0 0,11 2-6525 0 0,14-1-37 0 0,61-9 1 0 0,-82 17 1480 0 0,0 0 0 0 0,0 2 0 0 0,0 0 0 0 0,0 0 1 0 0,0 2-1 0 0,0 0 0 0 0,0 0 0 0 0,18 7 0 0 0,67 32 2348 0 0,-66-25-2269 0 0,61 19 0 0 0,-19-15-1377 0 0,83 12-1 0 0,-121-28-1617 0 0,44 0-1 0 0,-53-5-912 0 0,0 0 1 0 0,35-8-1 0 0,28-9-4851 0 0,1 0 2601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28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65 560 0 0,'0'-4'6803'0'0,"171"6"9045"0"0,13-9-6292 0 0,-46-6-9556 0 0,-26 6 0 0 0,-13-2 0 0 0,13-2 0 0 0,11 0 0 0 0,10 9 0 0 0,-2-1-12278 0 0,-1 3-1008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48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 4402 0 0,'-20'5'8999'0'0,"-8"4"9948"0"0,28 2-18528 0 0,37 208-419 0 0,-18-116 0 0 0,29 112 0 0 0,-2-8 0 0 0,-39-174 0 0 0,-4-21 0 0 0,0 0 0 0 0,-1 0 0 0 0,0 15 0 0 0,-3-16 0 0 0,1-13-160 0 0,0 1 1 0 0,0-1-1 0 0,0 0 0 0 0,0 1 0 0 0,0-1 1 0 0,-1 0-1 0 0,1 1 0 0 0,-1-1 1 0 0,1 0-1 0 0,-1 1 0 0 0,1-1 0 0 0,-1 1 1 0 0,0-1-1 0 0,0 1 0 0 0,0-1 1 0 0,-2-2-1 0 0,-11-25-5881 0 0,-3-40-4764 0 0,-7-41-1040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48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107 307 240 0 0,'-14'-63'961'0'0,"-7"15"-1202"0"0,0-3-239 0 0,-1-1 240 0 0,6 5 160 0 0,3 2 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48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1 264 160 0 0,'8'-13'64'0'0,"0"1"-1"0"0,2 0 1 0 0,11-11-1 0 0,-13 15 583 0 0,0-1-1 0 0,-1 0 1 0 0,0-1-1 0 0,11-18 1 0 0,-18 27-261 0 0,1-1 0 0 0,-1 1 0 0 0,0 0 0 0 0,1 0 0 0 0,-1-1 0 0 0,0 1 0 0 0,0 0 1 0 0,0-1-1 0 0,0 1 0 0 0,0 0 0 0 0,0-1 0 0 0,0 1 0 0 0,0 0 0 0 0,-1 0 0 0 0,1-1 0 0 0,0 1 1 0 0,-1 0-1 0 0,0-2 0 0 0,-1-13 8743 0 0,3 15-8769 0 0,0-1 0 0 0,0 1 1 0 0,0 0-1 0 0,0-1 1 0 0,0 1-1 0 0,0 0 1 0 0,1 0-1 0 0,-1-1 1 0 0,1 1-1 0 0,-1 0 1 0 0,0 0-1 0 0,1 1 0 0 0,0-1 1 0 0,1-1-1 0 0,23-12 455 0 0,1 2 1 0 0,0 0-1 0 0,1 2 0 0 0,0 1 0 0 0,57-11 0 0 0,-75 19-641 0 0,0 0 0 0 0,0 1 0 0 0,1 0 0 0 0,-1 0 0 0 0,0 1 0 0 0,0 0 0 0 0,1 1 0 0 0,-1 0 0 0 0,16 6 0 0 0,-19-5-131 0 0,-1 1 1 0 0,1-1-1 0 0,-1 1 0 0 0,0 0 0 0 0,0 1 0 0 0,-1-1 0 0 0,1 1 0 0 0,-1 0 0 0 0,0 0 0 0 0,0 1 0 0 0,-1 0 1 0 0,1 0-1 0 0,-1 0 0 0 0,-1 0 0 0 0,5 10 0 0 0,-5-9-42 0 0,0 0 0 0 0,0 0 0 0 0,-1 0 0 0 0,0 0 0 0 0,0 1 0 0 0,-1-1 0 0 0,0 1 0 0 0,0-1 0 0 0,-1 1 0 0 0,0-1 0 0 0,-1 1 0 0 0,1 0 0 0 0,-3 8 0 0 0,0-5 0 0 0,0 0 0 0 0,-1 0 0 0 0,0 0 0 0 0,-1-1 0 0 0,0 1 0 0 0,-1-1 0 0 0,-12 17 0 0 0,-5 0 0 0 0,0-1 0 0 0,-2-1 0 0 0,-1-1 0 0 0,-46 32 0 0 0,30-25 0 0 0,-38 29 0 0 0,72-46 0 0 0,8-14 0 0 0,1-11 0 0 0,7 17-2934 0 0,7 1-6983 0 0,20 5-5837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49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2241 0 0,'1'-12'2299'0'0,"5"-15"19025"0"0,-6 27-21150 0 0,7 25 5709 0 0,27 227-4834 0 0,14 76-1252 0 0,-37-279 203 0 0,-1 0 0 0 0,-3 1 0 0 0,-2 0 0 0 0,-2 0 0 0 0,-2 0 0 0 0,-8 72 0 0 0,6-117-71 0 0,0 1 0 0 0,1-1 1 0 0,0 1-1 0 0,0-1 0 0 0,0 0 0 0 0,1 1 0 0 0,-1-1 0 0 0,1 0 1 0 0,1 1-1 0 0,3 9 0 0 0,-3 1-5161 0 0,-3-11 16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8:49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5 161 160 0 0,'4'-33'818'0'0,"2"-24"2832"0"0,-9 26 12274 0 0,3 31-15767 0 0,-4 10 6202 0 0,-4 5-892 0 0,8-16-5257 0 0,0 1-210 0 0,0 0 1 0 0,0-1-1 0 0,0 1 1 0 0,0 0-1 0 0,0 0 0 0 0,0-1 1 0 0,0 1-1 0 0,0 0 1 0 0,0 0-1 0 0,0-1 1 0 0,0 1-1 0 0,1 0 0 0 0,-1 0 1 0 0,0-1-1 0 0,0 1 1 0 0,0 0-1 0 0,0 0 1 0 0,0-1-1 0 0,0 1 1 0 0,1 0-1 0 0,-1 0 0 0 0,0 0 1 0 0,0 0-1 0 0,0-1 1 0 0,0 1-1 0 0,1 0 1 0 0,-1 0-1 0 0,0 0 0 0 0,0 0 1 0 0,1 0-1 0 0,-1-1 1 0 0,0 1-1 0 0,0 0 1 0 0,0 0-1 0 0,1 0 1 0 0,-1 0-1 0 0,0 0 0 0 0,0 0 1 0 0,1 0-1 0 0,-1 0 1 0 0,0 0-1 0 0,0 0 1 0 0,1 0-1 0 0,-1 0 0 0 0,0 0 1 0 0,0 0-1 0 0,1 0 1 0 0,-1 0-1 0 0,0 0 1 0 0,1 1-1 0 0,149-23 0 0 0,-9 1 0 0 0,-62 12 0 0 0,0 5 0 0 0,0 2 0 0 0,129 15 0 0 0,-166-3 0 0 0,-42-10 0 0 0,1 0 0 0 0,-1 0 0 0 0,1 1 0 0 0,-1-1 0 0 0,1 0 0 0 0,-1 0 0 0 0,0 0 0 0 0,1 1 0 0 0,-1-1 0 0 0,1 0 0 0 0,-1 1 0 0 0,1-1 0 0 0,-1 0 0 0 0,0 1 0 0 0,1-1 0 0 0,-1 0 0 0 0,0 1 0 0 0,1-1 0 0 0,-1 1 0 0 0,0-1 0 0 0,1 0 0 0 0,-1 1 0 0 0,0-1 0 0 0,0 1 0 0 0,0-1 0 0 0,0 1 0 0 0,1-1 0 0 0,-1 1 0 0 0,0-1 0 0 0,0 1 0 0 0,0-1 0 0 0,0 1 0 0 0,0-1 0 0 0,0 1 0 0 0,0-1 0 0 0,0 1 0 0 0,0-1 0 0 0,-1 1 0 0 0,1-1 0 0 0,0 1 0 0 0,0-1 0 0 0,-1 2 0 0 0,-17 21 0 0 0,8-11 0 0 0,-12 14 0 0 0,-1-2 0 0 0,-1 0 0 0 0,-35 27 0 0 0,-94 60 0 0 0,18-15 0 0 0,-21 24 0 0 0,156-119 0 0 0,-1-1 0 0 0,1 0 0 0 0,-1 1 0 0 0,1-1 0 0 0,0 0 0 0 0,-1 1 0 0 0,1-1 0 0 0,-1 0 0 0 0,1 1 0 0 0,0-1 0 0 0,0 1 0 0 0,-1-1 0 0 0,1 1 0 0 0,0-1 0 0 0,0 0 0 0 0,-1 1 0 0 0,1-1 0 0 0,0 1 0 0 0,0-1 0 0 0,0 1 0 0 0,0-1 0 0 0,0 1 0 0 0,0 0 0 0 0,0-1 0 0 0,0 1 0 0 0,0-1 0 0 0,0 1 0 0 0,0-1 0 0 0,0 1 0 0 0,0-1 0 0 0,0 1 0 0 0,1 0 0 0 0,-3-2 0 0 0,1 0 0 0 0,1 0 0 0 0,2 0 0 0 0,-7-4 0 0 0,-29-8-3620 0 0,-76-20-14482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01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0 240 0 0,'-6'7'1414'0'0,"-3"8"1555"0"0,2 26 3800 0 0,1 121 8858 0 0,12 6-10498 0 0,21 44-4356 0 0,-3-27-927 0 0,-18-95 154 0 0,-3-25 0 0 0,3 0 0 0 0,21 92 0 0 0,-24-153 0 0 0,-1-9 0 0 0,2-20 0 0 0,-2 11 0 0 0,50-625 0 0 0,-51 605 0 0 0,1 0 0 0 0,2 0 0 0 0,1 1 0 0 0,2-1 0 0 0,1 1 0 0 0,18-44 0 0 0,-26 75 0 0 0,1 0 0 0 0,0 0 0 0 0,0 0 0 0 0,0 0 0 0 0,0 0 0 0 0,1 0 0 0 0,-1 1 0 0 0,0-1 0 0 0,1 1 0 0 0,0-1 0 0 0,-1 1 0 0 0,1-1 0 0 0,2-1 0 0 0,-3 3 0 0 0,0 0 0 0 0,0-1 0 0 0,0 1 0 0 0,0-1 0 0 0,0 1 0 0 0,1 0 0 0 0,-1 0 0 0 0,0 0 0 0 0,0 0 0 0 0,0 0 0 0 0,0 0 0 0 0,1 0 0 0 0,-1 0 0 0 0,0 0 0 0 0,0 0 0 0 0,0 1 0 0 0,0-1 0 0 0,2 1 0 0 0,1 1 0 0 0,-1 0 0 0 0,0 0 0 0 0,1 1 0 0 0,-1-1 0 0 0,0 1 0 0 0,0 0 0 0 0,-1 0 0 0 0,1 0 0 0 0,0 0 0 0 0,-1 1 0 0 0,0-1 0 0 0,0 1 0 0 0,2 3 0 0 0,9 24 0 0 0,-2 0 0 0 0,-1 0 0 0 0,-2 1 0 0 0,-1 0 0 0 0,5 59 0 0 0,8 34 0 0 0,-20-125 0 0 0,13 41 0 0 0,-13-40 0 0 0,0 0 0 0 0,0-1 0 0 0,0 1 0 0 0,1 0 0 0 0,-1-1 0 0 0,0 1 0 0 0,1-1 0 0 0,-1 1 0 0 0,0 0 0 0 0,1-1 0 0 0,-1 1 0 0 0,1-1 0 0 0,-1 1 0 0 0,1-1 0 0 0,-1 1 0 0 0,1-1 0 0 0,-1 1 0 0 0,1-1 0 0 0,-1 1 0 0 0,1-1 0 0 0,0 0 0 0 0,-1 0 0 0 0,1 1 0 0 0,0-1 0 0 0,-1 0 0 0 0,1 0 0 0 0,0 1 0 0 0,-1-1 0 0 0,1 0 0 0 0,0 0 0 0 0,0 0 0 0 0,-1 0 0 0 0,1 0 0 0 0,0 0 0 0 0,-1 0 0 0 0,1 0 0 0 0,0-1 0 0 0,-1 1 0 0 0,1 0 0 0 0,0 0 0 0 0,-1-1 0 0 0,1 1 0 0 0,0 0 0 0 0,-1-1 0 0 0,1 1 0 0 0,-1 0 0 0 0,1-1 0 0 0,0 1 0 0 0,-1-1 0 0 0,1 1 0 0 0,-1-1 0 0 0,1 0 0 0 0,14-15 0 0 0,-1-1 0 0 0,-1-1 0 0 0,0 0 0 0 0,18-37 0 0 0,29-85 0 0 0,-3 8 0 0 0,-50 117 0 0 0,2 0 0 0 0,0 0 0 0 0,0 1 0 0 0,2 0 0 0 0,16-17 0 0 0,-24 27 0 0 0,0 1 0 0 0,0 0 0 0 0,1-1 0 0 0,-1 1 0 0 0,1 1 0 0 0,0-1 0 0 0,0 1 0 0 0,0-1 0 0 0,0 1 0 0 0,1 0 0 0 0,-1 1 0 0 0,0-1 0 0 0,1 1 0 0 0,-1 0 0 0 0,1 0 0 0 0,0 0 0 0 0,-1 1 0 0 0,1-1 0 0 0,0 1 0 0 0,-1 0 0 0 0,1 0 0 0 0,0 1 0 0 0,-1 0 0 0 0,1 0 0 0 0,6 2 0 0 0,-3 0 0 0 0,0 1 0 0 0,1 1 0 0 0,-2 0 0 0 0,1 0 0 0 0,0 0 0 0 0,-1 1 0 0 0,12 13 0 0 0,-2 0 0 0 0,26 37 0 0 0,-23-26 0 0 0,-2 1 0 0 0,-1 1 0 0 0,24 62 0 0 0,21 110 0 0 0,-56-183 0 0 0,1 3 160 0 0,2 0 1 0 0,0-1-1 0 0,1-1 1 0 0,21 37-1 0 0,-11-30-2418 0 0,25 30 0 0 0,-11-16-16310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02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11 290 9604 0 0,'-11'2'18974'0'0,"33"11"-15751"0"0,-7-2-3050 0 0,-1 1-1 0 0,-1 1 1 0 0,0 0-1 0 0,-1 1 1 0 0,0 1-1 0 0,17 27 0 0 0,51 107-413 0 0,-7 24 241 0 0,-48-107 0 0 0,61 115 0 0 0,-83-176 0 0 0,-1-2 0 0 0,0 0 0 0 0,-1 0 0 0 0,1 0 0 0 0,0-1 0 0 0,0 1 0 0 0,1-1 0 0 0,3 4 0 0 0,-6-5 0 0 0,1-1 0 0 0,0 0 0 0 0,0 1 0 0 0,0-1 0 0 0,-1 0 0 0 0,1 0 0 0 0,0 1 0 0 0,0-1 0 0 0,0 0 0 0 0,0 0 0 0 0,-1 0 0 0 0,1 0 0 0 0,0 0 0 0 0,0 0 0 0 0,0 0 0 0 0,0-1 0 0 0,0 1 0 0 0,-1 0 0 0 0,1 0 0 0 0,0-1 0 0 0,0 1 0 0 0,-1 0 0 0 0,1-1 0 0 0,0 1 0 0 0,0-1 0 0 0,-1 1 0 0 0,1-1 0 0 0,0 1 0 0 0,-1-1 0 0 0,1 0 0 0 0,-1 1 0 0 0,1-1 0 0 0,-1 0 0 0 0,1 1 0 0 0,-1-1 0 0 0,1-1 0 0 0,10-13 0 0 0,-1-1 0 0 0,0 0 0 0 0,13-33 0 0 0,-13 28 0 0 0,10-27 0 0 0,-3-1 0 0 0,-1 0 0 0 0,-3-1 0 0 0,8-61 0 0 0,-19 102 0 0 0,3-23 0 0 0,0 1 0 0 0,19-53 0 0 0,-23 81 0 0 0,0-1 0 0 0,1 1 0 0 0,-1 0 0 0 0,1 0 0 0 0,0 0 0 0 0,-1 1 0 0 0,1-1 0 0 0,1 0 0 0 0,-1 1 0 0 0,0-1 0 0 0,3-1 0 0 0,-4 3 0 0 0,0 1 0 0 0,1-1 0 0 0,-1 1 0 0 0,0-1 0 0 0,0 1 0 0 0,0 0 0 0 0,1 0 0 0 0,-1 0 0 0 0,0-1 0 0 0,0 1 0 0 0,1 0 0 0 0,-1 1 0 0 0,0-1 0 0 0,0 0 0 0 0,1 0 0 0 0,-1 0 0 0 0,0 1 0 0 0,0-1 0 0 0,0 1 0 0 0,1-1 0 0 0,-1 1 0 0 0,0-1 0 0 0,0 1 0 0 0,0 0 0 0 0,0-1 0 0 0,0 1 0 0 0,0 0 0 0 0,0 0 0 0 0,0 0 0 0 0,-1 0 0 0 0,1 0 0 0 0,0 0 0 0 0,1 1 0 0 0,23 31 0 0 0,-1 0 0 0 0,-1 1 0 0 0,35 73 0 0 0,30 45 0 0 0,-77-136 0 0 0,0-1 0 0 0,2 0 0 0 0,-1-1 0 0 0,2-1 0 0 0,0 0 0 0 0,0 0 0 0 0,19 11 0 0 0,-31-23 0 0 0,0 1 0 0 0,1-1 0 0 0,-1 1 0 0 0,0-1 0 0 0,1 0 0 0 0,-1 1 0 0 0,1-1 0 0 0,-1-1 0 0 0,1 1 0 0 0,-1 0 0 0 0,1-1 0 0 0,0 1 0 0 0,-1-1 0 0 0,1 0 0 0 0,0 0 0 0 0,0 0 0 0 0,-1 0 0 0 0,1 0 0 0 0,0 0 0 0 0,-1-1 0 0 0,1 0 0 0 0,0 1 0 0 0,-1-1 0 0 0,1 0 0 0 0,-1 0 0 0 0,1 0 0 0 0,-1-1 0 0 0,0 1 0 0 0,3-2 0 0 0,2-4 0 0 0,1-1 0 0 0,-1 0 0 0 0,-1 0 0 0 0,0-1 0 0 0,0 1 0 0 0,6-13 0 0 0,-2 5 0 0 0,15-29 0 0 0,-2-1 0 0 0,-2-1 0 0 0,-2-1 0 0 0,-2 0 0 0 0,17-79 0 0 0,-11 2 0 0 0,7-137 0 0 0,-27 229-981 0 0,0 17-2579 0 0,0 5-3778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03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79 333 2961 0 0,'-18'1'3333'0'0,"-12"1"3035"0"0,9 2 966 0 0,21-4-7093 0 0,-1 0 1 0 0,1 1-1 0 0,-1-1 0 0 0,1 0 1 0 0,-1 0-1 0 0,1 0 0 0 0,-1 0 1 0 0,1 0-1 0 0,0 1 0 0 0,-1-1 1 0 0,1 0-1 0 0,-1 0 0 0 0,1 1 1 0 0,0-1-1 0 0,-1 0 1 0 0,1 1-1 0 0,0-1 0 0 0,0 0 1 0 0,-1 1-1 0 0,1-1 0 0 0,0 0 1 0 0,-1 1-1 0 0,1-1 0 0 0,0 1 1 0 0,0 0-1 0 0,5 18 4161 0 0,69 110-2394 0 0,-9-15-1922 0 0,42 118-86 0 0,-25-49 0 0 0,-80-180 0 0 0,0 1 0 0 0,0 0 0 0 0,0-1 0 0 0,0 1 0 0 0,1-1 0 0 0,0 1 0 0 0,-1-1 0 0 0,5 3 0 0 0,-6-5 0 0 0,0 0 0 0 0,0-1 0 0 0,1 1 0 0 0,-1 0 0 0 0,0-1 0 0 0,0 1 0 0 0,1-1 0 0 0,-1 0 0 0 0,1 1 0 0 0,-1-1 0 0 0,0 0 0 0 0,1 0 0 0 0,-1 0 0 0 0,1 0 0 0 0,-1 0 0 0 0,0 0 0 0 0,1 0 0 0 0,-1-1 0 0 0,0 1 0 0 0,1 0 0 0 0,-1-1 0 0 0,0 1 0 0 0,1-1 0 0 0,-1 1 0 0 0,0-1 0 0 0,0 0 0 0 0,3-1 0 0 0,10-8 0 0 0,0-1 0 0 0,0 0 0 0 0,-1-1 0 0 0,0-1 0 0 0,-1 0 0 0 0,16-23 0 0 0,55-93 0 0 0,-59 84 0 0 0,-3 0 0 0 0,-1-2 0 0 0,16-59 0 0 0,-28 83 0 0 0,-7 21 0 0 0,0-4 0 0 0,1-1 0 0 0,0 1 0 0 0,0 0 0 0 0,0 0 0 0 0,1 0 0 0 0,0 1 0 0 0,0-1 0 0 0,1 1 0 0 0,-1 0 0 0 0,1-1 0 0 0,0 2 0 0 0,8-9 0 0 0,-11 13 0 0 0,0 0 0 0 0,-1 0 0 0 0,1-1 0 0 0,0 1 0 0 0,0 0 0 0 0,-1 0 0 0 0,1 0 0 0 0,0 0 0 0 0,0-1 0 0 0,0 1 0 0 0,-1 0 0 0 0,1 1 0 0 0,0-1 0 0 0,0 0 0 0 0,0 0 0 0 0,-1 0 0 0 0,1 0 0 0 0,0 1 0 0 0,0-1 0 0 0,-1 0 0 0 0,1 1 0 0 0,0-1 0 0 0,-1 0 0 0 0,1 1 0 0 0,0-1 0 0 0,-1 1 0 0 0,1-1 0 0 0,0 1 0 0 0,-1-1 0 0 0,1 1 0 0 0,-1 0 0 0 0,1-1 0 0 0,-1 1 0 0 0,1 1 0 0 0,17 30 0 0 0,-13-21 0 0 0,86 192 0 0 0,-64-139 0 0 0,-24-56 0 0 0,0 0 0 0 0,1 0 0 0 0,1-1 0 0 0,-1 0 0 0 0,1 0 0 0 0,0 0 0 0 0,1 0 0 0 0,0-1 0 0 0,9 9 0 0 0,-13-13 0 0 0,0-1 0 0 0,1 0 0 0 0,-1 1 0 0 0,0-1 0 0 0,1 0 0 0 0,-1 0 0 0 0,0 0 0 0 0,1 0 0 0 0,0-1 0 0 0,-1 1 0 0 0,1-1 0 0 0,-1 1 0 0 0,1-1 0 0 0,0 0 0 0 0,-1 0 0 0 0,1 0 0 0 0,0 0 0 0 0,-1-1 0 0 0,1 1 0 0 0,-1-1 0 0 0,1 1 0 0 0,-1-1 0 0 0,1 0 0 0 0,-1 0 0 0 0,1 0 0 0 0,-1 0 0 0 0,0-1 0 0 0,1 1 0 0 0,-1-1 0 0 0,0 1 0 0 0,0-1 0 0 0,0 0 0 0 0,0 0 0 0 0,-1 0 0 0 0,1 0 0 0 0,1-2 0 0 0,19-22 0 0 0,-2 0 0 0 0,-1-2 0 0 0,25-46 0 0 0,38-97 0 0 0,-59 113 0 0 0,-2 0 0 0 0,-3-2 0 0 0,-2 0 0 0 0,-3-1 0 0 0,7-74 0 0 0,-19 125-335 0 0,0-1 1 0 0,-1 1-1 0 0,0-1 1 0 0,-2-14-1 0 0,1 22-425 0 0,0 0 0 0 0,0 0-1 0 0,0 0 1 0 0,0 0-1 0 0,-1 1 1 0 0,1-1 0 0 0,-1 0-1 0 0,0 1 1 0 0,0-1 0 0 0,-4-3-1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14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62 2561 0 0,'-8'-10'6316'0'0,"0"1"0"0"0,-1 1 0 0 0,-13-11 0 0 0,-3 5-1374 0 0,22 13-4942 0 0,3 1 0 0 0,2 7 0 0 0,2 27 0 0 0,2 36 0 0 0,-3-7 0 0 0,94 671 0 0 0,-71-572 0 0 0,74 488 0 0 0,72 420 0 0 0,-134-829 0 0 0,-26-188 0 0 0,-12-53 0 0 0,0 1 0 0 0,0-1 0 0 0,0 0 0 0 0,0 1 0 0 0,0-1 0 0 0,0 0 0 0 0,1 1 0 0 0,-1-1 0 0 0,0 0 0 0 0,0 1 0 0 0,0-1 0 0 0,0 0 0 0 0,0 0 0 0 0,0 1 0 0 0,1-1 0 0 0,-1 0 0 0 0,0 1 0 0 0,0-1 0 0 0,0 0 0 0 0,1 0 0 0 0,-1 1 0 0 0,0-1 0 0 0,0 0 0 0 0,1 0 0 0 0,-1 0 0 0 0,0 0 0 0 0,1 1 0 0 0,-1-1 0 0 0,0 0 0 0 0,0 0 0 0 0,1 0 0 0 0,-1 0 0 0 0,0 0 0 0 0,1 0 0 0 0,-1 0 0 0 0,0 0 0 0 0,1 0 0 0 0,-1 0 0 0 0,0 0 0 0 0,1 0 0 0 0,-1 0 0 0 0,0 0 0 0 0,1 0 0 0 0,-1 0 0 0 0,0 0 0 0 0,1 0 0 0 0,-1 0 0 0 0,0-1 0 0 0,1 1 0 0 0,-1 0 0 0 0,0 0 0 0 0,0 0 0 0 0,1 0 0 0 0,-1-1 0 0 0,0 1 0 0 0,0 0 0 0 0,1 0 0 0 0,-1-1 0 0 0,0 1 0 0 0,0 0 0 0 0,0 0 0 0 0,0-1 0 0 0,1 1 0 0 0,-1 0 0 0 0,0-1 0 0 0,3-8-505 0 0,0 0-1 0 0,0 0 1 0 0,-1 0 0 0 0,2-19 0 0 0,13-138-11896 0 0,-9-59-1597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15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505 1002 80 0 0,'1'-40'3357'0'0,"-1"18"3450"0"0,1 0 1 0 0,1 1 0 0 0,5-23-1 0 0,-6 42-6684 0 0,0-1-1 0 0,0 1 0 0 0,0-1 1 0 0,1 1-1 0 0,-1-1 0 0 0,1 1 0 0 0,-1 0 1 0 0,1 0-1 0 0,0-1 0 0 0,0 1 1 0 0,0 0-1 0 0,0 1 0 0 0,0-1 1 0 0,0 0-1 0 0,1 1 0 0 0,-1-1 0 0 0,1 1 1 0 0,-1 0-1 0 0,1 0 0 0 0,5-2 1 0 0,6-1-228 0 0,1 0-1 0 0,28-3 1 0 0,-13 3-48 0 0,757-101 153 0 0,-560 79 0 0 0,949-78 0 0 0,-411 43 0 0 0,695-95 0 0 0,-487 28 0 0 0,119-57 0 0 0,-1061 178 0 0 0,0 0 0 0 0,47-5 0 0 0,-78 12 0 0 0,1 0 0 0 0,-1 0 0 0 0,0 0 0 0 0,0 0 0 0 0,1 0 0 0 0,-1 0 0 0 0,0 0 0 0 0,0 0 0 0 0,1 0 0 0 0,-1 0 0 0 0,0 0 0 0 0,1 0 0 0 0,-1 0 0 0 0,0 0 0 0 0,0 0 0 0 0,1 0 0 0 0,-1 0 0 0 0,0 0 0 0 0,0 0 0 0 0,1 0 0 0 0,-1 1 0 0 0,0-1 0 0 0,0 0 0 0 0,1 0 0 0 0,-1 0 0 0 0,0 0 0 0 0,0 1 0 0 0,0-1 0 0 0,1 0 0 0 0,-1 0 0 0 0,0 0 0 0 0,0 1 0 0 0,0-1 0 0 0,0 0 0 0 0,0 0 0 0 0,1 1 0 0 0,-1-1 0 0 0,0 0 0 0 0,0 0 0 0 0,0 1 0 0 0,0-1 0 0 0,0 0 0 0 0,0 1 0 0 0,-5 13 0 0 0,0-1 0 0 0,-2 14 0 0 0,1 1 0 0 0,1 0 0 0 0,1 0 0 0 0,2 0 0 0 0,1 41 0 0 0,22 145 0 0 0,-7-92 0 0 0,21 501 0 0 0,-11-131 0 0 0,23-55 0 0 0,7 90 0 0 0,-50-425 0 0 0,-4 0 0 0 0,-5 0 0 0 0,-19 116 0 0 0,-17-11 0 0 0,29-159 0 0 0,-2 0 0 0 0,-24 54 0 0 0,34-92 0 0 0,-1 0 0 0 0,0 0 0 0 0,-1 0 0 0 0,0-1 0 0 0,-1 0 0 0 0,0 0 0 0 0,0-1 0 0 0,-1 1 0 0 0,0-2 0 0 0,-1 1 0 0 0,1-1 0 0 0,-1 0 0 0 0,-1-1 0 0 0,1 0 0 0 0,-1-1 0 0 0,0 0 0 0 0,0 0 0 0 0,-1-1 0 0 0,1 0 0 0 0,-1-1 0 0 0,-16 3 0 0 0,-61 6 0 0 0,-1-3 0 0 0,-146-6 0 0 0,117-3 0 0 0,-425 13 0 0 0,-281 54 0 0 0,558-32 0 0 0,-652 61 0 0 0,-439-110 0 0 0,1307 10 0 0 0,-1032-64 0 0 0,5 48 0 0 0,959 23 0 0 0,-202 0 0 0 0,281-5 0 0 0,39 2 17 0 0,0 0 1 0 0,0 0-1 0 0,1-1 0 0 0,-1 1 1 0 0,0 0-1 0 0,0 0 0 0 0,0 0 1 0 0,0 0-1 0 0,1 0 0 0 0,-1-1 1 0 0,0 1-1 0 0,0 0 0 0 0,0 0 1 0 0,0 0-1 0 0,0-1 0 0 0,1 1 1 0 0,-1 0-1 0 0,0 0 0 0 0,0 0 1 0 0,0-1-1 0 0,0 1 0 0 0,0 0 1 0 0,0 0-1 0 0,0 0 0 0 0,0-1 1 0 0,0 1-1 0 0,0 0 0 0 0,0 0 1 0 0,0-1-1 0 0,0 1 0 0 0,0 0 1 0 0,0 0-1 0 0,0 0 0 0 0,0-1 1 0 0,0 1-1 0 0,0 0 0 0 0,0 0 1 0 0,-1 0-1 0 0,1-1 0 0 0,0 1 1 0 0,0 0-1 0 0,0 0 0 0 0,0 0 1 0 0,0-1-1 0 0,0 1 0 0 0,-1 0 1 0 0,1 0-1 0 0,0 0 0 0 0,0 0 1 0 0,0 0-1 0 0,-1 0 0 0 0,1-1 1 0 0,0 1-1 0 0,0 0 0 0 0,0 0 1 0 0,-1 0-1 0 0,15-6-1338 0 0,0 1-3482 0 0,14-2-2776 0 0,21-5-8151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26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6323 0 0,'7'-12'3290'0'0,"1"1"0"0"0,-2-1-1 0 0,0 0 1 0 0,-1 0 0 0 0,0 0 0 0 0,0-1 0 0 0,3-20 0 0 0,-8 34-3288 0 0,0-1 1 0 0,0 0-1 0 0,0 0 0 0 0,0 0 1 0 0,0 1-1 0 0,-1-1 1 0 0,1 0-1 0 0,0 0 1 0 0,0 0-1 0 0,0 1 1 0 0,0-1-1 0 0,0 0 0 0 0,-1 0 1 0 0,1 0-1 0 0,0 0 1 0 0,0 0-1 0 0,0 0 1 0 0,-1 1-1 0 0,1-1 1 0 0,0 0-1 0 0,0 0 0 0 0,0 0 1 0 0,-1 0-1 0 0,1 0 1 0 0,0 0-1 0 0,0 0 1 0 0,-1 0-1 0 0,1 0 1 0 0,0 0-1 0 0,0 0 1 0 0,0 0-1 0 0,-1 0 0 0 0,1 0 1 0 0,0 0-1 0 0,0 0 1 0 0,-1 0-1 0 0,1 0 1 0 0,0-1-1 0 0,0 1 1 0 0,0 0-1 0 0,-1 0 0 0 0,1 0 1 0 0,0 0-1 0 0,0 0 1 0 0,0 0-1 0 0,0-1 1 0 0,-1 1-1 0 0,1 0 1 0 0,0 0-1 0 0,0 0 1 0 0,0-1-1 0 0,0 1 0 0 0,0 0 1 0 0,0 0-1 0 0,-1 0 1 0 0,1-1-1 0 0,0 1 1 0 0,0 0-1 0 0,0 0 1 0 0,0 0-1 0 0,0-1 0 0 0,0 1 1 0 0,0-1-1 0 0,-1 3-3 0 0,0-1-1 0 0,0 0 1 0 0,1 0-1 0 0,-1 1 1 0 0,0-1-1 0 0,0 0 0 0 0,1 1 1 0 0,-1-1-1 0 0,1 1 1 0 0,0-1-1 0 0,-1 1 1 0 0,1-1-1 0 0,0 1 0 0 0,0-1 1 0 0,0 1-1 0 0,0-1 1 0 0,0 1-1 0 0,0-1 1 0 0,0 3-1 0 0,22 71 2 0 0,-11-42 0 0 0,6 36 0 0 0,7 99 891 0 0,-1-6-5349 0 0,-11-94-13377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27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1 211 3522 0 0,'9'-10'6221'0'0,"-1"-10"7707"0"0,-3 8-7482 0 0,0 1-3796 0 0,5-1-2650 0 0,-1 1 0 0 0,1-1 0 0 0,1 1 0 0 0,0 1 0 0 0,1 0 0 0 0,0 1 0 0 0,19-12 0 0 0,-15 11 0 0 0,-4 1 0 0 0,41-24 0 0 0,-51 31 0 0 0,1 1 0 0 0,0 0 0 0 0,0 0 0 0 0,0 0 0 0 0,0 0 0 0 0,0 0 0 0 0,0 0 0 0 0,0 1 0 0 0,0 0 0 0 0,0-1 0 0 0,0 1 0 0 0,0 0 0 0 0,0 1 0 0 0,0-1 0 0 0,0 1 0 0 0,5 0 0 0 0,-5 1 0 0 0,0-1 0 0 0,1 0 0 0 0,-1 1 0 0 0,0 0 0 0 0,0 0 0 0 0,0 0 0 0 0,0 0 0 0 0,0 0 0 0 0,-1 1 0 0 0,1-1 0 0 0,-1 1 0 0 0,1 0 0 0 0,-1 0 0 0 0,0 0 0 0 0,0 0 0 0 0,0 0 0 0 0,1 4 0 0 0,-1-2 0 0 0,0 0 0 0 0,-1 1 0 0 0,0-1 0 0 0,0 0 0 0 0,0 1 0 0 0,-1-1 0 0 0,0 1 0 0 0,0-1 0 0 0,0 0 0 0 0,-2 9 0 0 0,-1 1 0 0 0,-1 0 0 0 0,-1-1 0 0 0,0 1 0 0 0,-1-1 0 0 0,0 0 0 0 0,-1-1 0 0 0,-10 15 0 0 0,-20 22 0 0 0,-62 65 0 0 0,-4 3 0 0 0,96-105 0 0 0,15-18 0 0 0,25-24 0 0 0,-28 24 0 0 0,18-14 0 0 0,0 2 0 0 0,2 0 0 0 0,0 2 0 0 0,1 1 0 0 0,0 0 0 0 0,52-17 0 0 0,179-41 0 0 0,-216 62 0 0 0,-25 6 0 0 0,-9 2 0 0 0,2 0 0 0 0,-1 0 0 0 0,0 0 0 0 0,0 1 0 0 0,1 1 0 0 0,15 0 0 0 0,-23 0 0 0 0,0 0 0 0 0,-1 0 0 0 0,1 0 0 0 0,0 1 0 0 0,0-1 0 0 0,0 0 0 0 0,0 1 0 0 0,-1-1 0 0 0,1 1 0 0 0,0-1 0 0 0,-1 1 0 0 0,1-1 0 0 0,0 1 0 0 0,-1-1 0 0 0,1 1 0 0 0,0 0 0 0 0,-1-1 0 0 0,1 1 0 0 0,-1 0 0 0 0,1 0 0 0 0,-1-1 0 0 0,0 1 0 0 0,1 0 0 0 0,-1 0 0 0 0,1 1 0 0 0,0 0-228 0 0,0 1 0 0 0,-1-1 0 0 0,1 1 0 0 0,0 0-1 0 0,-1-1 1 0 0,0 1 0 0 0,1 0 0 0 0,-1-1 0 0 0,0 1 0 0 0,-1 0 0 0 0,1 0 0 0 0,0-1 0 0 0,-2 5 0 0 0,0-1-2054 0 0,-1 0 1 0 0,-1 0 0 0 0,1-1 0 0 0,-1 1 0 0 0,0-1 0 0 0,-7 8 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37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8 162 240 0 0,'38'-31'1281'0'0,"-6"-19"3761"0"0,-43-19 6964 0 0,-26 57-3122 0 0,15 53-4402 0 0,14-1-3650 0 0,27 37-832 0 0,0 8 0 0 0,5 0 0 0 0,2 3 0 0 0,36 20 0 0 0,-1-20-6595 0 0,-10-28-6291 0 0,-14-26 2001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38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387 280 240 0 0,'-15'16'428'0'0,"-15"14"257"0"0,28-29-622 0 0,0 1-1 0 0,1-1 1 0 0,-1 0 0 0 0,0 0 0 0 0,0 1-1 0 0,0-1 1 0 0,0 0 0 0 0,0-1 0 0 0,0 1 0 0 0,0 0-1 0 0,0-1 1 0 0,-1 1 0 0 0,1-1 0 0 0,-3 1-1 0 0,-4-3 560 0 0,0-1 0 0 0,0 1 0 0 0,0-2 0 0 0,1 1 0 0 0,-1-1 0 0 0,1 0 0 0 0,-12-9 0 0 0,-22-9 3900 0 0,31 18-2903 0 0,0 1 1 0 0,-1 1-1 0 0,1 0 0 0 0,-1 0 1 0 0,-16 1-1 0 0,19 1-688 0 0,0-1 1 0 0,-1 0-1 0 0,1 0 1 0 0,-1-1-1 0 0,1 0 1 0 0,0 0-1 0 0,-12-5 1 0 0,21 6-860 0 0,-1 1 1 0 0,0-1-1 0 0,0 1 0 0 0,0 0 0 0 0,0-1 1 0 0,1 0-1 0 0,-1 1 0 0 0,0-1 1 0 0,0 1-1 0 0,1-1 0 0 0,-1 0 1 0 0,0 0-1 0 0,1 1 0 0 0,-1-1 0 0 0,1 0 1 0 0,-1 0-1 0 0,1 0 0 0 0,-1 1 1 0 0,1-1-1 0 0,0 0 0 0 0,0 0 1 0 0,-1 0-1 0 0,1 0 0 0 0,0 0 1 0 0,0 0-1 0 0,0 0 0 0 0,0 0 0 0 0,0 0 1 0 0,0 0-1 0 0,0 0 0 0 0,0-1 1 0 0,1 0 51 0 0,0-1 1 0 0,0 0-1 0 0,1 0 0 0 0,-1 1 1 0 0,1-1-1 0 0,-1 1 1 0 0,1-1-1 0 0,0 1 1 0 0,0 0-1 0 0,0-1 1 0 0,4-2-1 0 0,37-30-124 0 0,78-48 0 0 0,-103 72 0 0 0,1 1 0 0 0,0 1 0 0 0,0 0 0 0 0,1 1 0 0 0,0 2 0 0 0,0 0 0 0 0,1 1 0 0 0,0 1 0 0 0,0 1 0 0 0,30-1 0 0 0,-40 4 0 0 0,0 0 0 0 0,0 1 0 0 0,0 0 0 0 0,0 0 0 0 0,-1 2 0 0 0,1-1 0 0 0,-1 1 0 0 0,1 1 0 0 0,-1 0 0 0 0,0 0 0 0 0,0 1 0 0 0,0 0 0 0 0,-1 1 0 0 0,0 0 0 0 0,0 0 0 0 0,0 1 0 0 0,-1 0 0 0 0,0 1 0 0 0,-1 0 0 0 0,1 0 0 0 0,6 11 0 0 0,-11-15 0 0 0,-1 0 0 0 0,1 1 0 0 0,-1-1 0 0 0,-1 0 0 0 0,1 0 0 0 0,0 1 0 0 0,-1-1 0 0 0,0 1 0 0 0,0-1 0 0 0,-1 1 0 0 0,1 0 0 0 0,-1-1 0 0 0,0 1 0 0 0,0 0 0 0 0,0-1 0 0 0,-1 1 0 0 0,0-1 0 0 0,0 1 0 0 0,0 0 0 0 0,0-1 0 0 0,-1 0 0 0 0,1 1 0 0 0,-1-1 0 0 0,0 0 0 0 0,-1 0 0 0 0,-3 5 0 0 0,-7 10 0 0 0,-1-1 0 0 0,-1-1 0 0 0,-1-1 0 0 0,-23 20 0 0 0,-12 13 0 0 0,50-49 0 0 0,1 1 0 0 0,-1-1 0 0 0,0 1 0 0 0,1-1 0 0 0,-1 1 0 0 0,1-1 0 0 0,-1 1 0 0 0,0 0 0 0 0,1-1 0 0 0,-1 1 0 0 0,1 0 0 0 0,0 0 0 0 0,-1-1 0 0 0,1 1 0 0 0,0 0 0 0 0,-1 0 0 0 0,1 0 0 0 0,0-1 0 0 0,0 1 0 0 0,0 0 0 0 0,-1 0 0 0 0,1 0 0 0 0,0 0 0 0 0,0-1 0 0 0,0 1 0 0 0,1 0 0 0 0,-1 0 0 0 0,0 0 0 0 0,0 0 0 0 0,0-1 0 0 0,1 3 0 0 0,1-2 0 0 0,0-1 0 0 0,-1 1 0 0 0,1 0 0 0 0,0 0 0 0 0,0-1 0 0 0,0 1 0 0 0,0-1 0 0 0,0 0 0 0 0,0 0 0 0 0,0 1 0 0 0,-1-1 0 0 0,1 0 0 0 0,0-1 0 0 0,3 1 0 0 0,16-3 0 0 0,-1 0 0 0 0,1-1 0 0 0,-1-1 0 0 0,22-9 0 0 0,-3 2 0 0 0,413-135 0 0 0,-406 135-58 0 0,1 1 0 0 0,1 3 0 0 0,49-4 0 0 0,63 6-4059 0 0,-123 5-2282 0 0,61-10 0 0 0,40-22-5459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39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3 201 5282 0 0,'-1'-4'898'0'0,"0"0"-1"0"0,1 0 1 0 0,-1 0-1 0 0,1 0 0 0 0,0 0 1 0 0,0 0-1 0 0,1 0 0 0 0,-1-1 1 0 0,1 1-1 0 0,0 0 1 0 0,0 0-1 0 0,0 0 0 0 0,0 1 1 0 0,1-1-1 0 0,-1 0 0 0 0,1 0 1 0 0,0 1-1 0 0,0-1 1 0 0,5-5-1 0 0,26-22 5850 0 0,5 8-3957 0 0,-4 11-2790 0 0,1 1 0 0 0,0 1 0 0 0,1 2 0 0 0,0 2 0 0 0,37-2 0 0 0,-66 7 0 0 0,98-6 0 0 0,-98 7 0 0 0,1 0 0 0 0,-1 1 0 0 0,0 0 0 0 0,1 0 0 0 0,-1 0 0 0 0,0 1 0 0 0,0 0 0 0 0,0 1 0 0 0,0-1 0 0 0,0 1 0 0 0,7 5 0 0 0,-13-8 0 0 0,-1 0 0 0 0,1 1 0 0 0,-1-1 0 0 0,1 0 0 0 0,0 1 0 0 0,-1-1 0 0 0,1 1 0 0 0,-1-1 0 0 0,1 0 0 0 0,-1 1 0 0 0,0 0 0 0 0,1-1 0 0 0,-1 1 0 0 0,1-1 0 0 0,-1 1 0 0 0,0-1 0 0 0,0 1 0 0 0,1 0 0 0 0,-1-1 0 0 0,0 1 0 0 0,0-1 0 0 0,0 1 0 0 0,1 0 0 0 0,-1-1 0 0 0,0 1 0 0 0,0 0 0 0 0,0-1 0 0 0,0 1 0 0 0,0 0 0 0 0,-1-1 0 0 0,1 1 0 0 0,0 0 0 0 0,0-1 0 0 0,0 1 0 0 0,0 0 0 0 0,-1-1 0 0 0,1 1 0 0 0,0 0 0 0 0,-1-1 0 0 0,1 1 0 0 0,-1 0 0 0 0,-25 18 0 0 0,-107 43 0 0 0,79-38 0 0 0,-73 43 0 0 0,123-66 0 0 0,5-2 0 0 0,22-1 0 0 0,73 10 0 0 0,154 22 0 0 0,-235-28 0 0 0,0 2 0 0 0,0 0 0 0 0,-1 1 0 0 0,22 10 0 0 0,-33-13 0 0 0,0-1 0 0 0,0 1 0 0 0,0-1 0 0 0,0 1 0 0 0,0 0 0 0 0,-1 0 0 0 0,1 0 0 0 0,-1 0 0 0 0,1 0 0 0 0,-1 1 0 0 0,0-1 0 0 0,0 1 0 0 0,0 0 0 0 0,0-1 0 0 0,-1 1 0 0 0,1 0 0 0 0,-1 0 0 0 0,1 0 0 0 0,-1 0 0 0 0,0 0 0 0 0,0 0 0 0 0,-1 1 0 0 0,1-1 0 0 0,-1 0 0 0 0,1 0 0 0 0,-1 1 0 0 0,0 5 0 0 0,-2-4 0 0 0,0 0 0 0 0,0 0 0 0 0,-1 0 0 0 0,1 0 0 0 0,-1-1 0 0 0,0 1 0 0 0,-1-1 0 0 0,1 0 0 0 0,-1 0 0 0 0,1 0 0 0 0,-1-1 0 0 0,0 1 0 0 0,-1-1 0 0 0,-4 3 0 0 0,5-2 0 0 0,-25 16 0 0 0,0-1 0 0 0,-2-1 0 0 0,-32 14 0 0 0,-46 26 0 0 0,108-57-1 0 0,1-1 0 0 0,0 0 0 0 0,-1 0 1 0 0,1 0-1 0 0,-1 0 0 0 0,1 1 0 0 0,-1-1 0 0 0,1 0 0 0 0,0 1 0 0 0,-1-1 0 0 0,1 0 1 0 0,0 1-1 0 0,-1-1 0 0 0,1 0 0 0 0,0 1 0 0 0,0-1 0 0 0,-1 0 0 0 0,1 1 0 0 0,0-1 1 0 0,0 1-1 0 0,0-1 0 0 0,-1 1 0 0 0,1-1 0 0 0,0 1 0 0 0,0 0 0 0 0,1 0-396 0 0,0-1 0 0 0,0 1 0 0 0,0 0 0 0 0,0 0 0 0 0,0-1 0 0 0,0 1 0 0 0,0 0 0 0 0,0-1-1 0 0,1 1 1 0 0,-1-1 0 0 0,0 0 0 0 0,0 1 0 0 0,0-1 0 0 0,1 0 0 0 0,0 0 0 0 0,33 11-18551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39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40 80 0 0,'-8'-12'5190'0'0,"4"8"-1475"0"0,1 0-1 0 0,-1 0 1 0 0,0 1 0 0 0,0-1 0 0 0,-9-4 0 0 0,13 8-3584 0 0,-1 0-1 0 0,1 0 1 0 0,0 0-1 0 0,-1 0 1 0 0,1 1 0 0 0,0-1-1 0 0,-1 0 1 0 0,1 0-1 0 0,0 1 1 0 0,-1-1-1 0 0,1 0 1 0 0,0 0-1 0 0,-1 1 1 0 0,1-1 0 0 0,0 0-1 0 0,0 1 1 0 0,-1-1-1 0 0,1 1 1 0 0,0-1-1 0 0,0 0 1 0 0,0 1-1 0 0,0-1 1 0 0,-1 1 0 0 0,1-1-1 0 0,0 0 1 0 0,0 1-1 0 0,0-1 1 0 0,0 1-1 0 0,0-1 1 0 0,0 1-1 0 0,-6 22 64 0 0,1 0-1 0 0,1 0 1 0 0,1 0-1 0 0,1 1 1 0 0,2 45-1 0 0,1-53-193 0 0,1-1 0 0 0,0 1 0 0 0,1-1 0 0 0,0 1 0 0 0,2-1 0 0 0,0 0 0 0 0,0-1 0 0 0,1 1 0 0 0,1-1 0 0 0,1 0 0 0 0,0-1 0 0 0,0 0 0 0 0,1 0 0 0 0,12 12 0 0 0,-12-16 0 0 0,0 0 0 0 0,0 0 0 0 0,1-1 0 0 0,0 0 0 0 0,1-1 0 0 0,-1 0 0 0 0,1-1 0 0 0,1 0 0 0 0,-1-1 0 0 0,1 0 0 0 0,0-1 0 0 0,0 0 0 0 0,0-1 0 0 0,1 0 0 0 0,-1-1 0 0 0,1-1 0 0 0,22 1 0 0 0,-8-4 0 0 0,1-1 0 0 0,-2-1 0 0 0,1-2 0 0 0,0-1 0 0 0,-1 0 0 0 0,0-2 0 0 0,-1-2 0 0 0,0 0 0 0 0,-1-1 0 0 0,0-1 0 0 0,-1-2 0 0 0,38-29 0 0 0,-29 17 0 0 0,-1-1 0 0 0,-1-2 0 0 0,-2 0 0 0 0,-1-3 0 0 0,-1 0 0 0 0,-2-1 0 0 0,30-56 0 0 0,-41 56 0 0 0,-12 29 0 0 0,-6 18 0 0 0,-67 180 99 0 0,-50 163-697 0 0,94-235-1657 0 0,4 3-4021 0 0,-5 19-4535 0 0,-15 26-1395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40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46 254 3282 0 0,'6'-18'3315'0'0,"-2"-8"5128"0"0,-4 25-8056 0 0,-1 0 0 0 0,1 0 1 0 0,0 0-1 0 0,0 0 0 0 0,-1 0 1 0 0,1 1-1 0 0,0-1 0 0 0,-1 0 0 0 0,1 0 1 0 0,-1 0-1 0 0,1 1 0 0 0,-1-1 1 0 0,1 0-1 0 0,-1 0 0 0 0,0 1 1 0 0,1-1-1 0 0,-1 1 0 0 0,0-1 1 0 0,0 0-1 0 0,1 1 0 0 0,-1-1 1 0 0,0 1-1 0 0,0 0 0 0 0,0-1 1 0 0,1 1-1 0 0,-1 0 0 0 0,0-1 1 0 0,0 1-1 0 0,0 0 0 0 0,0 0 1 0 0,0 0-1 0 0,0 0 0 0 0,0 0 1 0 0,0 0-1 0 0,0 0 0 0 0,0 0 1 0 0,1 0-1 0 0,-1 0 0 0 0,0 1 1 0 0,0-1-1 0 0,0 0 0 0 0,-1 1 1 0 0,1 0-348 0 0,0-1 0 0 0,0 1 0 0 0,1-1 1 0 0,-1 1-1 0 0,0 0 0 0 0,0-1 0 0 0,1 1 0 0 0,-1 0 1 0 0,1 0-1 0 0,-1 0 0 0 0,1-1 0 0 0,-1 1 1 0 0,1 0-1 0 0,-1 0 0 0 0,1 0 0 0 0,0 0 1 0 0,-1 0-1 0 0,1 0 0 0 0,0 0 0 0 0,0 0 1 0 0,0 0-1 0 0,0 0 0 0 0,0 0 0 0 0,0 0 1 0 0,0 0-1 0 0,0 0 0 0 0,0 0 0 0 0,0 0 1 0 0,1 1-1 0 0,-1 9-175 0 0,-3 9 135 0 0,-2 22 0 0 0,1 0 0 0 0,2 1 0 0 0,5 61 0 0 0,-2-96 0 0 0,0-1 0 0 0,0 1 0 0 0,1-1 0 0 0,0 0 0 0 0,1 1 0 0 0,0-1 0 0 0,0 0 0 0 0,0-1 0 0 0,1 1 0 0 0,0 0 0 0 0,0-1 0 0 0,1 0 0 0 0,-1 0 0 0 0,1 0 0 0 0,1-1 0 0 0,-1 0 0 0 0,1 0 0 0 0,0 0 0 0 0,0-1 0 0 0,0 1 0 0 0,1-1 0 0 0,0-1 0 0 0,-1 0 0 0 0,1 0 0 0 0,1 0 0 0 0,-1 0 0 0 0,12 1 0 0 0,-4-1 0 0 0,1 0 0 0 0,0-2 0 0 0,0 0 0 0 0,0-1 0 0 0,0 0 0 0 0,0-2 0 0 0,0 1 0 0 0,0-2 0 0 0,-1 0 0 0 0,1-1 0 0 0,-1-1 0 0 0,15-6 0 0 0,-6 0-274 0 0,0-1 1 0 0,-2-1-1 0 0,1-1 0 0 0,-2-1 0 0 0,0-1 1 0 0,0-1-1 0 0,-2-1 0 0 0,0 0 1 0 0,-1-1-1 0 0,26-38 0 0 0,-26 30-91 0 0,-1-1-1 0 0,-2 0 0 0 0,0-2 1 0 0,-3 1-1 0 0,0-1 0 0 0,-2-1 1 0 0,-1 0-1 0 0,8-49 0 0 0,-12 14 780 0 0,-5 64-280 0 0,0 1-1 0 0,0-1 1 0 0,0 1 0 0 0,0-1-1 0 0,0 1 1 0 0,0 0 0 0 0,0-1-1 0 0,0 1 1 0 0,-1-1 0 0 0,1 1-1 0 0,-1-1 1 0 0,1 1 0 0 0,-1 0-1 0 0,0-1 1 0 0,1 1 0 0 0,-2-2-1 0 0,1 3-25 0 0,0 0-1 0 0,0 1 1 0 0,1-1-1 0 0,-1 0 1 0 0,0 0-1 0 0,0 0 1 0 0,1 1-1 0 0,-1-1 1 0 0,0 0-1 0 0,0 1 1 0 0,1-1-1 0 0,-1 1 1 0 0,0-1-1 0 0,1 1 1 0 0,-1-1-1 0 0,1 1 1 0 0,-1-1-1 0 0,1 1 1 0 0,-1-1-1 0 0,1 1 1 0 0,-1 0-1 0 0,1-1 1 0 0,-1 1-1 0 0,1 0 1 0 0,0 0-1 0 0,-1-1 1 0 0,1 2-1 0 0,-11 18 15 0 0,0 1-1 0 0,1 0 0 0 0,2 1 0 0 0,-9 32 0 0 0,0 9-628 0 0,4 2 0 0 0,2-1-1 0 0,3 1 1 0 0,3 1 0 0 0,3-1 0 0 0,2 1-1 0 0,18 123 1 0 0,-9-132-608 0 0,3-1 0 0 0,2 0 0 0 0,2-1 0 0 0,3 0 1 0 0,2-2-1 0 0,2 0 0 0 0,3-2 0 0 0,2-1 0 0 0,47 65 0 0 0,-3-28-12043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41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65 638 320 0 0,'9'-19'291'0'0,"-6"13"-33"0"0,1 0 0 0 0,-1 0 1 0 0,-1 0-1 0 0,1 0 0 0 0,-1 0 0 0 0,-1 0 0 0 0,1-1 0 0 0,-1 1 0 0 0,0-1 0 0 0,0 1 0 0 0,-1-10 0 0 0,-2 5 1717 0 0,0 1-1 0 0,-1 0 1 0 0,-6-15-1 0 0,5 16 1623 0 0,0 0-1 0 0,-1 0 0 0 0,-9-14 0 0 0,14 23-3507 0 0,0-1 0 0 0,0 1 1 0 0,0 0-1 0 0,0 0 0 0 0,0 0 1 0 0,0 0-1 0 0,-1-1 0 0 0,1 1 1 0 0,0 0-1 0 0,0 0 0 0 0,0 0 1 0 0,0 0-1 0 0,-1-1 0 0 0,1 1 1 0 0,0 0-1 0 0,0 0 0 0 0,0 0 1 0 0,-1 0-1 0 0,1 0 0 0 0,0 0 1 0 0,0 0-1 0 0,0 0 0 0 0,-1-1 1 0 0,1 1-1 0 0,0 0 0 0 0,0 0 1 0 0,-1 0-1 0 0,1 0 0 0 0,0 0 1 0 0,0 0-1 0 0,0 0 0 0 0,-1 0 1 0 0,1 1-1 0 0,0-1 0 0 0,0 0 1 0 0,-1 0-1 0 0,1 0 0 0 0,0 0 1 0 0,0 0-1 0 0,0 0 0 0 0,-1 0 1 0 0,1 0-1 0 0,0 0 0 0 0,0 1 1 0 0,0-1-1 0 0,0 0 0 0 0,-1 0 1 0 0,1 0-1 0 0,0 0 0 0 0,0 1 1 0 0,0-1-1 0 0,0 0 0 0 0,0 0 1 0 0,0 0-1 0 0,-1 1 0 0 0,1-1 1 0 0,0 0-1 0 0,0 0 0 0 0,0 0 1 0 0,0 1-1 0 0,0-1 0 0 0,0 1 1 0 0,-3 15 1050 0 0,2-15-1132 0 0,-7 51-8 0 0,1 0 0 0 0,3 0 0 0 0,2 1 0 0 0,8 84 0 0 0,8-32 0 0 0,34 134 0 0 0,42 37 0 0 0,-89-274 0 0 0,3 9 0 0 0,-6-14 0 0 0,-14-28 0 0 0,-3 0 0 0 0,1-1 0 0 0,2-1 0 0 0,1 0 0 0 0,2-1 0 0 0,1-1 0 0 0,-14-65 0 0 0,10 8 0 0 0,-7-138 0 0 0,19 161 0 0 0,2 0 0 0 0,4 0 0 0 0,3 0 0 0 0,3 1 0 0 0,19-80 0 0 0,-21 125 0 0 0,0 1 0 0 0,2-1 0 0 0,1 1 0 0 0,1 0 0 0 0,1 1 0 0 0,0 0 0 0 0,17-21 0 0 0,-23 35 0 0 0,1 0 0 0 0,-1 1 0 0 0,1-1 0 0 0,1 1 0 0 0,-1 1 0 0 0,1-1 0 0 0,0 1 0 0 0,0 0 0 0 0,1 1 0 0 0,-1 0 0 0 0,1 0 0 0 0,0 1 0 0 0,0-1 0 0 0,0 2 0 0 0,1-1 0 0 0,-1 1 0 0 0,1 1 0 0 0,-1-1 0 0 0,1 1 0 0 0,0 1 0 0 0,-1 0 0 0 0,11 1 0 0 0,-4 1 0 0 0,0 1 0 0 0,0 1 0 0 0,0 0 0 0 0,-1 1 0 0 0,0 1 0 0 0,0 0 0 0 0,0 1 0 0 0,-1 0 0 0 0,0 2 0 0 0,0-1 0 0 0,19 18 0 0 0,-21-17 0 0 0,-1 0 0 0 0,0 0 0 0 0,-1 1 0 0 0,1 1 0 0 0,-2 0 0 0 0,0 0 0 0 0,0 0 0 0 0,-1 1 0 0 0,0 0 0 0 0,-1 1 0 0 0,-1-1 0 0 0,0 1 0 0 0,-1 0 0 0 0,0 0 0 0 0,-1 1 0 0 0,0-1 0 0 0,-1 1 0 0 0,0 0 0 0 0,-2 0 0 0 0,-1 26 0 0 0,-2-11 0 0 0,-1-1 0 0 0,-1 1 0 0 0,-2-2 0 0 0,-1 1 0 0 0,-1-1 0 0 0,-1 0 0 0 0,-23 42 0 0 0,21-48 0 0 0,-1 0 0 0 0,-1-1 0 0 0,0-1 0 0 0,-2 0 0 0 0,0-1 0 0 0,-1-1 0 0 0,-1 0 0 0 0,0-1 0 0 0,-29 18 0 0 0,-4-4 0 0 0,-20 13 0 0 0,66-39 0 0 0,-1 0 0 0 0,1 1 0 0 0,0-1 0 0 0,0 1 0 0 0,0 0 0 0 0,1 0 0 0 0,0 1 0 0 0,-6 8 0 0 0,10-13-148 0 0,-1-1-1 0 0,1 1 1 0 0,0-1-1 0 0,0 1 1 0 0,-1-1-1 0 0,1 1 1 0 0,0-1-1 0 0,0 1 1 0 0,-1 0-1 0 0,1-1 1 0 0,0 1-1 0 0,0-1 1 0 0,0 1-1 0 0,0 0 1 0 0,0-1-1 0 0,0 1 1 0 0,0-1-1 0 0,0 1 1 0 0,0 0-1 0 0,0-1 1 0 0,0 1-1 0 0,1-1 1 0 0,-1 1 0 0 0,0 0-1 0 0,1 0 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41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58 349 80 0 0,'-13'-26'3025'0'0,"-3"-6"3282"0"0,-3 4 5397 0 0,15 27-8877 0 0,2 10 74 0 0,-1 27-1444 0 0,3 0-1 0 0,1 0 1 0 0,7 48-1 0 0,-5-58-1359 0 0,0 7-97 0 0,2-1 0 0 0,14 53 0 0 0,-16-76 0 0 0,0 0 0 0 0,1 1 0 0 0,0-1 0 0 0,0 0 0 0 0,1-1 0 0 0,0 1 0 0 0,1-1 0 0 0,0 0 0 0 0,0 0 0 0 0,1-1 0 0 0,0 0 0 0 0,15 12 0 0 0,-10-11 0 0 0,-1 0 0 0 0,1-1 0 0 0,1-1 0 0 0,-1 0 0 0 0,1-1 0 0 0,0 0 0 0 0,18 4 0 0 0,-24-8 0 0 0,0 1 0 0 0,0-1 0 0 0,0-1 0 0 0,0 0 0 0 0,0 0 0 0 0,0 0 0 0 0,0 0 0 0 0,0-1 0 0 0,0-1 0 0 0,-1 1 0 0 0,1-1 0 0 0,0 0 0 0 0,-1 0 0 0 0,1-1 0 0 0,-1 0 0 0 0,0 0 0 0 0,7-5 0 0 0,5-7 10 0 0,0 0 0 0 0,-1-1 0 0 0,-1-1-1 0 0,0-1 1 0 0,-1 0 0 0 0,-1-1 0 0 0,-1 0 0 0 0,-1-1 0 0 0,-1-1-1 0 0,0 0 1 0 0,10-32 0 0 0,-3 3-128 0 0,-3-1 0 0 0,-2 0 0 0 0,-3-1 0 0 0,4-53 0 0 0,-8 51-2063 0 0,-4-80 0 0 0,-8 96 2265 0 0,6 38-71 0 0,0-1 0 0 0,0 1 0 0 0,0 0-1 0 0,0 0 1 0 0,0 0 0 0 0,0 0 0 0 0,0 0 0 0 0,0 0 0 0 0,0 0-1 0 0,0 0 1 0 0,0-1 0 0 0,0 1 0 0 0,0 0 0 0 0,0 0 0 0 0,0 0 0 0 0,0 0-1 0 0,0 0 1 0 0,0 0 0 0 0,-1 0 0 0 0,1 0 0 0 0,0 0 0 0 0,0 0-1 0 0,0-1 1 0 0,0 1 0 0 0,0 0 0 0 0,0 0 0 0 0,0 0 0 0 0,0 0 0 0 0,0 0-1 0 0,-1 0 1 0 0,1 0 0 0 0,0 0 0 0 0,0 0 0 0 0,0 0 0 0 0,0 0-1 0 0,0 0 1 0 0,0 0 0 0 0,0 0 0 0 0,0 0 0 0 0,-1 0 0 0 0,1 0 0 0 0,0 0-1 0 0,0 0 1 0 0,0 0 0 0 0,0 0 0 0 0,0 0 0 0 0,0 0 0 0 0,0 0-1 0 0,0 0 1 0 0,-1 0 0 0 0,1 0 0 0 0,0 1 0 0 0,0-1 0 0 0,0 0-1 0 0,0 0 1 0 0,0 0 0 0 0,0 0 0 0 0,0 0 0 0 0,0 0 0 0 0,0 0 0 0 0,0 0-1 0 0,0 0 1 0 0,0 0 0 0 0,-1 1 0 0 0,1-1 0 0 0,0 0 0 0 0,0 0-1 0 0,0 0 1 0 0,0 0 0 0 0,-5 24 1610 0 0,3 14-1075 0 0,1 0 0 0 0,2 0 0 0 0,10 62 0 0 0,-7-62-512 0 0,81 560-496 0 0,-50-426-2184 0 0,83 248-1 0 0,-38-209-10260 0 0,4-11 713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02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1 362 1281 0 0,'165'-47'21369'0'0,"86"-5"-11252"0"0,26 9-10117 0 0,8 12 0 0 0,19 11 0 0 0,78-39-13638 0 0,63-51 272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12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102 686 480 0 0,'-70'-179'27148'0'0,"44"97"-22009"0"0,21 56-5139 0 0,10 47 0 0 0,16 96 0 0 0,6 142 0 0 0,-10 142 0 0 0,-14-315 0 0 0,-3-80 0 0 0,-1 10 0 0 0,2 1 0 0 0,0-1 0 0 0,1 1 0 0 0,0-1 0 0 0,1 0 0 0 0,1 0 0 0 0,8 20 0 0 0,-9-44 0 0 0,-4-13 0 0 0,-13-46 0 0 0,-8-93 0 0 0,8 2 0 0 0,-12-217 0 0 0,26 320 0 0 0,2 1 0 0 0,3-1 0 0 0,2 1 0 0 0,25-95 0 0 0,-27 130 0 0 0,2 0 0 0 0,0 1 0 0 0,2 0 0 0 0,0 0 0 0 0,0 1 0 0 0,2 0 0 0 0,0 0 0 0 0,1 1 0 0 0,14-14 0 0 0,-16 20 0 0 0,-1 1 0 0 0,1 1 0 0 0,1 0 0 0 0,0 0 0 0 0,0 1 0 0 0,0 1 0 0 0,1 0 0 0 0,0 0 0 0 0,0 1 0 0 0,0 1 0 0 0,0 0 0 0 0,1 0 0 0 0,0 1 0 0 0,21-1 0 0 0,-9 2 0 0 0,0 2 0 0 0,0 1 0 0 0,0 1 0 0 0,-1 2 0 0 0,1 0 0 0 0,-1 1 0 0 0,1 1 0 0 0,-2 2 0 0 0,39 16 0 0 0,-56-21 0 0 0,0 0 0 0 0,0 1 0 0 0,0-1 0 0 0,-1 1 0 0 0,1 0 0 0 0,-1 1 0 0 0,0-1 0 0 0,-1 1 0 0 0,1 0 0 0 0,-1 0 0 0 0,0 0 0 0 0,0 1 0 0 0,0 0 0 0 0,4 9 0 0 0,-5-7 0 0 0,-1 0 0 0 0,0 0 0 0 0,0 1 0 0 0,0-1 0 0 0,-1 1 0 0 0,-1-1 0 0 0,1 1 0 0 0,-2-1 0 0 0,1 1 0 0 0,-3 15 0 0 0,-1-3 0 0 0,-1 1 0 0 0,-1-1 0 0 0,0-1 0 0 0,-2 1 0 0 0,0-1 0 0 0,-2 0 0 0 0,0-1 0 0 0,-1 0 0 0 0,-1-1 0 0 0,0 0 0 0 0,-25 26 0 0 0,19-25 0 0 0,0-2 0 0 0,-1 0 0 0 0,-1-1 0 0 0,-1-1 0 0 0,0-1 0 0 0,-1-1 0 0 0,0-1 0 0 0,-1-1 0 0 0,-45 16 0 0 0,51-22 0 0 0,1 1 0 0 0,0-1 0 0 0,0-1 0 0 0,0 0 0 0 0,-1-1 0 0 0,1-1 0 0 0,-22 1 0 0 0,18-9 468 0 0,20 6-509 0 0,0 0 0 0 0,0 0 0 0 0,-1-1 0 0 0,1 1 0 0 0,0 0 0 0 0,0 0 0 0 0,-1 0 0 0 0,1 0 0 0 0,0-1-1 0 0,0 1 1 0 0,0 0 0 0 0,-1 0 0 0 0,1 0 0 0 0,0-1 0 0 0,0 1 0 0 0,0 0 0 0 0,0 0 0 0 0,0-1 0 0 0,-1 1 0 0 0,1 0 0 0 0,0 0 0 0 0,0-1 0 0 0,0 1-1 0 0,0 0 1 0 0,0-1 0 0 0,0 1 0 0 0,0 0 0 0 0,0 0 0 0 0,0-1 0 0 0,0 1 0 0 0,0 0 0 0 0,0-1 0 0 0,0 1 0 0 0,0 0 0 0 0,0 0 0 0 0,1-1 0 0 0,-1 1-1 0 0,0 0 1 0 0,0 0 0 0 0,0-1 0 0 0,0 1 0 0 0,0 0 0 0 0,1 0 0 0 0,-1-1 0 0 0,0 1 0 0 0,0 0 0 0 0,0 0 0 0 0,1 0 0 0 0,-1 0 0 0 0,0-1 0 0 0,0 1-1 0 0,1 0 1 0 0,-1 0 0 0 0,0 0 0 0 0,0 0 0 0 0,1 0 0 0 0,15-5-9323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01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6563 0 0,'8'3'2142'0'0,"0"0"1"0"0,0 0-1 0 0,-1 0 0 0 0,1 1 0 0 0,-1 0 1 0 0,0 0-1 0 0,8 8 0 0 0,12 13 4238 0 0,1 5-3695 0 0,-27-29-2684 0 0,2 1-1 0 0,0 0 0 0 0,0 0 0 0 0,0 0 0 0 0,1 0 0 0 0,-1-1 0 0 0,0 1 0 0 0,1-1 0 0 0,0 0 0 0 0,-1 0 0 0 0,1 0 0 0 0,0 0 0 0 0,-1-1 0 0 0,5 0 0 0 0,15 4 0 0 0,30 8 0 0 0,2-3 0 0 0,-1-3 0 0 0,1-1 0 0 0,0-3 0 0 0,81-8 0 0 0,343-53 64 0 0,5 39-3650 0 0,-332 29-7451 0 0,-18 9-1729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01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16 6563 0 0,'-34'-16'20569'0'0,"44"23"-18167"0"0,12 2-722 0 0,44 5-319 0 0,54-1-1169 0 0,-32-8-192 0 0,-16-5 0 0 0,11 0-352 0 0,18 0-1809 0 0,22-5-961 0 0,-14 1 161 0 0,11 4-881 0 0,29 2-2160 0 0,17-9-1442 0 0,10-2 1601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01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 4162 0 0,'29'0'10325'0'0,"-15"4"-3442"0"0,15 1-4562 0 0,27-5-1921 0 0,11-2 160 0 0,-9-12 81 0 0,-2 7-241 0 0,3 1-80 0 0,5-8 1041 0 0,3 3-561 0 0,15 0-960 0 0,12 4-1361 0 0,10 7-2481 0 0,2 2-3361 0 0,-7-13-721 0 0,13-5 1921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02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1 101 480 0 0,'18'-9'2161'0'0,"-4"2"640"0"0,15-2 7204 0 0,27-4-3842 0 0,-3 2-4722 0 0,-2-1-1201 0 0,-11 4 160 0 0,8 5 480 0 0,13-6 1 0 0,6 3-401 0 0,-1 1-400 0 0,-2 3 0 0 0,0-3-720 0 0,14 5-1841 0 0,-4 5-4243 0 0,-20-12-4881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04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120 296 960 0 0,'30'-37'10401'0'0,"-13"15"-2721"0"0,1-1 3338 0 0,-18 23-10967 0 0,1-1 0 0 0,-1 1 0 0 0,0 0 0 0 0,0 0 0 0 0,0 0 0 0 0,1 0 0 0 0,-1-1 0 0 0,0 1 1 0 0,0 0-1 0 0,0 0 0 0 0,0 0 0 0 0,1-1 0 0 0,-1 1 0 0 0,0 0 0 0 0,0 0 0 0 0,0 0 0 0 0,0-1 0 0 0,0 1 0 0 0,0 0 0 0 0,0 0 0 0 0,1-1 0 0 0,-1 1 0 0 0,0 0 0 0 0,0-1 0 0 0,0 1 0 0 0,0 0 0 0 0,0 0 0 0 0,0-1 0 0 0,0 1 0 0 0,0 0 0 0 0,-1 0 0 0 0,1-1 1 0 0,0 1-1 0 0,0 0 0 0 0,0 0 0 0 0,0-1 0 0 0,0 1 0 0 0,0 0 0 0 0,0 0 0 0 0,-1-1 0 0 0,1 1 0 0 0,0 0 0 0 0,0 0 0 0 0,0 0 0 0 0,0-1 0 0 0,-1 1 0 0 0,1 0 0 0 0,0 0 0 0 0,0 0 0 0 0,-1 0 0 0 0,1 0 0 0 0,0-1 0 0 0,0 1 0 0 0,-1 0 0 0 0,1 0 1 0 0,0 0-1 0 0,0 0 0 0 0,-1 0 0 0 0,1 0 0 0 0,0 0 0 0 0,0 0 0 0 0,-1 0 0 0 0,1 0 0 0 0,0 0 0 0 0,-1 0 0 0 0,0 0-88 0 0,-1 1 1 0 0,1-1-1 0 0,0 1 0 0 0,-1-1 0 0 0,1 1 1 0 0,0-1-1 0 0,-1 1 0 0 0,1 0 0 0 0,0 0 1 0 0,0 0-1 0 0,0-1 0 0 0,0 1 1 0 0,0 0-1 0 0,0 0 0 0 0,0 1 0 0 0,0-1 1 0 0,-1 1-1 0 0,-22 35 37 0 0,2 0 0 0 0,2 2 0 0 0,-25 67 0 0 0,34-75 0 0 0,1 0 0 0 0,2 1 0 0 0,2 0 0 0 0,1 0 0 0 0,-2 60 0 0 0,11-44 0 0 0,-4-54 0 0 0,1-1 0 0 0,0 1 0 0 0,0 0 0 0 0,3-11 0 0 0,6-22 0 0 0,15-76 0 0 0,6 1 0 0 0,48-120 0 0 0,-74 223 0 0 0,0 0 0 0 0,1 0 0 0 0,0 0 0 0 0,1 0 0 0 0,12-14 0 0 0,-19 24 0 0 0,0 1 0 0 0,0 0 0 0 0,1 0 0 0 0,-1-1 0 0 0,0 1 0 0 0,0 0 0 0 0,0 0 0 0 0,0 0 0 0 0,1-1 0 0 0,-1 1 0 0 0,0 0 0 0 0,0 0 0 0 0,0 0 0 0 0,1 0 0 0 0,-1-1 0 0 0,0 1 0 0 0,0 0 0 0 0,1 0 0 0 0,-1 0 0 0 0,0 0 0 0 0,0 0 0 0 0,1 0 0 0 0,-1 0 0 0 0,0 0 0 0 0,0 0 0 0 0,1 0 0 0 0,-1 0 0 0 0,0 0 0 0 0,0 0 0 0 0,1 0 0 0 0,-1 0 0 0 0,0 0 0 0 0,0 0 0 0 0,1 0 0 0 0,-1 0 0 0 0,0 0 0 0 0,0 0 0 0 0,1 0 0 0 0,-1 1 0 0 0,0-1 0 0 0,0 0 0 0 0,1 0 0 0 0,-1 0 0 0 0,0 0 0 0 0,0 1 0 0 0,0-1 0 0 0,0 0 0 0 0,1 0 0 0 0,-1 0 0 0 0,0 1 0 0 0,0-1 0 0 0,0 0 0 0 0,0 1 0 0 0,6 19 0 0 0,-3-5 0 0 0,54 204 0 0 0,-38-137 0 0 0,-17-77 0 0 0,3 15 0 0 0,0 1 0 0 0,10 21 0 0 0,-13-38 0 0 0,0 0 0 0 0,-1-1 0 0 0,1 1 0 0 0,1 0 0 0 0,-1 0 0 0 0,1-1 0 0 0,-1 1 0 0 0,1-1 0 0 0,0 0 0 0 0,0 0 0 0 0,0 0 0 0 0,1 0 0 0 0,-1-1 0 0 0,1 1 0 0 0,-1-1 0 0 0,7 3 0 0 0,-9-5 0 0 0,1 1 0 0 0,0-1 0 0 0,0 1 0 0 0,0-1 0 0 0,0 0 0 0 0,0 0 0 0 0,0 0 0 0 0,0 0 0 0 0,-1 0 0 0 0,1 0 0 0 0,0 0 0 0 0,0-1 0 0 0,0 1 0 0 0,0-1 0 0 0,0 1 0 0 0,-1-1 0 0 0,1 0 0 0 0,0 0 0 0 0,0 0 0 0 0,-1 0 0 0 0,1 0 0 0 0,2-2 0 0 0,2-3 0 0 0,0 0 0 0 0,0 0 0 0 0,10-14 0 0 0,-14 17 0 0 0,55-81 0 0 0,76-147 0 0 0,-108 186 0 0 0,1 1 0 0 0,60-75 0 0 0,-86 118 0 0 0,1 0 0 0 0,-1-1 0 0 0,1 1 0 0 0,0 0 0 0 0,0 0 0 0 0,-1 0 0 0 0,1 0 0 0 0,0 0 0 0 0,0 1 0 0 0,0-1 0 0 0,0 0 0 0 0,0 0 0 0 0,0 0 0 0 0,0 1 0 0 0,1-1 0 0 0,-1 1 0 0 0,0-1 0 0 0,0 1 0 0 0,0-1 0 0 0,3 1 0 0 0,-4 1 0 0 0,1 0 0 0 0,-1 0 0 0 0,1 1 0 0 0,-1-1 0 0 0,1 0 0 0 0,-1 1 0 0 0,0-1 0 0 0,0 1 0 0 0,0-1 0 0 0,0 0 0 0 0,0 1 0 0 0,0-1 0 0 0,0 2 0 0 0,0 19 0 0 0,33 154 0 0 0,-20 11 0 0 0,1 14 0 0 0,-10-179-128 0 0,1-1 1 0 0,0 1-1 0 0,1-2 1 0 0,16 36-1 0 0,-10-33-2494 0 0,23 35-1 0 0,3-4-13536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09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184 216 1841 0 0,'-62'-17'14469'0'0,"0"0"-1506"0"0,20 2-9469 0 0,35 12-3494 0 0,7 3 0 0 0,0 0 0 0 0,0 0 0 0 0,-1-1 0 0 0,1 1 0 0 0,0 0 0 0 0,-1 0 0 0 0,1 0 0 0 0,0-1 0 0 0,0 1 0 0 0,-1 0 0 0 0,1 0 0 0 0,0 0 0 0 0,-1 0 0 0 0,1 0 0 0 0,0 0 0 0 0,-1 0 0 0 0,1-1 0 0 0,0 1 0 0 0,-1 0 0 0 0,1 0 0 0 0,0 0 0 0 0,-1 0 0 0 0,1 0 0 0 0,0 1 0 0 0,-1-1 0 0 0,1 0 0 0 0,0 0 0 0 0,-1 0 0 0 0,1 0 0 0 0,0 0 0 0 0,0 0 0 0 0,-1 1 0 0 0,0-1 0 0 0,5 31 0 0 0,25 135 0 0 0,26 113 0 0 0,-49-258 0 0 0,1 0 0 0 0,1 0 0 0 0,0 0 0 0 0,2-1 0 0 0,0 0 0 0 0,2-1 0 0 0,25 34 0 0 0,-34-49 0 0 0,0 0 0 0 0,0-1 0 0 0,0 1 0 0 0,0-1 0 0 0,1 0 0 0 0,0 0 0 0 0,-1 0 0 0 0,1 0 0 0 0,6 2 0 0 0,-8-4 0 0 0,-1-1 0 0 0,1 1 0 0 0,0-1 0 0 0,0 0 0 0 0,-1 1 0 0 0,1-1 0 0 0,0 0 0 0 0,0 0 0 0 0,0 0 0 0 0,-1-1 0 0 0,1 1 0 0 0,0 0 0 0 0,0-1 0 0 0,-1 1 0 0 0,1-1 0 0 0,0 0 0 0 0,-1 1 0 0 0,1-1 0 0 0,0 0 0 0 0,-1 0 0 0 0,1 0 0 0 0,-1 0 0 0 0,1 0 0 0 0,-1 0 0 0 0,3-3 0 0 0,1-2 0 0 0,1 0 0 0 0,-1-1 0 0 0,0 1 0 0 0,-1-1 0 0 0,1 0 0 0 0,-1 0 0 0 0,-1-1 0 0 0,6-12 0 0 0,14-67 0 0 0,-18 68 0 0 0,7-34 0 0 0,-2 0 0 0 0,6-91 0 0 0,41 215 0 0 0,-56-69 0 0 0,18 23 0 0 0,1 0 0 0 0,1-1 0 0 0,1-1 0 0 0,30 24 0 0 0,-44-41 0 0 0,-1-1 0 0 0,1 0 0 0 0,0 0 0 0 0,0-1 0 0 0,1 0 0 0 0,-1-1 0 0 0,1 0 0 0 0,14 3 0 0 0,-17-5 0 0 0,0 0 0 0 0,0-1 0 0 0,0 0 0 0 0,1 0 0 0 0,-1 0 0 0 0,0-1 0 0 0,0 0 0 0 0,0 0 0 0 0,0 0 0 0 0,0-1 0 0 0,-1 0 0 0 0,1 0 0 0 0,0-1 0 0 0,6-3 0 0 0,4-5 0 0 0,-1 0 0 0 0,0 0 0 0 0,-1-1 0 0 0,-1-1 0 0 0,0-1 0 0 0,-1 0 0 0 0,0 0 0 0 0,-1-1 0 0 0,0 0 0 0 0,8-18 0 0 0,12-27 0 0 0,32-87 0 0 0,-62 145 0 0 0,11-28 0 0 0,-1 0 0 0 0,-1-1 0 0 0,-2 0 0 0 0,-1 0 0 0 0,6-59 0 0 0,-13 85 17 0 0,-1 0 1 0 0,1 1-1 0 0,-1-1 0 0 0,1 1 0 0 0,-1-1 1 0 0,-1 1-1 0 0,-1-7 0 0 0,3 11-23 0 0,-1-1-1 0 0,1 0 0 0 0,0 1 1 0 0,-1-1-1 0 0,1 0 1 0 0,-1 1-1 0 0,1-1 0 0 0,-1 1 1 0 0,1-1-1 0 0,-1 1 1 0 0,1-1-1 0 0,-1 1 1 0 0,1-1-1 0 0,-1 1 0 0 0,0-1 1 0 0,1 1-1 0 0,-1 0 1 0 0,1-1-1 0 0,-1 1 1 0 0,-1-1-1 0 0,1 1-19 0 0,0 1-1 0 0,0-1 1 0 0,0 0 0 0 0,0 0 0 0 0,0 1-1 0 0,0-1 1 0 0,0 0 0 0 0,0 1-1 0 0,0-1 1 0 0,0 1 0 0 0,0-1-1 0 0,1 1 1 0 0,-1-1 0 0 0,0 1 0 0 0,0 0-1 0 0,1-1 1 0 0,-1 1 0 0 0,0 0-1 0 0,1 0 1 0 0,-2 1 0 0 0,-20 34-6519 0 0,-6 15-15683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10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55 137 4722 0 0,'-32'-48'9344'0'0,"10"16"6302"0"0,35 57-15041 0 0,-2 1 0 0 0,0 0 0 0 0,-2 1-1 0 0,10 40 1 0 0,-9-31-574 0 0,15 39-31 0 0,3-1 0 0 0,4-2 0 0 0,61 103 0 0 0,-91-171 0 0 0,1 0 0 0 0,-1 1 0 0 0,1-1 0 0 0,0 0 0 0 0,0-1 0 0 0,1 1 0 0 0,-1 0 0 0 0,1-1 0 0 0,0 0 0 0 0,0 0 0 0 0,0 0 0 0 0,0 0 0 0 0,0-1 0 0 0,6 3 0 0 0,-6-4 0 0 0,-1-1 0 0 0,0 1 0 0 0,1 0 0 0 0,-1-1 0 0 0,0 0 0 0 0,1 0 0 0 0,-1 0 0 0 0,1 0 0 0 0,-1-1 0 0 0,0 1 0 0 0,1-1 0 0 0,-1 0 0 0 0,0 0 0 0 0,1 0 0 0 0,-1 0 0 0 0,0-1 0 0 0,0 1 0 0 0,0-1 0 0 0,0 0 0 0 0,4-4 0 0 0,1 0 0 0 0,-1-1 0 0 0,0 0 0 0 0,-1 0 0 0 0,0 0 0 0 0,0-1 0 0 0,0 0 0 0 0,-1 0 0 0 0,0-1 0 0 0,-1 1 0 0 0,6-16 0 0 0,3-12 0 0 0,10-48 0 0 0,-17 60 0 0 0,-2 10 0 0 0,0 0 0 0 0,-1 0 0 0 0,0 0 0 0 0,1-24 0 0 0,-8 23 0 0 0,6 28 0 0 0,80 160 0 0 0,-68-146 0 0 0,-3-5 0 0 0,1-1 0 0 0,2 0 0 0 0,0-1 0 0 0,21 24 0 0 0,-29-37 0 0 0,1-1 0 0 0,-1 0 0 0 0,1 0 0 0 0,0 0 0 0 0,0-1 0 0 0,1 1 0 0 0,-1-2 0 0 0,1 1 0 0 0,0-1 0 0 0,0-1 0 0 0,1 1 0 0 0,-1-1 0 0 0,1-1 0 0 0,0 0 0 0 0,10 2 0 0 0,-15-4 0 0 0,-1 0 0 0 0,1 0 0 0 0,-1-1 0 0 0,1 1 0 0 0,-1-1 0 0 0,1 1 0 0 0,-1-1 0 0 0,0 0 0 0 0,1 0 0 0 0,-1-1 0 0 0,0 1 0 0 0,0-1 0 0 0,0 0 0 0 0,0 1 0 0 0,0-1 0 0 0,0-1 0 0 0,0 1 0 0 0,-1 0 0 0 0,1-1 0 0 0,-1 1 0 0 0,0-1 0 0 0,1 0 0 0 0,2-5 0 0 0,1-4 0 0 0,0 0 0 0 0,0 0 0 0 0,-1-1 0 0 0,6-23 0 0 0,18-68 0 0 0,22-155 0 0 0,-44 203 0 0 0,-1 18 0 0 0,-1-1 0 0 0,-2-58 0 0 0,-7 70 0 0 0,4 27 0 0 0,0-1 0 0 0,-1 0 0 0 0,1 1 0 0 0,0-1 0 0 0,0 1 0 0 0,0-1 0 0 0,-1 0 0 0 0,1 1 0 0 0,0-1 0 0 0,-1 1 0 0 0,1-1 0 0 0,0 1 0 0 0,-1-1 0 0 0,1 1 0 0 0,-1-1 0 0 0,1 1 0 0 0,0-1 0 0 0,-1 1 0 0 0,0-1 0 0 0,1 1 0 0 0,-1 0 0 0 0,1-1 0 0 0,-1 1 0 0 0,1 0 0 0 0,-1-1 0 0 0,-1 1 0 0 0,1 2-47 0 0,8 5-285 0 0,1-1-246 0 0,15 13-5068 0 0,-15-7-2260 0 0,-2 6-8111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11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108 187 9684 0 0,'-72'-40'19236'0'0,"48"33"-15918"0"0,24 7-3268 0 0,-1 0 0 0 0,1 0-1 0 0,-1 0 1 0 0,1 0 0 0 0,-1 0-1 0 0,1 0 1 0 0,-1 1 0 0 0,1-1-1 0 0,0 0 1 0 0,-1 0 0 0 0,1 0-1 0 0,-1 0 1 0 0,1 1 0 0 0,0-1-1 0 0,-1 0 1 0 0,1 0 0 0 0,0 1-1 0 0,-1-1 1 0 0,1 0 0 0 0,0 1-1 0 0,-1-1 1 0 0,1 0 0 0 0,0 1-1 0 0,-1-1 1 0 0,1 0 0 0 0,0 1-1 0 0,-1 3-92 0 0,1-1-1 0 0,0 0 0 0 0,0 1 0 0 0,0-1 1 0 0,0 1-1 0 0,0-1 0 0 0,1 0 0 0 0,-1 0 1 0 0,2 4-1 0 0,3 19-331 0 0,11 199 375 0 0,-6-73 0 0 0,12 194 0 0 0,-20-250 0 0 0,-17 144 0 0 0,9-312 0 0 0,14-212 0 0 0,1 58 0 0 0,-10 130 0 0 0,7-163 0 0 0,-4 234 0 0 0,2 0 0 0 0,0 1 0 0 0,2-1 0 0 0,1 1 0 0 0,1 1 0 0 0,0-1 0 0 0,2 1 0 0 0,14-23 0 0 0,-19 38 0 0 0,-1 1 0 0 0,1 0 0 0 0,1 1 0 0 0,-1-1 0 0 0,1 1 0 0 0,0 0 0 0 0,1 1 0 0 0,-1-1 0 0 0,1 1 0 0 0,0 1 0 0 0,11-6 0 0 0,-12 7 0 0 0,0 0 0 0 0,1 1 0 0 0,-1 0 0 0 0,1 1 0 0 0,-1 0 0 0 0,1 0 0 0 0,0 0 0 0 0,-1 0 0 0 0,1 1 0 0 0,0 0 0 0 0,0 1 0 0 0,-1 0 0 0 0,1 0 0 0 0,8 2 0 0 0,-5 1 0 0 0,0 0 0 0 0,0 0 0 0 0,-1 1 0 0 0,1 0 0 0 0,-1 0 0 0 0,-1 1 0 0 0,1 0 0 0 0,-1 1 0 0 0,0 0 0 0 0,0 0 0 0 0,-1 1 0 0 0,0 0 0 0 0,-1 0 0 0 0,1 1 0 0 0,-2 0 0 0 0,1 0 0 0 0,-1 0 0 0 0,7 19 0 0 0,-4-9 0 0 0,-2 0 0 0 0,0 0 0 0 0,-1 1 0 0 0,-1 0 0 0 0,-1 0 0 0 0,0 0 0 0 0,-2 1 0 0 0,0-1 0 0 0,-3 21 0 0 0,0-19 0 0 0,-2 0 0 0 0,0 0 0 0 0,-2-1 0 0 0,0 1 0 0 0,-1-1 0 0 0,-20 37 0 0 0,20-43 0 0 0,-2 0 0 0 0,0-1 0 0 0,-1-1 0 0 0,0 0 0 0 0,-1 0 0 0 0,0-1 0 0 0,-1 0 0 0 0,-1-1 0 0 0,0 0 0 0 0,-14 8 0 0 0,0-3 0 0 0,-1-1 0 0 0,-40 16 0 0 0,54-26 0 0 0,0 0 0 0 0,0-1 0 0 0,0-1 0 0 0,0 0 0 0 0,-1 0 0 0 0,1-2 0 0 0,-22 0 0 0 0,32-1 0 0 0,1 0 0 0 0,-1-1 0 0 0,1 0 0 0 0,0 1 0 0 0,-1-1 0 0 0,1-1 0 0 0,0 1 0 0 0,0 0 0 0 0,0-1 0 0 0,0 0 0 0 0,-6-3 0 0 0,9 4 0 0 0,-1 1 0 0 0,0-1 0 0 0,1 0 0 0 0,-1 1 0 0 0,1-1 0 0 0,-1 0 0 0 0,1 1 0 0 0,0-1 0 0 0,-1 0 0 0 0,1 1 0 0 0,-1-1 0 0 0,1 0 0 0 0,0 0 0 0 0,0 0 0 0 0,0 1 0 0 0,-1-1 0 0 0,1 0 0 0 0,0 0 0 0 0,0 0 0 0 0,0 1 0 0 0,0-3 0 0 0,1 2 0 0 0,0-1 0 0 0,-1 0 0 0 0,1 1 0 0 0,0-1 0 0 0,0 1 0 0 0,0-1 0 0 0,0 1 0 0 0,0 0 0 0 0,0-1 0 0 0,0 1 0 0 0,0 0 0 0 0,1 0 0 0 0,-1 0 0 0 0,0-1 0 0 0,2 1 0 0 0,5-5-697 0 0,1 1 0 0 0,-1 1 1 0 0,1-1-1 0 0,0 2 0 0 0,14-5 0 0 0,80-13-19917 0 0,-102 21 20326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14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1 232 6163 0 0,'10'-41'4303'0'0,"2"-6"5804"0"0,32-85 1 0 0,-37 120-8436 0 0,-3 13-897 0 0,-3 25-809 0 0,0 0-293 0 0,70 401 327 0 0,-20-141 0 0 0,193 1207 0 0 0,-113-857 0 0 0,-109-529 0 0 0,-23-102-156 0 0,-6-12-785 0 0,-13-23-6126 0 0,-33-56-8652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15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69 964 4642 0 0,'-3'-30'5423'0'0,"-2"1"1"0"0,-2-1-1 0 0,0 1 1 0 0,-15-35-1 0 0,13 36-4415 0 0,5 18-1008 0 0,1 0 0 0 0,1 0 0 0 0,0 0 0 0 0,0-1 0 0 0,1 1 0 0 0,0 0 0 0 0,1-1 0 0 0,0 1 0 0 0,2-13 0 0 0,0 15 0 0 0,0 0 0 0 0,0 0 0 0 0,0 0 0 0 0,2 0 0 0 0,-1 1 0 0 0,1-1 0 0 0,0 1 0 0 0,0 0 0 0 0,0 0 0 0 0,1 0 0 0 0,1 1 0 0 0,7-9 0 0 0,12-8 0 0 0,0 2 0 0 0,1 1 0 0 0,1 1 0 0 0,1 1 0 0 0,1 1 0 0 0,0 2 0 0 0,1 1 0 0 0,62-20 0 0 0,22 2 0 0 0,140-21 0 0 0,-198 43 0 0 0,200-34 0 0 0,83-2 0 0 0,448-27 0 0 0,339 40 0 0 0,706-12 0 0 0,-1371 27 0 0 0,1382 36 0 0 0,-202 9 0 0 0,-1244-30 0 0 0,-307 8 0 0 0,1 4 0 0 0,117 26 0 0 0,-186-30 0 0 0,0 1 0 0 0,0 1 0 0 0,0 1 0 0 0,0 0 0 0 0,-2 2 0 0 0,1 1 0 0 0,-1 0 0 0 0,-1 1 0 0 0,0 2 0 0 0,0 0 0 0 0,-2 0 0 0 0,1 2 0 0 0,28 34 0 0 0,-11-2 0 0 0,-2 1 0 0 0,36 73 0 0 0,42 116 0 0 0,-34-46 0 0 0,-9 4 0 0 0,60 286 0 0 0,-25 57 0 0 0,-45-176 0 0 0,-17-103 0 0 0,14 59 0 0 0,56 461 0 0 0,-110-767 0 0 0,2 22 0 0 0,-2 0 0 0 0,-1 1 0 0 0,-2-1 0 0 0,-6 38 0 0 0,6-64 0 0 0,1-1 0 0 0,-1 0 0 0 0,-1 0 0 0 0,0 0 0 0 0,0 0 0 0 0,0 0 0 0 0,-1 0 0 0 0,0-1 0 0 0,0 0 0 0 0,-1 0 0 0 0,0 0 0 0 0,-1 0 0 0 0,1-1 0 0 0,-1 0 0 0 0,0 0 0 0 0,-1 0 0 0 0,1-1 0 0 0,-1 0 0 0 0,0 0 0 0 0,-1-1 0 0 0,1 0 0 0 0,-16 6 0 0 0,-1-2 0 0 0,-1-2 0 0 0,0-1 0 0 0,0 0 0 0 0,-41 0 0 0 0,-107-7 0 0 0,145 1 0 0 0,-489-30 0 0 0,-309-7 0 0 0,-712 94 0 0 0,1 69 0 0 0,332 7 0 0 0,6 29 0 0 0,690-92 0 0 0,-895 138 0 0 0,1311-189 0 0 0,38-5 0 0 0,-1-3 0 0 0,-1-3 0 0 0,-84 1 0 0 0,133-9 0 0 0,0 0 0 0 0,0 0 0 0 0,1-1 0 0 0,-1 0 0 0 0,1 0 0 0 0,0-1 0 0 0,-1 0 0 0 0,1-1 0 0 0,0 1 0 0 0,1-1 0 0 0,-1 0 0 0 0,1-1 0 0 0,0 0 0 0 0,0 0 0 0 0,-8-8 0 0 0,-5-9 0 0 0,1 0 0 0 0,-29-47 0 0 0,42 62 0 0 0,-75-117 0 0 0,-100-118 0 0 0,-141-100 0 0 0,318 339 0 0 0,-20-16 0 0 0,23 19 0 0 0,0-1 0 0 0,-1 1 0 0 0,1 0 0 0 0,-1-1 0 0 0,1 1 0 0 0,-1-1 0 0 0,1 1 0 0 0,-1 0 0 0 0,1-1 0 0 0,-1 1 0 0 0,1 0 0 0 0,-1-1 0 0 0,0 1 0 0 0,1 0 0 0 0,-1 0 0 0 0,1 0 0 0 0,-1 0 0 0 0,0 0 0 0 0,1-1 0 0 0,-1 1 0 0 0,0 0 0 0 0,1 0 0 0 0,-1 1 0 0 0,1-1 0 0 0,-1 0 0 0 0,-1 0 0 0 0,2 1-59 0 0,0 0-1 0 0,0-1 1 0 0,0 1-1 0 0,1 0 1 0 0,-1 0 0 0 0,0-1-1 0 0,0 1 1 0 0,1 0-1 0 0,-1 0 1 0 0,0-1 0 0 0,1 1-1 0 0,-1-1 1 0 0,0 1 0 0 0,1 0-1 0 0,-1-1 1 0 0,1 1-1 0 0,-1-1 1 0 0,1 1 0 0 0,0-1-1 0 0,-1 1 1 0 0,1-1-1 0 0,0 1 1 0 0,40 32-9327 0 0,18-3-11589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16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1 345 8724 0 0,'67'-46'7133'0'0,"178"-114"6451"0"0,-71 71-10258 0 0,-151 79-3326 0 0,-1 2 0 0 0,2 0 0 0 0,-1 2 0 0 0,1 0 0 0 0,0 2 0 0 0,0 1 0 0 0,26-1 0 0 0,-39 4 0 0 0,1 0 0 0 0,0 1 0 0 0,-1 0 0 0 0,1 1 0 0 0,-1 0 0 0 0,1 1 0 0 0,-1 0 0 0 0,0 1 0 0 0,0 0 0 0 0,0 1 0 0 0,-1 0 0 0 0,1 1 0 0 0,-1 0 0 0 0,-1 0 0 0 0,1 1 0 0 0,11 11 0 0 0,-17-14 0 0 0,-1 0 0 0 0,1 0 0 0 0,-1 0 0 0 0,1 0 0 0 0,-1 1 0 0 0,0 0 0 0 0,-1-1 0 0 0,1 1 0 0 0,-1 0 0 0 0,0 0 0 0 0,-1 0 0 0 0,1 0 0 0 0,-1 1 0 0 0,0-1 0 0 0,0 0 0 0 0,0 1 0 0 0,-1-1 0 0 0,0 1 0 0 0,0-1 0 0 0,0 0 0 0 0,-1 1 0 0 0,0-1 0 0 0,0 1 0 0 0,0-1 0 0 0,0 0 0 0 0,-1 0 0 0 0,0 0 0 0 0,0 0 0 0 0,-1 0 0 0 0,1 0 0 0 0,-6 6 0 0 0,-2 4 0 0 0,-2-1 0 0 0,0 0 0 0 0,0-1 0 0 0,-1 0 0 0 0,-1-1 0 0 0,-16 11 0 0 0,-4 1 0 0 0,-59 30 0 0 0,41-30 0 0 0,-105 34 0 0 0,151-56 0 0 0,0 1 0 0 0,0-1 0 0 0,0 0 0 0 0,0 0 0 0 0,0-1 0 0 0,0 0 0 0 0,0 0 0 0 0,-1 0 0 0 0,1-1 0 0 0,0 0 0 0 0,-1 0 0 0 0,-11-2 0 0 0,18 1 0 0 0,-1 1 0 0 0,1 0 0 0 0,0 0 0 0 0,0 0 0 0 0,-1 0 0 0 0,1-1 0 0 0,0 1 0 0 0,0 0 0 0 0,0 0 0 0 0,0 0 0 0 0,0-1 0 0 0,-1 1 0 0 0,1 0 0 0 0,0 0 0 0 0,0-1 0 0 0,0 1 0 0 0,0 0 0 0 0,0 0 0 0 0,0-1 0 0 0,0 1 0 0 0,0 0 0 0 0,0-1 0 0 0,0 1 0 0 0,0 0 0 0 0,0 0 0 0 0,0-1 0 0 0,0 1 0 0 0,0 0 0 0 0,0 0 0 0 0,0-1 0 0 0,0 1 0 0 0,0 0 0 0 0,1 0 0 0 0,-1-1 0 0 0,0 1 0 0 0,0 0 0 0 0,0 0 0 0 0,0-1 0 0 0,0 1 0 0 0,1 0 0 0 0,-1 0 0 0 0,0 0 0 0 0,0 0 0 0 0,0-1 0 0 0,1 1 0 0 0,-1 0 0 0 0,0 0 0 0 0,0 0 0 0 0,1 0 0 0 0,-1 0 0 0 0,0 0 0 0 0,0-1 0 0 0,1 1 0 0 0,-1 0 0 0 0,18-11 0 0 0,-7 5 0 0 0,1 1 0 0 0,0 1 0 0 0,0 0 0 0 0,0 1 0 0 0,19-3 0 0 0,-4 0 0 0 0,38-7 0 0 0,1 3 0 0 0,103-4 0 0 0,-142 13 0 0 0,1 2 0 0 0,-1 1 0 0 0,0 1 0 0 0,0 2 0 0 0,0 0 0 0 0,0 2 0 0 0,-1 1 0 0 0,0 1 0 0 0,29 15 0 0 0,-44-19 0 0 0,-1 2 0 0 0,1 0 0 0 0,-1 0 0 0 0,-1 0 0 0 0,1 2 0 0 0,-1-1 0 0 0,-1 1 0 0 0,0 0 0 0 0,0 1 0 0 0,0 0 0 0 0,-1 0 0 0 0,-1 0 0 0 0,0 1 0 0 0,0 0 0 0 0,-1 1 0 0 0,4 14 0 0 0,-4-8 0 0 0,-1 1 0 0 0,0-1 0 0 0,-2 1 0 0 0,0-1 0 0 0,-1 1 0 0 0,-1 0 0 0 0,-1-1 0 0 0,0 1 0 0 0,-2-1 0 0 0,-5 23 0 0 0,-1-7 0 0 0,-2-1 0 0 0,-1 1 0 0 0,-2-2 0 0 0,-1 0 0 0 0,-1-1 0 0 0,-2-1 0 0 0,-1 0 0 0 0,-34 40 0 0 0,19-30 0 0 0,-3-2 0 0 0,-1-1 0 0 0,-2-2 0 0 0,-1-1 0 0 0,-47 28 0 0 0,72-51 0 0 0,-2 0 0 0 0,1-1 0 0 0,-1-1 0 0 0,0-1 0 0 0,-1 0 0 0 0,0-1 0 0 0,-1-1 0 0 0,-33 5 0 0 0,47-10 0 0 0,0-1 0 0 0,0 0 0 0 0,-1-1 0 0 0,1 1 0 0 0,1-1 0 0 0,-1-1 0 0 0,0 1 0 0 0,0-1 0 0 0,0 0 0 0 0,1 0 0 0 0,-1-1 0 0 0,1 1 0 0 0,0-1 0 0 0,-1 0 0 0 0,1-1 0 0 0,1 1 0 0 0,-1-1 0 0 0,0 0 0 0 0,1-1 0 0 0,0 1 0 0 0,-4-6 0 0 0,1 1 0 0 0,0-1 0 0 0,1 1 0 0 0,1-1 0 0 0,0 0 0 0 0,0-1 0 0 0,1 1 0 0 0,0-1 0 0 0,1 0 0 0 0,-4-22 0 0 0,6 22 85 0 0,1 0-1 0 0,-1-1 1 0 0,2 1 0 0 0,-1 0 0 0 0,2 0-1 0 0,-1 0 1 0 0,2 0 0 0 0,-1 0-1 0 0,2 0 1 0 0,4-12 0 0 0,2 1-1250 0 0,1 1 0 0 0,1 0 1 0 0,26-35-1 0 0,71-75-17470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16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1 254 9444 0 0,'23'20'11529'0'0,"7"8"-3088"0"0,-28-26-8202 0 0,-1 0 1 0 0,1 0-1 0 0,-1 0 1 0 0,1 0-1 0 0,-1 0 1 0 0,0 1-1 0 0,0-1 1 0 0,0 0-1 0 0,0 1 1 0 0,0-1-1 0 0,-1 1 1 0 0,1-1-1 0 0,0 4 1 0 0,2 163-240 0 0,8 99 0 0 0,58 106 0 0 0,-20-133 0 0 0,-69-397 0 0 0,8 0 0 0 0,6-1 0 0 0,7 0 0 0 0,24-180 0 0 0,6 143 0 0 0,-26 172 0 0 0,1-1 0 0 0,2 1 0 0 0,0 1 0 0 0,1 0 0 0 0,1 0 0 0 0,18-28 0 0 0,-25 45 0 0 0,-1 0 0 0 0,1 1 0 0 0,0-1 0 0 0,0 1 0 0 0,0-1 0 0 0,0 1 0 0 0,0 0 0 0 0,1 0 0 0 0,0 1 0 0 0,-1-1 0 0 0,1 1 0 0 0,0 0 0 0 0,0 0 0 0 0,0 0 0 0 0,1 0 0 0 0,-1 1 0 0 0,0-1 0 0 0,1 1 0 0 0,-1 0 0 0 0,1 1 0 0 0,-1-1 0 0 0,7 1 0 0 0,-3 1 0 0 0,0 0 0 0 0,0 1 0 0 0,-1 0 0 0 0,1 0 0 0 0,-1 1 0 0 0,0 0 0 0 0,0 1 0 0 0,0-1 0 0 0,0 1 0 0 0,0 1 0 0 0,9 7 0 0 0,-5-3 0 0 0,0 0 0 0 0,-1 1 0 0 0,0 0 0 0 0,0 1 0 0 0,-1 0 0 0 0,-1 0 0 0 0,0 1 0 0 0,0 0 0 0 0,-1 1 0 0 0,-1-1 0 0 0,7 20 0 0 0,-7-15 0 0 0,-2 1 0 0 0,0-1 0 0 0,-1 1 0 0 0,0 0 0 0 0,-2 0 0 0 0,0 0 0 0 0,-1 0 0 0 0,-3 22 0 0 0,-2-9 0 0 0,-1 0 0 0 0,-1 0 0 0 0,-2 0 0 0 0,-1-1 0 0 0,-2-1 0 0 0,-1 0 0 0 0,0-1 0 0 0,-3 0 0 0 0,0-1 0 0 0,-22 27 0 0 0,25-37 0 0 0,-1-1 0 0 0,0-1 0 0 0,-1 0 0 0 0,-1-1 0 0 0,0-1 0 0 0,-1 0 0 0 0,0-1 0 0 0,-33 17 0 0 0,27-19 0 0 0,0-1 0 0 0,-1-1 0 0 0,0-1 0 0 0,0-1 0 0 0,-1-1 0 0 0,-46 4 0 0 0,54-10-520 0 0,35-7-7190 0 0,32-1-12825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17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459 17 6803 0 0,'2'1'24011'0'0,"-4"-7"-22058"0"0,5 0-1953 0 0,11 3 0 0 0,5 1 0 0 0,0 1 0 0 0,1 1 0 0 0,-1 1 0 0 0,0 0 0 0 0,38 9 0 0 0,100 34 0 0 0,-31-7 0 0 0,66 4 0 0 0,-191-41 0 0 0,0 0 0 0 0,0 0 0 0 0,-1 0 0 0 0,1 0 0 0 0,0 0 0 0 0,0 0 0 0 0,0 0 0 0 0,0 1 0 0 0,0-1 0 0 0,-1 0 0 0 0,1 1 0 0 0,0-1 0 0 0,0 1 0 0 0,-1-1 0 0 0,1 1 0 0 0,0-1 0 0 0,-1 1 0 0 0,1-1 0 0 0,0 1 0 0 0,-1 0 0 0 0,1-1 0 0 0,-1 1 0 0 0,1 0 0 0 0,-1-1 0 0 0,1 1 0 0 0,-1 0 0 0 0,0 0 0 0 0,1 0 0 0 0,-1-1 0 0 0,0 1 0 0 0,1 0 0 0 0,-1 0 0 0 0,0 0 0 0 0,0 0 0 0 0,0 0 0 0 0,0-1 0 0 0,0 1 0 0 0,0 1 0 0 0,-2 2 0 0 0,1 0 0 0 0,-1-1 0 0 0,0 1 0 0 0,0-1 0 0 0,0 0 0 0 0,0 1 0 0 0,-5 3 0 0 0,-12 15 0 0 0,-2 0 0 0 0,-1-2 0 0 0,0 0 0 0 0,-2-2 0 0 0,0 0 0 0 0,-39 21 0 0 0,-167 71 0 0 0,203-98 0 0 0,-32 11 0 0 0,42-18 0 0 0,-1 2 0 0 0,1 0 0 0 0,-29 18 0 0 0,118-18 0 0 0,78 10 0 0 0,98 15 0 0 0,-214-26 0 0 0,0 3 0 0 0,-1 0 0 0 0,-1 3 0 0 0,0 0 0 0 0,39 22 0 0 0,-57-26 0 0 0,0 1 0 0 0,0 0 0 0 0,0 1 0 0 0,22 23 0 0 0,-30-27 0 0 0,0 1 0 0 0,-1 0 0 0 0,0 0 0 0 0,0 0 0 0 0,-1 1 0 0 0,0-1 0 0 0,0 1 0 0 0,0 0 0 0 0,-1 0 0 0 0,-1 1 0 0 0,3 10 0 0 0,-3-9 0 0 0,-1-1 0 0 0,0 1 0 0 0,0 0 0 0 0,-1 0 0 0 0,0-1 0 0 0,-1 1 0 0 0,0 0 0 0 0,-1-1 0 0 0,0 1 0 0 0,0-1 0 0 0,-1 1 0 0 0,-1-1 0 0 0,1 0 0 0 0,-1 0 0 0 0,-1 0 0 0 0,1-1 0 0 0,-2 0 0 0 0,1 0 0 0 0,-1 0 0 0 0,0 0 0 0 0,-1-1 0 0 0,0 0 0 0 0,-11 9 0 0 0,-4-2 0 0 0,1-1 0 0 0,-2-1 0 0 0,0-1 0 0 0,0 0 0 0 0,-1-2 0 0 0,0-1 0 0 0,-1-1 0 0 0,0-2 0 0 0,-46 6 0 0 0,2-6 0 0 0,1-2 0 0 0,-95-10 0 0 0,89 0-1183 0 0,-80-19-1 0 0,-66-27-6154 0 0,120 27 2223 0 0,-37-6-10591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42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51 414 25772 0 0,'-51'-83'6995'0'0,"155"-12"-6995"0"0,32 28 0 0 0,-11 11 0 0 0,6 13 0 0 0,-11 5 0 0 0,-11 15 0 0 0,11 19 0 0 0,-2 4-5074 0 0,-44-5-13575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42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 18328 0 0,'8'-5'14439'0'0,"-11"-15"-14439"0"0,14 22 0 0 0,26 7 0 0 0,33 0 0 0 0,20-11 0 0 0,17-12 0 0 0,24-26 0 0 0,-33 33-21962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50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526 488 80 0 0,'-29'9'80'0'0,"5"-9"-80"0"0,2 0 80 0 0,-2-9-80 0 0,-13-16-80 0 0,-102-116 0 0 0,22 8 80 0 0,42 41 0 0 0,17-5 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50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220 667 80 0 0,'-4'-54'214'0'0,"2"0"0"0"0,9-77 0 0 0,-1 19 2966 0 0,-6 84 1252 0 0,-5-46 0 0 0,0 42 2796 0 0,-10-39 1 0 0,-7 10-2224 0 0,20 57-4949 0 0,0 0 0 0 0,-1 0 1 0 0,1 0-1 0 0,0 1 0 0 0,-1 0 0 0 0,0-1 0 0 0,0 1 0 0 0,0 0 0 0 0,0 0 0 0 0,-1 0 1 0 0,-4-3-1 0 0,6 5-60 0 0,1 1 0 0 0,-1-1 1 0 0,1 0-1 0 0,-1 1 0 0 0,1-1 0 0 0,-1 1 1 0 0,1-1-1 0 0,-1 1 0 0 0,1 0 0 0 0,-1-1 1 0 0,1 1-1 0 0,-1 0 0 0 0,0 0 0 0 0,1 0 1 0 0,-1 1-1 0 0,1-1 0 0 0,-1 0 0 0 0,0 0 1 0 0,1 1-1 0 0,-1-1 0 0 0,1 1 0 0 0,-1 0 1 0 0,1-1-1 0 0,-1 1 0 0 0,1 0 0 0 0,0 0 1 0 0,-1 0-1 0 0,1 0 0 0 0,0 0 0 0 0,0 0 1 0 0,0 0-1 0 0,0 0 0 0 0,0 0 1 0 0,0 1-1 0 0,-1 1 0 0 0,-5 8 4 0 0,1 0 0 0 0,0 1 0 0 0,1 0 0 0 0,0 0 0 0 0,1 0 0 0 0,0 0 0 0 0,1 1 0 0 0,-2 16 0 0 0,2-15 0 0 0,-13 72 0 0 0,4 1 0 0 0,3 0 0 0 0,5 119 0 0 0,4-179 0 0 0,2 0 0 0 0,1-1 0 0 0,1 1 0 0 0,2-1 0 0 0,10 34 0 0 0,-12-51 0 0 0,-1-1 0 0 0,1 1 0 0 0,1-1 0 0 0,-1 0 0 0 0,2 0 0 0 0,-1 0 0 0 0,1-1 0 0 0,7 8 0 0 0,-8-11 0 0 0,-1 0 0 0 0,1 0 0 0 0,0-1 0 0 0,0 1 0 0 0,1-1 0 0 0,-1 0 0 0 0,0-1 0 0 0,1 0 0 0 0,0 1 0 0 0,0-2 0 0 0,0 1 0 0 0,-1-1 0 0 0,12 2 0 0 0,-7-3 0 0 0,1 0 0 0 0,0 0 0 0 0,0-1 0 0 0,-1-1 0 0 0,1 0 0 0 0,-1 0 0 0 0,1-1 0 0 0,-1 0 0 0 0,16-8 0 0 0,5-4 0 0 0,44-29 0 0 0,-61 35 0 0 0,18-11 0 0 0,-2-2 0 0 0,-1 0 0 0 0,-1-2 0 0 0,0-2 0 0 0,-2 0 0 0 0,-1-1 0 0 0,-2-2 0 0 0,0-1 0 0 0,-2 0 0 0 0,-1-1 0 0 0,-2-2 0 0 0,-1 0 0 0 0,-1 0 0 0 0,-2-2 0 0 0,-2 0 0 0 0,14-63 0 0 0,-22 83 0 0 0,-2 0 0 0 0,0 0 0 0 0,-1 0 0 0 0,-1-1 0 0 0,0 1 0 0 0,-1 0 0 0 0,0-1 0 0 0,-1 1 0 0 0,-1 0 0 0 0,-1 0 0 0 0,-7-21 0 0 0,7 32 0 0 0,1 10 0 0 0,0 13 0 0 0,4 136 0 0 0,0-135 0 0 0,59 719 0 0 0,-39-600 0 0 0,5-2 0 0 0,7 0 0 0 0,65 174 0 0 0,-83-273 282 0 0,22 40 1 0 0,-31-67-636 0 0,1 0 0 0 0,0-1 0 0 0,0 0 0 0 0,1 0 0 0 0,1-1-1 0 0,-1 1 1 0 0,13 8 0 0 0,-17-15-524 0 0,-1 0 0 0 0,1-1 1 0 0,0 1-1 0 0,0-1 0 0 0,0 0 0 0 0,0 0 0 0 0,0-1 0 0 0,0 1 0 0 0,1-1 0 0 0,-1 0 0 0 0,0 0 0 0 0,9 0 0 0 0,-6-1-1130 0 0,0-1-1 0 0,0 0 0 0 0,0 0 0 0 0,0-1 0 0 0,-1 0 0 0 0,10-4 1 0 0,-16 6 1996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51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835 390 1761 0 0,'0'0'1985'0'0,"-4"-9"-61"0"0,-1 0 0 0 0,0 1 1 0 0,0-1-1 0 0,-1 1 0 0 0,-8-9 1 0 0,10 14-1014 0 0,1 0-1 0 0,0 0 1 0 0,-1 1 0 0 0,0-1 0 0 0,0 1 0 0 0,1 0 0 0 0,-1 1 0 0 0,0-1 0 0 0,-1 0 0 0 0,1 1 0 0 0,0 0 0 0 0,0 0 0 0 0,-1 0 0 0 0,1 1 0 0 0,-9-1 0 0 0,-11 2-581 0 0,1 1-1 0 0,-1 1 1 0 0,1 1-1 0 0,-1 0 1 0 0,1 2-1 0 0,1 1 1 0 0,-1 1-1 0 0,1 1 1 0 0,1 0-1 0 0,-31 19 1 0 0,30-14-402 0 0,1 0-1 0 0,0 1 1 0 0,0 1-1 0 0,2 1 1 0 0,0 1-1 0 0,1 0 0 0 0,1 1 1 0 0,1 2-1 0 0,-22 33 1 0 0,32-44 72 0 0,0 0 0 0 0,1 1 0 0 0,0 0 0 0 0,1 0 0 0 0,0 1 0 0 0,1-1 0 0 0,0 1 0 0 0,1 0 0 0 0,-2 17 0 0 0,4-24 0 0 0,1 0 0 0 0,-1 0 0 0 0,1 0 0 0 0,-1 0 0 0 0,2 0 0 0 0,-1 0 0 0 0,0 0 0 0 0,1 0 0 0 0,0 0 0 0 0,0-1 0 0 0,1 1 0 0 0,-1-1 0 0 0,1 1 0 0 0,0-1 0 0 0,0 0 0 0 0,0 0 0 0 0,0 0 0 0 0,1-1 0 0 0,0 1 0 0 0,0-1 0 0 0,0 0 0 0 0,0 0 0 0 0,0 0 0 0 0,9 3 0 0 0,9 5 0 0 0,1-1 0 0 0,1-1 0 0 0,0-1 0 0 0,38 8 0 0 0,102 6 0 0 0,-112-16 0 0 0,237 40 0 0 0,-226-32 0 0 0,-1 3 0 0 0,98 41 0 0 0,-128-44 0 0 0,-2 2 0 0 0,1 1 0 0 0,-2 1 0 0 0,-1 1 0 0 0,0 2 0 0 0,33 31 0 0 0,-43-33 0 0 0,-2-1 0 0 0,0 2 0 0 0,0 0 0 0 0,-2 1 0 0 0,-1 1 0 0 0,-1 0 0 0 0,0 0 0 0 0,-2 1 0 0 0,13 40 0 0 0,-17-37 0 0 0,0 1 0 0 0,-2-1 0 0 0,0 1 0 0 0,-2 0 0 0 0,-1 0 0 0 0,-1 0 0 0 0,-2 1 0 0 0,0-2 0 0 0,-2 1 0 0 0,-1 0 0 0 0,-1-1 0 0 0,-1 0 0 0 0,-2 0 0 0 0,0 0 0 0 0,-2-2 0 0 0,-1 1 0 0 0,0-1 0 0 0,-2-1 0 0 0,-1 0 0 0 0,-26 31 0 0 0,32-45 0 0 0,-1 0 0 0 0,1 0 0 0 0,-2-1 0 0 0,1 0 0 0 0,-1-1 0 0 0,0 0 0 0 0,-1-1 0 0 0,0 0 0 0 0,1-1 0 0 0,-2 0 0 0 0,1-1 0 0 0,-1 0 0 0 0,1-1 0 0 0,-22 2 0 0 0,25-4 0 0 0,0-1 0 0 0,0 0 0 0 0,1 0 0 0 0,-1-1 0 0 0,0 0 0 0 0,1 0 0 0 0,-1-1 0 0 0,1 0 0 0 0,-1-1 0 0 0,1 0 0 0 0,0 0 0 0 0,0-1 0 0 0,0 0 0 0 0,0-1 0 0 0,1 1 0 0 0,0-1 0 0 0,0-1 0 0 0,0 1 0 0 0,1-1 0 0 0,-1 0 0 0 0,1-1 0 0 0,-9-13 0 0 0,3 2 0 0 0,2 0 0 0 0,0-1 0 0 0,1 1 0 0 0,1-2 0 0 0,-6-22 0 0 0,2-3 0 0 0,-8-62 0 0 0,13 43 0 0 0,3 0 0 0 0,4-1 0 0 0,1 1 0 0 0,4 0 0 0 0,15-74 0 0 0,90-314 0 0 0,162-291 0 0 0,-252 684 0 0 0,-19 58 0 0 0,-1 0 0 0 0,0 1 0 0 0,1-1 0 0 0,-1 0 0 0 0,0 0 0 0 0,0 0 0 0 0,0 0 0 0 0,1 0 0 0 0,-1 0 0 0 0,0 0 0 0 0,-1 0 0 0 0,1 0 0 0 0,0 0 0 0 0,0 0 0 0 0,0 0 0 0 0,0 0 0 0 0,-1 1 0 0 0,1-1 0 0 0,0 0 0 0 0,-1 0 0 0 0,1 0 0 0 0,-1 0 0 0 0,1 0 0 0 0,-1 1 0 0 0,1-1 0 0 0,-1 0 0 0 0,0 1 0 0 0,1-1 0 0 0,-1 0 0 0 0,0 1 0 0 0,-1-2 0 0 0,-1 2 0 0 0,0-1 0 0 0,0 1 0 0 0,0-1 0 0 0,0 1 0 0 0,0 0 0 0 0,0 0 0 0 0,0 0 0 0 0,0 1 0 0 0,0-1 0 0 0,-4 2 0 0 0,-37 8 0 0 0,0 3 0 0 0,1 2 0 0 0,0 1 0 0 0,-43 24 0 0 0,74-34 0 0 0,-112 56-45 0 0,3 6 1 0 0,4 5-1 0 0,-152 123 0 0 0,40-7-4218 0 0,-2 1-13657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22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17 121 15767 0 0,'1'-1'105'0'0,"6"-12"1829"0"0,1-1 0 0 0,0 2 0 0 0,1-1 1 0 0,0 1-1 0 0,14-14 0 0 0,-19 23-1709 0 0,-1 0 0 0 0,1 0 0 0 0,0 0 0 0 0,0 1 0 0 0,0-1 1 0 0,0 1-1 0 0,0 0 0 0 0,1 1 0 0 0,-1-1 0 0 0,1 1 0 0 0,-1 0 0 0 0,1 0 1 0 0,-1 0-1 0 0,1 0 0 0 0,0 1 0 0 0,-1 0 0 0 0,1 0 0 0 0,0 0 0 0 0,-1 0 1 0 0,1 1-1 0 0,0 0 0 0 0,6 2 0 0 0,118 43-108 0 0,-111-38-122 0 0,-7-4 5 0 0,0 1 0 0 0,-1 0 0 0 0,1 0 0 0 0,10 9 0 0 0,-17-11 0 0 0,-1 0 0 0 0,0-1 0 0 0,0 1 0 0 0,0 1 0 0 0,0-1 0 0 0,0 0 0 0 0,-1 1 0 0 0,0-1 0 0 0,1 1 0 0 0,-1 0 0 0 0,-1 0 0 0 0,1 0 0 0 0,0 0 0 0 0,-1 0 0 0 0,2 7 0 0 0,-2 8 0 0 0,0 0 0 0 0,0 0 0 0 0,-2 0 0 0 0,-1 0 0 0 0,0 0 0 0 0,-1 0 0 0 0,-1-1 0 0 0,-1 1 0 0 0,0-1 0 0 0,-2 0 0 0 0,-10 22 0 0 0,-9 12 0 0 0,-2-1 0 0 0,-45 62 0 0 0,45-73 0 0 0,-191 260 0 0 0,197-271 0 0 0,39-49 0 0 0,-2 3 0 0 0,1 0 0 0 0,1 1 0 0 0,0 0 0 0 0,1 2 0 0 0,0 0 0 0 0,2 1 0 0 0,-1 1 0 0 0,1 1 0 0 0,1 0 0 0 0,0 2 0 0 0,1 0 0 0 0,-1 2 0 0 0,1 0 0 0 0,1 2 0 0 0,-1 0 0 0 0,1 1 0 0 0,0 2 0 0 0,0 0 0 0 0,0 1 0 0 0,46 5 0 0 0,50 15 0 0 0,123 36 0 0 0,-231-52-789 0 0,0-1-1 0 0,-1 0 1 0 0,17 1 0 0 0,-24-3 33 0 0,0 0 1 0 0,0 0 0 0 0,1-1-1 0 0,-1 1 1 0 0,0-1 0 0 0,0 0 0 0 0,0 0-1 0 0,0 0 1 0 0,0 0 0 0 0,0-1-1 0 0,0 1 1 0 0,0-1 0 0 0,0 1 0 0 0,3-4-1 0 0,14-14-17444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22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58 142 13126 0 0,'-2'3'867'0'0,"1"0"0"0"0,0 0 0 0 0,-1 0 0 0 0,1 0 0 0 0,0 0 0 0 0,1 0 0 0 0,-1 0 0 0 0,0 1-1 0 0,1-1 1 0 0,0 0 0 0 0,0 0 0 0 0,0 1 0 0 0,0 3 0 0 0,13 45 5600 0 0,-3-19-5430 0 0,73 355-1037 0 0,-67-306 0 0 0,15 57 0 0 0,53 149 0 0 0,-79-277 0 0 0,-5-13 0 0 0,-5-17 0 0 0,-19-33 0 0 0,-124-286 0 0 0,119 262 0 0 0,3-1 0 0 0,-22-118 0 0 0,44 176 0 0 0,2 0 0 0 0,0-1 0 0 0,1 1 0 0 0,0-1 0 0 0,2 1 0 0 0,1 0 0 0 0,0-1 0 0 0,1 1 0 0 0,10-31 0 0 0,-9 38 0 0 0,1 0 0 0 0,0 1 0 0 0,1 0 0 0 0,0 0 0 0 0,1 0 0 0 0,0 1 0 0 0,1 0 0 0 0,0 0 0 0 0,1 1 0 0 0,0 0 0 0 0,0 0 0 0 0,1 1 0 0 0,0 1 0 0 0,0-1 0 0 0,13-5 0 0 0,-10 6 0 0 0,0 2 0 0 0,0-1 0 0 0,1 1 0 0 0,0 1 0 0 0,-1 1 0 0 0,1 0 0 0 0,1 1 0 0 0,-1 0 0 0 0,0 1 0 0 0,0 1 0 0 0,1 0 0 0 0,-1 1 0 0 0,21 3 0 0 0,-18-1 0 0 0,-1 1 0 0 0,0 0 0 0 0,0 2 0 0 0,0-1 0 0 0,-1 2 0 0 0,0 0 0 0 0,0 1 0 0 0,-1 0 0 0 0,0 1 0 0 0,0 1 0 0 0,14 14 0 0 0,-20-16 0 0 0,0 1 0 0 0,-1 0 0 0 0,0 0 0 0 0,0 1 0 0 0,-1 0 0 0 0,-1 0 0 0 0,0 0 0 0 0,0 1 0 0 0,-1 0 0 0 0,0 0 0 0 0,-1 0 0 0 0,0 0 0 0 0,-1 1 0 0 0,0-1 0 0 0,-1 1 0 0 0,0-1 0 0 0,-1 1 0 0 0,0 0 0 0 0,-2 11 0 0 0,0-5 0 0 0,-1 0 0 0 0,0-1 0 0 0,-2 1 0 0 0,0-1 0 0 0,-1 0 0 0 0,0 0 0 0 0,-2-1 0 0 0,0 0 0 0 0,0 0 0 0 0,-2-1 0 0 0,-17 23 0 0 0,10-19 0 0 0,0-1 0 0 0,-30 25 0 0 0,38-36 0 0 0,0-1 0 0 0,-1 1 0 0 0,1-1 0 0 0,-1-1 0 0 0,-1 0 0 0 0,1 0 0 0 0,-19 5 0 0 0,29-10 0 0 0,-17 5 395 0 0,11-2-791 0 0,8 0-1182 0 0,11-5-8408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23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1 350 1761 0 0,'0'8'4763'0'0,"11"0"7234"0"0,5-6-669 0 0,-6-3-8410 0 0,-7 0-2918 0 0,-1 0 0 0 0,1 0 0 0 0,-1 0 0 0 0,0 0 0 0 0,1-1 0 0 0,-1 1 0 0 0,0-1 0 0 0,0 0 0 0 0,0 0 0 0 0,0 0 0 0 0,0 0 0 0 0,0 0 0 0 0,0 0 0 0 0,-1 0 0 0 0,1-1 0 0 0,-1 1 0 0 0,0-1 0 0 0,3-4 0 0 0,7-13 0 0 0,7-5 0 0 0,0 0 0 0 0,2 2 0 0 0,1 0 0 0 0,0 1 0 0 0,2 1 0 0 0,1 1 0 0 0,0 1 0 0 0,1 1 0 0 0,33-17 0 0 0,-35 23 0 0 0,0 1 0 0 0,2 0 0 0 0,-1 2 0 0 0,1 1 0 0 0,0 1 0 0 0,1 1 0 0 0,-1 1 0 0 0,1 2 0 0 0,0 0 0 0 0,1 2 0 0 0,36 2 0 0 0,-55 0 0 0 0,1 0 0 0 0,-1 1 0 0 0,0 0 0 0 0,0 0 0 0 0,0 0 0 0 0,0 1 0 0 0,0 1 0 0 0,0-1 0 0 0,-1 1 0 0 0,1 0 0 0 0,-1 1 0 0 0,0 0 0 0 0,0 0 0 0 0,-1 1 0 0 0,0-1 0 0 0,0 1 0 0 0,0 1 0 0 0,-1-1 0 0 0,9 13 0 0 0,-8-8 0 0 0,-1 0 0 0 0,1 0 0 0 0,-2 0 0 0 0,0 1 0 0 0,0-1 0 0 0,-1 1 0 0 0,0 0 0 0 0,-1 0 0 0 0,-1 0 0 0 0,0 0 0 0 0,0 1 0 0 0,-2-1 0 0 0,0 14 0 0 0,-3-3 0 0 0,-1 1 0 0 0,0-1 0 0 0,-2 0 0 0 0,-1 0 0 0 0,0-1 0 0 0,-2 0 0 0 0,0 0 0 0 0,-2-1 0 0 0,-25 35 0 0 0,-11 6 0 0 0,-93 91 0 0 0,115-126 0 0 0,-6 6 0 0 0,-64 62 0 0 0,106-103 0 0 0,0 1 0 0 0,0 1 0 0 0,1 0 0 0 0,0 0 0 0 0,1 1 0 0 0,15-4 0 0 0,82-21 0 0 0,-70 21 0 0 0,-20 4 0 0 0,33-9 0 0 0,90-10 0 0 0,-128 22 0 0 0,0 1 0 0 0,0 1 0 0 0,0 0 0 0 0,0 1 0 0 0,0 0 0 0 0,0 1 0 0 0,0 1 0 0 0,0 0 0 0 0,-1 1 0 0 0,1 1 0 0 0,22 10 0 0 0,-9 6-4154 0 0,-18-1-16615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36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13286 0 0,'99'-29'19481'0'0,"120"71"-19481"0"0,-27 37 0 0 0,-75-16 0 0 0,-32-7 0 0 0,-2 3 0 0 0,-3-5 0 0 0,-13-5 0 0 0,-14-2 0 0 0,-26-4 0 0 0,-30-61-11317 0 0,-21 25-9973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39:36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1379 1 880 0 0,'0'27'6003'0'0,"-83"58"19881"0"0,-37 41-25884 0 0,0-7 0 0 0,6-24 0 0 0,-6-17 0 0 0,-27 3 0 0 0,-13-2 0 0 0,8-14 0 0 0,21-25 0 0 0,17-42-10037 0 0,-4-54-7331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22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3 3121 0 0,'-16'0'4242'0'0,"5"0"641"0"0,-2 0 639 0 0,5-3 81 0 0,3 6-1 0 0,-3 3-1808 0 0,8 68-3794 0 0,0 88 0 0 0,8-49 0 0 0,5-48 0 0 0,8-20 0 0 0,11-3 0 0 0,24-15 0 0 0,-8-9-22362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23.1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112 182 4162 0 0,'-22'16'5141'0'0,"16"-11"-3012"0"0,0 0 0 0 0,0 0 0 0 0,-1-1 0 0 0,0 0 0 0 0,0 0 0 0 0,0-1 0 0 0,0 0 0 0 0,0 0 0 0 0,-1 0 0 0 0,-10 1 0 0 0,18-4-2116 0 0,0 0-12 0 0,-1 0 0 0 0,1 1-1 0 0,0-1 1 0 0,0 0 0 0 0,0 0 0 0 0,0 0 0 0 0,0 0 0 0 0,0 0-1 0 0,0 0 1 0 0,-1 0 0 0 0,1 0 0 0 0,0 0 0 0 0,0 0-1 0 0,0 0 1 0 0,0 0 0 0 0,0-1 0 0 0,0 1 0 0 0,0 0-1 0 0,0 0 1 0 0,-1 0 0 0 0,1 0 0 0 0,0 0 0 0 0,0 0 0 0 0,0 0-1 0 0,0 0 1 0 0,0 0 0 0 0,0 0 0 0 0,0 0 0 0 0,0 0-1 0 0,0 0 1 0 0,0 0 0 0 0,-1-1 0 0 0,1 1 0 0 0,0 0 0 0 0,0 0-1 0 0,0 0 1 0 0,0 0 0 0 0,0 0 0 0 0,0 0 0 0 0,0 0-1 0 0,0-1 1 0 0,0 1 0 0 0,0 0 0 0 0,0 0 0 0 0,0 0 0 0 0,0 0-1 0 0,0 0 1 0 0,0 0 0 0 0,0 0 0 0 0,0 0 0 0 0,0-1-1 0 0,0 1 1 0 0,17-24-12 0 0,20-17 11 0 0,2 2 0 0 0,70-56 0 0 0,-101 90 0 0 0,-1 0 0 0 0,1 1 0 0 0,0-1 0 0 0,0 2 0 0 0,0-1 0 0 0,1 1 0 0 0,-1 1 0 0 0,1 0 0 0 0,0 0 0 0 0,0 0 0 0 0,-1 1 0 0 0,14 0 0 0 0,-17 1 0 0 0,0 1 0 0 0,0-1 0 0 0,0 1 0 0 0,1 0 0 0 0,-1 0 0 0 0,0 1 0 0 0,0 0 0 0 0,0 0 0 0 0,-1 0 0 0 0,1 0 0 0 0,0 1 0 0 0,-1 0 0 0 0,0-1 0 0 0,1 2 0 0 0,-1-1 0 0 0,0 0 0 0 0,-1 1 0 0 0,1 0 0 0 0,-1 0 0 0 0,1 0 0 0 0,2 6 0 0 0,0 1 0 0 0,-2 0 0 0 0,1 1 0 0 0,-2 0 0 0 0,1 0 0 0 0,-1 0 0 0 0,-1 0 0 0 0,0 0 0 0 0,-1 1 0 0 0,-1-1 0 0 0,0 1 0 0 0,-2 22 0 0 0,-3 2 0 0 0,-1 0 0 0 0,-2-1 0 0 0,-1 0 0 0 0,-2 0 0 0 0,-1-1 0 0 0,-2 0 0 0 0,-2-1 0 0 0,-35 57 0 0 0,24-49 0 0 0,-1-1 0 0 0,-3-2 0 0 0,-1-1 0 0 0,-2-1 0 0 0,-2-2 0 0 0,-42 33 0 0 0,91-65 0 0 0,0-2 0 0 0,0 1 0 0 0,27-2 0 0 0,-5-2 0 0 0,-1-1 0 0 0,1-3 0 0 0,63-17 0 0 0,100-45 0 0 0,68-42-623 0 0,-240 99 80 0 0,49-25-7242 0 0,-18-4-8988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23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262 290 3201 0 0,'-3'0'1143'0'0,"1"-1"1"0"0,-1 1-1 0 0,1-1 0 0 0,-1 0 0 0 0,1 0 0 0 0,-1 0 0 0 0,1 0 0 0 0,0 0 0 0 0,0 0 0 0 0,-1-1 0 0 0,1 1 0 0 0,0-1 0 0 0,0 1 0 0 0,0-1 0 0 0,0 0 0 0 0,1 0 0 0 0,-3-2 0 0 0,3 2-678 0 0,1 1 0 0 0,-1 0 1 0 0,1-1-1 0 0,-1 1 0 0 0,1-1 0 0 0,0 1 0 0 0,-1-1 0 0 0,1 1 1 0 0,0 0-1 0 0,0-1 0 0 0,0 1 0 0 0,0-1 0 0 0,0 1 0 0 0,1-1 1 0 0,-1 1-1 0 0,1-3 0 0 0,1-1-363 0 0,0 1 0 0 0,0 0 0 0 0,0 0 0 0 0,0 0 0 0 0,1 0 0 0 0,0 0 0 0 0,-1 1 0 0 0,5-5 0 0 0,16-15-61 0 0,1 1 0 0 0,1 0 1 0 0,1 2-1 0 0,47-28 0 0 0,-57 38-44 0 0,1 2-1 0 0,0 0 1 0 0,0 0 0 0 0,1 2-1 0 0,0 0 1 0 0,0 1-1 0 0,0 1 1 0 0,1 0-1 0 0,0 2 1 0 0,-1 0-1 0 0,22 1 1 0 0,-19 3 3 0 0,0 0 0 0 0,0 1 0 0 0,-1 2 0 0 0,1 0 0 0 0,-1 1 0 0 0,0 1 0 0 0,-1 0 0 0 0,1 2 0 0 0,-2 0 0 0 0,1 2 0 0 0,-1 0 0 0 0,19 15 0 0 0,-31-20 0 0 0,1 0 0 0 0,-1 0 0 0 0,-1 1 0 0 0,1 0 0 0 0,-1 0 0 0 0,0 0 0 0 0,-1 1 0 0 0,0-1 0 0 0,0 1 0 0 0,0 0 0 0 0,-1 0 0 0 0,0 0 0 0 0,2 11 0 0 0,-4-9 0 0 0,0 1 0 0 0,0 0 0 0 0,0 0 0 0 0,-2 0 0 0 0,1 0 0 0 0,-1 0 0 0 0,-1 0 0 0 0,0 0 0 0 0,-5 15 0 0 0,-1-6 0 0 0,-1 1 0 0 0,0-1 0 0 0,-1 0 0 0 0,-2-1 0 0 0,0 0 0 0 0,-1-1 0 0 0,0 0 0 0 0,-2-1 0 0 0,-27 26 0 0 0,5-13 0 0 0,-2-1 0 0 0,0-2 0 0 0,-2-2 0 0 0,-1-2 0 0 0,-59 23 0 0 0,65-32 0 0 0,27-13 0 0 0,13-8 0 0 0,17-9 0 0 0,8-2 0 0 0,1 2 0 0 0,61-25 0 0 0,-81 37 0 0 0,59-23 0 0 0,1 3 0 0 0,1 3 0 0 0,1 3 0 0 0,132-15 0 0 0,-157 29 0 0 0,1 2 0 0 0,-1 2 0 0 0,0 2 0 0 0,0 2 0 0 0,0 2 0 0 0,0 2 0 0 0,-1 2 0 0 0,77 28 0 0 0,-113-34 0 0 0,0 0 0 0 0,-1 0 0 0 0,1 1 0 0 0,-1 0 0 0 0,0 1 0 0 0,0 0 0 0 0,0 0 0 0 0,-1 1 0 0 0,0 0 0 0 0,12 15 0 0 0,-17-18 0 0 0,-1 1 0 0 0,1-1 0 0 0,-1 1 0 0 0,0 0 0 0 0,0 0 0 0 0,-1 0 0 0 0,1 0 0 0 0,-1 0 0 0 0,0 0 0 0 0,0 0 0 0 0,-1 0 0 0 0,0 0 0 0 0,1 1 0 0 0,-2-1 0 0 0,1 0 0 0 0,-1 0 0 0 0,0 0 0 0 0,0 0 0 0 0,0 1 0 0 0,0-1 0 0 0,-1-1 0 0 0,0 1 0 0 0,-3 6 0 0 0,-6 11 0 0 0,-1-1 0 0 0,-1-1 0 0 0,0 0 0 0 0,-2 0 0 0 0,0-1 0 0 0,-30 28 0 0 0,-3-4 0 0 0,-72 51 0 0 0,66-58 0 0 0,-2-1 0 0 0,-1-4 0 0 0,-104 43 0 0 0,60-38 0 0 0,-154 35 0 0 0,153-47-417 0 0,-141 32-4183 0 0,1 13-5603 0 0,23 10-6544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24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50 8404 0 0,'-69'-50'16808'0'0,"80"80"-9253"0"0,69 55-7555 0 0,24 16 0 0 0,13-2 0 0 0,-2-5 0 0 0,-19-4 0 0 0,-24-20 0 0 0,-6-14 0 0 0,6 0 0 0 0,-5-6 0 0 0,-6-3 0 0 0,14-7-352 0 0,-14-28-17736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24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813 0 880 0 0,'-55'29'20170'0'0,"15"-15"-8453"0"0,2-5-11717 0 0,-92 40 0 0 0,-12 32 0 0 0,28 2 0 0 0,18 5 0 0 0,26-14 0 0 0,14-11 0 0 0,11-9 0 0 0,18-25 0 0 0,27-20 0 0 0,54-9-10277 0 0,28-33-11573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25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319 140 400 0 0,'-31'11'9228'0'0,"0"-2"0"0"0,-58 9 0 0 0,26-15-4545 0 0,31-4-4683 0 0,-32-3 0 0 0,62 4 0 0 0,-5-1 0 0 0,40-13 0 0 0,126-36 0 0 0,-34 14 0 0 0,155-23 0 0 0,-236 52 0 0 0,1 2 0 0 0,-1 2 0 0 0,1 2 0 0 0,0 2 0 0 0,-1 2 0 0 0,1 2 0 0 0,71 17 0 0 0,-95-16 0 0 0,-1 1 0 0 0,0 1 0 0 0,0 0 0 0 0,30 19 0 0 0,-43-22 0 0 0,0-1 0 0 0,0 1 0 0 0,-1 0 0 0 0,0 1 0 0 0,0-1 0 0 0,-1 1 0 0 0,1 0 0 0 0,-1 1 0 0 0,-1-1 0 0 0,1 1 0 0 0,-1 0 0 0 0,0 0 0 0 0,-1 0 0 0 0,0 1 0 0 0,4 11 0 0 0,-5-9 0 0 0,-1 0 0 0 0,0 0 0 0 0,-1 0 0 0 0,0 0 0 0 0,0 1 0 0 0,-1-1 0 0 0,0 0 0 0 0,-1 0 0 0 0,0 0 0 0 0,-1-1 0 0 0,0 1 0 0 0,0 0 0 0 0,-1-1 0 0 0,-1 0 0 0 0,1 0 0 0 0,-10 13 0 0 0,-11 15 0 0 0,-3 0 0 0 0,-1-2 0 0 0,-2-1 0 0 0,-53 46 0 0 0,67-66 0 0 0,-1-1 0 0 0,-1-1 0 0 0,1-1 0 0 0,-2 0 0 0 0,0-1 0 0 0,0-1 0 0 0,-31 9 0 0 0,-8-3 0 0 0,-83 10 0 0 0,106-20 0 0 0,-16 3 0 0 0,-1-3 0 0 0,0-2 0 0 0,-61-5 0 0 0,113 2 0 0 0,0 1 0 0 0,0-1 0 0 0,0 0 0 0 0,0 0 0 0 0,0 0 0 0 0,-1 0 0 0 0,1 0 0 0 0,0 0 0 0 0,0-1 0 0 0,0 1 0 0 0,0 0 0 0 0,0-1 0 0 0,0 1 0 0 0,0 0 0 0 0,0-1 0 0 0,0 1 0 0 0,0-1 0 0 0,0 0 0 0 0,0 1 0 0 0,-1-2 0 0 0,19-6 0 0 0,-16 8 0 0 0,68-25 0 0 0,-15 5 0 0 0,80-19 0 0 0,-76 27 0 0 0,0 3 0 0 0,69-3 0 0 0,-101 11 0 0 0,0 2 0 0 0,0 0 0 0 0,-1 2 0 0 0,1 1 0 0 0,-1 1 0 0 0,0 1 0 0 0,38 14 0 0 0,-51-15 0 0 0,0 0 0 0 0,-1 1 0 0 0,1 1 0 0 0,-1 0 0 0 0,-1 0 0 0 0,1 1 0 0 0,-1 0 0 0 0,15 17 0 0 0,-21-20 0 0 0,0 0 0 0 0,0 0 0 0 0,0 1 0 0 0,-1 0 0 0 0,0 0 0 0 0,0 0 0 0 0,0 0 0 0 0,-1 0 0 0 0,0 0 0 0 0,0 1 0 0 0,-1-1 0 0 0,1 1 0 0 0,-1 0 0 0 0,-1-1 0 0 0,1 1 0 0 0,-1 0 0 0 0,-2 12 0 0 0,-1-5 0 0 0,0 0 0 0 0,-1-1 0 0 0,-1 0 0 0 0,0 0 0 0 0,-1 0 0 0 0,-1-1 0 0 0,1 1 0 0 0,-2-2 0 0 0,0 1 0 0 0,-10 11 0 0 0,-16 16 0 0 0,-52 46 0 0 0,32-35 0 0 0,-87 64 0 0 0,118-99 0 0 0,0 0 0 0 0,-1-2 0 0 0,0-1 0 0 0,-1 0 0 0 0,0-2 0 0 0,-1-1 0 0 0,-41 8 0 0 0,39-12 0 0 0,0-1 0 0 0,-1-2 0 0 0,1-1 0 0 0,-1-1 0 0 0,1-1 0 0 0,-1-2 0 0 0,1-1 0 0 0,0-1 0 0 0,0-1 0 0 0,0-2 0 0 0,-28-11 0 0 0,52 17 0 0 0,0 0 0 0 0,0 0 0 0 0,0 0 0 0 0,0-1 0 0 0,1 1 0 0 0,-6-6 0 0 0,8 8 0 0 0,1 0 0 0 0,0 0 0 0 0,0 0 0 0 0,-1-1 0 0 0,1 1 0 0 0,0 0 0 0 0,0 0 0 0 0,0-1 0 0 0,-1 1 0 0 0,1 0 0 0 0,0 0 0 0 0,0-1 0 0 0,0 1 0 0 0,0 0 0 0 0,-1 0 0 0 0,1-1 0 0 0,0 1 0 0 0,0 0 0 0 0,0-1 0 0 0,0 1 0 0 0,0 0 0 0 0,0-1 0 0 0,0 1 0 0 0,0 0 0 0 0,0-1 0 0 0,0 1 0 0 0,0 0 0 0 0,0-1 0 0 0,0 1 0 0 0,0 0 0 0 0,0-1 0 0 0,1 1 0 0 0,-1 0 0 0 0,0 0 0 0 0,0-1 0 0 0,0 1 0 0 0,0 0 0 0 0,0-1 0 0 0,1 1 0 0 0,-1 0 0 0 0,0 0 0 0 0,0-1 0 0 0,1 1 0 0 0,-1 0 0 0 0,0 0 0 0 0,0 0 0 0 0,1 0 0 0 0,-1-1 0 0 0,0 1 0 0 0,1 0 0 0 0,-1 0 0 0 0,0 0 0 0 0,0 0 0 0 0,1 0 0 0 0,-1 0 0 0 0,0 0 0 0 0,1-1 0 0 0,52-6-3129 0 0,-36 6-875 0 0,0-1 1 0 0,19-5-1 0 0,46-23-12663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26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202 366 9044 0 0,'-11'0'11039'0'0,"-6"-2"-1999"0"0,6-1-5396 0 0,13 5-3644 0 0,0 0 0 0 0,-1 0 0 0 0,1-1 0 0 0,-1 1 0 0 0,0 0 0 0 0,1 0 0 0 0,-1 0 0 0 0,0 0 0 0 0,0 0 0 0 0,0 1 0 0 0,-1-1 0 0 0,2 5 0 0 0,4 37 0 0 0,-4-18 0 0 0,9 106 0 0 0,-1-7 0 0 0,33 161 0 0 0,33-56 0 0 0,-30-101 0 0 0,-88-173 0 0 0,13 17 0 0 0,2-2 0 0 0,0-1 0 0 0,2-1 0 0 0,2-1 0 0 0,1-1 0 0 0,1 0 0 0 0,2-2 0 0 0,1-1 0 0 0,-16-46 0 0 0,14 24 0 0 0,2 0 0 0 0,3-2 0 0 0,3 1 0 0 0,-9-118 0 0 0,20 150 0 0 0,2 0 0 0 0,0 0 0 0 0,2-1 0 0 0,2 1 0 0 0,12-46 0 0 0,-11 56 0 0 0,0 0 0 0 0,2 1 0 0 0,-1 0 0 0 0,2 0 0 0 0,0 1 0 0 0,1 0 0 0 0,1 1 0 0 0,0 0 0 0 0,23-23 0 0 0,-14 20 0 0 0,1 1 0 0 0,0 1 0 0 0,1 0 0 0 0,1 2 0 0 0,0 1 0 0 0,1 0 0 0 0,40-12 0 0 0,-42 17 0 0 0,-1 1 0 0 0,1 1 0 0 0,0 1 0 0 0,0 0 0 0 0,0 2 0 0 0,0 1 0 0 0,1 0 0 0 0,43 6 0 0 0,-60-4 0 0 0,-1 1 0 0 0,1-1 0 0 0,-1 1 0 0 0,1 0 0 0 0,-1 0 0 0 0,0 1 0 0 0,0-1 0 0 0,0 1 0 0 0,0 0 0 0 0,0 1 0 0 0,-1-1 0 0 0,1 1 0 0 0,-1 0 0 0 0,0 0 0 0 0,0 0 0 0 0,-1 1 0 0 0,1-1 0 0 0,-1 1 0 0 0,0 0 0 0 0,0 0 0 0 0,-1 0 0 0 0,1 0 0 0 0,-1 0 0 0 0,0 1 0 0 0,2 9 0 0 0,-1 0 0 0 0,-1 0 0 0 0,0 0 0 0 0,-1 0 0 0 0,0 1 0 0 0,-1-1 0 0 0,-1 0 0 0 0,-1 1 0 0 0,-4 17 0 0 0,1-10 0 0 0,-2-1 0 0 0,0-1 0 0 0,-2 0 0 0 0,0 0 0 0 0,-1 0 0 0 0,-17 24 0 0 0,4-12 0 0 0,-1-1 0 0 0,-48 50 0 0 0,52-62 0 0 0,-1-1 0 0 0,0-1 0 0 0,-48 30 0 0 0,60-42 0 0 0,-1-1 0 0 0,1 0 0 0 0,-1-1 0 0 0,0 0 0 0 0,-1 0 0 0 0,1-1 0 0 0,-1 0 0 0 0,1-1 0 0 0,-1 0 0 0 0,0-1 0 0 0,0 0 0 0 0,-22-2 0 0 0,33 1 7 0 0,0 0-1 0 0,0 0 1 0 0,0 0 0 0 0,-1 0 0 0 0,1 0-1 0 0,0-1 1 0 0,0 1 0 0 0,-1 0 0 0 0,1 0-1 0 0,0 0 1 0 0,0 0 0 0 0,0 0 0 0 0,-1 0-1 0 0,1 0 1 0 0,0 0 0 0 0,0 0 0 0 0,-1 0-1 0 0,1 0 1 0 0,0 0 0 0 0,0 0 0 0 0,-1 0-1 0 0,1 1 1 0 0,0-1 0 0 0,0 0 0 0 0,-1 0-1 0 0,1 0 1 0 0,0 0 0 0 0,0 0 0 0 0,0 0-1 0 0,-1 1 1 0 0,1-1 0 0 0,0 0 0 0 0,0 0-1 0 0,0 0 1 0 0,0 0 0 0 0,0 1 0 0 0,-1-1-1 0 0,1 0 1 0 0,0 0 0 0 0,0 0 0 0 0,0 1-1 0 0,0-1 1 0 0,0 0 0 0 0,0 0 0 0 0,0 1-1 0 0,0-1 1 0 0,0 0 0 0 0,0 0 0 0 0,0 1-1 0 0,0-1 1 0 0,0 0 0 0 0,0 0 0 0 0,0 1-1 0 0,11 16 234 0 0,22 13-5246 0 0,-30-29 3717 0 0,0 0 1 0 0,1 0-1 0 0,-1 0 1 0 0,1-1-1 0 0,-1 1 0 0 0,1-1 1 0 0,-1 0-1 0 0,1 0 1 0 0,-1 0-1 0 0,1 0 1 0 0,-1 0-1 0 0,1-1 0 0 0,3-1 1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26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39 260 1361 0 0,'-2'-2'915'0'0,"-26"-26"11850"0"0,28 27-12252 0 0,-1 0-1 0 0,0 0 0 0 0,0 0 0 0 0,1 0 1 0 0,-1 0-1 0 0,0 0 0 0 0,1 0 0 0 0,-1 0 1 0 0,1 0-1 0 0,-1 0 0 0 0,1-1 0 0 0,0 1 1 0 0,-1 0-1 0 0,1 0 0 0 0,0 0 0 0 0,0-1 0 0 0,0 1 1 0 0,0 0-1 0 0,0 0 0 0 0,0 0 0 0 0,0-1 1 0 0,1 1-1 0 0,-1 0 0 0 0,0 0 0 0 0,1 0 1 0 0,-1-1-1 0 0,1 1 0 0 0,-1 0 0 0 0,1 0 1 0 0,-1 0-1 0 0,2-2 0 0 0,13-10-288 0 0,0-1 0 0 0,0 2 1 0 0,1 0-1 0 0,1 1 0 0 0,21-11 0 0 0,-21 12-235 0 0,10-6 11 0 0,2 1 0 0 0,-1 2 0 0 0,1 1 0 0 0,1 1 0 0 0,37-8 0 0 0,-47 15 0 0 0,-1 1 0 0 0,1 1 0 0 0,0 0 0 0 0,-1 2 0 0 0,1 0 0 0 0,0 1 0 0 0,0 1 0 0 0,-1 1 0 0 0,25 6 0 0 0,-35-6 0 0 0,-1 0 0 0 0,1 1 0 0 0,-1-1 0 0 0,0 2 0 0 0,0-1 0 0 0,-1 1 0 0 0,0 0 0 0 0,1 0 0 0 0,-2 1 0 0 0,1 0 0 0 0,-1 1 0 0 0,0-1 0 0 0,0 1 0 0 0,0 0 0 0 0,-1 1 0 0 0,0-1 0 0 0,-1 1 0 0 0,0 0 0 0 0,0 0 0 0 0,-1 0 0 0 0,0 1 0 0 0,0-1 0 0 0,-1 1 0 0 0,0 0 0 0 0,0-1 0 0 0,-1 1 0 0 0,0 0 0 0 0,-1 0 0 0 0,0 0 0 0 0,-2 16 0 0 0,0-10 0 0 0,-1 1 0 0 0,0-1 0 0 0,-2 0 0 0 0,0 0 0 0 0,0 0 0 0 0,-1 0 0 0 0,-1-1 0 0 0,-1 0 0 0 0,0-1 0 0 0,0 1 0 0 0,-2-1 0 0 0,-17 19 0 0 0,12-16 0 0 0,0-1 0 0 0,-1-1 0 0 0,-1-1 0 0 0,0 0 0 0 0,-1-1 0 0 0,0-1 0 0 0,-1 0 0 0 0,0-2 0 0 0,-20 8 0 0 0,-10 0 0 0 0,-1-2 0 0 0,-71 11 0 0 0,95-26 0 0 0,26 0 0 0 0,0 0 0 0 0,0 0 0 0 0,-1 0 0 0 0,1-1 0 0 0,0 1 0 0 0,0 0 0 0 0,0 0 0 0 0,0 0 0 0 0,0-1 0 0 0,0 1 0 0 0,0 0 0 0 0,0 0 0 0 0,0 0 0 0 0,-1-1 0 0 0,1 1 0 0 0,0 0 0 0 0,0 0 0 0 0,0-1 0 0 0,0 1 0 0 0,0 0 0 0 0,0 0 0 0 0,0 0 0 0 0,1-1 0 0 0,-1 1 0 0 0,0 0 0 0 0,0 0 0 0 0,0-1 0 0 0,0 1 0 0 0,0 0 0 0 0,0 0 0 0 0,0 0 0 0 0,0-1 0 0 0,0 1 0 0 0,1 0 0 0 0,-1 0 0 0 0,0 0 0 0 0,0 0 0 0 0,0-1 0 0 0,0 1 0 0 0,1 0 0 0 0,-1 0 0 0 0,0 0 0 0 0,0 0 0 0 0,0 0 0 0 0,1 0 0 0 0,-1 0 0 0 0,0 0 0 0 0,0-1 0 0 0,47-27 0 0 0,-19 15 0 0 0,1 1 0 0 0,0 2 0 0 0,0 1 0 0 0,49-9 0 0 0,131-5 0 0 0,-183 22 0 0 0,0 2 0 0 0,0 0 0 0 0,0 2 0 0 0,0 0 0 0 0,0 2 0 0 0,32 10 0 0 0,-43-10 0 0 0,-1 0 0 0 0,1 1 0 0 0,-1 1 0 0 0,-1 0 0 0 0,1 1 0 0 0,-1 0 0 0 0,-1 1 0 0 0,1 0 0 0 0,-1 1 0 0 0,-1 1 0 0 0,19 21 0 0 0,-26-26 0 0 0,0-1 0 0 0,0 1 0 0 0,-1 0 0 0 0,1 0 0 0 0,-1 0 0 0 0,-1 0 0 0 0,1 1 0 0 0,-1-1 0 0 0,0 1 0 0 0,-1 0 0 0 0,1-1 0 0 0,-1 1 0 0 0,0 0 0 0 0,-1 0 0 0 0,0 0 0 0 0,0 0 0 0 0,-1 0 0 0 0,1-1 0 0 0,-1 1 0 0 0,-1 0 0 0 0,0 0 0 0 0,-2 7 0 0 0,-1-2 0 0 0,-1-1 0 0 0,0 0 0 0 0,-1 0 0 0 0,0-1 0 0 0,-1 1 0 0 0,0-1 0 0 0,-1-1 0 0 0,1 0 0 0 0,-2 0 0 0 0,1-1 0 0 0,-13 9 0 0 0,-1-2 0 0 0,0-1 0 0 0,-1-1 0 0 0,-1-1 0 0 0,0-1 0 0 0,0-1 0 0 0,-1-1 0 0 0,-1-1 0 0 0,1-1 0 0 0,-52 5 0 0 0,38-9 0 0 0,-1-1 0 0 0,1-2 0 0 0,-1-2 0 0 0,1-2 0 0 0,-78-17 0 0 0,114 20 3 0 0,-18-2-1003 0 0,22 4 685 0 0,-1-1 0 0 0,0 1 0 0 0,1-1 0 0 0,-1 1 0 0 0,1 0 0 0 0,-1-1 0 0 0,1 1 0 0 0,0 0 0 0 0,-1-1 0 0 0,1 1-1 0 0,0 0 1 0 0,-1 0 0 0 0,1-1 0 0 0,0 1 0 0 0,0 0 0 0 0,0 0 0 0 0,0-1 0 0 0,-1 1 0 0 0,1 0 0 0 0,0 0-1 0 0,1 0 1 0 0,-1 1 0 0 0,-2 27-17725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39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38 122 4962 0 0,'-38'38'15928'0'0,"57"-2"-4051"0"0,34-11-11877 0 0,49-18 0 0 0,-9-12 0 0 0,-10-4 0 0 0,-9 5 0 0 0,-7-3 0 0 0,2-6 0 0 0,-2-10 0 0 0,2-4 0 0 0,9-29-12118 0 0,-1-27-6530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39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9524 0 0,'14'74'14407'0'0,"15"-22"-5571"0"0,22-21-8836 0 0,10-17 0 0 0,-2-3 0 0 0,2-2 0 0 0,11-9 0 0 0,11-9 0 0 0,2 2 0 0 0,0-2 0 0 0,-13-2 0 0 0,-8-5 0 0 0,11-8 0 0 0,29-55-8676 0 0,-16 21-6691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40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80 177 15607 0 0,'-17'-10'6628'0'0,"-18"-14"1209"0"0,32 22-7500 0 0,0 0-1 0 0,0-1 1 0 0,1 1 0 0 0,-1-1 0 0 0,0 0 0 0 0,1 0 0 0 0,-4-5 0 0 0,5 6-337 0 0,0-4 0 0 0,13-2 0 0 0,37-8 0 0 0,-1 3 0 0 0,52-8 0 0 0,-64 14 0 0 0,69-11 0 0 0,2 4 0 0 0,-1 5 0 0 0,147 7 0 0 0,-195 5 0 0 0,62 11 0 0 0,-96-9 0 0 0,-1 0 0 0 0,0 1 0 0 0,-1 2 0 0 0,0 0 0 0 0,30 16 0 0 0,-44-20 0 0 0,0 1 0 0 0,0-1 0 0 0,-1 2 0 0 0,12 9 0 0 0,-17-13 0 0 0,0 0 0 0 0,-1 0 0 0 0,1 0 0 0 0,0 0 0 0 0,-1 1 0 0 0,0-1 0 0 0,1 0 0 0 0,-1 1 0 0 0,0-1 0 0 0,0 1 0 0 0,0 0 0 0 0,-1-1 0 0 0,1 1 0 0 0,-1 0 0 0 0,1-1 0 0 0,-1 1 0 0 0,0 0 0 0 0,0-1 0 0 0,-1 6 0 0 0,-1 2 0 0 0,-1 0 0 0 0,0 0 0 0 0,-1 0 0 0 0,0-1 0 0 0,0 1 0 0 0,-1-1 0 0 0,0 0 0 0 0,-1-1 0 0 0,0 1 0 0 0,0-1 0 0 0,-1 0 0 0 0,-10 9 0 0 0,-9 7 0 0 0,0-2 0 0 0,-44 30 0 0 0,18-19 0 0 0,-1-2 0 0 0,-1-2 0 0 0,-1-2 0 0 0,-2-3 0 0 0,-94 26 0 0 0,148-49 0 0 0,-6 2 0 0 0,1-1 0 0 0,-1 0 0 0 0,0-1 0 0 0,0 0 0 0 0,0 0 0 0 0,1 0 0 0 0,-11-2 0 0 0,27-5 0 0 0,11 0 0 0 0,1 4 0 0 0,0 2 0 0 0,0 0 0 0 0,0 1 0 0 0,0 1 0 0 0,21 5 0 0 0,5 0 0 0 0,19 1 0 0 0,105 27 0 0 0,-150-29 0 0 0,0 0 0 0 0,0 2 0 0 0,-1 0 0 0 0,0 1 0 0 0,-1 1 0 0 0,0 0 0 0 0,-1 2 0 0 0,0 0 0 0 0,25 24 0 0 0,-35-30 0 0 0,-1 1 0 0 0,-1 0 0 0 0,1 0 0 0 0,-1 0 0 0 0,-1 1 0 0 0,1-1 0 0 0,-1 1 0 0 0,0 0 0 0 0,-1 1 0 0 0,4 14 0 0 0,-5-17 0 0 0,-1 1 0 0 0,-1 0 0 0 0,1-1 0 0 0,-1 1 0 0 0,0 0 0 0 0,0 0 0 0 0,-1-1 0 0 0,0 1 0 0 0,0 0 0 0 0,-1-1 0 0 0,0 1 0 0 0,0-1 0 0 0,0 0 0 0 0,-7 12 0 0 0,3-7 0 0 0,-2 0 0 0 0,1-1 0 0 0,-1 0 0 0 0,-1 0 0 0 0,0-1 0 0 0,0 0 0 0 0,-1-1 0 0 0,0 0 0 0 0,-17 11 0 0 0,-13 3 0 0 0,-58 25 0 0 0,53-26 0 0 0,-333 127 0 0 0,352-138 0 0 0,-26 8 0 0 0,-63 14 0 0 0,103-32 0 0 0,11-5 0 0 0,15-11 0 0 0,-5 10 129 0 0,-1-1-1 0 0,1 1 1 0 0,0 1 0 0 0,15-7-1 0 0,31-19-3431 0 0,61-60-9996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40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915 1 11205 0 0,'-18'2'3148'0'0,"1"1"0"0"0,-1 1 0 0 0,1 1 0 0 0,-31 12 0 0 0,38-12-2501 0 0,-1 1 0 0 0,1 0 0 0 0,1 1 0 0 0,-1 0-1 0 0,1 0 1 0 0,0 1 0 0 0,1 0 0 0 0,-14 18 0 0 0,-8 16-647 0 0,1 2 0 0 0,3 1 0 0 0,-32 77 0 0 0,37-70 0 0 0,2 0 0 0 0,2 2 0 0 0,-11 65 0 0 0,14-28 0 0 0,-4 100 0 0 0,15-141 0 0 0,2 1 0 0 0,2 0 0 0 0,3 0 0 0 0,20 99 0 0 0,-20-132 0 0 0,2 0 0 0 0,0 0 0 0 0,0 0 0 0 0,2-1 0 0 0,0 0 0 0 0,1 0 0 0 0,1-1 0 0 0,1 0 0 0 0,0-1 0 0 0,0 0 0 0 0,2-1 0 0 0,0 0 0 0 0,1-1 0 0 0,0 0 0 0 0,0-1 0 0 0,28 16 0 0 0,-15-14 0 0 0,0-2 0 0 0,1-1 0 0 0,0-1 0 0 0,1-1 0 0 0,0-2 0 0 0,0-1 0 0 0,1-1 0 0 0,-1-1 0 0 0,1-2 0 0 0,0-1 0 0 0,46-4 0 0 0,-40-1 0 0 0,-1-1 0 0 0,0-1 0 0 0,0-2 0 0 0,-1-1 0 0 0,0-2 0 0 0,0-1 0 0 0,-1-2 0 0 0,-1-1 0 0 0,41-26 0 0 0,-54 28 0 0 0,0-1 0 0 0,29-29 0 0 0,-41 35 0 0 0,1 1 0 0 0,-2-1 0 0 0,1-1 0 0 0,-1 0 0 0 0,-1 0 0 0 0,1 0 0 0 0,7-19 0 0 0,-12 25 0 0 0,1-1 0 0 0,-1 0 0 0 0,0 0 0 0 0,0 1 0 0 0,-1-1 0 0 0,1 0 0 0 0,-1 0 0 0 0,0 0 0 0 0,0 0 0 0 0,0 0 0 0 0,0 0 0 0 0,-1 0 0 0 0,0 1 0 0 0,1-1 0 0 0,-1 0 0 0 0,-1 0 0 0 0,1 1 0 0 0,0-1 0 0 0,-1 1 0 0 0,0-1 0 0 0,0 1 0 0 0,0-1 0 0 0,0 1 0 0 0,-1 0 0 0 0,1 0 0 0 0,-1 0 0 0 0,0 0 0 0 0,-4-3 0 0 0,0 2 0 0 0,1 0 0 0 0,-1 0 0 0 0,0 0 0 0 0,0 1 0 0 0,-1 0 0 0 0,1 1 0 0 0,-1-1 0 0 0,1 1 0 0 0,-1 1 0 0 0,0 0 0 0 0,0 0 0 0 0,0 0 0 0 0,-15 1 0 0 0,0 3 0 0 0,0 0 0 0 0,0 1 0 0 0,0 1 0 0 0,-34 13 0 0 0,-89 44 0 0 0,13 7 0 0 0,-160 111 0 0 0,-109 108 0 0 0,378-270 0 0 0,-95 72-2724 0 0,11-4-7091 0 0,48-38-6011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0:4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37 856 2401 0 0,'-17'-4'4366'0'0,"-2"5"13056"0"0,18-1-17265 0 0,22 9 7818 0 0,-20-9-7943 0 0,0 1 0 0 0,1-1 0 0 0,-1 0 0 0 0,1 0 0 0 0,-1 0-1 0 0,1 0 1 0 0,-1 0 0 0 0,1 0 0 0 0,-1 0 0 0 0,1-1 0 0 0,-1 1-1 0 0,0 0 1 0 0,2-1 0 0 0,40-12-32 0 0,64-27 0 0 0,-28 9 0 0 0,421-124 0 0 0,10 30 0 0 0,-426 105 0 0 0,933-171 0 0 0,126 89 0 0 0,-525 54 0 0 0,-142 2 0 0 0,210-17 0 0 0,-6 36 0 0 0,-448 34 0 0 0,-189-4 0 0 0,-1 3 0 0 0,1 1 0 0 0,45 14 0 0 0,-74-16 0 0 0,0-1 0 0 0,0 2 0 0 0,-1 0 0 0 0,0 1 0 0 0,0 0 0 0 0,0 1 0 0 0,-1 0 0 0 0,0 1 0 0 0,-1 1 0 0 0,0 0 0 0 0,0 0 0 0 0,10 13 0 0 0,-11-9 0 0 0,-1 0 0 0 0,0 1 0 0 0,-1 0 0 0 0,-1 1 0 0 0,0-1 0 0 0,-1 1 0 0 0,-1 0 0 0 0,-1 1 0 0 0,0-1 0 0 0,2 19 0 0 0,0 16 0 0 0,-3 1 0 0 0,-3 63 0 0 0,-17 107 0 0 0,5-98 0 0 0,-1 92 0 0 0,15 230 0 0 0,9-282 0 0 0,8-2 0 0 0,42 171 0 0 0,-16-162 0 0 0,83 203 0 0 0,102 148 0 0 0,-217-497 0 0 0,-3-4 0 0 0,0 0 0 0 0,8 27 0 0 0,-16-44 0 0 0,-1 1 0 0 0,1 0 0 0 0,-1-1 0 0 0,-1 1 0 0 0,1 0 0 0 0,-1 0 0 0 0,1 0 0 0 0,-2 0 0 0 0,1 0 0 0 0,0-1 0 0 0,-1 1 0 0 0,0 0 0 0 0,0 0 0 0 0,0 0 0 0 0,-1-1 0 0 0,-2 5 0 0 0,2-5 0 0 0,0-1 0 0 0,-1 0 0 0 0,1 0 0 0 0,-1-1 0 0 0,0 1 0 0 0,0 0 0 0 0,0-1 0 0 0,0 0 0 0 0,0 0 0 0 0,-1 0 0 0 0,1 0 0 0 0,0 0 0 0 0,-1-1 0 0 0,0 1 0 0 0,1-1 0 0 0,-1 0 0 0 0,-5 1 0 0 0,-9 1 0 0 0,0-1 0 0 0,-25 1 0 0 0,41-3 0 0 0,-299-15 0 0 0,29-1 0 0 0,-306 62 0 0 0,159-7 0 0 0,-137-28 0 0 0,279-10 0 0 0,-5 4 0 0 0,-555 3 0 0 0,107-1 0 0 0,0 40 0 0 0,70 46 0 0 0,314-40 0 0 0,180-32 0 0 0,164-21 0 0 0,-1 1 0 0 0,1-1 0 0 0,0 0 0 0 0,-1 0 0 0 0,1 0 0 0 0,0 0 0 0 0,-1 0 0 0 0,1 0 0 0 0,-1-1 0 0 0,1 1 0 0 0,0-1 0 0 0,0 0 0 0 0,-1 0 0 0 0,1 1 0 0 0,0-1 0 0 0,0-1 0 0 0,0 1 0 0 0,0 0 0 0 0,0 0 0 0 0,0-1 0 0 0,0 1 0 0 0,0-1 0 0 0,-1-2 0 0 0,1 1 0 0 0,1-1 0 0 0,0 0 0 0 0,0 0 0 0 0,0 0 0 0 0,0 0 0 0 0,0 1 0 0 0,1-1 0 0 0,0 0 0 0 0,0 0 0 0 0,0 0 0 0 0,0 0 0 0 0,1 0 0 0 0,1-7 0 0 0,8-35 0 0 0,1 1 0 0 0,29-73 0 0 0,15-54 0 0 0,-44 120 0 0 0,-2-1 0 0 0,-3 0 0 0 0,-1-61 0 0 0,-21-167 0 0 0,-107-435 0 0 0,-64-2 0 0 0,164 635 0 0 0,-13-50 0 0 0,-145-480 0 0 0,173 589 85 0 0,-11-29-255 0 0,17 50-87 0 0,1-1-1 0 0,-1 1 1 0 0,0 0-1 0 0,0 0 1 0 0,0 0-1 0 0,-1 0 1 0 0,1 0-1 0 0,-1 1 1 0 0,0-1-1 0 0,1 1 1 0 0,-5-3-1 0 0,7 5-17 0 0,-1-1 0 0 0,1 1 0 0 0,-1 0-1 0 0,1-1 1 0 0,-1 1 0 0 0,0 0 0 0 0,1 0-1 0 0,-1-1 1 0 0,1 1 0 0 0,-1 0 0 0 0,0 0 0 0 0,1 0-1 0 0,-1 0 1 0 0,0 0 0 0 0,1 0 0 0 0,-1 0-1 0 0,0 0 1 0 0,1 0 0 0 0,-1 0 0 0 0,1 0 0 0 0,-1 0-1 0 0,0 1 1 0 0,1-1 0 0 0,-1 0 0 0 0,1 0-1 0 0,-1 0 1 0 0,0 1 0 0 0,1-1 0 0 0,-1 0-1 0 0,1 1 1 0 0,-1-1 0 0 0,1 1 0 0 0,-1-1 0 0 0,1 1-1 0 0,0-1 1 0 0,-2 2 0 0 0,0 3-1639 0 0,0 0-1 0 0,0 1 1 0 0,0-1 0 0 0,0 1 0 0 0,0 8 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55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316 284 240 0 0,'-12'2'1216'0'0,"1"0"0"0"0,-1-1-1 0 0,-24-1 1 0 0,-31-7 11099 0 0,54 5-8857 0 0,13 2-3268 0 0,-1 0-1 0 0,1 0 1 0 0,0 0-1 0 0,-1 0 1 0 0,1 0-1 0 0,0 0 1 0 0,0 0 0 0 0,-1 0-1 0 0,1 0 1 0 0,0 0-1 0 0,-1 0 1 0 0,1 0-1 0 0,0 0 1 0 0,-1 0-1 0 0,1 0 1 0 0,0 0-1 0 0,0 0 1 0 0,-1 0 0 0 0,1 0-1 0 0,0 0 1 0 0,-1 0-1 0 0,1 0 1 0 0,0 1-1 0 0,0-1 1 0 0,-1 0-1 0 0,1 0 1 0 0,0 0-1 0 0,0 1 1 0 0,0-1-1 0 0,-1 0 1 0 0,1 0 0 0 0,0 1-1 0 0,0-1 1 0 0,0 0-1 0 0,0 1 2 0 0,1-1 0 0 0,-1 0-1 0 0,1 1 1 0 0,0-1 0 0 0,-1 0-1 0 0,1 0 1 0 0,0 0 0 0 0,-1 0-1 0 0,1 0 1 0 0,0 0 0 0 0,-1 0-1 0 0,1 0 1 0 0,0 0 0 0 0,-1 0 0 0 0,1 0-1 0 0,0 0 1 0 0,-1 0 0 0 0,1-1-1 0 0,-1 1 1 0 0,1 0 0 0 0,0 0-1 0 0,-1-1 1 0 0,2 1 0 0 0,237-76 283 0 0,-176 59-405 0 0,0 4-1 0 0,67-6 1 0 0,-98 14-69 0 0,0-1 0 0 0,0-2 0 0 0,46-17 0 0 0,-39 12 0 0 0,61-13 0 0 0,158-10 0 0 0,-67 10 0 0 0,-78 18 0 0 0,-70 5 0 0 0,0 2 0 0 0,47 5 0 0 0,-63-2 0 0 0,0 2 0 0 0,0 0 0 0 0,0 2 0 0 0,50 19 0 0 0,-72-23 0 0 0,-3-2 0 0 0,0 1 0 0 0,-1 0 0 0 0,1-1 0 0 0,0 1 0 0 0,-1 0 0 0 0,1 0 0 0 0,0 0 0 0 0,-1 0 0 0 0,1 0 0 0 0,-1 0 0 0 0,0 1 0 0 0,1-1 0 0 0,-1 0 0 0 0,0 1 0 0 0,0-1 0 0 0,0 1 0 0 0,0-1 0 0 0,0 1 0 0 0,0 0 0 0 0,0-1 0 0 0,0 1 0 0 0,-1 0 0 0 0,1 0 0 0 0,-1-1 0 0 0,1 1 0 0 0,-1 3 0 0 0,4 12 0 0 0,-1 0 0 0 0,0 1 0 0 0,-2 0 0 0 0,0-1 0 0 0,-1 1 0 0 0,-2 24 0 0 0,0-19 0 0 0,1 0 0 0 0,1 0 0 0 0,5 28 0 0 0,49 163 0 0 0,-41-171 0 0 0,-7-23 0 0 0,68 255 0 0 0,-64-239 0 0 0,1-1 0 0 0,3 0 0 0 0,26 50 0 0 0,4 11 0 0 0,-18-35 0 0 0,-3 2 0 0 0,22 98 0 0 0,-6-10 0 0 0,-24-103 0 0 0,-3 1 0 0 0,-1 0 0 0 0,5 67 0 0 0,-16-111 0 0 0,2 39 0 0 0,-4 52 0 0 0,1-82 0 0 0,-1 1 0 0 0,0-1 0 0 0,-2 0 0 0 0,1 0 0 0 0,-2-1 0 0 0,1 1 0 0 0,-14 23 0 0 0,-2-2 0 0 0,-2-2 0 0 0,-2 0 0 0 0,0-1 0 0 0,-2-2 0 0 0,-2-1 0 0 0,-36 31 0 0 0,23-26 0 0 0,-1-2 0 0 0,-80 47 0 0 0,91-63 0 0 0,-2 0 0 0 0,0-2 0 0 0,0-2 0 0 0,-2-1 0 0 0,-35 7 0 0 0,-142 20 0 0 0,-187 45 0 0 0,330-67 0 0 0,-1-3 0 0 0,-99 5 0 0 0,42-5 0 0 0,91-9 0 0 0,-189 19 0 0 0,182-21 0 0 0,-1-2 0 0 0,1-2 0 0 0,-52-8 0 0 0,82 7 0 0 0,-1 0 0 0 0,1-1 0 0 0,0-1 0 0 0,1 0 0 0 0,-1 0 0 0 0,1-2 0 0 0,0 1 0 0 0,0-1 0 0 0,1-1 0 0 0,-17-15 0 0 0,24 20 0 0 0,1-1 0 0 0,0 0 0 0 0,0 0 0 0 0,0 0 0 0 0,1 0 0 0 0,0 0 0 0 0,-1-1 0 0 0,1 1 0 0 0,1-1 0 0 0,-1 1 0 0 0,1-1 0 0 0,0 0 0 0 0,0 0 0 0 0,0 1 0 0 0,0-1 0 0 0,1 0 0 0 0,0 0 0 0 0,0 0 0 0 0,1-6 0 0 0,2-11 0 0 0,1 0 0 0 0,12-42 0 0 0,-7 35 0 0 0,55-254 0 0 0,-55 222 0 0 0,-2-1 0 0 0,-1-105 0 0 0,-12 28 0 0 0,-3-196 0 0 0,-5-160 0 0 0,15 461 0 0 0,2 0 0 0 0,1 0 0 0 0,11-43 0 0 0,35-96 0 0 0,-30 113 0 0 0,-3 0 0 0 0,16-108 0 0 0,-32 150 0 0 0,0 0 0 0 0,-1 1 0 0 0,-1-1 0 0 0,0 0 0 0 0,-2 0 0 0 0,-5-22 0 0 0,-3 23 98 0 0,11 18-106 0 0,0-1 0 0 0,0 0 0 0 0,0 0-1 0 0,0 0 1 0 0,0 0 0 0 0,0 0 0 0 0,0 0 0 0 0,0 1-1 0 0,0-1 1 0 0,0 0 0 0 0,0 0 0 0 0,0 0 0 0 0,0 0 0 0 0,0 0-1 0 0,0 1 1 0 0,0-1 0 0 0,0 0 0 0 0,0 0 0 0 0,0 0 0 0 0,0 0-1 0 0,0 0 1 0 0,0 0 0 0 0,0 1 0 0 0,0-1 0 0 0,0 0 0 0 0,-1 0-1 0 0,1 0 1 0 0,0 0 0 0 0,0 0 0 0 0,0 0 0 0 0,0 0 0 0 0,0 0-1 0 0,0 0 1 0 0,0 0 0 0 0,-1 1 0 0 0,1-1 0 0 0,0 0 0 0 0,0 0-1 0 0,0 0 1 0 0,0 0 0 0 0,0 0 0 0 0,0 0 0 0 0,-1 0 0 0 0,1 0-1 0 0,0 0 1 0 0,0 0 0 0 0,0 0 0 0 0,0 0 0 0 0,0 0 0 0 0,-1 0-1 0 0,1 0 1 0 0,0 0 0 0 0,0 0 0 0 0,0-1 0 0 0,0 1 0 0 0,0 0-1 0 0,0 0 1 0 0,-1 0 0 0 0,1 0 0 0 0,4 12-5363 0 0,-10 24-14030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2:01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1193 311 2001 0 0,'-10'-20'4160'0'0,"-46"-76"21680"0"0,49 87-25780 0 0,0 1 0 0 0,-1 0 0 0 0,1 0 0 0 0,-1 1 0 0 0,-1 0 0 0 0,0 0 1 0 0,0 1-1 0 0,0 0 0 0 0,0 1 0 0 0,-1 0 0 0 0,0 0 0 0 0,0 1 0 0 0,-13-3 0 0 0,-19-10-135 0 0,31 11 75 0 0,0 0 0 0 0,-19-15 0 0 0,-18-8 0 0 0,34 24 0 0 0,1 0 0 0 0,-1 2 0 0 0,1-1 0 0 0,-1 2 0 0 0,0 0 0 0 0,0 1 0 0 0,0 0 0 0 0,-1 1 0 0 0,1 0 0 0 0,0 1 0 0 0,0 1 0 0 0,0 0 0 0 0,0 1 0 0 0,-21 8 0 0 0,-97 23 0 0 0,76-22 0 0 0,47-11 0 0 0,1 1 0 0 0,-1 0 0 0 0,0 0 0 0 0,1 0 0 0 0,-1 1 0 0 0,-14 7 0 0 0,-10 10 0 0 0,0 1 0 0 0,-38 31 0 0 0,55-38 0 0 0,1 1 0 0 0,0 1 0 0 0,0 0 0 0 0,2 1 0 0 0,-20 31 0 0 0,14-15 0 0 0,1 1 0 0 0,1 0 0 0 0,-16 53 0 0 0,26-64 0 0 0,1 1 0 0 0,2-1 0 0 0,0 1 0 0 0,2 0 0 0 0,0 1 0 0 0,3 38 0 0 0,0-48 0 0 0,-1 6 0 0 0,1 0 0 0 0,2-1 0 0 0,0 0 0 0 0,0 1 0 0 0,2-1 0 0 0,1 0 0 0 0,16 37 0 0 0,-11-38 0 0 0,1-1 0 0 0,1 0 0 0 0,1-1 0 0 0,1 0 0 0 0,0-1 0 0 0,1 0 0 0 0,0-2 0 0 0,2 0 0 0 0,-1 0 0 0 0,2-2 0 0 0,39 20 0 0 0,8-1 0 0 0,1-4 0 0 0,91 25 0 0 0,-130-44 0 0 0,-1-1 0 0 0,1-1 0 0 0,0-2 0 0 0,0 0 0 0 0,0-2 0 0 0,34-2 0 0 0,-40-2 0 0 0,0-1 0 0 0,-1-1 0 0 0,1 0 0 0 0,-1-2 0 0 0,0-1 0 0 0,-1 0 0 0 0,1-1 0 0 0,30-18 0 0 0,-25 10 0 0 0,0-1 0 0 0,-1 0 0 0 0,0-2 0 0 0,-2-1 0 0 0,-1-1 0 0 0,0-1 0 0 0,-1 0 0 0 0,19-30 0 0 0,-27 34 0 0 0,-2-1 0 0 0,0-1 0 0 0,-1 0 0 0 0,-1 0 0 0 0,0-1 0 0 0,-2 0 0 0 0,-1-1 0 0 0,0 0 0 0 0,-2 0 0 0 0,0 0 0 0 0,1-42 0 0 0,-5 40 0 0 0,-1 1 0 0 0,-1 0 0 0 0,-1 0 0 0 0,-1 0 0 0 0,-1 0 0 0 0,-15-42 0 0 0,16 53 0 0 0,-2 0 0 0 0,0 0 0 0 0,0 1 0 0 0,-1 0 0 0 0,-1 0 0 0 0,0 1 0 0 0,0 0 0 0 0,-1 0 0 0 0,0 0 0 0 0,-1 2 0 0 0,1-1 0 0 0,-2 1 0 0 0,-19-12 0 0 0,7 9 140 0 0,0 0 0 0 0,0 2 1 0 0,-1 0-1 0 0,0 2 0 0 0,0 1 0 0 0,-1 1 1 0 0,-28-3-1 0 0,18 5-701 0 0,-47 2 0 0 0,-30 12-3926 0 0,97-8-2765 0 0,-8 1-7933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25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220 160 1761 0 0,'1'-10'1108'0'0,"-1"0"0"0"0,0 0 0 0 0,-1 0-1 0 0,0-1 1 0 0,-1 1 0 0 0,0 1 0 0 0,-6-19 0 0 0,7 24-388 0 0,-1 0 0 0 0,-1 1 0 0 0,1-1 0 0 0,0 0 0 0 0,-1 1 0 0 0,0 0 0 0 0,0-1 0 0 0,0 1 1 0 0,0 0-1 0 0,0 0 0 0 0,-1 1 0 0 0,0-1 0 0 0,1 1 0 0 0,-1 0 0 0 0,0-1 0 0 0,0 2 0 0 0,0-1 0 0 0,0 0 0 0 0,0 1 0 0 0,-7-2 0 0 0,9 3-348 0 0,0-1 1 0 0,0 1-1 0 0,0-1 0 0 0,0 1 0 0 0,0 0 1 0 0,0 0-1 0 0,0-1 0 0 0,-1 2 1 0 0,1-1-1 0 0,0 0 0 0 0,0 0 0 0 0,0 1 1 0 0,-3 0-1 0 0,5-1-317 0 0,-1 1 0 0 0,1-1-1 0 0,-1 1 1 0 0,1 0 0 0 0,-1-1 0 0 0,1 1 0 0 0,0 0 0 0 0,-1-1 0 0 0,1 1-1 0 0,0 0 1 0 0,-1-1 0 0 0,1 1 0 0 0,0 0 0 0 0,0 0 0 0 0,0-1-1 0 0,0 1 1 0 0,0 0 0 0 0,0 0 0 0 0,0-1 0 0 0,0 1 0 0 0,0 0 0 0 0,0 0-1 0 0,0-1 1 0 0,0 1 0 0 0,0 0 0 0 0,0 0 0 0 0,1-1 0 0 0,-1 1 0 0 0,0 0-1 0 0,1-1 1 0 0,-1 1 0 0 0,1 0 0 0 0,0 2-55 0 0,0 0 0 0 0,0 0 0 0 0,-1 0 0 0 0,1 0 0 0 0,-1 0 0 0 0,0 0 0 0 0,0 0 0 0 0,0 0 0 0 0,0 0 0 0 0,-1 6 0 0 0,-1 9 0 0 0,-7 256 0 0 0,-8 99 0 0 0,4-230 0 0 0,-39 173 0 0 0,46-297 0 0 0,3-25 0 0 0,5-40 0 0 0,18-156 0 0 0,6-151 0 0 0,-30 226 0 0 0,1 58 0 0 0,2 0 0 0 0,15-118 0 0 0,-13 180 0 0 0,0 1 0 0 0,1-1 0 0 0,0 1 0 0 0,0-1 0 0 0,5-9 0 0 0,-6 14 0 0 0,-1 1 0 0 0,1 0 0 0 0,0 0 0 0 0,-1 0 0 0 0,1 0 0 0 0,0 0 0 0 0,0 0 0 0 0,0 0 0 0 0,0 0 0 0 0,0 0 0 0 0,0 0 0 0 0,1 0 0 0 0,-1 0 0 0 0,0 1 0 0 0,0-1 0 0 0,0 0 0 0 0,1 1 0 0 0,-1-1 0 0 0,0 1 0 0 0,1 0 0 0 0,-1-1 0 0 0,0 1 0 0 0,1 0 0 0 0,-1 0 0 0 0,1 0 0 0 0,-1 0 0 0 0,0 0 0 0 0,1 0 0 0 0,-1 0 0 0 0,1 1 0 0 0,-1-1 0 0 0,3 1 0 0 0,5 3 0 0 0,0 0 0 0 0,0 0 0 0 0,0 1 0 0 0,-1 0 0 0 0,0 1 0 0 0,15 13 0 0 0,38 42 0 0 0,-48-45 0 0 0,-1-1 0 0 0,-1 2 0 0 0,0-1 0 0 0,-2 2 0 0 0,1-1 0 0 0,-2 1 0 0 0,-1 1 0 0 0,7 23 0 0 0,2 21 0 0 0,9 73 0 0 0,-19-101 0 0 0,11 88 0 0 0,-11-63 0 0 0,4 1 0 0 0,29 102 0 0 0,-38-161 0 0 0,0 2 0 0 0,0 0 0 0 0,0 0 0 0 0,1-1 0 0 0,-1 1 0 0 0,1-1 0 0 0,0 1 0 0 0,0-1 0 0 0,0 0 0 0 0,4 5 0 0 0,-3-9-1162 0 0,-4-7-2184 0 0,-6-10-9074 0 0,-15-17-2298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26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26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96 1121 0 0,'-11'-19'10004'0'0,"28"52"9045"0"0,-1-9-16456 0 0,-6-19-2593 0 0,-4-5 0 0 0,2-3 0 0 0,47-24 0 0 0,21-3 0 0 0,13 5 0 0 0,-14 7 0 0 0,-3 2 0 0 0,3 6 0 0 0,-2 9 0 0 0,-12-4-6595 0 0,-14 7-7812 0 0,-19-8 4963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26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11 1681 0 0,'-6'-11'28490'0'0,"6"12"-28055"0"0,-8 39 1427 0 0,-14 587-1563 0 0,22-598-299 0 0,0-7 0 0 0,0 0 0 0 0,1 0 0 0 0,2-1 0 0 0,0 1 0 0 0,8 30 0 0 0,-10-51-357 0 0,-1 1 0 0 0,1-1 0 0 0,-1 1 0 0 0,1-1 0 0 0,0 1 0 0 0,-1-1 0 0 0,1 0 0 0 0,0 1 0 0 0,0-1 0 0 0,0 0 0 0 0,0 0 0 0 0,0 0 0 0 0,1 0 0 0 0,-1 0 0 0 0,0 0 0 0 0,0 0 1 0 0,1 0-1 0 0,1 1 0 0 0,-2-2 1 0 0,0 0 0 0 0,0 0 0 0 0,0 0 0 0 0,0 0 0 0 0,-1 0 1 0 0,1-1-1 0 0,0 1 0 0 0,0 0 0 0 0,0 0 0 0 0,-1-1 1 0 0,1 1-1 0 0,0-1 0 0 0,0 1 0 0 0,-1-1 0 0 0,1 1 0 0 0,0-1 1 0 0,-1 1-1 0 0,1-1 0 0 0,0 1 0 0 0,-1-1 0 0 0,1 0 0 0 0,-1 1 1 0 0,1-1-1 0 0,-1 0 0 0 0,0 0 0 0 0,1 1 0 0 0,-1-1 1 0 0,0 0-1 0 0,1 0 0 0 0,-1 0 0 0 0,0 1 0 0 0,0-1 0 0 0,0 0 1 0 0,0 0-1 0 0,1 0 0 0 0,-2-1 0 0 0,7-41-10942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26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74 320 0 0,'-11'-73'-240'0'0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27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14 215 240 0 0,'-1'-28'1304'0'0,"-5"-13"11944"0"0,0-6 3655 0 0,5 45-16847 0 0,1 0 0 0 0,1 0 1 0 0,-1 0-1 0 0,0 0 1 0 0,0 0-1 0 0,1 0 1 0 0,-1 0-1 0 0,1 0 1 0 0,0 0-1 0 0,-1 0 0 0 0,1 1 1 0 0,0-1-1 0 0,0 0 1 0 0,0 0-1 0 0,0 1 1 0 0,1-1-1 0 0,-1 0 1 0 0,2-1-1 0 0,1 0-18 0 0,0-1 1 0 0,0 1-1 0 0,1-1 0 0 0,0 1 1 0 0,-1 0-1 0 0,9-3 0 0 0,4-1-105 0 0,1 1 0 0 0,-1 1 0 0 0,21-4 0 0 0,-11 5 67 0 0,-1 2 0 0 0,1 0 0 0 0,-1 2 0 0 0,1 1 0 0 0,0 1 0 0 0,37 7 0 0 0,-32-2 0 0 0,-1 0 0 0 0,-1 2 0 0 0,1 2 0 0 0,-2 0 0 0 0,30 17 0 0 0,-53-25 0 0 0,0 0 0 0 0,-1 1 0 0 0,0 0 0 0 0,0 0 0 0 0,0 0 0 0 0,0 0 0 0 0,6 8 0 0 0,-10-10 0 0 0,1 0 0 0 0,-1 0 0 0 0,0 0 0 0 0,0 0 0 0 0,0 0 0 0 0,0 0 0 0 0,0 1 0 0 0,0-1 0 0 0,-1 0 0 0 0,1 1 0 0 0,-1-1 0 0 0,1 0 0 0 0,-1 1 0 0 0,0-1 0 0 0,0 1 0 0 0,0-1 0 0 0,0 0 0 0 0,-1 1 0 0 0,1-1 0 0 0,-1 0 0 0 0,1 1 0 0 0,-1-1 0 0 0,-1 3 0 0 0,-2 3 0 0 0,0 0 0 0 0,0-1 0 0 0,-1 1 0 0 0,-1-1 0 0 0,1 0 0 0 0,-1 0 0 0 0,0 0 0 0 0,-1-1 0 0 0,-8 7 0 0 0,-10 6 0 0 0,-33 19 0 0 0,53-35 0 0 0,-243 145 0 0 0,254-151 0 0 0,1 1 0 0 0,0-1 0 0 0,-1 2 0 0 0,1-1 0 0 0,0 1 0 0 0,0 0 0 0 0,0 0 0 0 0,0 1 0 0 0,7 0 0 0 0,73 6 0 0 0,-78-5 0 0 0,13 1 0 0 0,0 1 0 0 0,0 2 0 0 0,0 0 0 0 0,0 1 0 0 0,-1 1 0 0 0,0 1 0 0 0,25 13 0 0 0,-38-17 0 0 0,0 1 0 0 0,-1 0 0 0 0,1 0 0 0 0,-1 1 0 0 0,-1 0 0 0 0,1 0 0 0 0,-1 1 0 0 0,0-1 0 0 0,0 2 0 0 0,-1-1 0 0 0,0 0 0 0 0,0 1 0 0 0,-1 0 0 0 0,0 0 0 0 0,0 0 0 0 0,-1 1 0 0 0,0-1 0 0 0,0 1 0 0 0,-1 0 0 0 0,2 17 0 0 0,-4-19 0 0 0,1 0 0 0 0,-1 1 0 0 0,-1-1 0 0 0,1 0 0 0 0,-1 1 0 0 0,-1-1 0 0 0,1 0 0 0 0,-1 0 0 0 0,-1 0 0 0 0,1 0 0 0 0,-1-1 0 0 0,-6 12 0 0 0,2-8 0 0 0,0 0 0 0 0,0-1 0 0 0,-1 0 0 0 0,0 0 0 0 0,-1-1 0 0 0,0 0 0 0 0,-10 8 0 0 0,-13 4 0 0 0,0-1 0 0 0,-2-1 0 0 0,-64 24 0 0 0,59-26 0 0 0,-48 11 0 0 0,77-24 0 0 0,0-1 0 0 0,0 0 0 0 0,-1 0 0 0 0,1-1 0 0 0,-1-1 0 0 0,1 0 0 0 0,-1 0 0 0 0,1-1 0 0 0,-1 0 0 0 0,-14-4 0 0 0,22 4 23 0 0,1 0 0 0 0,-1 0 0 0 0,1 0-1 0 0,0 0 1 0 0,-1 0 0 0 0,1-1 0 0 0,0 1 0 0 0,0-1 0 0 0,0 0 0 0 0,0 1-1 0 0,0-1 1 0 0,0 0 0 0 0,0 0 0 0 0,1 0 0 0 0,-1 0 0 0 0,1-1 0 0 0,-1 1-1 0 0,1 0 1 0 0,0-1 0 0 0,0 1 0 0 0,0-1 0 0 0,0 1 0 0 0,0-1 0 0 0,1 1-1 0 0,-1-6 1 0 0,0 1-566 0 0,1 1-1 0 0,1-1 0 0 0,-1 1 1 0 0,1-1-1 0 0,0 1 0 0 0,1-1 1 0 0,0 1-1 0 0,0-1 0 0 0,4-8 1 0 0,25-42-18738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27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487 1 7123 0 0,'-2'0'10546'0'0,"-4"1"-5294"0"0,-22 5 1192 0 0,13 0-5359 0 0,1 0 0 0 0,-22 14 0 0 0,-49 40-923 0 0,76-53-177 0 0,-28 22 15 0 0,1 2 0 0 0,2 1 0 0 0,1 2 0 0 0,-31 39 0 0 0,52-55 0 0 0,0 0 0 0 0,1 0 0 0 0,0 1 0 0 0,-11 32 0 0 0,17-39 0 0 0,1 1 0 0 0,1-1 0 0 0,0 1 0 0 0,1 0 0 0 0,1 0 0 0 0,0 0 0 0 0,0 0 0 0 0,2 19 0 0 0,1-23 0 0 0,-1 0 0 0 0,1 0 0 0 0,1 0 0 0 0,0-1 0 0 0,0 1 0 0 0,1 0 0 0 0,0-1 0 0 0,0 0 0 0 0,1 0 0 0 0,0 0 0 0 0,0-1 0 0 0,1 0 0 0 0,0 1 0 0 0,0-2 0 0 0,1 1 0 0 0,0-1 0 0 0,0 0 0 0 0,0-1 0 0 0,16 9 0 0 0,2 0 0 0 0,1-2 0 0 0,0-1 0 0 0,0-1 0 0 0,1-1 0 0 0,35 7 0 0 0,16-1 70 0 0,125 9 0 0 0,83-13-622 0 0,-258-10 398 0 0,59-2-5203 0 0,-24-7-10682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28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 9845 0 0,'85'-46'20089'0'0,"10"15"-17256"0"0,-39 20-2833 0 0,-25 12 0 0 0,1 1 0 0 0,17 1 0 0 0,15-6 0 0 0,-8 0 0 0 0,7 0 0 0 0,11 4 0 0 0,8 4-10037 0 0,-21 0-3969 0 0,-33-15 6002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28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55 400 0 0,'-12'19'4242'0'0,"9"37"5282"0"0,3-29 161 0 0,13-25-769 0 0,18 3-8916 0 0,12-5 0 0 0,17-18 0 0 0,10-11 0 0 0,8-2 0 0 0,-9 4 0 0 0,10 6 0 0 0,10-1 0 0 0,-1 13-14279 0 0,-17 3 1233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31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23 160 0 0,'0'0'310'0'0,"0"-1"0"0"0,0 0 0 0 0,0 0 0 0 0,0 0 0 0 0,0 0 0 0 0,0 0 0 0 0,-1 0 0 0 0,1 0 0 0 0,0 1 0 0 0,0-1 0 0 0,-1 0 0 0 0,1 0 0 0 0,0 0 0 0 0,-1 0 0 0 0,1 1 0 0 0,-1-1 0 0 0,1 0 0 0 0,-1 1 0 0 0,0-1 0 0 0,1 0 0 0 0,-1 1 0 0 0,1-1 0 0 0,-1 0 0 0 0,0 1 0 0 0,0-1 0 0 0,1 1 0 0 0,-1-1 0 0 0,0 1 0 0 0,0 0 0 0 0,0-1 0 0 0,1 1 0 0 0,-1 0 0 0 0,0 0 0 0 0,0-1 0 0 0,0 1 0 0 0,0 0 0 0 0,0 0 0 0 0,0 0 0 0 0,0 0 0 0 0,1 0 0 0 0,-1 0 0 0 0,0 0 0 0 0,0 1 0 0 0,0-1 0 0 0,0 0 0 0 0,0 0 0 0 0,1 1 0 0 0,-1-1 0 0 0,0 0 0 0 0,0 1 0 0 0,0-1 0 0 0,1 1 0 0 0,-1-1 0 0 0,0 1 0 0 0,0-1 0 0 0,1 1 0 0 0,-1 0 0 0 0,1-1 0 0 0,-1 1 0 0 0,1 0 0 0 0,-1 0 0 0 0,1-1 0 0 0,-1 1 0 0 0,1 0 0 0 0,-1 0 0 0 0,1 1 0 0 0,-101 178 9076 0 0,47-77-6935 0 0,49-94-2451 0 0,1 0 0 0 0,0 0 0 0 0,1 1 0 0 0,0-1 0 0 0,0 1 0 0 0,1 0 0 0 0,0 0 0 0 0,1 0 0 0 0,0 0 0 0 0,1 0 0 0 0,0 0 0 0 0,0 0 0 0 0,1 0 0 0 0,0 0 0 0 0,1 0 0 0 0,0 0 0 0 0,1-1 0 0 0,0 1 0 0 0,0-1 0 0 0,1 1 0 0 0,0-1 0 0 0,1 0 0 0 0,11 16 0 0 0,-5-10 0 0 0,0-1 0 0 0,1 0 0 0 0,1-1 0 0 0,0 0 0 0 0,0-1 0 0 0,1 0 0 0 0,1-1 0 0 0,0-1 0 0 0,0 0 0 0 0,1-1 0 0 0,1-1 0 0 0,24 9 0 0 0,14-1 115 0 0,101 15 1 0 0,-63-14-2300 0 0,-61-10-7922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32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7 560 0 0,'-14'-2'2570'0'0,"-26"-2"4145"0"0,38 4-5600 0 0,0 0 1 0 0,-1 0 0 0 0,1 0 0 0 0,0 0-1 0 0,0 0 1 0 0,-1 0 0 0 0,1 1 0 0 0,0 0-1 0 0,0-1 1 0 0,0 1 0 0 0,-1 0 0 0 0,1 0-1 0 0,-2 1 1 0 0,0 13 2824 0 0,3 32-3189 0 0,1 0 0 0 0,14 91 0 0 0,31 102 256 0 0,-23-134-905 0 0,-21-98-130 0 0,0 0 0 0 0,1 1 0 0 0,0-1 0 0 0,1 0 0 0 0,0 0 0 0 0,0 0 0 0 0,0-1 0 0 0,1 1 0 0 0,1-1 0 0 0,-1 0 0 0 0,1 0 0 0 0,0 0 0 0 0,9 9 0 0 0,-14-16-61 0 0,0 0 0 0 0,0 0 0 0 0,0 1 0 0 0,0-1-1 0 0,0 0 1 0 0,0 0 0 0 0,0 0 0 0 0,0 1 0 0 0,1-1 0 0 0,-1 0 0 0 0,0 0 0 0 0,0 0 0 0 0,0 1 0 0 0,0-1 0 0 0,0 0 0 0 0,0 0 0 0 0,1 0-1 0 0,-1 0 1 0 0,0 0 0 0 0,0 1 0 0 0,0-1 0 0 0,0 0 0 0 0,1 0 0 0 0,-1 0 0 0 0,0 0 0 0 0,0 0 0 0 0,0 0 0 0 0,1 0 0 0 0,-1 0 0 0 0,0 0-1 0 0,0 0 1 0 0,1 0 0 0 0,-1 0 0 0 0,0 0 0 0 0,0 0 0 0 0,0 0 0 0 0,1 0 0 0 0,-1 0 0 0 0,0 0 0 0 0,0 0 0 0 0,0 0 0 0 0,1 0-1 0 0,-1 0 1 0 0,0 0 0 0 0,0 0 0 0 0,0 0 0 0 0,1 0 0 0 0,-1 0 0 0 0,0-1 0 0 0,0 1 0 0 0,0 0 0 0 0,0 0 0 0 0,1 0 0 0 0,-6-20-16511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32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91 629 800 0 0,'-19'-73'110'0'0,"4"-1"-1"0"0,2 0 1 0 0,4-1-1 0 0,0-88 0 0 0,6 109 2440 0 0,-7 20 2906 0 0,10 33-5140 0 0,-1-1 0 0 0,1 1 0 0 0,-1 0 1 0 0,1-1-1 0 0,0 1 0 0 0,0 0 0 0 0,0-1 0 0 0,0 1 0 0 0,0 0 0 0 0,0-1 1 0 0,0 1-1 0 0,0-1 0 0 0,0 1 0 0 0,1 0 0 0 0,-1-1 0 0 0,0 1 1 0 0,1 0-1 0 0,-1 0 0 0 0,1-1 0 0 0,0 1 0 0 0,-1 0 0 0 0,1 0 0 0 0,0 0 1 0 0,0 0-1 0 0,0 0 0 0 0,0 0 0 0 0,0 0 0 0 0,0 0 0 0 0,0 0 1 0 0,0 0-1 0 0,0 0 0 0 0,0 1 0 0 0,0-1 0 0 0,1 0 0 0 0,-1 1 0 0 0,0-1 1 0 0,0 1-1 0 0,3-1 0 0 0,8-4 2371 0 0,1 1 0 0 0,0 1 0 0 0,18-3 0 0 0,-20 4-2305 0 0,31-5-381 0 0,65-4 0 0 0,-91 11 0 0 0,1 0 0 0 0,-1 1 0 0 0,0 0 0 0 0,1 2 0 0 0,-1-1 0 0 0,0 2 0 0 0,17 6 0 0 0,-32-10 0 0 0,0 1 0 0 0,0-1 0 0 0,0 0 0 0 0,1 1 0 0 0,-1-1 0 0 0,0 1 0 0 0,0 0 0 0 0,0-1 0 0 0,0 1 0 0 0,0 0 0 0 0,0-1 0 0 0,0 1 0 0 0,0 0 0 0 0,-1 0 0 0 0,1 0 0 0 0,0 0 0 0 0,0 0 0 0 0,-1 0 0 0 0,1 0 0 0 0,0 0 0 0 0,-1 0 0 0 0,1 0 0 0 0,-1 1 0 0 0,0-1 0 0 0,1 0 0 0 0,-1 0 0 0 0,0 0 0 0 0,0 0 0 0 0,0 1 0 0 0,0-1 0 0 0,0 0 0 0 0,0 0 0 0 0,0 1 0 0 0,0-1 0 0 0,0 0 0 0 0,0 0 0 0 0,-1 0 0 0 0,1 1 0 0 0,0-1 0 0 0,-1 0 0 0 0,1 0 0 0 0,-1 0 0 0 0,1 0 0 0 0,-1 0 0 0 0,-1 2 0 0 0,-3 4 0 0 0,0 0 0 0 0,-1-1 0 0 0,0 1 0 0 0,0-1 0 0 0,-7 6 0 0 0,-12 6 0 0 0,-1-1 0 0 0,0-1 0 0 0,-1-1 0 0 0,-1-2 0 0 0,0 0 0 0 0,-1-2 0 0 0,0-1 0 0 0,-47 9 0 0 0,66-17 0 0 0,14-1 0 0 0,18 0 0 0 0,22 12 0 0 0,78 35 0 0 0,-103-40 0 0 0,15 6 0 0 0,59 35 0 0 0,-85-44 0 0 0,0 0 0 0 0,-1 0 0 0 0,1 1 0 0 0,-1 0 0 0 0,-1 0 0 0 0,1 1 0 0 0,-1 0 0 0 0,0 0 0 0 0,0 0 0 0 0,-1 1 0 0 0,0 0 0 0 0,0 0 0 0 0,3 9 0 0 0,-7-13 0 0 0,0-1 0 0 0,0 1 0 0 0,0 0 0 0 0,-1 0 0 0 0,1-1 0 0 0,-1 1 0 0 0,0 0 0 0 0,0-1 0 0 0,-1 1 0 0 0,1 0 0 0 0,-1 0 0 0 0,1-1 0 0 0,-1 1 0 0 0,0-1 0 0 0,-1 1 0 0 0,1-1 0 0 0,-1 1 0 0 0,1-1 0 0 0,-1 0 0 0 0,0 1 0 0 0,0-1 0 0 0,-1 0 0 0 0,1 0 0 0 0,0-1 0 0 0,-1 1 0 0 0,0 0 0 0 0,0-1 0 0 0,-5 4 0 0 0,-9 6 0 0 0,0-2 0 0 0,-1 0 0 0 0,0-1 0 0 0,-24 8 0 0 0,10-3 0 0 0,14-7 0 0 0,1-1 0 0 0,-1 0 0 0 0,-1-1 0 0 0,1-1 0 0 0,-1-1 0 0 0,1-1 0 0 0,-1 0 0 0 0,0-1 0 0 0,0-1 0 0 0,0-1 0 0 0,0-1 0 0 0,-25-6 0 0 0,41 8 0 0 0,-1-1 0 0 0,0 0 0 0 0,0 0 0 0 0,0 0 0 0 0,1 0 0 0 0,-1-1 0 0 0,1 1 0 0 0,-1-1 0 0 0,1 0 0 0 0,0 0 0 0 0,-1 0 0 0 0,1-1 0 0 0,0 1 0 0 0,0-1 0 0 0,1 0 0 0 0,-1 0 0 0 0,1 0 0 0 0,-5-5 0 0 0,7 7 12 0 0,0 1 1 0 0,0-1-1 0 0,0 1 1 0 0,-1 0-1 0 0,1-1 1 0 0,0 1-1 0 0,0-1 1 0 0,0 1-1 0 0,0-1 1 0 0,0 1-1 0 0,0 0 0 0 0,0-1 1 0 0,0 1-1 0 0,0-1 1 0 0,0 1-1 0 0,0-1 1 0 0,0 1-1 0 0,0-1 1 0 0,0 1-1 0 0,0 0 1 0 0,0-1-1 0 0,0 1 1 0 0,1-1-1 0 0,-1 1 0 0 0,0 0 1 0 0,0-1-1 0 0,1 1 1 0 0,-1 0-1 0 0,0-1 1 0 0,0 1-1 0 0,1 0 1 0 0,-1-1-1 0 0,0 1 1 0 0,1 0-1 0 0,-1-1 0 0 0,0 1 1 0 0,1 0-1 0 0,-1 0 1 0 0,1-1-1 0 0,20-6-1161 0 0,-14 5-313 0 0,43-10-10191 0 0,-8 6-6468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34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50 1521 0 0,'0'-4'2979'0'0,"4"-19"21340"0"0,-2 31-20371 0 0,-15 297-3948 0 0,13-186 0 0 0,-10 355 0 0 0,16-656 0 0 0,7-44 0 0 0,-8 107 0 0 0,30-176 0 0 0,-34 291 0 0 0,13-51 0 0 0,-13 51 0 0 0,0 1 0 0 0,1-1 0 0 0,0 0 0 0 0,0 0 0 0 0,0 1 0 0 0,0-1 0 0 0,0 1 0 0 0,1 0 0 0 0,-1 0 0 0 0,5-4 0 0 0,-6 6 0 0 0,-1 1 0 0 0,1-1 0 0 0,0 0 0 0 0,0 1 0 0 0,-1 0 0 0 0,1-1 0 0 0,0 1 0 0 0,0-1 0 0 0,0 1 0 0 0,0 0 0 0 0,0 0 0 0 0,0 0 0 0 0,0-1 0 0 0,0 1 0 0 0,-1 0 0 0 0,1 0 0 0 0,0 0 0 0 0,0 0 0 0 0,0 0 0 0 0,0 1 0 0 0,0-1 0 0 0,0 0 0 0 0,0 0 0 0 0,0 1 0 0 0,0-1 0 0 0,-1 0 0 0 0,1 1 0 0 0,0-1 0 0 0,0 1 0 0 0,0-1 0 0 0,-1 1 0 0 0,1-1 0 0 0,0 1 0 0 0,0 1 0 0 0,25 31 0 0 0,-3 8 0 0 0,-2 1 0 0 0,-2 0 0 0 0,19 58 0 0 0,30 146 0 0 0,-9-29 0 0 0,-42-164 0 0 0,47 99 0 0 0,-14-73 0 0 0,-77-143-6453 0 0,12 22-4035 0 0,-15-16-4938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34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49 160 0 0,'-39'-49'-80'0'0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1:34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1121 0 0,'5'2'26091'0'0,"3"-2"-20536"0"0,1 2-5555 0 0,23 6 0 0 0,39-1 0 0 0,-8-9 0 0 0,-10-5 0 0 0,-4 3 0 0 0,-2 4 0 0 0,-4 0-4994 0 0,-22 15-15256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2:04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2356 1 3362 0 0,'-273'146'19212'0'0,"89"-59"-11418"0"0,8-4-5600 0 0,-635 347-1938 0 0,25 30-307 0 0,767-449 51 0 0,-7 4 0 0 0,-23 13 0 0 0,46-26 0 0 0,0 0 0 0 0,0 0 0 0 0,1 1 0 0 0,-1-1 0 0 0,1 0 0 0 0,-1 1 0 0 0,1 0 0 0 0,0-1 0 0 0,0 1 0 0 0,0 0 0 0 0,-2 4 0 0 0,4-7 0 0 0,0 1 0 0 0,0-1 0 0 0,0 1 0 0 0,0-1 0 0 0,0 1 0 0 0,0-1 0 0 0,0 1 0 0 0,0 0 0 0 0,0-1 0 0 0,0 1 0 0 0,0-1 0 0 0,1 1 0 0 0,-1-1 0 0 0,0 1 0 0 0,0-1 0 0 0,0 1 0 0 0,1-1 0 0 0,-1 1 0 0 0,0-1 0 0 0,1 0 0 0 0,-1 1 0 0 0,0-1 0 0 0,1 1 0 0 0,-1-1 0 0 0,0 0 0 0 0,1 1 0 0 0,-1-1 0 0 0,1 0 0 0 0,-1 1 0 0 0,1-1 0 0 0,-1 0 0 0 0,1 0 0 0 0,-1 0 0 0 0,1 1 0 0 0,-1-1 0 0 0,1 0 0 0 0,-1 0 0 0 0,1 0 0 0 0,-1 0 0 0 0,1 0 0 0 0,-1 0 0 0 0,1 0 0 0 0,0 0 0 0 0,0 0 0 0 0,8 1 24 0 0,0-1-1 0 0,0 1 1 0 0,0-1 0 0 0,0-1 0 0 0,0 0-1 0 0,13-3 1 0 0,63-19-2744 0 0,-80 21 2366 0 0,200-70-11989 0 0,-3-13 4219 0 0,-59 24 4455 0 0,80-30-773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2:05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2993 0 2321 0 0,'28'5'23496'0'0,"-32"-2"-22793"0"0,0-1-1 0 0,0 0 0 0 0,0 0 1 0 0,-1-1-1 0 0,1 1 1 0 0,-1-1-1 0 0,1 0 0 0 0,-7 1 1 0 0,-18 5-75 0 0,-88 26-628 0 0,27-9 0 0 0,-143 58 0 0 0,101-19 0 0 0,-86 37 0 0 0,-131 28 0 0 0,33-13 0 0 0,-771 368 0 0 0,1075-477 0 0 0,-63 33 0 0 0,2 2 0 0 0,-115 88 0 0 0,147-89 0 0 0,39-38 0 0 0,1 0 0 0 0,-1 0 0 0 0,1 0 0 0 0,-1 0 0 0 0,1 0 0 0 0,0 0 0 0 0,0 1 0 0 0,0-1 0 0 0,0 0 0 0 0,0 1 0 0 0,1-1 0 0 0,-1 1 0 0 0,1-1 0 0 0,0 1 0 0 0,-1-1 0 0 0,1 1 0 0 0,1 3 0 0 0,-1-5-54 0 0,0 0 1 0 0,0 0-1 0 0,0 0 0 0 0,1 0 0 0 0,-1 0 1 0 0,1 0-1 0 0,-1 0 0 0 0,1 0 1 0 0,-1 0-1 0 0,1 0 0 0 0,-1 0 1 0 0,1 0-1 0 0,0-1 0 0 0,-1 1 0 0 0,1 0 1 0 0,0 0-1 0 0,0-1 0 0 0,0 1 1 0 0,0 0-1 0 0,-1-1 0 0 0,1 1 0 0 0,0-1 1 0 0,2 1-1 0 0,-1 0-252 0 0,1-1 0 0 0,-1 1 0 0 0,1-1 0 0 0,-1 0 0 0 0,1 0 0 0 0,-1 0 0 0 0,1 0 0 0 0,-1 0 0 0 0,1 0 0 0 0,2-1 0 0 0,4-2-1685 0 0,1 0-1 0 0,0-1 1 0 0,-1 0-1 0 0,11-5 1 0 0,41-29-7040 0 0,13-10 2468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8:42:08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 29820,'7531'0'0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2:11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 2481 0 0,'-8'8'27398'0'0,"9"-3"-24510"0"0,4 103-2888 0 0,5 42 0 0 0,-1-80 0 0 0,-1 125 0 0 0,-16-20 0 0 0,9-155 0 0 0,-1-31 0 0 0,0 7-54 0 0,-1 1 0 0 0,0-1 0 0 0,0 1 1 0 0,0-1-1 0 0,0 1 0 0 0,-1-1 0 0 0,1 1 0 0 0,-1 0 0 0 0,0 0 1 0 0,-3-4-1 0 0,1 1-587 0 0,-35-53-5521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3:11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1015 1201 0 0,'-93'-141'8430'0'0,"4"35"-79"0"0,87 103-8005 0 0,-1-1 1 0 0,0 1-1 0 0,1-1 1 0 0,-1 0-1 0 0,1 0 1 0 0,0 0 0 0 0,1 0-1 0 0,-1 0 1 0 0,1-1-1 0 0,0 1 1 0 0,0 0 0 0 0,0-1-1 0 0,0 1 1 0 0,1-1-1 0 0,0 1 1 0 0,-1-1-1 0 0,2 1 1 0 0,-1-1 0 0 0,1 1-1 0 0,0-5 1 0 0,4-3 268 0 0,0 0 0 0 0,0 1 1 0 0,1 0-1 0 0,0 0 1 0 0,16-19-1 0 0,-4 6-80 0 0,2 1 0 0 0,0 0 0 0 0,2 2 0 0 0,0 1-1 0 0,40-29 1 0 0,15-3-333 0 0,2 4 0 0 0,108-50 0 0 0,-84 55-202 0 0,1 4 0 0 0,3 4 0 0 0,0 5 0 0 0,152-21 0 0 0,-138 35 0 0 0,0 5 0 0 0,1 6 0 0 0,212 18 0 0 0,-254-5 0 0 0,0 4 0 0 0,0 4 0 0 0,-2 2 0 0 0,0 5 0 0 0,113 48 0 0 0,-165-59 0 0 0,-1 1 0 0 0,-1 2 0 0 0,0 0 0 0 0,-1 1 0 0 0,37 35 0 0 0,-48-40 0 0 0,-1 2 0 0 0,-1-1 0 0 0,0 1 0 0 0,-1 1 0 0 0,0 0 0 0 0,-1 0 0 0 0,0 1 0 0 0,-1 0 0 0 0,-1 0 0 0 0,8 30 0 0 0,-10-28 0 0 0,-1 0 0 0 0,-1 0 0 0 0,-1 0 0 0 0,0 1 0 0 0,-1-1 0 0 0,-1 0 0 0 0,0 0 0 0 0,-2 1 0 0 0,0-1 0 0 0,-7 24 0 0 0,2-19 0 0 0,-1 0 0 0 0,0-1 0 0 0,-2 0 0 0 0,0-1 0 0 0,-1 0 0 0 0,-1-1 0 0 0,-31 34 0 0 0,8-16 0 0 0,-3-1 0 0 0,0-3 0 0 0,-2-1 0 0 0,-55 32 0 0 0,-18 4 0 0 0,-4-6 0 0 0,-231 87 0 0 0,205-100 0 0 0,-3-6 0 0 0,-200 32 0 0 0,240-61 0 0 0,0-4 0 0 0,-134-5 0 0 0,177-7 0 0 0,0-3 0 0 0,1-3 0 0 0,-1-3 0 0 0,-93-28 0 0 0,134 31 0 0 0,-1-1 0 0 0,1-1 0 0 0,1 0 0 0 0,0-2 0 0 0,0-1 0 0 0,1-1 0 0 0,1 0 0 0 0,0-2 0 0 0,1 0 0 0 0,1-1 0 0 0,1-1 0 0 0,0-1 0 0 0,1 0 0 0 0,-25-42 0 0 0,32 44 0 0 0,1 0 0 0 0,1 0 0 0 0,0-1 0 0 0,2 0 0 0 0,0 0 0 0 0,1-1 0 0 0,0 1 0 0 0,2-1 0 0 0,0 0 0 0 0,1 0 0 0 0,1 0 0 0 0,1 0 0 0 0,0 0 0 0 0,2 0 0 0 0,0 1 0 0 0,1-1 0 0 0,1 1 0 0 0,1 0 0 0 0,14-33 0 0 0,-3 18 0 0 0,2-1 0 0 0,1 2 0 0 0,2 1 0 0 0,0 0 0 0 0,2 2 0 0 0,2 0 0 0 0,57-48 0 0 0,-40 43 86 0 0,2 3 0 0 0,1 2 0 0 0,1 1 0 0 0,2 3 0 0 0,0 2 0 0 0,71-23 0 0 0,-41 21-838 0 0,1 4 0 0 0,1 3 0 0 0,112-9 0 0 0,-139 22-1222 0 0,0 2 1 0 0,0 3 0 0 0,0 3-1 0 0,-1 1 1 0 0,68 15-1 0 0,-85-8-205 0 0,0 1 0 0 0,-1 1 0 0 0,-1 2-1 0 0,-1 1 1 0 0,41 27 0 0 0,-67-39 1776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4:59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457 1 25051 0 0,'-57'45'7716'0'0,"-18"23"-7716"0"0,-15 36 0 0 0,2 28 0 0 0,-22 67 0 0 0,73 17 0 0 0,132-44 0 0 0,126-96 0 0 0,96-86 0 0 0,47-51 0 0 0,-146 3 0 0 0,-97-4 0 0 0,-137 5-13078 0 0,-183-22-4450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01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0 263 27292 0 0,'0'-45'5475'0'0,"36"-4"-5475"0"0,81-55 0 0 0,-30 58 0 0 0,-6 28 0 0 0,-19 32 0 0 0,-26 57 0 0 0,-30 69 0 0 0,-40 37 0 0 0,-28 74 0 0 0,22-18 0 0 0,39-66 0 0 0,18-74 0 0 0,-5-74 0 0 0,-8-73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01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0 166 4002 0 0,'100'27'28765'0'0,"24"-24"-28765"0"0,12-50 0 0 0,12-22 0 0 0,-20 13 0 0 0,-55 32-27965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09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1 208 15847 0 0,'124'-132'16920'0'0,"-42"80"-16920"0"0,-11 28 0 0 0,-4 56 0 0 0,-42 68 0 0 0,-36 44 0 0 0,-25 7 0 0 0,-17 7 0 0 0,0-24 0 0 0,6-31 0 0 0,23-64 0 0 0,36-62 0 0 0,53-88 0 0 0,67-2 0 0 0,6 62 0 0 0,3 52 0 0 0,31 33 0 0 0,-80-6-24843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10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2 560 0 0,'-45'-1'19721'0'0,"43"1"-19105"0"0,0 0-1 0 0,0 0 1 0 0,1 0 0 0 0,-1 0-1 0 0,0 1 1 0 0,0-1-1 0 0,1 1 1 0 0,-1-1-1 0 0,0 1 1 0 0,1-1-1 0 0,-1 1 1 0 0,0 0 0 0 0,1 0-1 0 0,-1 0 1 0 0,-1 1-1 0 0,-11 20 1990 0 0,13-17-2573 0 0,-3 4-32 0 0,1 1 0 0 0,0-1 0 0 0,1 1 0 0 0,0 0 0 0 0,0 0 0 0 0,1 0 0 0 0,0 0 0 0 0,2 16 0 0 0,1 6 0 0 0,11 49 0 0 0,-6-46 0 0 0,2 0 0 0 0,1-1 0 0 0,2 0 0 0 0,31 61 0 0 0,-36-81 0 0 0,1 0 0 0 0,0 0 0 0 0,1-2 0 0 0,1 1 0 0 0,0-1 0 0 0,1 0 0 0 0,0-1 0 0 0,0 0 0 0 0,1-1 0 0 0,1 0 0 0 0,0-1 0 0 0,0-1 0 0 0,20 10 0 0 0,-28-15 17 0 0,1-1 1 0 0,0 0-1 0 0,0 0 0 0 0,0-1 1 0 0,-1 1-1 0 0,1-1 0 0 0,0-1 1 0 0,1 1-1 0 0,-1-1 0 0 0,0 0 1 0 0,0 0-1 0 0,0-1 0 0 0,0 1 1 0 0,0-1-1 0 0,0-1 0 0 0,6-2 1 0 0,-6 2-100 0 0,-1-1 0 0 0,-1 0 0 0 0,1 0 0 0 0,0 0 0 0 0,-1-1 0 0 0,0 0 1 0 0,1 1-1 0 0,-1-2 0 0 0,-1 1 0 0 0,1 0 0 0 0,-1-1 0 0 0,0 0 0 0 0,0 1 0 0 0,0-1 0 0 0,0-1 1 0 0,-1 1-1 0 0,3-11 0 0 0,1-4-540 0 0,-2 0 1 0 0,0 0-1 0 0,-1-1 1 0 0,-2 1-1 0 0,0-1 0 0 0,-1 1 1 0 0,-1-1-1 0 0,0 0 1 0 0,-7-28-1 0 0,2 20 825 0 0,-2 1 0 0 0,-12-33 0 0 0,12 40 957 0 0,-1 1-1 0 0,-1 1 1 0 0,-13-21-1 0 0,20 36-960 0 0,0-1 0 0 0,0 1 0 0 0,0-1 0 0 0,-1 1 0 0 0,1 0 0 0 0,-1 1 0 0 0,0-1 0 0 0,0 0 0 0 0,0 1 0 0 0,-6-3 0 0 0,10 6-198 0 0,-1 0 0 0 0,1 0 0 0 0,-1 0 0 0 0,1 0 0 0 0,-1 0 0 0 0,1 0 0 0 0,0 0 0 0 0,-1 0 0 0 0,1 0 0 0 0,-1 0 0 0 0,1 0 0 0 0,-1 0 0 0 0,1 0 0 0 0,-1 0 0 0 0,1 1 0 0 0,-1-1 0 0 0,1 0 0 0 0,0 0 1 0 0,-1 1-1 0 0,1-1 0 0 0,-1 0 0 0 0,1 0 0 0 0,0 1 0 0 0,-1-1 0 0 0,1 1 0 0 0,0-1 0 0 0,0 0 0 0 0,-1 1 0 0 0,1-1 0 0 0,0 0 0 0 0,0 1 0 0 0,-1-1 0 0 0,1 1 0 0 0,0-1 0 0 0,0 1 0 0 0,0-1 0 0 0,0 1 0 0 0,0-1 0 0 0,0 1 0 0 0,-1 5-12 0 0,0 0-1 0 0,0 1 0 0 0,1-1 0 0 0,0 0 1 0 0,0 0-1 0 0,2 7 0 0 0,21 126 12 0 0,43 142 0 0 0,22-13-2964 0 0,16-35-8052 0 0,-20-96-7211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10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30894 0 0,'50'7'1873'0'0,"20"-22"-1873"0"0,36-13 0 0 0,5 11 0 0 0,-34 16 0 0 0,-21 12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1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17288 0 0,'20'59'15479'0'0,"28"-52"-15479"0"0,52 0 0 0 0,32-10 0 0 0,-57-14-31166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17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8644 0 0,'2'-7'13274'0'0,"5"4"-8166"0"0,15 1-2721 0 0,-18 2-780 0 0,495-9 140 0 0,-484 9-1747 0 0,2 0 0 0 0,-1 0 0 0 0,0 1 0 0 0,1 1 0 0 0,27 7 0 0 0,-41-8 0 0 0,-1 0 0 0 0,1 0 0 0 0,-1 0 0 0 0,0 0 0 0 0,1 0 0 0 0,-1 0 0 0 0,0 1 0 0 0,0-1 0 0 0,0 1 0 0 0,0-1 0 0 0,0 1 0 0 0,0 0 0 0 0,-1 0 0 0 0,1 0 0 0 0,-1 0 0 0 0,1 0 0 0 0,-1 0 0 0 0,1 1 0 0 0,-1-1 0 0 0,1 4 0 0 0,-1-2 0 0 0,0 0 0 0 0,0 0 0 0 0,-1 1 0 0 0,0-1 0 0 0,0 0 0 0 0,0 1 0 0 0,0-1 0 0 0,0 0 0 0 0,-1 1 0 0 0,0-1 0 0 0,-1 5 0 0 0,-3 5 0 0 0,-1 1 0 0 0,0-1 0 0 0,-1 0 0 0 0,0 0 0 0 0,-16 20 0 0 0,-7 3 0 0 0,-3-1 0 0 0,-52 46 0 0 0,21-21 0 0 0,56-51 0 0 0,11-4 0 0 0,19-4 0 0 0,-13-2 0 0 0,145-5 0 0 0,-109 1 0 0 0,0 2 0 0 0,0 2 0 0 0,1 2 0 0 0,55 9 0 0 0,-91-9 0 0 0,-1 1 0 0 0,1-1 0 0 0,-1 2 0 0 0,10 4 0 0 0,-17-7 0 0 0,0 0 0 0 0,0 0 0 0 0,0 0 0 0 0,-1 0 0 0 0,1 0 0 0 0,0 0 0 0 0,-1 1 0 0 0,1-1 0 0 0,-1 0 0 0 0,0 1 0 0 0,1-1 0 0 0,-1 1 0 0 0,0 0 0 0 0,0-1 0 0 0,0 1 0 0 0,0 0 0 0 0,0 0 0 0 0,0 0 0 0 0,-1 0 0 0 0,1 0 0 0 0,-1 0 0 0 0,1 0 0 0 0,-1 0 0 0 0,0 0 0 0 0,1 0 0 0 0,-1 0 0 0 0,-1 2 0 0 0,0 4 0 0 0,-2 0 0 0 0,1-1 0 0 0,-1 0 0 0 0,0 0 0 0 0,-1 1 0 0 0,0-2 0 0 0,0 1 0 0 0,0 0 0 0 0,-1-1 0 0 0,0 0 0 0 0,0 0 0 0 0,-1-1 0 0 0,-7 8 0 0 0,-15 10 0 0 0,-45 30 0 0 0,65-47 0 0 0,-37 25 0 0 0,-102 66 0 0 0,118-79 0 0 0,-1-2 0 0 0,-62 24 0 0 0,48-30 0 0 0,43-10 32 0 0,1 1-1 0 0,-1-1 1 0 0,1 0 0 0 0,-1 0 0 0 0,1 1-1 0 0,-1-1 1 0 0,0 0 0 0 0,1 0-1 0 0,-1 0 1 0 0,1 0 0 0 0,-1 0-1 0 0,1 0 1 0 0,-1 0 0 0 0,0 0 0 0 0,1 0-1 0 0,-1 0 1 0 0,1 0 0 0 0,-1-1-1 0 0,0 1 1 0 0,1 0 0 0 0,-1 0-1 0 0,1 0 1 0 0,-1-1 0 0 0,1 1 0 0 0,-1 0-1 0 0,1-1 1 0 0,-1 1 0 0 0,1 0-1 0 0,0-1 1 0 0,-1 1 0 0 0,1-1-1 0 0,-1 1 1 0 0,1-1 0 0 0,3-7-1398 0 0,4-3-3682 0 0,2-1-2951 0 0,7-8-8632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18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51 1921 0 0,'-2'-4'2542'0'0,"-1"-1"1"0"0,1 1-1 0 0,-1-1 0 0 0,0 1 1 0 0,0 0-1 0 0,-1 0 0 0 0,-6-7 1 0 0,9 10-2014 0 0,-1 0 1 0 0,1 0-1 0 0,-1 0 1 0 0,1 0-1 0 0,-1 1 1 0 0,1-1-1 0 0,-1 0 1 0 0,1 1-1 0 0,-1-1 1 0 0,0 1 0 0 0,1-1-1 0 0,-1 1 1 0 0,0 0-1 0 0,1 0 1 0 0,-4 0-1 0 0,4 0-359 0 0,-1 0-1 0 0,0 0 1 0 0,1 1-1 0 0,-1-1 1 0 0,0 1 0 0 0,1 0-1 0 0,-1-1 1 0 0,1 1-1 0 0,-1 0 1 0 0,1 0-1 0 0,-3 1 1 0 0,3-1-170 0 0,0 1 0 0 0,-1-1 0 0 0,1 1 0 0 0,0-1 0 0 0,0 1 0 0 0,0 0 0 0 0,0-1 0 0 0,0 1 0 0 0,0 0 0 0 0,0 0 0 0 0,0 0 0 0 0,1-1 0 0 0,-1 1 0 0 0,1 0 0 0 0,-1 3 0 0 0,-3 10 0 0 0,-6 20 0 0 0,2 1 0 0 0,1 0 0 0 0,2 0 0 0 0,-2 48 0 0 0,7-71 0 0 0,0 0 0 0 0,1 0 0 0 0,0 1 0 0 0,1-1 0 0 0,0 0 0 0 0,1 0 0 0 0,1-1 0 0 0,0 1 0 0 0,1-1 0 0 0,0 0 0 0 0,0 0 0 0 0,2 0 0 0 0,-1-1 0 0 0,2 0 0 0 0,16 21 0 0 0,-21-29 0 0 0,0 0 0 0 0,1 0 0 0 0,-1 0 0 0 0,1 0 0 0 0,0-1 0 0 0,0 1 0 0 0,0-1 0 0 0,0 0 0 0 0,0 0 0 0 0,1-1 0 0 0,-1 1 0 0 0,0-1 0 0 0,1 0 0 0 0,-1 0 0 0 0,1 0 0 0 0,6 0 0 0 0,-4-2 0 0 0,0 1 0 0 0,0-1 0 0 0,-1 0 0 0 0,1-1 0 0 0,0 0 0 0 0,-1 0 0 0 0,1 0 0 0 0,-1-1 0 0 0,0 0 0 0 0,6-3 0 0 0,5-5 0 0 0,-2 0 0 0 0,1-1 0 0 0,-2-1 0 0 0,0 0 0 0 0,0-1 0 0 0,21-28 0 0 0,-22 24 0 0 0,-1-1 0 0 0,0-1 0 0 0,14-33 0 0 0,-22 42 0 0 0,1-1 0 0 0,-2 0 0 0 0,1 0 0 0 0,-2 0 0 0 0,0-1 0 0 0,0 1 0 0 0,0-18 0 0 0,-4 25 0 0 0,-2 13 0 0 0,-6 22 0 0 0,7-18 0 0 0,-29 78 0 0 0,10-28 0 0 0,-21 88 0 0 0,39-132 0 0 0,1 1 0 0 0,1 0 0 0 0,0 0 0 0 0,1 0 0 0 0,2 0 0 0 0,0 1 0 0 0,0-1 0 0 0,2 0 0 0 0,7 25 0 0 0,-9-39 57 0 0,1 1 0 0 0,-1-1-1 0 0,2 0 1 0 0,-1 0 0 0 0,1 0 0 0 0,-1 0-1 0 0,1 0 1 0 0,1 0 0 0 0,-1-1 0 0 0,1 0 0 0 0,-1 1-1 0 0,1-1 1 0 0,0-1 0 0 0,7 6 0 0 0,-7-7-251 0 0,-1 0 1 0 0,1-1-1 0 0,0 1 0 0 0,0-1 1 0 0,0 0-1 0 0,-1 0 1 0 0,1 0-1 0 0,0-1 1 0 0,0 1-1 0 0,0-1 0 0 0,0 0 1 0 0,0 0-1 0 0,0-1 1 0 0,0 1-1 0 0,0-1 1 0 0,0 0-1 0 0,0 0 0 0 0,0 0 1 0 0,-1 0-1 0 0,1-1 1 0 0,4-1-1 0 0,49-28-16840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18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62 1601 0 0,'-2'-25'6869'0'0,"2"23"-5982"0"0,0-1 0 0 0,-1 1 0 0 0,0 0 0 0 0,0 0 1 0 0,1 0-1 0 0,-1 0 0 0 0,0 0 0 0 0,0 0 0 0 0,-1 0 0 0 0,1 1 0 0 0,0-1 0 0 0,-3-2 0 0 0,3 3-377 0 0,0 0 0 0 0,0 0 0 0 0,0 0 0 0 0,-1 1 0 0 0,1-1-1 0 0,0 0 1 0 0,0 1 0 0 0,-1-1 0 0 0,1 1 0 0 0,0 0 0 0 0,-1-1 0 0 0,1 1 0 0 0,0 0 0 0 0,-1 0 0 0 0,1 0 0 0 0,0 0 0 0 0,-1 0 0 0 0,1 0 0 0 0,-3 1 0 0 0,-22 10 2056 0 0,17-2-2566 0 0,0 0 0 0 0,0 0 0 0 0,1 1 0 0 0,0 0 0 0 0,1 1 0 0 0,0-1 0 0 0,1 1 0 0 0,0 1 0 0 0,-7 17 0 0 0,2-6 0 0 0,-1 5 0 0 0,1-1 0 0 0,2 2 0 0 0,0-1 0 0 0,2 1 0 0 0,1 0 0 0 0,1 1 0 0 0,2-1 0 0 0,0 49 0 0 0,3-54 0 0 0,2 0 0 0 0,1-1 0 0 0,0 1 0 0 0,2-1 0 0 0,0 0 0 0 0,2 0 0 0 0,1 0 0 0 0,0-1 0 0 0,2 0 0 0 0,0 0 0 0 0,18 25 0 0 0,-19-35 0 0 0,2 0 0 0 0,0 0 0 0 0,0-1 0 0 0,1-1 0 0 0,0 0 0 0 0,1-1 0 0 0,0 0 0 0 0,0 0 0 0 0,1-2 0 0 0,0 0 0 0 0,0 0 0 0 0,1-1 0 0 0,0-1 0 0 0,0-1 0 0 0,29 6 0 0 0,-31-8 0 0 0,-1 0 0 0 0,1-1 0 0 0,0 0 0 0 0,1-1 0 0 0,-1 0 0 0 0,0-1 0 0 0,0 0 0 0 0,-1-1 0 0 0,1-1 0 0 0,0 0 0 0 0,-1-1 0 0 0,1 0 0 0 0,-1-1 0 0 0,0 0 0 0 0,-1-1 0 0 0,1-1 0 0 0,-1 1 0 0 0,0-2 0 0 0,13-11 0 0 0,-17 12 0 0 0,-1 0 0 0 0,0-1 0 0 0,0 0 0 0 0,-1 0 0 0 0,0-1 0 0 0,-1 1 0 0 0,1-1 0 0 0,-2 0 0 0 0,1 0 0 0 0,-1 0 0 0 0,0-1 0 0 0,1-11 0 0 0,-3 15 0 0 0,0-1 0 0 0,0 1 0 0 0,-1-1 0 0 0,0 0 0 0 0,0 1 0 0 0,0-1 0 0 0,-1 0 0 0 0,0 1 0 0 0,0-1 0 0 0,-1 1 0 0 0,0-1 0 0 0,0 1 0 0 0,-1 0 0 0 0,1-1 0 0 0,-1 1 0 0 0,-1 1 0 0 0,-6-11 0 0 0,8 14 0 0 0,1 1 0 0 0,0 0 0 0 0,-1-1 0 0 0,1 1 0 0 0,-1 0 0 0 0,0 0 0 0 0,1 0 0 0 0,-1 0 0 0 0,0 1 0 0 0,0-1 0 0 0,0 0 0 0 0,0 1 0 0 0,1-1 0 0 0,-1 1 0 0 0,0 0 0 0 0,0-1 0 0 0,0 1 0 0 0,0 0 0 0 0,0 0 0 0 0,0 0 0 0 0,0 1 0 0 0,0-1 0 0 0,0 0 0 0 0,0 1 0 0 0,1-1 0 0 0,-1 1 0 0 0,0 0 0 0 0,0-1 0 0 0,0 1 0 0 0,1 0 0 0 0,-1 0 0 0 0,0 0 0 0 0,1 0 0 0 0,-1 1 0 0 0,-1 1 0 0 0,-9 6 0 0 0,1 1 0 0 0,0 1 0 0 0,-15 18 0 0 0,18-20 0 0 0,-2 2 0 0 0,-18 20 0 0 0,1 2 0 0 0,-41 65 0 0 0,66-94 0 0 0,-1 1 0 0 0,1 0 0 0 0,0 0 0 0 0,1-1 0 0 0,-1 1 0 0 0,1 0 0 0 0,0 1 0 0 0,0 4 0 0 0,0-9 0 0 0,1 0 0 0 0,0 1 0 0 0,0-1 0 0 0,0 0 0 0 0,0 0 0 0 0,0 0 0 0 0,1 0 0 0 0,-1 1 0 0 0,0-1 0 0 0,0 0 0 0 0,1 0 0 0 0,-1 0 0 0 0,1 0 0 0 0,-1 0 0 0 0,1 0 0 0 0,-1 0 0 0 0,1 0 0 0 0,0 0 0 0 0,-1 0 0 0 0,1 0 0 0 0,0 0 0 0 0,0 0 0 0 0,0 0 0 0 0,0-1 0 0 0,0 1 0 0 0,0 0 0 0 0,0-1 0 0 0,0 1 0 0 0,0-1 0 0 0,0 1 0 0 0,0-1 0 0 0,0 1 0 0 0,0-1 0 0 0,0 0 0 0 0,1 1 0 0 0,-1-1 0 0 0,2 0 0 0 0,38-7-3647 0 0,7-2-14588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19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271 0 2081 0 0,'-26'23'17688'0'0,"-12"59"-4690"0"0,-6 13-12998 0 0,4-13 0 0 0,6-20 0 0 0,6-13 0 0 0,6-3 0 0 0,6 6 0 0 0,4 10 0 0 0,2 7 0 0 0,9-1 0 0 0,2-12-20121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19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13 400 0 0,'-2'-12'32367'0'0,"1"11"-32367"0"0,0 5 0 0 0,-11 64 0 0 0,-8 31 0 0 0,0-2 0 0 0,4-12 0 0 0,1 6 0 0 0,0 9 0 0 0,1 0 0 0 0,2-10 0 0 0,10-20 0 0 0,13-31 0 0 0,20-32-8036 0 0,15-29-10612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19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79 9604 0 0,'-1'0'474'0'0,"0"0"0"0"0,0 0 1 0 0,-1 0-1 0 0,1 0 0 0 0,0 0 0 0 0,0 0 0 0 0,0 0 0 0 0,0 0 0 0 0,0 1 0 0 0,0-1 0 0 0,0 0 0 0 0,0 0 0 0 0,0 1 0 0 0,0-1 0 0 0,0 1 0 0 0,0-1 0 0 0,0 1 0 0 0,0-1 0 0 0,0 1 0 0 0,1 0 0 0 0,-1-1 0 0 0,0 1 1 0 0,0 0-1 0 0,1 0 0 0 0,-1 0 0 0 0,0-1 0 0 0,1 1 0 0 0,-1 0 0 0 0,0 2 0 0 0,-21 39 7245 0 0,12-23-6497 0 0,-12 21-1222 0 0,5-12 0 0 0,2 2 0 0 0,-22 54 0 0 0,34-75 0 0 0,0 1 0 0 0,1 0 0 0 0,0-1 0 0 0,1 1 0 0 0,-1 0 0 0 0,2 0 0 0 0,0 0 0 0 0,0 0 0 0 0,1 0 0 0 0,0-1 0 0 0,0 1 0 0 0,1 0 0 0 0,6 17 0 0 0,-3-16 0 0 0,0 0 0 0 0,1 0 0 0 0,0-1 0 0 0,0 1 0 0 0,1-2 0 0 0,1 1 0 0 0,0-1 0 0 0,0 0 0 0 0,1 0 0 0 0,0-1 0 0 0,0 0 0 0 0,1-1 0 0 0,0 0 0 0 0,0-1 0 0 0,0 0 0 0 0,15 6 0 0 0,-15-8 0 0 0,-1-1 0 0 0,0 0 0 0 0,1 0 0 0 0,-1-1 0 0 0,1 0 0 0 0,0 0 0 0 0,-1-2 0 0 0,1 1 0 0 0,0-1 0 0 0,0 0 0 0 0,0-1 0 0 0,0 0 0 0 0,-1-1 0 0 0,1 0 0 0 0,-1 0 0 0 0,1-1 0 0 0,-1-1 0 0 0,0 1 0 0 0,0-1 0 0 0,13-9 0 0 0,-15 9 0 0 0,-1-1 0 0 0,0 0 0 0 0,-1 0 0 0 0,1 0 0 0 0,-1-1 0 0 0,0 0 0 0 0,-1 0 0 0 0,1-1 0 0 0,-1 1 0 0 0,-1-1 0 0 0,1 0 0 0 0,-1 0 0 0 0,0 0 0 0 0,-1 0 0 0 0,1 0 0 0 0,-1-1 0 0 0,-1 1 0 0 0,0-1 0 0 0,0 1 0 0 0,0-1 0 0 0,-1 0 0 0 0,0-7 0 0 0,-1-5 0 0 0,-2 0 0 0 0,1 0 0 0 0,-2 0 0 0 0,-1 1 0 0 0,0 0 0 0 0,-2-1 0 0 0,-11-23 0 0 0,7 20 0 0 0,-2 2 0 0 0,0 0 0 0 0,-1 1 0 0 0,-1 0 0 0 0,-18-19 0 0 0,1 6 0 0 0,-67-52 0 0 0,94 82 42 0 0,-5-6 73 0 0,10 8-139 0 0,0 1 1 0 0,0-1-1 0 0,0 1 1 0 0,1 0 0 0 0,-1-1-1 0 0,0 1 1 0 0,0-1-1 0 0,0 1 1 0 0,0 0 0 0 0,1-1-1 0 0,-1 1 1 0 0,0 0-1 0 0,0-1 1 0 0,1 1 0 0 0,-1 0-1 0 0,0-1 1 0 0,1 1-1 0 0,-1 0 1 0 0,0-1 0 0 0,1 1-1 0 0,-1 0 1 0 0,0 0 0 0 0,1 0-1 0 0,-1-1 1 0 0,1 1-1 0 0,-1 0 1 0 0,0 0 0 0 0,1 0-1 0 0,-1 0 1 0 0,1 0-1 0 0,-1 0 1 0 0,1 0 0 0 0,-1 0-1 0 0,0 0 1 0 0,1 0-1 0 0,23-5-2608 0 0,-3 3-1894 0 0,43 3-18236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45:2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23 160 0 0,'-12'-8'6850'0'0,"-11"-2"5211"0"0,-1 6-1138 0 0,10 8-8150 0 0,12 5-2773 0 0,3 149 0 0 0,-2-20 0 0 0,2-123 0 0 0,0 1 0 0 0,1-1 0 0 0,1 0 0 0 0,0 0 0 0 0,1 0 0 0 0,0 0 0 0 0,2 0 0 0 0,-1-1 0 0 0,2 0 0 0 0,0 0 0 0 0,13 19 0 0 0,-15-27 0 0 0,0 1 0 0 0,1-1 0 0 0,0 0 0 0 0,0 0 0 0 0,0 0 0 0 0,1-1 0 0 0,0 0 0 0 0,0 0 0 0 0,0-1 0 0 0,0 0 0 0 0,1 0 0 0 0,0-1 0 0 0,0 0 0 0 0,0 0 0 0 0,0-1 0 0 0,0 0 0 0 0,0 0 0 0 0,1-1 0 0 0,-1 0 0 0 0,1-1 0 0 0,-1 0 0 0 0,13-1 0 0 0,-5-1 0 0 0,-1-1 0 0 0,1-1 0 0 0,-1-1 0 0 0,0 0 0 0 0,0 0 0 0 0,0-2 0 0 0,-1 0 0 0 0,0-1 0 0 0,0 0 0 0 0,0-1 0 0 0,-2 0 0 0 0,1-1 0 0 0,-1-1 0 0 0,13-15 0 0 0,-4 4 0 0 0,-1-2 0 0 0,-1-1 0 0 0,-1 0 0 0 0,-1-1 0 0 0,-2-1 0 0 0,18-40 0 0 0,-12 17 0 0 0,-11 31 0 0 0,-10 47 0 0 0,-54 352 881 0 0,1-9-5289 0 0,50-248-13227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06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22 187 6883 0 0,'-21'5'22783'0'0,"21"-5"-22655"0"0,23 3 2845 0 0,34 2-2973 0 0,0-4 0 0 0,101-9 0 0 0,242-68 150 0 0,-186 32-1172 0 0,-171 36 311 0 0,91-17-5719 0 0,-2 3-4998 0 0,-3 5 263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06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1 159 240 0 0,'36'5'32415'0'0,"-18"-1"-32303"0"0,16-3-112 0 0,2-4 0 0 0,3 1 0 0 0,6-4 0 0 0,15-5 0 0 0,11 1 0 0 0,-6-3 0 0 0,10 0 0 0 0,18-5 0 0 0,13-6-5555 0 0,3 0-4609 0 0,-4 1 159 0 0,-2 1 3922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06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45 560 0 0,'24'9'4882'0'0,"-9"-1"3362"0"0,-1-1-2001 0 0,12 2-2721 0 0,4 1-1361 0 0,7-2-160 0 0,8-5-401 0 0,12-2-479 0 0,7-5-241 0 0,0-3 1 0 0,-9 0-209 0 0,4-2-672 0 0,13-2-592 0 0,11-1-2049 0 0,10-1-2162 0 0,3-1-1920 0 0,5 3-1120 0 0,-2-1 1040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07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67 80 0 0,'7'2'14240'0'0,"9"-2"-6699"0"0,37-4 790 0 0,-4-4-7472 0 0,0-2-1 0 0,54-19 0 0 0,-80 24-840 0 0,0 1 0 0 0,0 1 0 0 0,0 1 0 0 0,0 0 0 0 0,36 4 0 0 0,34-2-758 0 0,-30-3-3974 0 0,81 5-16037 0 0,-95 1 15121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07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49 400 0 0,'4'1'2321'0'0,"4"-1"2001"0"0,23 0 7204 0 0,26-4 2672 0 0,-12-1-14198 0 0,-16-5 0 0 0,6 3 0 0 0,13 1 0 0 0,10 3 0 0 0,3 3 0 0 0,4 0 0 0 0,1 0 0 0 0,-1-4 0 0 0,12 2 0 0 0,5-3 0 0 0,-2 1-14919 0 0,-7 5 1873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08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1521 0 0,'51'39'29133'0'0,"76"-12"-27020"0"0,50-19-2113 0 0,1-17 0 0 0,-23-8 0 0 0,-30-3 0 0 0,-21-1 0 0 0,-10 0 0 0 0,-15-2 0 0 0,-31 10-9076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13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39 11365 0 0,'-14'-7'16088'0'0,"38"5"-10774"0"0,22-8-5314 0 0,21-1 0 0 0,23 2 0 0 0,22 9 0 0 0,-8 5 0 0 0,13 10 0 0 0,35 8 0 0 0,29 0 0 0 0,22-7-32 0 0,8-10-18136 0 0,-58-9 7603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15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80 4642 0 0,'0'-40'5775'0'0,"5"14"10447"0"0,2 38-15471 0 0,-1 0 0 0 0,0 0 0 0 0,0 1 0 0 0,-1-1-1 0 0,-1 1 1 0 0,0 0 0 0 0,3 25 0 0 0,-3-19-630 0 0,49 341-121 0 0,-45-290 0 0 0,-4-38 0 0 0,8 98 0 0 0,-11-111 0 0 0,-1 0 0 0 0,-1 0 0 0 0,-1 0 0 0 0,-6 31 0 0 0,2-78 0 0 0,2 12 0 0 0,-11-50 0 0 0,-10-116 0 0 0,12-76 0 0 0,12 233 0 0 0,0 0 0 0 0,2-1 0 0 0,1 1 0 0 0,1 0 0 0 0,2 0 0 0 0,9-35 0 0 0,-11 53 0 0 0,-1 0 0 0 0,1 1 0 0 0,0 0 0 0 0,0-1 0 0 0,1 1 0 0 0,0 0 0 0 0,0 1 0 0 0,0-1 0 0 0,1 1 0 0 0,0 0 0 0 0,0 0 0 0 0,0 0 0 0 0,0 0 0 0 0,1 1 0 0 0,0 0 0 0 0,0 1 0 0 0,0-1 0 0 0,0 1 0 0 0,1 0 0 0 0,-1 0 0 0 0,1 1 0 0 0,0 0 0 0 0,0 0 0 0 0,-1 1 0 0 0,1 0 0 0 0,0 0 0 0 0,0 0 0 0 0,12 1 0 0 0,-2 1 0 0 0,0 0 0 0 0,0 0 0 0 0,0 2 0 0 0,0 0 0 0 0,32 11 0 0 0,-43-12 0 0 0,1 0 0 0 0,-1 1 0 0 0,0 0 0 0 0,0 0 0 0 0,0 1 0 0 0,0 0 0 0 0,0 0 0 0 0,-1 0 0 0 0,1 0 0 0 0,-1 1 0 0 0,-1 0 0 0 0,1 0 0 0 0,-1 1 0 0 0,1-1 0 0 0,-2 1 0 0 0,1 0 0 0 0,0 0 0 0 0,3 11 0 0 0,-3-3 0 0 0,-1 0 0 0 0,-1 0 0 0 0,0 0 0 0 0,-1 1 0 0 0,0-1 0 0 0,-1 0 0 0 0,-1 0 0 0 0,0 1 0 0 0,-1-1 0 0 0,-1 0 0 0 0,0 0 0 0 0,-9 22 0 0 0,-7 14 0 0 0,-49 93 0 0 0,67-142 0 0 0,-101 179 0 0 0,76-139 0 0 0,-1-2 0 0 0,-43 47 0 0 0,67-83 0 0 0,0 2 0 0 0,-1-1 0 0 0,1 0 0 0 0,-1 0 0 0 0,0 0 0 0 0,-1-1 0 0 0,1 0 0 0 0,0 1 0 0 0,-1-1 0 0 0,0-1 0 0 0,0 1 0 0 0,-7 2 0 0 0,12-5-107 0 0,-1 1 1 0 0,1-1-1 0 0,-1 0 1 0 0,1 0-1 0 0,0 0 1 0 0,-1 0-1 0 0,1 0 1 0 0,-1 0-1 0 0,1 0 1 0 0,-1 0-1 0 0,1 0 1 0 0,0-1-1 0 0,-1 1 1 0 0,1 0-1 0 0,-1 0 1 0 0,1 0-1 0 0,0 0 1 0 0,-1 0-1 0 0,1-1 1 0 0,0 1-1 0 0,-1 0 1 0 0,1 0-1 0 0,0-1 1 0 0,-1 1-1 0 0,1 0 1 0 0,0-1-1 0 0,-1 1 1 0 0,1 0-1 0 0,0-1 1 0 0,0 1-1 0 0,-1 0 1 0 0,1-1-1 0 0,0 1 1 0 0,0-1-1 0 0,0 1 1 0 0,0 0-1 0 0,-1-1 1 0 0,-1-31-20130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16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1 123 11205 0 0,'4'-13'15740'0'0,"-4"39"-9918"0"0,29 661-5822 0 0,-27-665 0 0 0,0-12 0 0 0,-1 0 0 0 0,0 0 0 0 0,0 0 0 0 0,-1 0 0 0 0,-1 0 0 0 0,0 0 0 0 0,-2 11 0 0 0,-3-61 0 0 0,-2-7 0 0 0,3-1 0 0 0,2 1 0 0 0,4-62 0 0 0,24-148 0 0 0,-20 222 0 0 0,1 0 0 0 0,1 1 0 0 0,2 0 0 0 0,16-39 0 0 0,-20 61 0 0 0,0 0 0 0 0,1 1 0 0 0,0-1 0 0 0,1 1 0 0 0,1 1 0 0 0,0-1 0 0 0,0 1 0 0 0,0 1 0 0 0,2-1 0 0 0,-1 1 0 0 0,1 1 0 0 0,0 0 0 0 0,1 0 0 0 0,18-9 0 0 0,-23 14 0 0 0,1 0 0 0 0,-1 0 0 0 0,1 1 0 0 0,-1 0 0 0 0,1 1 0 0 0,-1-1 0 0 0,1 1 0 0 0,0 0 0 0 0,9 1 0 0 0,-12 0 0 0 0,0 0 0 0 0,0 1 0 0 0,1 0 0 0 0,-1 0 0 0 0,0 0 0 0 0,0 1 0 0 0,0-1 0 0 0,0 1 0 0 0,-1 0 0 0 0,1 0 0 0 0,0 0 0 0 0,-1 0 0 0 0,1 1 0 0 0,-1-1 0 0 0,0 1 0 0 0,0 0 0 0 0,4 4 0 0 0,3 7 0 0 0,0 0 0 0 0,-1 1 0 0 0,-1 0 0 0 0,0 0 0 0 0,-1 0 0 0 0,-1 1 0 0 0,0 0 0 0 0,-1 1 0 0 0,-1-1 0 0 0,0 1 0 0 0,-1 0 0 0 0,-1 0 0 0 0,-1 0 0 0 0,0 21 0 0 0,-3 5 0 0 0,-1 0 0 0 0,-2-1 0 0 0,-3 1 0 0 0,-20 69 0 0 0,6-46 0 0 0,-4-1 0 0 0,-2-1 0 0 0,-72 117 0 0 0,96-176 0 0 0,-11 20 0 0 0,-30 36 0 0 0,42-57 0 0 0,-1 0 0 0 0,0 1 0 0 0,0-1 0 0 0,0 0 0 0 0,0-1 0 0 0,-1 1 0 0 0,1-1 0 0 0,-1 0 0 0 0,0 0 0 0 0,0 0 0 0 0,0-1 0 0 0,-1 0 0 0 0,1 0 0 0 0,-11 3 0 0 0,15-5 41 0 0,-1 0 0 0 0,1 0 1 0 0,-1 0-1 0 0,1 0 0 0 0,0 0 0 0 0,-1-1 1 0 0,1 1-1 0 0,-1 0 0 0 0,1-1 0 0 0,0 1 0 0 0,-1-1 1 0 0,1 1-1 0 0,0-1 0 0 0,-1 1 0 0 0,1-1 1 0 0,0 0-1 0 0,0 0 0 0 0,0 0 0 0 0,0 0 1 0 0,-1 0-1 0 0,1 0 0 0 0,1 0 0 0 0,-2-1 0 0 0,-7-22-5611 0 0,9 7-1832 0 0,3-11-8100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17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1 203 160 0 0,'3'-10'-685'0'0,"5"-15"3177"0"0,3 1 4368 0 0,-11 24-6489 0 0,0-1 0 0 0,1 1-1 0 0,-1-1 1 0 0,0 1 0 0 0,0-1-1 0 0,0 1 1 0 0,1-1 0 0 0,-1 1-1 0 0,0 0 1 0 0,1-1 0 0 0,-1 1-1 0 0,0 0 1 0 0,1-1 0 0 0,-1 1-1 0 0,0 0 1 0 0,1-1 0 0 0,-1 1-1 0 0,1 0 1 0 0,-1 0 0 0 0,1-1-1 0 0,-1 1 1 0 0,1 0 0 0 0,-1 0 0 0 0,1 0-1 0 0,-1 0 1 0 0,0 0 0 0 0,2 0-1 0 0,-1 0 398 0 0,0 1-1 0 0,-1 0 1 0 0,1 0 0 0 0,0 0-1 0 0,-1 0 1 0 0,1 0-1 0 0,0 1 1 0 0,-1-1-1 0 0,1 0 1 0 0,-1 0-1 0 0,0 0 1 0 0,1 0 0 0 0,-1 1-1 0 0,0-1 1 0 0,0 0-1 0 0,1 3 1 0 0,85 641-256 0 0,-40-250-512 0 0,-44-379 0 0 0,-6-23 0 0 0,-6-16 0 0 0,-11-18 0 0 0,2-1 0 0 0,2-1 0 0 0,2 0 0 0 0,1-2 0 0 0,-11-70 0 0 0,15 45 0 0 0,2-1 0 0 0,5-141 0 0 0,5 173 0 0 0,2 0 0 0 0,1 0 0 0 0,1 1 0 0 0,3-1 0 0 0,17-48 0 0 0,-21 74 0 0 0,0-1 0 0 0,1 2 0 0 0,0-1 0 0 0,1 1 0 0 0,1 0 0 0 0,0 0 0 0 0,0 1 0 0 0,1 0 0 0 0,1 0 0 0 0,0 1 0 0 0,0 0 0 0 0,1 1 0 0 0,0 0 0 0 0,1 1 0 0 0,0 0 0 0 0,0 1 0 0 0,0 1 0 0 0,16-7 0 0 0,-16 9 0 0 0,0 0 0 0 0,0 1 0 0 0,0 1 0 0 0,0 0 0 0 0,1 0 0 0 0,-1 1 0 0 0,1 1 0 0 0,-1 0 0 0 0,1 0 0 0 0,14 4 0 0 0,-19-3 0 0 0,-1 1 0 0 0,1 0 0 0 0,-1 1 0 0 0,0 0 0 0 0,0 0 0 0 0,0 0 0 0 0,0 1 0 0 0,-1 0 0 0 0,0 0 0 0 0,0 1 0 0 0,0-1 0 0 0,0 1 0 0 0,0 1 0 0 0,-1-1 0 0 0,0 1 0 0 0,0 0 0 0 0,-1 0 0 0 0,4 7 0 0 0,2 6 0 0 0,-2 0 0 0 0,0 0 0 0 0,-1 1 0 0 0,-1 0 0 0 0,-1 1 0 0 0,-1-1 0 0 0,-1 1 0 0 0,0 0 0 0 0,-2-1 0 0 0,0 1 0 0 0,-3 24 0 0 0,-3 10 0 0 0,-2 0 0 0 0,-3-1 0 0 0,-17 55 0 0 0,-1-19 0 0 0,-61 135 0 0 0,79-203 0 0 0,0-2 0 0 0,-26 37 0 0 0,33-52 0 0 0,0 0 0 0 0,-1-1 0 0 0,0 1 0 0 0,0-1 0 0 0,0 0 0 0 0,0 0 0 0 0,-1 0 0 0 0,0-1 0 0 0,0 0 0 0 0,0 0 0 0 0,0 0 0 0 0,0 0 0 0 0,0-1 0 0 0,-1 0 0 0 0,1 0 0 0 0,-1 0 0 0 0,-5 0 0 0 0,-10-5-3420 0 0,0-11-13681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18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16 324 240 0 0,'5'-9'685'0'0,"1"0"-1"0"0,-2 0 1 0 0,1-1-1 0 0,-1 1 1 0 0,4-14-1 0 0,0-27 9045 0 0,-5-2 3413 0 0,-3 39-9719 0 0,0 13-3388 0 0,0 0-1 0 0,0 0 1 0 0,0 1 0 0 0,0-1 0 0 0,0 0 0 0 0,0 0 0 0 0,0 0 0 0 0,0 0-1 0 0,0 0 1 0 0,0 0 0 0 0,0 0 0 0 0,0 0 0 0 0,0 0 0 0 0,0 0 0 0 0,0 0-1 0 0,-1 0 1 0 0,1 0 0 0 0,0 0 0 0 0,0 0 0 0 0,0 0 0 0 0,0 0 0 0 0,0 0-1 0 0,0 0 1 0 0,0 0 0 0 0,0 0 0 0 0,0 0 0 0 0,0 0 0 0 0,0 0 0 0 0,0 0-1 0 0,0 0 1 0 0,0 0 0 0 0,-1 0 0 0 0,1 0 0 0 0,0 0 0 0 0,0 0 0 0 0,0 0-1 0 0,0 0 1 0 0,0 0 0 0 0,0 0 0 0 0,0 0 0 0 0,0 0 0 0 0,0 0 0 0 0,0 0-1 0 0,0 0 1 0 0,0 0 0 0 0,0 0 0 0 0,0 0 0 0 0,0 0 0 0 0,0 0 0 0 0,0 0-1 0 0,-1 0 1 0 0,1-1 0 0 0,0 1 0 0 0,0 0 0 0 0,0 0 0 0 0,0 0 0 0 0,0 0-1 0 0,0 0 1 0 0,0 0 0 0 0,0 0 0 0 0,-7 11 497 0 0,-9 26-1064 0 0,6 1 532 0 0,2 0 0 0 0,2 1 0 0 0,2 0 0 0 0,0 58 0 0 0,18 164 0 0 0,-4-175 0 0 0,3-2 0 0 0,4 1 0 0 0,39 114 0 0 0,-51-187 0 0 0,-2-14 0 0 0,-1-20 0 0 0,-4-53 0 0 0,0-229 0 0 0,2 139 0 0 0,5-79 0 0 0,-3 210 0 0 0,3 0 0 0 0,0 1 0 0 0,3-1 0 0 0,20-59 0 0 0,-23 81 0 0 0,0 1 0 0 0,1-1 0 0 0,0 1 0 0 0,0 1 0 0 0,1-1 0 0 0,13-13 0 0 0,-17 21 0 0 0,-1 0 0 0 0,1 0 0 0 0,0 0 0 0 0,1 0 0 0 0,-1 1 0 0 0,0 0 0 0 0,1-1 0 0 0,0 1 0 0 0,-1 1 0 0 0,1-1 0 0 0,0 0 0 0 0,0 1 0 0 0,0 0 0 0 0,0 0 0 0 0,0 0 0 0 0,0 0 0 0 0,0 1 0 0 0,0-1 0 0 0,0 1 0 0 0,1 0 0 0 0,-1 1 0 0 0,0-1 0 0 0,4 2 0 0 0,-1-1 0 0 0,-1 1 0 0 0,0 0 0 0 0,0 1 0 0 0,0-1 0 0 0,0 1 0 0 0,0 0 0 0 0,0 1 0 0 0,-1 0 0 0 0,0 0 0 0 0,0 0 0 0 0,0 0 0 0 0,6 7 0 0 0,-5-3 0 0 0,1 0 0 0 0,-2 0 0 0 0,1 1 0 0 0,-1 0 0 0 0,-1 0 0 0 0,0 1 0 0 0,5 12 0 0 0,-2 4 0 0 0,-1 0 0 0 0,-2 1 0 0 0,0 0 0 0 0,-2 0 0 0 0,-1 35 0 0 0,-3-1 0 0 0,-3 1 0 0 0,-3-1 0 0 0,-2-1 0 0 0,-3 0 0 0 0,-3-1 0 0 0,-2 0 0 0 0,-3-1 0 0 0,-2-1 0 0 0,-58 100 0 0 0,67-134 0 0 0,-1-1 0 0 0,-29 35 0 0 0,38-51 0 0 0,-1 1 0 0 0,1-2 0 0 0,-1 1 0 0 0,0 0 0 0 0,0-1 0 0 0,0-1 0 0 0,-1 1 0 0 0,0-1 0 0 0,0 0 0 0 0,0-1 0 0 0,-14 4 0 0 0,20-6-65 0 0,0-1 0 0 0,0 1-1 0 0,0-1 1 0 0,0 0 0 0 0,0 0 0 0 0,0 0-1 0 0,0 0 1 0 0,0 0 0 0 0,0 0 0 0 0,0 0-1 0 0,0-1 1 0 0,0 1 0 0 0,1-1 0 0 0,-1 1 0 0 0,0-1-1 0 0,0 0 1 0 0,0 0 0 0 0,1 0 0 0 0,-1 0-1 0 0,-2-1 1 0 0,2 0-709 0 0,0 0 0 0 0,1 0 0 0 0,-1 0 0 0 0,0 0 0 0 0,1-1 0 0 0,-1 1-1 0 0,1 0 1 0 0,0-1 0 0 0,-2-3 0 0 0,0-5-4820 0 0,0 1 0 0 0,1-2 0 0 0,-1-12 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19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2 191 240 0 0,'0'-13'3003'0'0,"0"-9"1301"0"0,1 8 1440 0 0,0 3 1866 0 0,2 2 3344 0 0,-5 12-10866 0 0,1 1 1 0 0,0-1-1 0 0,0 1 0 0 0,1-1 1 0 0,-1 1-1 0 0,1-1 1 0 0,0 1-1 0 0,0 0 1 0 0,0-1-1 0 0,0 1 1 0 0,1 5-1 0 0,2 19-237 0 0,26 552 149 0 0,-26-489 0 0 0,-1-9 0 0 0,16 103 0 0 0,-14-168 0 0 0,-2-23 0 0 0,-2-33 0 0 0,0 27 0 0 0,20-419 0 0 0,-9 312 0 0 0,43-189 0 0 0,-45 271 0 0 0,2 1 0 0 0,1-1 0 0 0,31-62 0 0 0,-42 97 0 0 0,0 0 0 0 0,0 0 0 0 0,0 0 0 0 0,0 0 0 0 0,0 0 0 0 0,0 0 0 0 0,1 1 0 0 0,-1-1 0 0 0,1 0 0 0 0,0 1 0 0 0,-1-1 0 0 0,1 1 0 0 0,0-1 0 0 0,0 1 0 0 0,2-2 0 0 0,-3 3 0 0 0,0 0 0 0 0,-1 0 0 0 0,1 0 0 0 0,-1 0 0 0 0,1 1 0 0 0,0-1 0 0 0,-1 0 0 0 0,1 0 0 0 0,-1 0 0 0 0,1 0 0 0 0,-1 1 0 0 0,1-1 0 0 0,-1 0 0 0 0,1 0 0 0 0,0 1 0 0 0,-1-1 0 0 0,0 1 0 0 0,1-1 0 0 0,-1 0 0 0 0,1 1 0 0 0,0 0 0 0 0,12 21 0 0 0,8 26 0 0 0,-2 0 0 0 0,-3 1 0 0 0,-1 1 0 0 0,-3 0 0 0 0,-2 1 0 0 0,5 81 0 0 0,-12 132 0 0 0,-5-230 0 0 0,-2 0 0 0 0,-1 0 0 0 0,-2 0 0 0 0,-1-1 0 0 0,-21 56 0 0 0,26-82 0 0 0,0 1 0 0 0,-1-1 0 0 0,0 0 0 0 0,0 0 0 0 0,0 0 0 0 0,-1 0 0 0 0,0-1 0 0 0,-1 0 0 0 0,0 0 0 0 0,1 0 0 0 0,-2-1 0 0 0,1 0 0 0 0,-1 0 0 0 0,1-1 0 0 0,-1 1 0 0 0,0-2 0 0 0,-1 1 0 0 0,1-1 0 0 0,-1 0 0 0 0,0 0 0 0 0,1-1 0 0 0,-1 0 0 0 0,0 0 0 0 0,0-1 0 0 0,-1 0 0 0 0,-10-1 0 0 0,10 0-372 0 0,1 0 0 0 0,-1-1 0 0 0,1 0 1 0 0,0 0-1 0 0,-1-1 0 0 0,-8-2 0 0 0,10 1-1324 0 0,0 0-1 0 0,1 0 1 0 0,-1 0-1 0 0,-8-7 1 0 0,-19-16-19026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20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16 250 160 0 0,'0'-14'101'0'0,"0"0"0"0"0,0 1 0 0 0,2-1 1 0 0,2-15-1 0 0,3-23 2595 0 0,-7 51-2183 0 0,-5-29 27520 0 0,7 47-27174 0 0,21 589-859 0 0,-23-552 0 0 0,8 127 0 0 0,-7-182 0 0 0,-1 1 0 0 0,0 0 0 0 0,0 0 0 0 0,0 0 0 0 0,0 0 0 0 0,0 0 0 0 0,0 0 0 0 0,0 0 0 0 0,1 0 0 0 0,-1 0 0 0 0,0 0 0 0 0,0 0 0 0 0,0 0 0 0 0,0 0 0 0 0,0 0 0 0 0,0 0 0 0 0,0 0 0 0 0,1 0 0 0 0,-1 0 0 0 0,0 0 0 0 0,0 0 0 0 0,0 0 0 0 0,0 0 0 0 0,0 0 0 0 0,0 0 0 0 0,0 0 0 0 0,0 0 0 0 0,1 0 0 0 0,-1 1 0 0 0,0-1 0 0 0,0 0 0 0 0,0 0 0 0 0,0 0 0 0 0,0 0 0 0 0,0 0 0 0 0,0 0 0 0 0,0 0 0 0 0,0 0 0 0 0,0 0 0 0 0,0 1 0 0 0,0-1 0 0 0,1 0 0 0 0,-1 0 0 0 0,0 0 0 0 0,0 0 0 0 0,0 0 0 0 0,0 0 0 0 0,0 0 0 0 0,0 1 0 0 0,0-1 0 0 0,0 0 0 0 0,0 0 0 0 0,0 0 0 0 0,0 0 0 0 0,0 0 0 0 0,0 0 0 0 0,6-17 0 0 0,5-28 0 0 0,-3-19 0 0 0,-3-1 0 0 0,-3 1 0 0 0,-8-87 0 0 0,0-44 0 0 0,8 156 0 0 0,0 1 0 0 0,3-1 0 0 0,10-39 0 0 0,-12 69 0 0 0,0 1 0 0 0,0-1 0 0 0,1 1 0 0 0,0 0 0 0 0,0 0 0 0 0,1 1 0 0 0,0-1 0 0 0,0 1 0 0 0,1 0 0 0 0,0 0 0 0 0,0 1 0 0 0,1 0 0 0 0,-1 0 0 0 0,1 0 0 0 0,1 1 0 0 0,-1 0 0 0 0,1 1 0 0 0,0-1 0 0 0,0 2 0 0 0,0-1 0 0 0,15-4 0 0 0,-19 7 0 0 0,1 0 0 0 0,-1 0 0 0 0,0 1 0 0 0,0-1 0 0 0,1 1 0 0 0,-1 0 0 0 0,0 0 0 0 0,0 1 0 0 0,1-1 0 0 0,-1 1 0 0 0,0 0 0 0 0,0 0 0 0 0,0 0 0 0 0,0 1 0 0 0,0-1 0 0 0,0 1 0 0 0,0 0 0 0 0,0 0 0 0 0,-1 0 0 0 0,1 1 0 0 0,-1 0 0 0 0,0-1 0 0 0,0 1 0 0 0,1 0 0 0 0,-2 0 0 0 0,1 1 0 0 0,4 5 0 0 0,2 5 0 0 0,0 1 0 0 0,-1-1 0 0 0,-1 1 0 0 0,0 1 0 0 0,7 28 0 0 0,-4-5 0 0 0,-2 1 0 0 0,-2 0 0 0 0,-1 1 0 0 0,-3-1 0 0 0,-4 76 0 0 0,-1-86 0 0 0,-2 0 0 0 0,-1 0 0 0 0,-2-1 0 0 0,-1 0 0 0 0,-1 0 0 0 0,-1-1 0 0 0,-1 0 0 0 0,-2-1 0 0 0,-1-1 0 0 0,-20 28 0 0 0,19-32 0 0 0,-2-1 0 0 0,-34 34 0 0 0,40-45 0 0 0,1 0 0 0 0,-2 0 0 0 0,1-2 0 0 0,-1 1 0 0 0,-1-2 0 0 0,-16 8 0 0 0,26-13 48 0 0,0-1 1 0 0,0 0-1 0 0,0-1 1 0 0,0 1-1 0 0,0 0 1 0 0,0-1-1 0 0,0 0 1 0 0,0 0-1 0 0,-1-1 1 0 0,1 1-1 0 0,0-1 1 0 0,0 1-1 0 0,0-1 0 0 0,0-1 1 0 0,0 1-1 0 0,1 0 1 0 0,-1-1-1 0 0,0 0 1 0 0,-3-2-1 0 0,4 2-412 0 0,0 0 1 0 0,1 0-1 0 0,-1 0 0 0 0,1-1 0 0 0,-1 1 1 0 0,1 0-1 0 0,0-1 0 0 0,0 0 0 0 0,0 0 1 0 0,0 1-1 0 0,0-1 0 0 0,1 0 0 0 0,-1 0 0 0 0,-1-7 1 0 0,0-2-6889 0 0,-2-9-7933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28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1 115 240 0 0,'14'-34'320'0'0,"0"-4"-240"0"0,6 13-160 0 0,2 7-240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29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2005 185 240 0 0,'10'-9'962'0'0,"0"-2"0"0"0,-1 0-1 0 0,-1 0 1 0 0,0 0 0 0 0,11-20 0 0 0,-18 28-302 0 0,1 0 0 0 0,-1 0 0 0 0,0 0 1 0 0,0 0-1 0 0,0-1 0 0 0,-1 1 1 0 0,1 0-1 0 0,-1-1 0 0 0,0 1 1 0 0,1 0-1 0 0,-2 0 0 0 0,1-6 1 0 0,-1 7-23 0 0,0 0 0 0 0,1 0 0 0 0,-1 0 0 0 0,0 0 0 0 0,0 0 0 0 0,0 0 0 0 0,-1 0 0 0 0,1 1 0 0 0,0-1 0 0 0,-1 0 0 0 0,1 1 0 0 0,-1-1 0 0 0,1 1 0 0 0,-1-1 0 0 0,0 1 0 0 0,0 0 0 0 0,1 0 1 0 0,-1 0-1 0 0,0 0 0 0 0,0 0 0 0 0,-2-1 0 0 0,-8-2-260 0 0,1 0 0 0 0,0 1 0 0 0,-1 1 0 0 0,0 0 1 0 0,1 0-1 0 0,-1 1 0 0 0,0 0 0 0 0,-15 2 0 0 0,-10 2-16 0 0,-45 11 1 0 0,55-9-356 0 0,-74 13-7 0 0,1 5 0 0 0,-168 61 0 0 0,121-27 0 0 0,-112 48 0 0 0,216-84 0 0 0,1 2 0 0 0,1 2 0 0 0,-71 55 0 0 0,71-42 0 0 0,2 1 0 0 0,2 2 0 0 0,1 1 0 0 0,3 2 0 0 0,1 1 0 0 0,-50 97 0 0 0,37-61 0 0 0,-54 116 0 0 0,90-173 0 0 0,1 0 0 0 0,1 0 0 0 0,1 1 0 0 0,1-1 0 0 0,1 1 0 0 0,-2 46 0 0 0,7-48 0 0 0,-1-6 0 0 0,0 1 0 0 0,-1-1 0 0 0,-4 24 0 0 0,5-41 0 0 0,0 0 0 0 0,0 0 0 0 0,0 0 0 0 0,-1 0 0 0 0,1 0 0 0 0,0 1 0 0 0,0-1 0 0 0,0 0 0 0 0,0 0 0 0 0,-1 0 0 0 0,1 0 0 0 0,0 0 0 0 0,0 0 0 0 0,-1 0 0 0 0,1 0 0 0 0,0 0 0 0 0,0 0 0 0 0,0 0 0 0 0,-1 0 0 0 0,1 0 0 0 0,0 0 0 0 0,0 0 0 0 0,0 0 0 0 0,-1 0 0 0 0,1 0 0 0 0,0 0 0 0 0,0-1 0 0 0,0 1 0 0 0,-1 0 0 0 0,1 0 0 0 0,0 0 0 0 0,0 0 0 0 0,0 0 0 0 0,0 0 0 0 0,-1-1 0 0 0,1 1 0 0 0,0 0 0 0 0,0 0 0 0 0,0 0 0 0 0,0 0 0 0 0,0-1 0 0 0,0 1 0 0 0,-1 0 0 0 0,1 0 0 0 0,0 0 0 0 0,0-1 0 0 0,0 1 0 0 0,0 0 0 0 0,0-1 0 0 0,-16-18 0 0 0,4 3 0 0 0,-2-1 0 0 0,0 0 0 0 0,2-1 0 0 0,0-1 0 0 0,1 0 0 0 0,1 0 0 0 0,0-1 0 0 0,2 0 0 0 0,1-1 0 0 0,-9-33 0 0 0,8 20 0 0 0,5 26 0 0 0,1 0 0 0 0,0-1 0 0 0,0 1 0 0 0,0-1 0 0 0,1 1 0 0 0,1-1 0 0 0,-1 1 0 0 0,1-1 0 0 0,2-14 0 0 0,-2 24 0 0 0,0-1 0 0 0,0 0 0 0 0,0 0 0 0 0,0 0 0 0 0,0 0 0 0 0,0 0 0 0 0,0 0 0 0 0,0 1 0 0 0,0-1 0 0 0,0 0 0 0 0,0 0 0 0 0,0 0 0 0 0,0 0 0 0 0,0 0 0 0 0,0 0 0 0 0,0 1 0 0 0,1-1 0 0 0,-1 0 0 0 0,0 0 0 0 0,0 0 0 0 0,0 0 0 0 0,0 0 0 0 0,0 0 0 0 0,0 0 0 0 0,0 1 0 0 0,0-1 0 0 0,0 0 0 0 0,1 0 0 0 0,-1 0 0 0 0,0 0 0 0 0,0 0 0 0 0,0 0 0 0 0,0 0 0 0 0,0 0 0 0 0,0 0 0 0 0,0 0 0 0 0,1 0 0 0 0,-1 0 0 0 0,0 0 0 0 0,0 0 0 0 0,0 0 0 0 0,0 0 0 0 0,0 0 0 0 0,0 0 0 0 0,1 0 0 0 0,-1 0 0 0 0,0 0 0 0 0,0 0 0 0 0,0 0 0 0 0,0 0 0 0 0,0 0 0 0 0,0 0 0 0 0,1 0 0 0 0,-1 0 0 0 0,0 0 0 0 0,0 0 0 0 0,0 0 0 0 0,0-1 0 0 0,0 1 0 0 0,0 0 0 0 0,0 0 0 0 0,0 0 0 0 0,1 0 0 0 0,-1 0 0 0 0,7 18 0 0 0,-2-3 0 0 0,24 54 0 0 0,20 73 0 0 0,-48-139 0 0 0,2 7 0 0 0,0 1 0 0 0,1-1 0 0 0,6 12 0 0 0,-9-20 0 0 0,0-1 0 0 0,-1 1 0 0 0,1-1 0 0 0,0 1 0 0 0,0-1 0 0 0,0 0 0 0 0,0 1 0 0 0,0-1 0 0 0,0 0 0 0 0,0 0 0 0 0,0 0 0 0 0,0 0 0 0 0,0 0 0 0 0,1 0 0 0 0,-1 0 0 0 0,1 0 0 0 0,-1 0 0 0 0,0 0 0 0 0,1-1 0 0 0,-1 1 0 0 0,1-1 0 0 0,0 1 0 0 0,-1-1 0 0 0,1 0 0 0 0,-1 1 0 0 0,1-1 0 0 0,0 0 0 0 0,-1 0 0 0 0,1 0 0 0 0,2-1 0 0 0,25-10 0 0 0,-1-1 0 0 0,-1-2 0 0 0,0-1 0 0 0,25-19 0 0 0,47-24 0 0 0,41-4 0 0 0,-121 55 0 0 0,0 1 0 0 0,0 1 0 0 0,1 0 0 0 0,-1 2 0 0 0,33-3 0 0 0,-47 6-384 0 0,-1 1 0 0 0,0-1 1 0 0,1 1-1 0 0,-1-1 0 0 0,0 1 0 0 0,8 3 0 0 0,27 17-13048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30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50 480 0 0,'-4'-36'5523'0'0,"10"23"11124"0"0,16 77-6530 0 0,-15 28-10117 0 0,-4 10 0 0 0,-3-2 0 0 0,2-8 0 0 0,2-2 0 0 0,0-5 0 0 0,-1-13 0 0 0,0-16 0 0 0,3-13 0 0 0,10-14 0 0 0,0-24-5875 0 0,7-36-14934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30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80 0 0,'37'-50'0'0'0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30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211 123 1040 0 0,'-17'-42'12067'0'0,"8"19"-2505"0"0,9 22-9339 0 0,-1 0 0 0 0,1 0 0 0 0,-1 0 1 0 0,1 0-1 0 0,-1 0 0 0 0,1 0 0 0 0,-1 1 0 0 0,0-1 0 0 0,1 0 0 0 0,-1 0 0 0 0,0 1 0 0 0,0-1 1 0 0,0 0-1 0 0,1 1 0 0 0,-1-1 0 0 0,0 1 0 0 0,0-1 0 0 0,0 1 0 0 0,0 0 0 0 0,0-1 0 0 0,0 1 1 0 0,0 0-1 0 0,-2-1 0 0 0,1 1 54 0 0,0 0 0 0 0,0 1-1 0 0,-1-1 1 0 0,1 0 0 0 0,0 1 0 0 0,0-1 0 0 0,0 1 0 0 0,0 0 0 0 0,0 0 0 0 0,-4 2 0 0 0,-4 3 147 0 0,1 0 0 0 0,-1 2 0 0 0,-11 10 1 0 0,20-18-425 0 0,-8 9 0 0 0,-1-1 0 0 0,2 2 0 0 0,-1-1 0 0 0,1 1 0 0 0,1 0 0 0 0,0 1 0 0 0,0-1 0 0 0,-10 23 0 0 0,16-29 0 0 0,0 0 0 0 0,0 0 0 0 0,0 0 0 0 0,1 0 0 0 0,-1 1 0 0 0,1-1 0 0 0,0 0 0 0 0,0 0 0 0 0,1 0 0 0 0,-1 0 0 0 0,1 0 0 0 0,0 1 0 0 0,0-1 0 0 0,0 0 0 0 0,1-1 0 0 0,-1 1 0 0 0,1 0 0 0 0,0 0 0 0 0,0-1 0 0 0,0 1 0 0 0,0-1 0 0 0,1 1 0 0 0,0-1 0 0 0,-1 0 0 0 0,1 0 0 0 0,6 4 0 0 0,4 4 0 0 0,0-1 0 0 0,1-1 0 0 0,1 0 0 0 0,0 0 0 0 0,18 6 0 0 0,137 52 0 0 0,-104-44 0 0 0,120 62 0 0 0,-181-82 0 0 0,1 0 0 0 0,-1 1 0 0 0,1 0 0 0 0,-1 0 0 0 0,0 0 0 0 0,-1 0 0 0 0,1 1 0 0 0,-1 0 0 0 0,0 0 0 0 0,0 0 0 0 0,6 11 0 0 0,-9-12 0 0 0,1 0 0 0 0,-1 0 0 0 0,0 0 0 0 0,0 0 0 0 0,0 0 0 0 0,-1 0 0 0 0,1 0 0 0 0,-1 0 0 0 0,0 0 0 0 0,0 0 0 0 0,-1 0 0 0 0,1 0 0 0 0,-1 0 0 0 0,0 0 0 0 0,0 0 0 0 0,0 0 0 0 0,0 0 0 0 0,-1 0 0 0 0,0 0 0 0 0,-2 3 0 0 0,-2 4 0 0 0,-2-1 0 0 0,1 0 0 0 0,-1-1 0 0 0,-1 1 0 0 0,0-1 0 0 0,0-1 0 0 0,-1 0 0 0 0,0 0 0 0 0,0-1 0 0 0,0 0 0 0 0,-1-1 0 0 0,0 0 0 0 0,-1-1 0 0 0,1 0 0 0 0,-1-1 0 0 0,0 0 0 0 0,0-1 0 0 0,-1 0 0 0 0,1-1 0 0 0,-24 1 0 0 0,31-3 0 0 0,1 0 0 0 0,-1 0 0 0 0,1-1 0 0 0,-1 1 0 0 0,1-1 0 0 0,0 0 0 0 0,-1-1 0 0 0,1 1 0 0 0,0-1 0 0 0,0 0 0 0 0,0 0 0 0 0,0 0 0 0 0,0 0 0 0 0,0-1 0 0 0,1 1 0 0 0,-1-1 0 0 0,1 0 0 0 0,-1 0 0 0 0,1-1 0 0 0,0 1 0 0 0,0 0 0 0 0,-4-9 0 0 0,4 6 0 0 0,1 0 0 0 0,0-1 0 0 0,0 0 0 0 0,0 1 0 0 0,1-1 0 0 0,-1 0 0 0 0,2 0 0 0 0,-1 0 0 0 0,1 0 0 0 0,0 0 0 0 0,1 0 0 0 0,-1 1 0 0 0,1-1 0 0 0,3-10 0 0 0,16-49 0 0 0,3 1 0 0 0,48-98 0 0 0,-42 100 0 0 0,26-43 0 0 0,6-17 0 0 0,-59 120 0 0 0,-1 1 0 0 0,0 0 0 0 0,-1-1 0 0 0,1 1 0 0 0,0-1 0 0 0,-1 1 0 0 0,1 0 0 0 0,-1-1 0 0 0,0 1 0 0 0,0-1 0 0 0,0 0 0 0 0,0 1 0 0 0,0-1 0 0 0,0 1 0 0 0,-1-1 0 0 0,1 1 0 0 0,-2-4 0 0 0,0 4 0 0 0,1 0 0 0 0,0 0 0 0 0,0 0 0 0 0,-1 1 0 0 0,1-1 0 0 0,-1 0 0 0 0,0 1 0 0 0,1 0 0 0 0,-1-1 0 0 0,0 1 0 0 0,0 0 0 0 0,0 0 0 0 0,0 0 0 0 0,0 0 0 0 0,0 0 0 0 0,-3-1 0 0 0,-6 0 0 0 0,0 0 0 0 0,-1 0 0 0 0,0 1 0 0 0,1 0 0 0 0,-1 1 0 0 0,-13 2 0 0 0,-109 12 0 0 0,114-11 0 0 0,1 2 0 0 0,0 0 0 0 0,0 1 0 0 0,-32 15 0 0 0,48-20-48 0 0,0 1 0 0 0,0 0 1 0 0,0 0-1 0 0,0 0 0 0 0,1 0 0 0 0,-1 1 0 0 0,0-1 0 0 0,1 1 1 0 0,0-1-1 0 0,0 1 0 0 0,-1 0 0 0 0,2 0 0 0 0,-4 5 0 0 0,-6 25-6299 0 0,0 19-13560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34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64 489 480 0 0,'9'-20'156'0'0,"1"1"1"0"0,1 1-1 0 0,1-1 0 0 0,0 2 0 0 0,2 0 0 0 0,0 0 1 0 0,0 1-1 0 0,18-14 0 0 0,7-10-361 0 0,-32 34 205 0 0,1-1 0 0 0,-1 1 0 0 0,14-8 0 0 0,8-8 0 0 0,-28 22 12 0 0,0 0 0 0 0,-1-1 0 0 0,1 1 0 0 0,-1-1 0 0 0,1 1 0 0 0,0-1 0 0 0,-1 1 0 0 0,1-1 0 0 0,-1 0 0 0 0,1 1 0 0 0,-1-1 0 0 0,0 0 0 0 0,1 1 0 0 0,-1-1 0 0 0,0 0 0 0 0,1 1 0 0 0,-1-1 0 0 0,0 0 0 0 0,0 0 0 0 0,0 1 0 0 0,1-1 0 0 0,-1 0 0 0 0,0 0 0 0 0,0 1 0 0 0,0-1 0 0 0,0 0 0 0 0,0 0 0 0 0,-1 1 0 0 0,1-1 0 0 0,0 0 0 0 0,0 0 0 0 0,0 1 0 0 0,-1-1 0 0 0,1 0 0 0 0,-1 0 0 0 0,-23-19 1629 0 0,22 18-1281 0 0,-1 1-1 0 0,0-1 1 0 0,0 0-1 0 0,1 0 1 0 0,-1 0-1 0 0,1-1 1 0 0,-1 1-1 0 0,-2-4 1 0 0,4 2 636 0 0,-1 0 0 0 0,1 0 0 0 0,0 0 0 0 0,0 0 0 0 0,0 0 1 0 0,0-8-1 0 0,0 9 144 0 0,1-1 1 0 0,0 1 0 0 0,-1 0 0 0 0,1 0 0 0 0,-1-1 0 0 0,0 1-1 0 0,0 0 1 0 0,-1 0 0 0 0,1 0 0 0 0,-1 0 0 0 0,-2-4 0 0 0,2 1-630 0 0,-1 0 1 0 0,1 0-1 0 0,0 0 0 0 0,0 0 1 0 0,0 0-1 0 0,1-1 1 0 0,0 1-1 0 0,0-1 1 0 0,1-11-1 0 0,-2 15-511 0 0,-7 18 0 0 0,-30 78 0 0 0,3 1 0 0 0,5 2 0 0 0,4 1 0 0 0,-25 174 0 0 0,48-244 0 0 0,-15 163 0 0 0,17-150 0 0 0,1 0 0 0 0,9 69 0 0 0,-6-97 0 0 0,0 0 0 0 0,1 0 0 0 0,0 0 0 0 0,1 0 0 0 0,0 0 0 0 0,1-1 0 0 0,1 1 0 0 0,-1-2 0 0 0,2 1 0 0 0,12 17 0 0 0,-13-22 0 0 0,0 1 0 0 0,0-1 0 0 0,1-1 0 0 0,0 1 0 0 0,0-1 0 0 0,0 0 0 0 0,1-1 0 0 0,0 1 0 0 0,-1-1 0 0 0,2-1 0 0 0,-1 0 0 0 0,0 0 0 0 0,1-1 0 0 0,-1 0 0 0 0,16 2 0 0 0,3-2 0 0 0,-1-2 0 0 0,1-1 0 0 0,-1 0 0 0 0,0-3 0 0 0,0 0 0 0 0,43-12 0 0 0,-3-5 0 0 0,82-38 0 0 0,-121 48 0 0 0,0-1 0 0 0,0-2 0 0 0,-1-1 0 0 0,-1 0 0 0 0,43-36 0 0 0,-66 49 0 0 0,1-1 0 0 0,-1 0 0 0 0,0 1 0 0 0,0-1 0 0 0,-1 0 0 0 0,1 0 0 0 0,0 0 0 0 0,-1 0 0 0 0,0 0 0 0 0,0 0 0 0 0,0 0 0 0 0,0-1 0 0 0,0 1 0 0 0,0 0 0 0 0,-1 0 0 0 0,0-1 0 0 0,0 1 0 0 0,0-1 0 0 0,0 1 0 0 0,0 0 0 0 0,-1-1 0 0 0,0-4 0 0 0,-3-5 0 0 0,0 0 0 0 0,-1-1 0 0 0,-1 2 0 0 0,-7-14 0 0 0,5 8 0 0 0,-3-5 0 0 0,-1 0 0 0 0,-1 1 0 0 0,-29-39 0 0 0,38 56 0 0 0,-1 0 0 0 0,1-1 0 0 0,-1 2 0 0 0,0-1 0 0 0,-1 0 0 0 0,1 1 0 0 0,-1 0 0 0 0,0 0 0 0 0,0 1 0 0 0,0 0 0 0 0,0 0 0 0 0,-1 0 0 0 0,1 1 0 0 0,-1 0 0 0 0,1 0 0 0 0,-1 0 0 0 0,0 1 0 0 0,0 0 0 0 0,-12 0 0 0 0,3 2 0 0 0,1 1 0 0 0,0 1 0 0 0,0 0 0 0 0,0 1 0 0 0,1 1 0 0 0,0 0 0 0 0,-1 1 0 0 0,2 1 0 0 0,-15 8 0 0 0,10-3 0 0 0,-1 1 0 0 0,2 1 0 0 0,-1 0 0 0 0,2 1 0 0 0,-23 28 0 0 0,11-6 0 0 0,0 2 0 0 0,3 1 0 0 0,2 1 0 0 0,1 1 0 0 0,-20 55 0 0 0,36-83 0 0 0,3-8 0 0 0,0 1 0 0 0,0 0 0 0 0,1 0 0 0 0,0 0 0 0 0,0 0 0 0 0,1 0 0 0 0,-1 0 0 0 0,2 1 0 0 0,-1-1 0 0 0,1 11 0 0 0,0-16 36 0 0,1-1 0 0 0,-1 0 0 0 0,0 1 0 0 0,1-1 0 0 0,-1 0 0 0 0,1 1 0 0 0,0-1 1 0 0,-1 0-1 0 0,1 0 0 0 0,0 0 0 0 0,0 1 0 0 0,0-1 0 0 0,0 0 0 0 0,0 0 0 0 0,0 0 0 0 0,0-1 0 0 0,0 1 0 0 0,0 0 0 0 0,0 0 0 0 0,0 0 0 0 0,2 0 1 0 0,17 5-4505 0 0,21-1-13900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34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67 80 0 0,'4'-3'307'0'0,"-1"-1"0"0"0,0 1 0 0 0,0-1 0 0 0,0 0 0 0 0,0 0-1 0 0,3-5 1 0 0,-9-26 28898 0 0,-38 72-27871 0 0,22-18-1334 0 0,1 2 0 0 0,1 0 0 0 0,1 1 0 0 0,1 1 0 0 0,1 0 0 0 0,1 1 0 0 0,1 0 0 0 0,1 1 0 0 0,1 0 0 0 0,1 1 0 0 0,2 0 0 0 0,0 1 0 0 0,2-1 0 0 0,1 1 0 0 0,1 0 0 0 0,1 1 0 0 0,1-1 0 0 0,2 0 0 0 0,1 0 0 0 0,6 36 0 0 0,-3-36 0 0 0,2 0 0 0 0,0 0 0 0 0,1 0 0 0 0,2-1 0 0 0,1-1 0 0 0,1 0 0 0 0,28 45 0 0 0,-30-56 0 0 0,0-1 0 0 0,1 0 0 0 0,1-1 0 0 0,0 0 0 0 0,0-1 0 0 0,1-1 0 0 0,1 0 0 0 0,0 0 0 0 0,0-1 0 0 0,0-1 0 0 0,1-1 0 0 0,1 0 0 0 0,-1-1 0 0 0,27 7 0 0 0,-9-5 0 0 0,1-3 0 0 0,0-1 0 0 0,0-1 0 0 0,59-3 0 0 0,-30-5 0 0 0,101-21 0 0 0,-112 12-2513 0 0,-34 4-9847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35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59 1040 0 0,'-6'-15'6630'0'0,"-9"-10"5165"0"0,13 23-10830 0 0,0 0 0 0 0,1 1 0 0 0,-1-1 0 0 0,0 0-1 0 0,0 1 1 0 0,0 0 0 0 0,0-1 0 0 0,0 1 0 0 0,-1 0 0 0 0,-1-1 0 0 0,-16 1 1723 0 0,19 2-2688 0 0,0-1 0 0 0,-1 1 0 0 0,1 0 0 0 0,0 0 0 0 0,0 0 0 0 0,0 1 0 0 0,0-1 0 0 0,0 0 0 0 0,0 0 0 0 0,0 0 0 0 0,0 1 0 0 0,0-1 0 0 0,1 0 0 0 0,-1 1 0 0 0,0 2 0 0 0,-19 30 0 0 0,3 1 0 0 0,0 1 0 0 0,-13 47 0 0 0,22-59 0 0 0,2 1 0 0 0,1-1 0 0 0,1 1 0 0 0,1 0 0 0 0,1 0 0 0 0,1 1 0 0 0,3 27 0 0 0,3-16 0 0 0,1-1 0 0 0,2 1 0 0 0,2-2 0 0 0,1 1 0 0 0,29 63 0 0 0,-29-78 0 0 0,0 0 0 0 0,1-1 0 0 0,1 0 0 0 0,0-1 0 0 0,2-1 0 0 0,0 0 0 0 0,1-1 0 0 0,1-1 0 0 0,1 0 0 0 0,25 17 0 0 0,-32-27 0 0 0,0 0 0 0 0,0-1 0 0 0,0 0 0 0 0,1 0 0 0 0,0-2 0 0 0,0 1 0 0 0,0-2 0 0 0,0 1 0 0 0,0-2 0 0 0,1 0 0 0 0,-1 0 0 0 0,1-1 0 0 0,-1 0 0 0 0,0-2 0 0 0,1 1 0 0 0,-1-1 0 0 0,0-1 0 0 0,0 0 0 0 0,20-8 0 0 0,-5-1 0 0 0,-1 0 0 0 0,0-1 0 0 0,-1-2 0 0 0,-1-1 0 0 0,0 0 0 0 0,-1-2 0 0 0,26-26 0 0 0,-30 25 0 0 0,0 0 0 0 0,19-28 0 0 0,-34 41 0 0 0,1 0 0 0 0,-1-1 0 0 0,0 0 0 0 0,0 0 0 0 0,-1 0 0 0 0,0-1 0 0 0,0 1 0 0 0,-1-1 0 0 0,0 1 0 0 0,0-1 0 0 0,0-15 0 0 0,-1 22 0 0 0,-1-1 0 0 0,0 0 0 0 0,0 0 0 0 0,-1 1 0 0 0,1-1 0 0 0,0 0 0 0 0,-1 1 0 0 0,1-1 0 0 0,0 0 0 0 0,-1 1 0 0 0,0-1 0 0 0,1 1 0 0 0,-1-1 0 0 0,0 1 0 0 0,0-1 0 0 0,0 1 0 0 0,0-1 0 0 0,0 1 0 0 0,0 0 0 0 0,-1 0 0 0 0,1-1 0 0 0,0 1 0 0 0,-1 0 0 0 0,1 0 0 0 0,0 0 0 0 0,-1 1 0 0 0,1-1 0 0 0,-1 0 0 0 0,1 0 0 0 0,-1 1 0 0 0,0-1 0 0 0,1 1 0 0 0,-1 0 0 0 0,0-1 0 0 0,1 1 0 0 0,-1 0 0 0 0,-2 0 0 0 0,-3 0 0 0 0,0 0 0 0 0,0 1 0 0 0,1 0 0 0 0,-1 0 0 0 0,0 0 0 0 0,0 1 0 0 0,1 0 0 0 0,-10 5 0 0 0,-4 3 0 0 0,0 0 0 0 0,1 2 0 0 0,1 0 0 0 0,0 2 0 0 0,-33 29 0 0 0,-70 93 0 0 0,118-132 0 0 0,-185 245-3130 0 0,83-104-3985 0 0,61-91-9404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38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149 131 160 0 0,'-11'-12'1229'0'0,"-1"-1"-1"0"0,-24-20 1 0 0,2 9 4904 0 0,-2 5 3510 0 0,35 19-9190 0 0,0-1 0 0 0,0 1-1 0 0,0-1 1 0 0,-1 1-1 0 0,1-1 1 0 0,0 1 0 0 0,0-1-1 0 0,1 0 1 0 0,-1 1 0 0 0,0-1-1 0 0,0 0 1 0 0,0 0-1 0 0,0 0 1 0 0,1 0 0 0 0,-1 0-1 0 0,0 0 1 0 0,1 0-1 0 0,-1 0 1 0 0,1 0 0 0 0,-1 0-1 0 0,1 0 1 0 0,-1 0 0 0 0,1 0-1 0 0,0 0 1 0 0,0-1-1 0 0,-1 1 1 0 0,1 0 0 0 0,0-2-1 0 0,1 3-451 0 0,-1 0 0 0 0,1-1 0 0 0,-1 1 0 0 0,1 0 0 0 0,-1 0 0 0 0,1-1 0 0 0,-1 1 0 0 0,1 0-1 0 0,-1 0 1 0 0,1 0 0 0 0,0 0 0 0 0,-1 0 0 0 0,1 0 0 0 0,-1 0 0 0 0,1 0 0 0 0,-1 0 0 0 0,1 0-1 0 0,0 0 1 0 0,-1 0 0 0 0,1 0 0 0 0,-1 0 0 0 0,1 1 0 0 0,-1-1 0 0 0,1 0 0 0 0,0 1 0 0 0,23 7-6 0 0,-24-8 5 0 0,19 9 0 0 0,0 0 0 0 0,-1 1 0 0 0,-1 1 0 0 0,1 1 0 0 0,27 24 0 0 0,79 86 0 0 0,-3-2 0 0 0,-47-57 0 0 0,106 68 0 0 0,-171-125 24 0 0,-6-4-5 0 0,1 1 0 0 0,-1-1 0 0 0,1 0 0 0 0,-1 0 1 0 0,1-1-1 0 0,0 1 0 0 0,6 1 0 0 0,-9-3-45 0 0,0 0 0 0 0,0 0 0 0 0,1 0 0 0 0,-1 0-1 0 0,0 0 1 0 0,0-1 0 0 0,0 1 0 0 0,0 0 0 0 0,0-1-1 0 0,0 1 1 0 0,0-1 0 0 0,0 1 0 0 0,0-1 0 0 0,0 1 0 0 0,-1-1-1 0 0,1 0 1 0 0,0 1 0 0 0,0-1 0 0 0,0 0 0 0 0,-1 0 0 0 0,1 0-1 0 0,0 1 1 0 0,-1-1 0 0 0,1 0 0 0 0,-1 0 0 0 0,1 0-1 0 0,-1 0 1 0 0,0 0 0 0 0,1 0 0 0 0,-1 0 0 0 0,0 0 0 0 0,1 0-1 0 0,-1-1 1 0 0,0-1 0 0 0,10-49-5170 0 0,-7 32 303 0 0,-1 0-1 0 0,-2-24 1 0 0,-12-40-7179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39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387 94 960 0 0,'-7'-22'2079'0'0,"-7"-20"2572"0"0,0 17 4907 0 0,14 25-9180 0 0,-1-1 0 0 0,1 1 0 0 0,-1-1 0 0 0,0 1 0 0 0,1 0 0 0 0,-1-1 0 0 0,1 1 0 0 0,-1 0 0 0 0,0-1 0 0 0,1 1 0 0 0,-1 0 0 0 0,0 0 0 0 0,1-1 0 0 0,-1 1 0 0 0,0 0-1 0 0,1 0 1 0 0,-1 0 0 0 0,0 0 0 0 0,1 0 0 0 0,-1 0 0 0 0,0 0 0 0 0,0 0 0 0 0,1 0 0 0 0,-1 1 0 0 0,0-1 0 0 0,0 0 0 0 0,-17 8 4863 0 0,17-7-5168 0 0,-10 7-73 0 0,0 0 0 0 0,0 1 0 0 0,1 0 0 0 0,1 0 0 0 0,-1 1 0 0 0,-8 13 0 0 0,1-3 0 0 0,-6 6 0 0 0,2 0 0 0 0,1 1 0 0 0,1 1 0 0 0,2 1 0 0 0,0 1 0 0 0,2 0 0 0 0,1 1 0 0 0,2 1 0 0 0,1 0 0 0 0,1 0 0 0 0,-6 44 0 0 0,-4 56 0 0 0,19-125 196 0 0,-1-10 0 0 0,3 1-360 0 0,-1 0 1 0 0,0 0 0 0 0,1 0 0 0 0,0 0 0 0 0,-1 0 0 0 0,1 0 0 0 0,0 1-1 0 0,0-1 1 0 0,0 0 0 0 0,0 0 0 0 0,2-2 0 0 0,31-41-7667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40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74 5202 0 0,'-2'-57'14359'0'0,"2"57"-14194"0"0,0-1-1 0 0,0 0 1 0 0,0 1 0 0 0,0-1 0 0 0,0 0-1 0 0,0 1 1 0 0,0-1 0 0 0,-1 1 0 0 0,1-1-1 0 0,0 0 1 0 0,0 1 0 0 0,0-1-1 0 0,-1 1 1 0 0,1-1 0 0 0,0 0 0 0 0,-1 1-1 0 0,1-1 1 0 0,0 1 0 0 0,-1-1 0 0 0,1 1-1 0 0,-1 0 1 0 0,1-1 0 0 0,-1 1 0 0 0,1-1-1 0 0,-1 1 1 0 0,1 0 0 0 0,-1-1-1 0 0,1 1 1 0 0,-1 0 0 0 0,1-1 0 0 0,-1 1-1 0 0,0 0 1 0 0,1 0 0 0 0,-1 0 0 0 0,1 0-1 0 0,-1 0 1 0 0,0-1 0 0 0,1 1-1 0 0,-1 0 1 0 0,0 0 0 0 0,1 1 0 0 0,-1-1-1 0 0,1 0 1 0 0,-1 0 0 0 0,0 0 0 0 0,1 0-1 0 0,-1 0 1 0 0,0 1 0 0 0,1-1 0 0 0,-1 0-1 0 0,1 1 1 0 0,-1-1 0 0 0,1 0-1 0 0,-1 1 1 0 0,1-1 0 0 0,-1 0 0 0 0,1 1-1 0 0,-1-1 1 0 0,1 1 0 0 0,-1 0 0 0 0,-3 3 286 0 0,1 0 0 0 0,0 0 0 0 0,0 0 0 0 0,0 0 0 0 0,0 0 0 0 0,-3 8 0 0 0,2-2-451 0 0,1 0 0 0 0,0 1 0 0 0,0-1 0 0 0,1 1 0 0 0,1-1 0 0 0,0 1 0 0 0,0 13 0 0 0,2 9 0 0 0,7 38 0 0 0,8 29 0 0 0,39 128 0 0 0,45 88 0 0 0,-69-223 0 0 0,-16-45 0 0 0,62 167 0 0 0,-71-202 59 0 0,-1-1 1 0 0,1 0-1 0 0,1 0 0 0 0,0-1 1 0 0,0 0-1 0 0,1 0 1 0 0,11 11-1 0 0,-16-20-89 0 0,-1 0 1 0 0,0 0-1 0 0,0 0 0 0 0,1-1 0 0 0,-1 1 1 0 0,1-1-1 0 0,-1 0 0 0 0,1 0 1 0 0,-1 1-1 0 0,1-2 0 0 0,0 1 1 0 0,0 0-1 0 0,-1 0 0 0 0,1-1 1 0 0,5 1-1 0 0,-5-2-82 0 0,0 1 1 0 0,0-1-1 0 0,1 0 0 0 0,-1 0 0 0 0,0 0 1 0 0,0 0-1 0 0,0-1 0 0 0,0 1 0 0 0,0-1 1 0 0,-1 1-1 0 0,1-1 0 0 0,0 0 0 0 0,-1 0 1 0 0,1-1-1 0 0,-1 1 0 0 0,4-4 0 0 0,0-1-1374 0 0,-1-1-1 0 0,1 0 0 0 0,-1 1 0 0 0,-1-2 0 0 0,1 1 0 0 0,-1 0 0 0 0,-1-1 0 0 0,1 0 0 0 0,1-11 0 0 0,1-4-1902 0 0,-2 0-1 0 0,1-37 0 0 0,-2-26-1238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4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230 387 1040 0 0,'5'-20'4184'0'0,"-4"-3"6573"0"0,-1 22-10410 0 0,-1 1 0 0 0,1-1 1 0 0,0 1-1 0 0,0-1 0 0 0,-1 1 1 0 0,1-1-1 0 0,0 1 0 0 0,0-1 0 0 0,-1 1 1 0 0,1 0-1 0 0,-1-1 0 0 0,1 1 1 0 0,0 0-1 0 0,-1-1 0 0 0,1 1 1 0 0,-1 0-1 0 0,1-1 0 0 0,-1 1 1 0 0,1 0-1 0 0,-1 0 0 0 0,1 0 0 0 0,-1-1 1 0 0,1 1-1 0 0,-1 0 0 0 0,1 0 1 0 0,-1 0-1 0 0,0 0 0 0 0,-1 0 186 0 0,-1 0-1 0 0,1 1 0 0 0,-1-1 0 0 0,1 1 0 0 0,-1-1 1 0 0,1 1-1 0 0,-1 0 0 0 0,1 0 0 0 0,-3 2 1 0 0,-7 4-360 0 0,0 1 1 0 0,1 1 0 0 0,0 0 0 0 0,1 1 0 0 0,0 0 0 0 0,0 0 0 0 0,1 1 0 0 0,0 0 0 0 0,-8 16 0 0 0,5-9-174 0 0,0 0 0 0 0,2 0 0 0 0,0 1 0 0 0,2 1 0 0 0,0 0 0 0 0,1 0 0 0 0,0 0 0 0 0,-2 23 0 0 0,8-36 0 0 0,0 0 0 0 0,1 0 0 0 0,-1 0 0 0 0,2 0 0 0 0,-1 0 0 0 0,1 0 0 0 0,0 0 0 0 0,0 0 0 0 0,1 0 0 0 0,0-1 0 0 0,0 1 0 0 0,4 7 0 0 0,-2-8 0 0 0,-1-1 0 0 0,0-1 0 0 0,1 1 0 0 0,0 0 0 0 0,0-1 0 0 0,1 0 0 0 0,-1 0 0 0 0,1 0 0 0 0,0-1 0 0 0,0 1 0 0 0,0-1 0 0 0,0-1 0 0 0,0 1 0 0 0,1 0 0 0 0,-1-1 0 0 0,10 2 0 0 0,0 0 0 0 0,1-1 0 0 0,0 0 0 0 0,0-1 0 0 0,0-1 0 0 0,28-1 0 0 0,86-15 0 0 0,-13 2 0 0 0,-75 11 0 0 0,1 1 0 0 0,-1 2 0 0 0,1 3 0 0 0,-1 0 0 0 0,46 13 0 0 0,-73-13 0 0 0,-1 0 0 0 0,0 2 0 0 0,0 0 0 0 0,0 0 0 0 0,-1 1 0 0 0,0 1 0 0 0,22 17 0 0 0,-28-19 0 0 0,0 1 0 0 0,0-1 0 0 0,-1 2 0 0 0,0-1 0 0 0,0 1 0 0 0,-1 0 0 0 0,0 0 0 0 0,0 0 0 0 0,-1 1 0 0 0,0 0 0 0 0,-1 0 0 0 0,0 0 0 0 0,3 14 0 0 0,-4-14 0 0 0,0-1 0 0 0,-1 1 0 0 0,-1 0 0 0 0,0 0 0 0 0,0-1 0 0 0,0 1 0 0 0,-1 0 0 0 0,0 0 0 0 0,-1-1 0 0 0,0 1 0 0 0,0-1 0 0 0,-1 0 0 0 0,-4 9 0 0 0,2-7 0 0 0,-1 1 0 0 0,-1-1 0 0 0,1-1 0 0 0,-2 1 0 0 0,1-1 0 0 0,-1 0 0 0 0,-1-1 0 0 0,-15 13 0 0 0,0-5 0 0 0,-1 0 0 0 0,-1-1 0 0 0,0-2 0 0 0,-1-1 0 0 0,0 0 0 0 0,-55 13 0 0 0,61-19 0 0 0,-1-1 0 0 0,0-1 0 0 0,-27 1 0 0 0,42-5 0 0 0,-1 0 0 0 0,0 0 0 0 0,1-1 0 0 0,-1 0 0 0 0,1 0 0 0 0,-1-1 0 0 0,1 0 0 0 0,-1 0 0 0 0,1 0 0 0 0,0-1 0 0 0,0 0 0 0 0,0-1 0 0 0,-8-5 0 0 0,7 3 0 0 0,1-1 0 0 0,-1 1 0 0 0,2-1 0 0 0,-1 0 0 0 0,1-1 0 0 0,0 0 0 0 0,0 0 0 0 0,1 0 0 0 0,0 0 0 0 0,1-1 0 0 0,-6-14 0 0 0,5 7 0 0 0,1-1 0 0 0,0 1 0 0 0,1-1 0 0 0,1 1 0 0 0,0-1 0 0 0,1-20 0 0 0,4-6 0 0 0,1 0 0 0 0,3 0 0 0 0,1 1 0 0 0,20-63 0 0 0,11-9 0 0 0,69-138 0 0 0,72-100 0 0 0,-158 312 0 0 0,-19 34 0 0 0,13-30 0 0 0,-16 35 0 0 0,0 1 0 0 0,1-1 0 0 0,-1 1 0 0 0,0-1 0 0 0,0 1 0 0 0,0-1 0 0 0,0 1 0 0 0,0-1 0 0 0,0 1 0 0 0,0-1 0 0 0,0 0 0 0 0,0 1 0 0 0,0-1 0 0 0,0 1 0 0 0,0-1 0 0 0,0 1 0 0 0,0-1 0 0 0,0 1 0 0 0,-1-1 0 0 0,1 1 0 0 0,0-1 0 0 0,0 0 0 0 0,-1 1 0 0 0,1 0 0 0 0,0-1 0 0 0,-1 1 0 0 0,1-1 0 0 0,0 1 0 0 0,-1-1 0 0 0,1 1 0 0 0,-1 0 0 0 0,1-1 0 0 0,-1 1 0 0 0,1 0 0 0 0,-1-1 0 0 0,1 1 0 0 0,-1 0 0 0 0,1 0 0 0 0,-1 0 0 0 0,1-1 0 0 0,-1 1 0 0 0,1 0 0 0 0,-1 0 0 0 0,1 0 0 0 0,-1 0 0 0 0,0 0 0 0 0,1 0 0 0 0,-1 0 0 0 0,1 0 0 0 0,-1 0 0 0 0,1 0 0 0 0,-2 1 0 0 0,-7 0 0 0 0,-1 1 0 0 0,1 0 0 0 0,0 0 0 0 0,0 1 0 0 0,0 1 0 0 0,0 0 0 0 0,-10 5 0 0 0,-61 42 0 0 0,15-9 0 0 0,50-33-192 0 0,0 0-1 0 0,-1-2 1 0 0,0 0-1 0 0,0 0 1 0 0,-1-2-1 0 0,0 0 1 0 0,-27 4 0 0 0,23-8-2374 0 0,-1-1 0 0 0,-21-3 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44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52 7764 0 0,'0'-3'1042'0'0,"0"0"1"0"0,0 0 0 0 0,0 1 0 0 0,0-1 0 0 0,0 0 0 0 0,-1 0 0 0 0,1 1 0 0 0,-1-1-1 0 0,0 0 1 0 0,0 1 0 0 0,0-1 0 0 0,0 1 0 0 0,0-1 0 0 0,-2-2 0 0 0,2 5-624 0 0,0-1 0 0 0,0 0 0 0 0,0 0 0 0 0,0 0-1 0 0,0 1 1 0 0,0-1 0 0 0,0 1 0 0 0,-1-1 0 0 0,1 1 0 0 0,0-1 0 0 0,0 1 0 0 0,0-1 0 0 0,-1 1 0 0 0,1 0 0 0 0,0 0 0 0 0,-1 0 0 0 0,0 0 0 0 0,-23 3 1400 0 0,18 0-1819 0 0,0-1 0 0 0,1 2 0 0 0,-1-1 0 0 0,0 1 0 0 0,1 0 0 0 0,0 0 0 0 0,0 1 0 0 0,0 0 0 0 0,1 0 0 0 0,0 0 0 0 0,0 1 0 0 0,0 0 0 0 0,-7 10 0 0 0,-3 8 0 0 0,1 0 0 0 0,-18 39 0 0 0,19-32 0 0 0,0 2 0 0 0,3 0 0 0 0,0 0 0 0 0,2 1 0 0 0,2 0 0 0 0,1 0 0 0 0,1 1 0 0 0,2-1 0 0 0,4 47 0 0 0,5-27 0 0 0,2 0 0 0 0,2-1 0 0 0,3 0 0 0 0,2-1 0 0 0,2 0 0 0 0,3-2 0 0 0,1 0 0 0 0,3-1 0 0 0,2-2 0 0 0,51 68 0 0 0,-63-95 0 0 0,1-2 0 0 0,2 0 0 0 0,0 0 0 0 0,0-2 0 0 0,2 0 0 0 0,0-1 0 0 0,0-1 0 0 0,2-1 0 0 0,27 12 0 0 0,-39-20 0 0 0,1 0 0 0 0,0-1 0 0 0,1-1 0 0 0,-1 0 0 0 0,1 0 0 0 0,-1-1 0 0 0,1-1 0 0 0,0 0 0 0 0,0 0 0 0 0,-1-1 0 0 0,1-1 0 0 0,0 0 0 0 0,0 0 0 0 0,-1-1 0 0 0,1-1 0 0 0,-1 0 0 0 0,1-1 0 0 0,-1 0 0 0 0,0 0 0 0 0,-1-1 0 0 0,13-8 0 0 0,-17 9-95 0 0,1-1 0 0 0,-1 0 0 0 0,0 0 0 0 0,0 0 0 0 0,0-1 1 0 0,-1 0-1 0 0,0 0 0 0 0,0-1 0 0 0,8-13 0 0 0,-10 13-739 0 0,0 0-1 0 0,0-1 1 0 0,0 1-1 0 0,-1-1 1 0 0,0 0 0 0 0,1-8-1 0 0,-2-2-4867 0 0,0-1-1 0 0,-2-20 1 0 0,1 39 5636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44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13526 0 0,'9'76'19241'0'0,"-12"52"-19241"0"0,2 35 0 0 0,15 22 0 0 0,20 10 0 0 0,12-9 0 0 0,-4-35 0 0 0,-12-54 0 0 0,-1-14 0 0 0,-12 6-1072 0 0,-21 10-12215 0 0,-20 8 2963 0 0,-15 4 3040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47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46 3522 0 0,'-31'30'11045'0'0,"15"-15"-881"0"0,12-9-2800 0 0,16 0-6692 0 0,19 2-672 0 0,30 4 0 0 0,4 4 0 0 0,2-4 0 0 0,7-5 0 0 0,-13-3 0 0 0,4-7 0 0 0,11-5 0 0 0,2-7 0 0 0,2-9 0 0 0,-6-6 0 0 0,-23-6-3474 0 0,-30-10-13493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47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2721 0 0,'8'28'17208'0'0,"21"-19"-4370"0"0,26 5-12838 0 0,23 6 0 0 0,13-11 0 0 0,-16-11 0 0 0,2-9 0 0 0,6-7 0 0 0,-6-3 0 0 0,-21 1 0 0 0,-22 7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56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52 7924 0 0,'-8'-48'17127'0'0,"-5"45"-9411"0"0,3 35-7716 0 0,2 52 0 0 0,10 63 0 0 0,4-19 0 0 0,6 8 0 0 0,4 11 0 0 0,3 3 0 0 0,-2-10 0 0 0,-2-8 0 0 0,-6-13 0 0 0,3-24 0 0 0,2-34 0 0 0,15-30 0 0 0,24-34-10597 0 0,7-41-5010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0:57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468 316 11605 0 0,'-14'8'15473'0'0,"10"-5"-14525"0"0,1 1 1 0 0,-1 0-1 0 0,1 0 0 0 0,-1 0 0 0 0,-3 8 0 0 0,-14 26-948 0 0,2 0 0 0 0,2 1 0 0 0,1 1 0 0 0,-11 48 0 0 0,10-21 0 0 0,4 0 0 0 0,-6 70 0 0 0,17-118 0 0 0,1-1 0 0 0,1 1 0 0 0,0-1 0 0 0,6 32 0 0 0,-5-43 0 0 0,0-1 0 0 0,1 0 0 0 0,0 0 0 0 0,0 0 0 0 0,1 0 0 0 0,-1-1 0 0 0,1 1 0 0 0,1-1 0 0 0,-1 1 0 0 0,1-1 0 0 0,0 0 0 0 0,0-1 0 0 0,0 1 0 0 0,1-1 0 0 0,0 1 0 0 0,-1-1 0 0 0,8 4 0 0 0,-1-2 0 0 0,0-1 0 0 0,0 0 0 0 0,1-1 0 0 0,0 0 0 0 0,-1-1 0 0 0,2 0 0 0 0,-1 0 0 0 0,0-2 0 0 0,15 1 0 0 0,20-1 0 0 0,51-5 0 0 0,-38 0 0 0 0,-20 3 0 0 0,-1 1 0 0 0,0 2 0 0 0,49 8 0 0 0,-76-8 0 0 0,1 1 0 0 0,-1 0 0 0 0,0 1 0 0 0,0 1 0 0 0,0 0 0 0 0,0 0 0 0 0,-1 1 0 0 0,0 0 0 0 0,0 1 0 0 0,0 1 0 0 0,-1 0 0 0 0,0 0 0 0 0,13 15 0 0 0,-20-19 0 0 0,0-1 0 0 0,0 1 0 0 0,0 0 0 0 0,-1 0 0 0 0,0 0 0 0 0,0 0 0 0 0,0 0 0 0 0,0 0 0 0 0,-1 1 0 0 0,1-1 0 0 0,-1 0 0 0 0,0 1 0 0 0,-1 0 0 0 0,1-1 0 0 0,-1 1 0 0 0,0 8 0 0 0,-1-6 0 0 0,-1 0 0 0 0,1 0 0 0 0,-1-1 0 0 0,0 1 0 0 0,-1-1 0 0 0,0 1 0 0 0,0-1 0 0 0,0 0 0 0 0,-1 0 0 0 0,-5 6 0 0 0,-4 4 0 0 0,0-1 0 0 0,-2-1 0 0 0,1 0 0 0 0,-2-1 0 0 0,0 0 0 0 0,-28 16 0 0 0,22-16 0 0 0,-1-1 0 0 0,-48 19 0 0 0,67-29 0 0 0,-1 0 0 0 0,0 0 0 0 0,0-1 0 0 0,0 0 0 0 0,0 0 0 0 0,0 0 0 0 0,-1-1 0 0 0,1 1 0 0 0,0-1 0 0 0,0 0 0 0 0,0-1 0 0 0,0 1 0 0 0,-1-1 0 0 0,1 0 0 0 0,0-1 0 0 0,0 1 0 0 0,1-1 0 0 0,-1 0 0 0 0,0 0 0 0 0,0 0 0 0 0,-8-6 0 0 0,9 3 0 0 0,-1 0 0 0 0,1-1 0 0 0,0 1 0 0 0,0-1 0 0 0,1 0 0 0 0,0 0 0 0 0,0 0 0 0 0,0 0 0 0 0,1-1 0 0 0,0 1 0 0 0,0-1 0 0 0,0 0 0 0 0,0-9 0 0 0,-1-3 0 0 0,1-1 0 0 0,2 1 0 0 0,2-32 0 0 0,10-28 0 0 0,4 0 0 0 0,46-137 0 0 0,-33 122 0 0 0,5-16 0 0 0,41-145 0 0 0,-56 179 0 0 0,12-106 0 0 0,-29 161 0 0 0,0 0 0 0 0,-1 0 0 0 0,-2 0 0 0 0,0 0 0 0 0,-4-22 0 0 0,4 39 0 0 0,1-1 0 0 0,-2 0 0 0 0,1 0 0 0 0,0 1 0 0 0,-1-1 0 0 0,0 1 0 0 0,0-1 0 0 0,0 1 0 0 0,0 0 0 0 0,-1 0 0 0 0,0 0 0 0 0,0 0 0 0 0,0 0 0 0 0,0 1 0 0 0,-1-1 0 0 0,1 1 0 0 0,-1 0 0 0 0,0 0 0 0 0,0 0 0 0 0,0 0 0 0 0,0 1 0 0 0,0 0 0 0 0,-1 0 0 0 0,1 0 0 0 0,-1 0 0 0 0,0 1 0 0 0,-8-2 0 0 0,-2 2 0 0 0,0 0 0 0 0,0 2 0 0 0,-1 0 0 0 0,1 0 0 0 0,1 2 0 0 0,-1-1 0 0 0,0 2 0 0 0,-17 6 0 0 0,16-5 0 0 0,-76 26-2362 0 0,-124 62 1 0 0,-50 17-9217 0 0,179-83-4168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1:53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83 1681 0 0,'6'-3'6395'0'0,"9"-3"9267"0"0,-9 9-9247 0 0,-2 5-3801 0 0,-4-7-2614 0 0,1 0 0 0 0,-1 0 0 0 0,0-1 0 0 0,1 1 0 0 0,-1 0 0 0 0,1 0 0 0 0,-1-1 0 0 0,1 1 0 0 0,0 0 0 0 0,-1-1 0 0 0,1 1 0 0 0,0 0 0 0 0,-1-1 0 0 0,1 1 0 0 0,0-1 0 0 0,0 0 0 0 0,-1 1 0 0 0,1-1 0 0 0,0 1 0 0 0,0-1 0 0 0,0 0 0 0 0,0 0 0 0 0,0 0 0 0 0,-1 1 0 0 0,1-1 0 0 0,2 0 0 0 0,29-2 0 0 0,-22 1 0 0 0,188-14 0 0 0,258-25 0 0 0,-331 27-2270 0 0,3 0-6452 0 0,2-1-6090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1:54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10965 0 0,'22'15'21802'0'0,"41"2"-21802"0"0,2-7 0 0 0,-4-12 0 0 0,11-2 0 0 0,6 0 0 0 0,1 0 0 0 0,18-1 0 0 0,25-1 0 0 0,3 4-5234 0 0,-12-1-8853 0 0,-5-2 3762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1:54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 4322 0 0,'53'-12'12886'0'0,"-13"2"240"0"0,16 6-10693 0 0,11 3-2433 0 0,0 4 0 0 0,2 1 0 0 0,-13-2 0 0 0,8 0 0 0 0,18-1 0 0 0,22-4 0 0 0,9-1 0 0 0,6-2 0 0 0,5-1-752 0 0,6-4-14615 0 0,-2-4 3041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1:55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65 320 0 0,'44'-14'10452'0'0,"51"-9"-1"0"0,37 3-1718 0 0,-43 15-5922 0 0,119 6-4850 0 0,204-2-10707 0 0,-321 0 1901 0 0,-2-1 3788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1:55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1601 0 0,'34'1'7843'0'0,"-17"13"481"0"0,17-2-4642 0 0,25 0-3682 0 0,8-5-1041 0 0,-11-1 241 0 0,-8 2 480 0 0,5-3 640 0 0,0-3 961 0 0,24-2 1040 0 0,33-4-2001 0 0,29-5-4242 0 0,17-5-2881 0 0,-4-6-561 0 0,-8 0 2882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1:56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0 117 80 0 0,'56'-33'12086'0'0,"26"11"7603"0"0,19 14-18777 0 0,-12 4-912 0 0,-7-4 0 0 0,-2 1 0 0 0,30 2 0 0 0,36 2 0 0 0,20-4-3233 0 0,-12-1-12935 0 0,-26-4 4963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07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135 176 560 0 0,'-60'-92'4642'0'0,"10"29"5123"0"0,28 43 1360 0 0,20 37-4450 0 0,5 39-6675 0 0,2 32 0 0 0,6 28 0 0 0,0-2 0 0 0,1-21 0 0 0,4 1 0 0 0,6-1 0 0 0,0-9 0 0 0,1-17 0 0 0,-2-28-10597 0 0,-9-35-2369 0 0,-4-48 5123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08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48 640 0 0,'1'1'313'0'0,"-1"0"0"0"0,1-1 0 0 0,0 1 0 0 0,0-1 0 0 0,-1 1 0 0 0,1-1 0 0 0,0 0 0 0 0,0 1 0 0 0,0-1 0 0 0,0 0 0 0 0,-1 1 0 0 0,1-1 0 0 0,0 0 0 0 0,0 0 0 0 0,0 0 0 0 0,0 0 0 0 0,0 0 0 0 0,0 0 0 0 0,0 0 0 0 0,0 0 0 0 0,1-1 0 0 0,29-4 4084 0 0,-16 1-1847 0 0,61-10 6227 0 0,3-1-5001 0 0,-41 9-3560 0 0,46-2 0 0 0,-67 7-197 0 0,-1 1 0 0 0,0 1 0 0 0,0 0 0 0 0,0 1-1 0 0,-1 1 1 0 0,1 1 0 0 0,0 0 0 0 0,-1 1 0 0 0,0 0 0 0 0,23 12 0 0 0,-35-15 28 0 0,0 0 0 0 0,0 0 1 0 0,0 0-1 0 0,0 0 0 0 0,0 0 0 0 0,-1 0 0 0 0,1 1 1 0 0,-1-1-1 0 0,0 1 0 0 0,0 0 0 0 0,0 0 0 0 0,0-1 1 0 0,0 1-1 0 0,0 1 0 0 0,-1-1 0 0 0,0 0 0 0 0,2 5 0 0 0,-2-3 131 0 0,-1 0-1 0 0,1-1 0 0 0,-1 1 0 0 0,0 0 0 0 0,0 0 0 0 0,-1 0 0 0 0,1 0 0 0 0,-1-1 0 0 0,0 1 1 0 0,0 0-1 0 0,-3 5 0 0 0,-4 8 242 0 0,0 0-1 0 0,-2-1 1 0 0,0 0 0 0 0,-23 28 0 0 0,-1-1-406 0 0,-2-1 1 0 0,-50 44-1 0 0,61-65-15 0 0,-1 0 1 0 0,0-2-1 0 0,-2-1 1 0 0,-55 28-1 0 0,66-40 2 0 0,19-10 0 0 0,29-12 0 0 0,15-1 0 0 0,1 1 0 0 0,89-14 0 0 0,-117 27 0 0 0,-1 0 0 0 0,1 1 0 0 0,0 1 0 0 0,-1 1 0 0 0,1 0 0 0 0,-1 1 0 0 0,1 1 0 0 0,-1 1 0 0 0,0 1 0 0 0,33 13 0 0 0,-45-15 0 0 0,1 0 0 0 0,-1 1 0 0 0,1 0 0 0 0,-1 0 0 0 0,0 1 0 0 0,-1 0 0 0 0,1 0 0 0 0,-1 0 0 0 0,0 0 0 0 0,0 1 0 0 0,0 0 0 0 0,-1 0 0 0 0,0 0 0 0 0,4 9 0 0 0,-6-11 0 0 0,-1 0 0 0 0,0 1 0 0 0,1-1 0 0 0,-1 0 0 0 0,-1 1 0 0 0,1-1 0 0 0,-1 1 0 0 0,0-1 0 0 0,0 1 0 0 0,0-1 0 0 0,0 0 0 0 0,-1 1 0 0 0,0-1 0 0 0,0 1 0 0 0,0-1 0 0 0,0 0 0 0 0,-1 0 0 0 0,1 1 0 0 0,-1-1 0 0 0,0 0 0 0 0,0-1 0 0 0,-1 1 0 0 0,1 0 0 0 0,-1-1 0 0 0,-4 5 0 0 0,-5 4 0 0 0,-2 1 0 0 0,1-2 0 0 0,-1 0 0 0 0,-1-1 0 0 0,0 0 0 0 0,-1-1 0 0 0,-30 13 0 0 0,3-5 0 0 0,-82 21 0 0 0,22-15 0 0 0,89-23-2731 0 0,14-1 2348 0 0,1 1-1 0 0,-1-1 0 0 0,0 1 1 0 0,0-1-1 0 0,0 1 1 0 0,0-1-1 0 0,1 1 0 0 0,-1 0 1 0 0,0-1-1 0 0,1 1 0 0 0,-1-1 1 0 0,0 1-1 0 0,1 0 0 0 0,-1-1 1 0 0,0 1-1 0 0,1-1 0 0 0,-1 1 1 0 0,1 0-1 0 0,-1 0 0 0 0,1-1 1 0 0,-1 1-1 0 0,0 0 0 0 0,1 0 1 0 0,-1 0-1 0 0,1-1 0 0 0,-1 1 1 0 0,2 0-1 0 0,30-18-18190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08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67 720 0 0,'2'-11'2726'0'0,"6"-26"5636"0"0,-8 36-7311 0 0,0-1 0 0 0,0 1-1 0 0,0 0 1 0 0,0 0 0 0 0,0 0 0 0 0,0-1-1 0 0,-7-7 10670 0 0,4 19-9836 0 0,-9 45-1637 0 0,2 1 0 0 0,-4 77 1 0 0,13-106-712 0 0,1 1 1 0 0,1-1-1 0 0,1 0 0 0 0,2 0 1 0 0,1 0-1 0 0,1 0 1 0 0,10 29-1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08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35 400 0 0,'3'-35'-80'0'0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09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0 279 560 0 0,'7'-24'913'0'0,"-4"1"3939"0"0,-2 16-2528 0 0,0 1 1 0 0,0 0-1 0 0,0 0 0 0 0,1 0 0 0 0,-1 0 0 0 0,2 0 1 0 0,-1 0-1 0 0,4-6 0 0 0,15-12 2928 0 0,2 6-5204 0 0,0 1 1 0 0,1 1 0 0 0,0 1-1 0 0,1 1 1 0 0,1 1-1 0 0,45-15 1 0 0,-53 22-55 0 0,1 0 0 0 0,0 2-1 0 0,1 0 1 0 0,-1 2 0 0 0,0 0 0 0 0,1 1 0 0 0,0 0 0 0 0,-1 2-1 0 0,1 0 1 0 0,32 8 0 0 0,-48-8 6 0 0,1 0 0 0 0,-1 0 0 0 0,0 0 0 0 0,0 1 0 0 0,0 0 0 0 0,0 0 0 0 0,0 0 0 0 0,0 0 0 0 0,-1 1 0 0 0,1-1 0 0 0,-1 1 0 0 0,1 0 0 0 0,-1 0 0 0 0,5 7 0 0 0,-6-7 0 0 0,0 0 0 0 0,-1 0 0 0 0,0 0 0 0 0,1 1 0 0 0,-1-1 0 0 0,0 0 0 0 0,0 1 0 0 0,-1-1 0 0 0,1 1 0 0 0,-1-1 0 0 0,0 1 0 0 0,0 0 0 0 0,0-1 0 0 0,0 1 0 0 0,-1-1 0 0 0,1 1 0 0 0,-1-1 0 0 0,-2 6 0 0 0,-1 4 0 0 0,-1-1 0 0 0,-1 1 0 0 0,0-1 0 0 0,-1-1 0 0 0,0 0 0 0 0,0 0 0 0 0,-2 0 0 0 0,1-1 0 0 0,-14 13 0 0 0,-14 10 0 0 0,-48 34 0 0 0,82-65 0 0 0,-36 26 0 0 0,-2-1 0 0 0,-1-3 0 0 0,-1-1 0 0 0,-82 32 0 0 0,130-56 0 0 0,1 0 0 0 0,-1 1 0 0 0,1-1 0 0 0,-1 1 0 0 0,1 0 0 0 0,6 2 0 0 0,21-1 0 0 0,77-8 0 0 0,29-1 0 0 0,-118 8 0 0 0,1 2 0 0 0,-1 0 0 0 0,1 1 0 0 0,27 8 0 0 0,-47-10 0 0 0,0 0 0 0 0,0 0 0 0 0,0 0 0 0 0,0 0 0 0 0,0 0 0 0 0,-1 0 0 0 0,1 1 0 0 0,0-1 0 0 0,-1 1 0 0 0,1 0 0 0 0,-1 0 0 0 0,0 0 0 0 0,1 0 0 0 0,-1 0 0 0 0,0 0 0 0 0,0 1 0 0 0,2 3 0 0 0,-3-3 0 0 0,0-1 0 0 0,-1 1 0 0 0,1-1 0 0 0,-1 1 0 0 0,1-1 0 0 0,-1 1 0 0 0,0-1 0 0 0,0 1 0 0 0,0-1 0 0 0,0 1 0 0 0,0-1 0 0 0,-1 1 0 0 0,1-1 0 0 0,-1 1 0 0 0,0-1 0 0 0,-1 5 0 0 0,-4 4 0 0 0,0 0 0 0 0,-1-1 0 0 0,0 0 0 0 0,0 0 0 0 0,-1 0 0 0 0,0-1 0 0 0,-13 11 0 0 0,-11 7 0 0 0,-1-1 0 0 0,-1-2 0 0 0,-2-1 0 0 0,-69 33 0 0 0,41-27 0 0 0,-2-3 0 0 0,-75 20 0 0 0,128-44-36 0 0,16-6-824 0 0,18-6-7848 0 0,2 7-12934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09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 33 480 0 0,'13'-2'1521'0'0,"-40"-27"29245"0"0,20 28-30766 0 0,9 40 0 0 0,-7 67 0 0 0,-16 4 0 0 0,2-24 0 0 0,0-24 0 0 0,8-1 0 0 0,6 5 0 0 0,8-2 0 0 0,8-6 0 0 0,7-9 0 0 0,11-15-4274 0 0,-4-18-11973 0 0,-1-16 4881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09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41 240 0 0,'3'-41'-160'0'0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0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68 296 160 0 0,'1'-9'326'0'0,"-1"0"1"0"0,-1-1-1 0 0,0 1 0 0 0,0 0 0 0 0,0 0 1 0 0,-1 0-1 0 0,-4-13 0 0 0,-5-2 4182 0 0,-2 0 3907 0 0,9 11 5474 0 0,21 12-10704 0 0,48-35-3185 0 0,-10 4 0 0 0,-25 18 0 0 0,1 1 0 0 0,0 1 0 0 0,1 2 0 0 0,0 1 0 0 0,1 1 0 0 0,52-5 0 0 0,-77 13 0 0 0,0 0 0 0 0,0 0 0 0 0,0 0 0 0 0,0 1 0 0 0,0 0 0 0 0,-1 1 0 0 0,1 0 0 0 0,0 0 0 0 0,-1 0 0 0 0,14 7 0 0 0,-18-7 0 0 0,1 1 0 0 0,0-1 0 0 0,-1 1 0 0 0,1-1 0 0 0,-1 1 0 0 0,0 0 0 0 0,0 1 0 0 0,0-1 0 0 0,0 0 0 0 0,-1 1 0 0 0,1 0 0 0 0,-1 0 0 0 0,0-1 0 0 0,0 1 0 0 0,0 0 0 0 0,0 1 0 0 0,-1-1 0 0 0,0 0 0 0 0,0 0 0 0 0,1 7 0 0 0,-2-3 0 0 0,0 1 0 0 0,0 0 0 0 0,-1 0 0 0 0,0 0 0 0 0,0-1 0 0 0,-1 1 0 0 0,0 0 0 0 0,-1-1 0 0 0,0 0 0 0 0,0 0 0 0 0,-1 1 0 0 0,0-2 0 0 0,0 1 0 0 0,-11 14 0 0 0,-2-1 0 0 0,0 0 0 0 0,-2-1 0 0 0,-29 26 0 0 0,36-35 0 0 0,-1-1 0 0 0,0 0 0 0 0,0-1 0 0 0,-1 0 0 0 0,0-1 0 0 0,-1 0 0 0 0,0-1 0 0 0,0-1 0 0 0,0-1 0 0 0,-18 4 0 0 0,33-9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0,0-1 0 0 0,0 1 0 0 0,0 0 0 0 0,-1 0 0 0 0,1 0 0 0 0,0 0 0 0 0,0 0 0 0 0,0 0 0 0 0,15-8 0 0 0,24-10 0 0 0,-18 12 0 0 0,0 1 0 0 0,0 0 0 0 0,0 2 0 0 0,1 0 0 0 0,-1 2 0 0 0,26 0 0 0 0,-36 2 0 0 0,1-1 0 0 0,0 1 0 0 0,-1 1 0 0 0,1 0 0 0 0,-1 1 0 0 0,0 0 0 0 0,0 1 0 0 0,0 0 0 0 0,0 1 0 0 0,-1 0 0 0 0,1 1 0 0 0,-1 0 0 0 0,12 9 0 0 0,-20-13 0 0 0,0 1 0 0 0,1-1 0 0 0,-1 0 0 0 0,0 0 0 0 0,-1 1 0 0 0,1-1 0 0 0,0 1 0 0 0,-1 0 0 0 0,1 0 0 0 0,-1-1 0 0 0,0 1 0 0 0,0 0 0 0 0,0 0 0 0 0,0 0 0 0 0,-1 0 0 0 0,1 0 0 0 0,-1 0 0 0 0,0 0 0 0 0,0 0 0 0 0,0 0 0 0 0,0 0 0 0 0,0 1 0 0 0,-1-1 0 0 0,1 0 0 0 0,-1 0 0 0 0,0 0 0 0 0,0 0 0 0 0,-2 5 0 0 0,-2 1 0 0 0,0 1 0 0 0,-1-1 0 0 0,0 0 0 0 0,0 0 0 0 0,-1-1 0 0 0,0 0 0 0 0,-11 9 0 0 0,-6 4 0 0 0,-1 0 0 0 0,-1-2 0 0 0,-1-1 0 0 0,-1-2 0 0 0,0 0 0 0 0,-57 21 0 0 0,42-22 0 0 0,1-2 0 0 0,-2-1 0 0 0,0-3 0 0 0,-62 6 0 0 0,96-14 68 0 0,0-1 0 0 0,0 0 0 0 0,0 0-1 0 0,0-1 1 0 0,0 0 0 0 0,-12-3 0 0 0,21 3-90 0 0,0 1 1 0 0,-1-1-1 0 0,1 1 1 0 0,0-1-1 0 0,0 1 0 0 0,-1-1 1 0 0,1 1-1 0 0,0-1 1 0 0,0 0-1 0 0,0 0 0 0 0,0 0 1 0 0,0 0-1 0 0,0 0 1 0 0,0 0-1 0 0,0 0 1 0 0,0 0-1 0 0,1 0 0 0 0,-1 0 1 0 0,0 0-1 0 0,1 0 1 0 0,-2-2-1 0 0,2 1-78 0 0,0-1 0 0 0,0 1 0 0 0,1 0 0 0 0,-1 0 0 0 0,0 0 0 0 0,1 0 0 0 0,-1 0 0 0 0,1 0 0 0 0,0 0 0 0 0,0 0 0 0 0,0 0 0 0 0,-1 0 0 0 0,2 0 0 0 0,-1 1 0 0 0,0-1 0 0 0,0 0 0 0 0,1 1 0 0 0,2-4 0 0 0,26-28-9397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1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7 1201 0 0,'0'-6'5118'0'0,"-4"12"-3260"0"0,-9 21 343 0 0,10-19-1340 0 0,1 0 0 0 0,0 0 0 0 0,0 0 0 0 0,0 0 1 0 0,1 0-1 0 0,0 1 0 0 0,1 12 0 0 0,1-14 836 0 0,-1-1 0 0 0,2 1 0 0 0,-1 0 0 0 0,1-1 0 0 0,0 1 1 0 0,5 10-1 0 0,-3-37 121 0 0,0 3-570 0 0,-3 16-845 0 0,-2 8-252 0 0,6 259-151 0 0,-3-233 0 0 0,68 466 0 0 0,-63-456-152 0 0,-9-27-3604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2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1 186 1601 0 0,'7'-18'4374'0'0,"-5"13"-2677"0"0,-1 1 0 0 0,1-1-1 0 0,1 0 1 0 0,-1 1-1 0 0,1 0 1 0 0,-1 0 0 0 0,1 0-1 0 0,0 0 1 0 0,1 0 0 0 0,-1 0-1 0 0,1 1 1 0 0,5-5-1 0 0,5-4-1380 0 0,0 0 0 0 0,1 2 0 0 0,0-1-1 0 0,1 2 1 0 0,0 0 0 0 0,1 1-1 0 0,0 1 1 0 0,0 0 0 0 0,1 1-1 0 0,-1 1 1 0 0,1 1 0 0 0,0 0 0 0 0,0 1-1 0 0,26 0 1 0 0,-28 4-316 0 0,-1 0 0 0 0,0 1 0 0 0,0 0 0 0 0,0 2 0 0 0,0-1 0 0 0,-1 2 0 0 0,0 0 0 0 0,1 1 0 0 0,-2 0 0 0 0,1 1 0 0 0,15 10 0 0 0,-21-11 0 0 0,0 0 0 0 0,-1 0 0 0 0,0 0 0 0 0,0 1 0 0 0,0 0 0 0 0,-1 1 0 0 0,1-1 0 0 0,-2 1 0 0 0,1 0 0 0 0,-1 1 0 0 0,-1-1 0 0 0,0 1 0 0 0,0 0 0 0 0,0 0 0 0 0,-1 1 0 0 0,-1-1 0 0 0,1 0 0 0 0,0 15 0 0 0,-2-13 0 0 0,-2-1 0 0 0,1 1 0 0 0,-1 0 0 0 0,-1 0 0 0 0,0-1 0 0 0,-1 1 0 0 0,0-1 0 0 0,0 0 0 0 0,-1 0 0 0 0,0 0 0 0 0,-1 0 0 0 0,0-1 0 0 0,-1 0 0 0 0,0 0 0 0 0,0 0 0 0 0,-1-1 0 0 0,0 0 0 0 0,0 0 0 0 0,-11 8 0 0 0,-2 2 0 0 0,-1-2 0 0 0,-1 0 0 0 0,-1-1 0 0 0,0-1 0 0 0,-1-1 0 0 0,-37 14 0 0 0,38-17 0 0 0,-1-1 0 0 0,0-2 0 0 0,0 0 0 0 0,-48 6 0 0 0,53-14 0 0 0,27-3 0 0 0,36-6 0 0 0,-7 5 0 0 0,0 2 0 0 0,0 1 0 0 0,1 1 0 0 0,-1 3 0 0 0,50 7 0 0 0,-73-6 0 0 0,1 0 0 0 0,-1 0 0 0 0,1 2 0 0 0,-1-1 0 0 0,-1 2 0 0 0,1 0 0 0 0,-1 0 0 0 0,0 2 0 0 0,0-1 0 0 0,-1 2 0 0 0,0 0 0 0 0,0 0 0 0 0,-1 1 0 0 0,0 0 0 0 0,-1 1 0 0 0,12 16 0 0 0,-19-23 0 0 0,-1-1 0 0 0,0 1 0 0 0,0-1 0 0 0,0 1 0 0 0,0 0 0 0 0,-1-1 0 0 0,1 1 0 0 0,-1 0 0 0 0,0 0 0 0 0,-1 0 0 0 0,1 0 0 0 0,0 0 0 0 0,-1 0 0 0 0,0 1 0 0 0,0-1 0 0 0,0 0 0 0 0,-1 0 0 0 0,1 0 0 0 0,-1 0 0 0 0,0 0 0 0 0,0 0 0 0 0,-1 0 0 0 0,1-1 0 0 0,-1 1 0 0 0,0 0 0 0 0,0-1 0 0 0,0 1 0 0 0,0-1 0 0 0,0 1 0 0 0,-1-1 0 0 0,0 0 0 0 0,-3 4 0 0 0,-4 2 0 0 0,-1 0 0 0 0,0-1 0 0 0,0 0 0 0 0,0-1 0 0 0,-1 0 0 0 0,0 0 0 0 0,-1-1 0 0 0,-19 6 0 0 0,-27 7 0 0 0,-99 19 0 0 0,132-34 0 0 0,-1-1 0 0 0,0-1 0 0 0,0-1 0 0 0,0-1 0 0 0,-1-1 0 0 0,-31-7 0 0 0,17-4 161 0 0,41 11-184 0 0,0 1 0 0 0,0 0 0 0 0,0-1 0 0 0,-1 1 0 0 0,1 0 0 0 0,0-1 0 0 0,0 0 0 0 0,0 1 0 0 0,1-1 0 0 0,-1 1 0 0 0,0-1 0 0 0,0 0 0 0 0,0 0 0 0 0,0 0 0 0 0,1 1-1 0 0,-1-1 1 0 0,0 0 0 0 0,1 0 0 0 0,-1 0 0 0 0,0 0 0 0 0,1 0 0 0 0,0 0 0 0 0,-1 0 0 0 0,1 0 0 0 0,0-1 0 0 0,-1 1 0 0 0,1 0 0 0 0,0 0 0 0 0,0 0 0 0 0,0 0 0 0 0,0 0 0 0 0,0 0 0 0 0,0-1-1 0 0,0 0 1 0 0,10-16-5434 0 0,-8 16 3850 0 0,15-25-21449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2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1601 0 0,'37'14'23450'0'0,"-42"49"-15734"0"0,-11 18-7716 0 0,5 11 0 0 0,7 10 0 0 0,6-1 0 0 0,4 13 0 0 0,6-4 0 0 0,2-14 0 0 0,2-25 0 0 0,0-26 0 0 0,-3-25 0 0 0,-5-23 0 0 0,-8-25 0 0 0,3-27 0 0 0,5-14 0 0 0,-5-7-8996 0 0,-9-7-11413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3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26 468 1281 0 0,'-6'-65'-197'0'0,"3"-1"1"0"0,5-67 0 0 0,0 83 198 0 0,-6-14 1358 0 0,2 13 5137 0 0,1 50-5823 0 0,1-1 1 0 0,0 1 0 0 0,0-1 0 0 0,0 1 0 0 0,0-1-1 0 0,0 1 1 0 0,1-1 0 0 0,-1 1 0 0 0,0 0 0 0 0,1-1 0 0 0,-1 1-1 0 0,1-1 1 0 0,-1 1 0 0 0,1 0 0 0 0,-1-1 0 0 0,1 1-1 0 0,0 0 1 0 0,0 0 0 0 0,0 0 0 0 0,0 0 0 0 0,0 0 0 0 0,0-1-1 0 0,0 2 1 0 0,0-1 0 0 0,0 0 0 0 0,1 0 0 0 0,-1 0 0 0 0,0 0-1 0 0,0 1 1 0 0,1-1 0 0 0,-1 1 0 0 0,0-1 0 0 0,3 0-1 0 0,4 8 897 0 0,-7-6-1584 0 0,-1-1 0 0 0,1 1 0 0 0,-1 0 0 0 0,1-1 0 0 0,-1 1 0 0 0,1 0 0 0 0,-1-1 0 0 0,1 1 0 0 0,0 0 0 0 0,-1-1 0 0 0,1 1 0 0 0,0-1 0 0 0,-1 1 0 0 0,1-1 1 0 0,0 0-1 0 0,0 1 0 0 0,-1-1 0 0 0,1 0 0 0 0,0 1 0 0 0,0-1 0 0 0,0 0 0 0 0,1 0 0 0 0,38 7 13 0 0,14 1 0 0 0,77 23 0 0 0,-65-11 0 0 0,69 23 0 0 0,-120-38 0 0 0,-1 2 0 0 0,-1-1 0 0 0,1 2 0 0 0,-1 0 0 0 0,0 1 0 0 0,21 18 0 0 0,-33-26 0 0 0,1 1 0 0 0,0-1 0 0 0,0 1 0 0 0,-1 0 0 0 0,1 0 0 0 0,-1 0 0 0 0,1-1 0 0 0,-1 2 0 0 0,0-1 0 0 0,0 0 0 0 0,1 0 0 0 0,-2 0 0 0 0,1 0 0 0 0,0 1 0 0 0,0-1 0 0 0,-1 0 0 0 0,1 1 0 0 0,-1-1 0 0 0,0 0 0 0 0,0 1 0 0 0,0-1 0 0 0,0 0 0 0 0,0 1 0 0 0,0-1 0 0 0,-1 1 0 0 0,1-1 0 0 0,-1 0 0 0 0,1 1 0 0 0,-1-1 0 0 0,0 0 0 0 0,0 0 0 0 0,0 0 0 0 0,0 0 0 0 0,-1 0 0 0 0,-1 3 0 0 0,-5 4 0 0 0,0 0 0 0 0,-1-1 0 0 0,0 0 0 0 0,-1 0 0 0 0,-18 11 0 0 0,-29 17 0 0 0,-1-3 0 0 0,-2-2 0 0 0,0-3 0 0 0,-3-2 0 0 0,0-4 0 0 0,-71 17 0 0 0,123-37 0 0 0,18-4 0 0 0,25-3 0 0 0,24 8 0 0 0,0 1 0 0 0,0 4 0 0 0,81 20 0 0 0,-121-23 0 0 0,0 0 0 0 0,0 1 0 0 0,0 0 0 0 0,-1 2 0 0 0,0 0 0 0 0,21 14 0 0 0,-31-18 0 0 0,0-1 0 0 0,0 1 0 0 0,0 0 0 0 0,-1 1 0 0 0,1-1 0 0 0,-1 1 0 0 0,0 0 0 0 0,-1 0 0 0 0,1 0 0 0 0,-1 1 0 0 0,0-1 0 0 0,0 1 0 0 0,-1-1 0 0 0,1 1 0 0 0,-1 0 0 0 0,-1 0 0 0 0,1 0 0 0 0,-1 0 0 0 0,0 1 0 0 0,0 6 0 0 0,-1-8 0 0 0,-1 0 0 0 0,0 0 0 0 0,0 0 0 0 0,0 0 0 0 0,0 0 0 0 0,-1 0 0 0 0,0-1 0 0 0,0 1 0 0 0,0-1 0 0 0,-1 0 0 0 0,0 1 0 0 0,1-1 0 0 0,-1 0 0 0 0,-1 0 0 0 0,1-1 0 0 0,-1 1 0 0 0,-3 3 0 0 0,-6 3 0 0 0,0 0 0 0 0,-1-1 0 0 0,0 0 0 0 0,-16 6 0 0 0,-1 0 0 0 0,-1-2 0 0 0,0-2 0 0 0,-1-1 0 0 0,0-1 0 0 0,-1-2 0 0 0,0-1 0 0 0,-48 2 0 0 0,72-7 0 0 0,0-1 0 0 0,0 0 0 0 0,1 0 0 0 0,-1-1 0 0 0,0 0 0 0 0,1-1 0 0 0,-1 0 0 0 0,0 0 0 0 0,1-1 0 0 0,0-1 0 0 0,-16-7 0 0 0,24 11 26 0 0,1-1 0 0 0,-1 1 0 0 0,0 0 0 0 0,1-1-1 0 0,-1 1 1 0 0,0 0 0 0 0,1-1 0 0 0,-1 1 0 0 0,1-1 0 0 0,-1 1 0 0 0,1-1 0 0 0,-1 1 0 0 0,1-1 0 0 0,0 1-1 0 0,-1-1 1 0 0,1 0 0 0 0,0 1 0 0 0,-1-1 0 0 0,1 0 0 0 0,0 1 0 0 0,-1-1 0 0 0,1 0 0 0 0,0 1-1 0 0,0-1 1 0 0,0 0 0 0 0,0 1 0 0 0,0-2 0 0 0,1 0-328 0 0,0 1 0 0 0,0-1 0 0 0,0 1 0 0 0,0-1 0 0 0,0 1 0 0 0,1-1-1 0 0,-1 1 1 0 0,0 0 0 0 0,1 0 0 0 0,-1 0 0 0 0,4-2 0 0 0,39-26-14198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3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54 240 0 0,'1'-1'105'0'0,"-1"0"0"0"0,1 1 0 0 0,-1-1 0 0 0,1 0 1 0 0,-1 1-1 0 0,1-1 0 0 0,-1 0 0 0 0,0 0 0 0 0,1 0 0 0 0,-1 1 0 0 0,0-1 0 0 0,0 0 0 0 0,1 0 0 0 0,-1 0 0 0 0,0 0 1 0 0,0 0-1 0 0,0 1 0 0 0,0-1 0 0 0,0 0 0 0 0,0-1 0 0 0,-11-13 7236 0 0,-25-4 14139 0 0,35 18-20617 0 0,-6 0 134 0 0,5 11-1358 0 0,21 98 361 0 0,4 26 0 0 0,-16-8 0 0 0,-4-64 0 0 0,12 76 0 0 0,-14-136 0 0 0,9 38 0 0 0,-10-39 0 0 0,0 0 0 0 0,1 0 0 0 0,-1 1 0 0 0,0-1 0 0 0,1 0 0 0 0,-1 0 0 0 0,1 0 0 0 0,-1 0 0 0 0,1 0 0 0 0,0 0 0 0 0,0 0 0 0 0,-1 0 0 0 0,1 0 0 0 0,0 0 0 0 0,0 0 0 0 0,0 0 0 0 0,0 0 0 0 0,0-1 0 0 0,0 1 0 0 0,0 0 0 0 0,0-1 0 0 0,0 1 0 0 0,0-1 0 0 0,0 1 0 0 0,1-1 0 0 0,-1 1 0 0 0,1-1 0 0 0,-1 0-97 0 0,-1 0 0 0 0,1 0 1 0 0,-1 0-1 0 0,0-1 0 0 0,1 1 0 0 0,-1 0 1 0 0,1 0-1 0 0,-1-1 0 0 0,0 1 0 0 0,1 0 0 0 0,-1-1 1 0 0,0 1-1 0 0,0 0 0 0 0,1-1 0 0 0,-1 1 1 0 0,0 0-1 0 0,0-1 0 0 0,1 1 0 0 0,-1-1 0 0 0,0 1 1 0 0,0 0-1 0 0,0-1 0 0 0,0 1 0 0 0,0-1 0 0 0,1 1 1 0 0,-1-1-1 0 0,0 1 0 0 0,0-1 0 0 0,0-27-13936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3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1 1 480 0 0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4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34 171 640 0 0,'10'-25'6708'0'0,"-7"17"-2967"0"0,1 0 0 0 0,0 1 0 0 0,0 0 0 0 0,1 0 1 0 0,8-9-1 0 0,6-5-769 0 0,-18 20-2972 0 0,9-9 0 0 0,0 0 0 0 0,1 0 0 0 0,20-12 0 0 0,-26 19 0 0 0,0 0 0 0 0,0 1 0 0 0,0 0 0 0 0,1 0 0 0 0,-1 0 0 0 0,0 1 0 0 0,1 0 0 0 0,-1 0 0 0 0,1 0 0 0 0,0 1 0 0 0,-1 0 0 0 0,1 0 0 0 0,5 0 0 0 0,1 2 0 0 0,-1 1 0 0 0,0-1 0 0 0,0 2 0 0 0,0 0 0 0 0,0 0 0 0 0,-1 1 0 0 0,1 0 0 0 0,-1 0 0 0 0,12 10 0 0 0,-2 0 0 0 0,-1 0 0 0 0,0 1 0 0 0,22 26 0 0 0,-38-39 0 0 0,0 1 0 0 0,0 0 0 0 0,0-1 0 0 0,0 1 0 0 0,-1 0 0 0 0,0 0 0 0 0,0 1 0 0 0,0-1 0 0 0,0 0 0 0 0,-1 1 0 0 0,0-1 0 0 0,0 1 0 0 0,0-1 0 0 0,0 1 0 0 0,0 0 0 0 0,-1 6 0 0 0,-1-5 0 0 0,0 0 0 0 0,0 0 0 0 0,0 0 0 0 0,-1 0 0 0 0,0-1 0 0 0,0 1 0 0 0,-1-1 0 0 0,0 1 0 0 0,1-1 0 0 0,-2 0 0 0 0,1 0 0 0 0,-7 7 0 0 0,-4 4 0 0 0,-1-1 0 0 0,0-1 0 0 0,-1-1 0 0 0,-1 0 0 0 0,0-1 0 0 0,-25 13 0 0 0,-8 1 0 0 0,-58 21 0 0 0,95-41 0 0 0,13-2 0 0 0,24 1 0 0 0,3-1 0 0 0,124 24 0 0 0,-16-4 0 0 0,-114-19 0 0 0,0 1 0 0 0,0 1 0 0 0,-1 1 0 0 0,23 12 0 0 0,-36-17 0 0 0,-1 1 0 0 0,1 0 0 0 0,-1 0 0 0 0,0 1 0 0 0,0 0 0 0 0,8 9 0 0 0,-12-12 0 0 0,-1-1 0 0 0,1 1 0 0 0,-1 0 0 0 0,0 0 0 0 0,0 0 0 0 0,0 0 0 0 0,0 0 0 0 0,0 1 0 0 0,-1-1 0 0 0,1 0 0 0 0,0 0 0 0 0,-1 0 0 0 0,0 1 0 0 0,1-1 0 0 0,-1 0 0 0 0,0 1 0 0 0,0-1 0 0 0,-1 0 0 0 0,1 0 0 0 0,0 1 0 0 0,-1-1 0 0 0,1 0 0 0 0,-1 0 0 0 0,0 1 0 0 0,-1 2 0 0 0,-1 1 0 0 0,-1-1 0 0 0,0 1 0 0 0,0-1 0 0 0,0 1 0 0 0,0-1 0 0 0,-1 0 0 0 0,0-1 0 0 0,0 1 0 0 0,0-1 0 0 0,-1 0 0 0 0,-9 5 0 0 0,-9 4 0 0 0,-39 15 0 0 0,45-21 0 0 0,6-2 0 0 0,-123 47 0 0 0,112-45 0 0 0,-1 0 0 0 0,0-2 0 0 0,-47 5 0 0 0,59-10 67 0 0,0 0 1 0 0,0-1-1 0 0,0 0 0 0 0,0-1 0 0 0,0 0 1 0 0,-21-8-1 0 0,-30-18-2718 0 0,59 26 654 0 0,-1-1-1 0 0,1 0 0 0 0,0 0 0 0 0,0 0 0 0 0,-6-7 1 0 0,-4-13-16524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4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11 640 0 0,'13'-8'320'0'0,"-2"5"-320"0"0,2 6-400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8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479 42 11205 0 0,'0'-1'358'0'0,"0"-1"0"0"0,-1 0-1 0 0,1 0 1 0 0,0 1 0 0 0,-1-1-1 0 0,1 0 1 0 0,-1 0 0 0 0,1 1 0 0 0,-1-1-1 0 0,0 0 1 0 0,0 1 0 0 0,1-1 0 0 0,-1 1-1 0 0,-1-1 1 0 0,1 1 0 0 0,0-1-1 0 0,0 1 1 0 0,0 0 0 0 0,-1 0 0 0 0,1 0-1 0 0,0-1 1 0 0,-1 1 0 0 0,1 0 0 0 0,-1 1-1 0 0,0-1 1 0 0,1 0 0 0 0,-1 0-1 0 0,0 1 1 0 0,1-1 0 0 0,-1 1 0 0 0,0-1-1 0 0,0 1 1 0 0,1 0 0 0 0,-1 0-1 0 0,0 0 1 0 0,0 0 0 0 0,0 0 0 0 0,1 0-1 0 0,-1 0 1 0 0,0 1 0 0 0,0-1 0 0 0,1 0-1 0 0,-4 2 1 0 0,-6 2 474 0 0,1 1-1 0 0,1-1 1 0 0,-1 2 0 0 0,1-1 0 0 0,-1 2-1 0 0,-14 12 1 0 0,-33 32-832 0 0,1 3 0 0 0,4 2 0 0 0,-58 78 0 0 0,94-113 0 0 0,-27 43 0 0 0,43-63 0 0 0,-1 0 0 0 0,1-1 0 0 0,-1 1 0 0 0,1 0 0 0 0,0-1 0 0 0,0 1 0 0 0,-1 0 0 0 0,1 0 0 0 0,0-1 0 0 0,0 1 0 0 0,0 0 0 0 0,0-1 0 0 0,0 1 0 0 0,0 0 0 0 0,0 0 0 0 0,0 0 0 0 0,0-1 0 0 0,0 1 0 0 0,0 0 0 0 0,0-1 0 0 0,0 1 0 0 0,1 0 0 0 0,-1 0 0 0 0,0-1 0 0 0,1 1 0 0 0,-1 0 0 0 0,0-1 0 0 0,1 1 0 0 0,-1 0 0 0 0,1-1 0 0 0,-1 1 0 0 0,1-1 0 0 0,-1 1 0 0 0,1-1 0 0 0,-1 1 0 0 0,1-1 0 0 0,0 1 0 0 0,-1-1 0 0 0,1 0 0 0 0,0 1 0 0 0,-1-1 0 0 0,1 0 0 0 0,0 0 0 0 0,0 1 0 0 0,-1-1 0 0 0,1 0 0 0 0,0 0 0 0 0,0 0 0 0 0,-1 0 0 0 0,1 0 0 0 0,0 0 0 0 0,0 0 0 0 0,1 0 0 0 0,48-3 0 0 0,-48 3 0 0 0,16-3 0 0 0,39-5 0 0 0,0 2 0 0 0,99 2 0 0 0,-139 5 0 0 0,-1 0 0 0 0,0 2 0 0 0,0-1 0 0 0,0 2 0 0 0,0 0 0 0 0,-1 1 0 0 0,0 1 0 0 0,0 0 0 0 0,0 1 0 0 0,0 1 0 0 0,-1 0 0 0 0,-1 1 0 0 0,1 0 0 0 0,19 19 0 0 0,-28-23 0 0 0,0 0 0 0 0,0 1 0 0 0,0 0 0 0 0,-1-1 0 0 0,0 2 0 0 0,0-1 0 0 0,-1 0 0 0 0,1 1 0 0 0,-1 0 0 0 0,-1 0 0 0 0,1 0 0 0 0,-1 0 0 0 0,-1 0 0 0 0,1 0 0 0 0,-1 1 0 0 0,0-1 0 0 0,-1 0 0 0 0,0 1 0 0 0,0-1 0 0 0,-1 0 0 0 0,1 1 0 0 0,-5 13 0 0 0,2-12 0 0 0,0 0 0 0 0,-1 0 0 0 0,0-1 0 0 0,0 0 0 0 0,-1 0 0 0 0,0 0 0 0 0,0 0 0 0 0,-1-1 0 0 0,0 1 0 0 0,0-1 0 0 0,-1-1 0 0 0,0 0 0 0 0,0 0 0 0 0,0 0 0 0 0,-1 0 0 0 0,0-1 0 0 0,-12 5 0 0 0,9-5 0 0 0,0-1 0 0 0,0-1 0 0 0,0 0 0 0 0,-1 0 0 0 0,1-1 0 0 0,-1 0 0 0 0,0-1 0 0 0,0-1 0 0 0,1 0 0 0 0,-1 0 0 0 0,-15-3 0 0 0,22 2 0 0 0,0 1 0 0 0,0-1 0 0 0,0 0 0 0 0,0-1 0 0 0,0 1 0 0 0,0-1 0 0 0,1 0 0 0 0,-1 0 0 0 0,0-1 0 0 0,1 1 0 0 0,0-1 0 0 0,-1 0 0 0 0,1 0 0 0 0,0 0 0 0 0,1-1 0 0 0,-1 0 0 0 0,0 1 0 0 0,1-1 0 0 0,0 0 0 0 0,0-1 0 0 0,0 1 0 0 0,1-1 0 0 0,-1 1 0 0 0,1-1 0 0 0,0 0 0 0 0,1 1 0 0 0,-1-1 0 0 0,0-6 0 0 0,0-4 0 0 0,1 0 0 0 0,0 0 0 0 0,2 0 0 0 0,0 0 0 0 0,5-26 0 0 0,22-70 0 0 0,-24 97 0 0 0,10-27 0 0 0,1 0 0 0 0,2 2 0 0 0,2 0 0 0 0,2 1 0 0 0,1 1 0 0 0,2 1 0 0 0,1 1 0 0 0,2 1 0 0 0,1 2 0 0 0,2 0 0 0 0,41-33 0 0 0,-59 55 0 0 0,1-3 0 0 0,-13 13 0 0 0,-1 0 0 0 0,1-1 0 0 0,-1 1 0 0 0,0 0 0 0 0,1 0 0 0 0,-1 0 0 0 0,0 0 0 0 0,1 0 0 0 0,-1-1 0 0 0,0 1 0 0 0,1 0 0 0 0,-1 0 0 0 0,0 1 0 0 0,1-1 0 0 0,-1 0 0 0 0,1 0 0 0 0,-1 0 0 0 0,0 0 0 0 0,1 0 0 0 0,-1 1 0 0 0,0-1 0 0 0,1 0 0 0 0,-1 1 0 0 0,1-1 0 0 0,-2 1 0 0 0,-224 82 0 0 0,23-8 0 0 0,191-72 533 0 0,11-6-1 0 0,25-4-5858 0 0,22 1-15977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8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508 5 3682 0 0,'-7'2'14995'0'0,"0"-2"-7909"0"0,0 0-2924 0 0,-4-3-3262 0 0,-8-1 383 0 0,5 5-1220 0 0,1 0 1 0 0,-1 0-1 0 0,1 1 0 0 0,-1 1 1 0 0,1 0-1 0 0,0 1 1 0 0,1 0-1 0 0,-1 1 0 0 0,1 1 1 0 0,-1 0-1 0 0,2 0 0 0 0,-14 10 1 0 0,-4 4-105 0 0,1 2-1 0 0,1 0 1 0 0,-37 42 0 0 0,49-49 41 0 0,2 2 0 0 0,0 0 0 0 0,1 0 0 0 0,1 1 0 0 0,1 1 0 0 0,0 0 0 0 0,1 0 0 0 0,2 1 0 0 0,0 0 0 0 0,-9 38 0 0 0,14-47 0 0 0,0 0 0 0 0,1 1 0 0 0,0-1 0 0 0,1 0 0 0 0,0 0 0 0 0,1 0 0 0 0,0 0 0 0 0,1 0 0 0 0,0 0 0 0 0,1 0 0 0 0,0 0 0 0 0,1-1 0 0 0,0 1 0 0 0,0-1 0 0 0,1 0 0 0 0,0 0 0 0 0,1-1 0 0 0,0 1 0 0 0,1-1 0 0 0,0-1 0 0 0,0 1 0 0 0,10 7 0 0 0,-4-5 0 0 0,0-2 0 0 0,1 0 0 0 0,0-1 0 0 0,1 0 0 0 0,0-1 0 0 0,0-1 0 0 0,0 0 0 0 0,1-1 0 0 0,-1-1 0 0 0,1 0 0 0 0,0-1 0 0 0,1-1 0 0 0,16 1 0 0 0,23-2 0 0 0,-1-2 0 0 0,80-12 0 0 0,-15-3-341 0 0,-46 2-4867 0 0,-28 3-11845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19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42 80 0 0,'-4'-2'497'0'0,"-46"-16"7332"0"0,25 8 1093 0 0,0-2 4316 0 0,25 12-13175 0 0,-1 0 0 0 0,0 0-1 0 0,1 0 1 0 0,-1 0 0 0 0,1 0 0 0 0,-1 0 0 0 0,1 0 0 0 0,-1 0-1 0 0,1 0 1 0 0,-1 0 0 0 0,1 1 0 0 0,-1-1 0 0 0,1 0 0 0 0,-1 0-1 0 0,1 0 1 0 0,-1 1 0 0 0,1-1 0 0 0,-1 0 0 0 0,1 1 0 0 0,-1-1-1 0 0,1 0 1 0 0,0 1 0 0 0,-1-1 0 0 0,1 0 0 0 0,0 1 0 0 0,-1-1-1 0 0,1 1 1 0 0,0-1 0 0 0,-1 1 0 0 0,-12 21 259 0 0,8-14-328 0 0,-17 34 6 0 0,1 2 0 0 0,3 0 0 0 0,1 2 0 0 0,2-1 0 0 0,3 2 0 0 0,1 0 0 0 0,3 0 0 0 0,1 1 0 0 0,3 0 0 0 0,1 0 0 0 0,6 64 0 0 0,-1-95 0 0 0,0 0 0 0 0,1 1 0 0 0,0-1 0 0 0,2 0 0 0 0,0-1 0 0 0,1 1 0 0 0,15 29 0 0 0,-18-40 0 0 0,1 0 0 0 0,0 0 0 0 0,1 0 0 0 0,0 0 0 0 0,-1-1 0 0 0,2 0 0 0 0,-1 0 0 0 0,1 0 0 0 0,-1-1 0 0 0,1 1 0 0 0,1-1 0 0 0,-1-1 0 0 0,0 1 0 0 0,1-1 0 0 0,0 0 0 0 0,0-1 0 0 0,0 0 0 0 0,0 0 0 0 0,0 0 0 0 0,0-1 0 0 0,9 1 0 0 0,1-2 0 0 0,-1 0 0 0 0,1-1 0 0 0,-1-1 0 0 0,1-1 0 0 0,-1 0 0 0 0,0-1 0 0 0,0-1 0 0 0,0 0 0 0 0,-1-1 0 0 0,27-15 0 0 0,-23 11 0 0 0,-1-1 0 0 0,-1-1 0 0 0,0-1 0 0 0,0 0 0 0 0,-2-2 0 0 0,1 1 0 0 0,-2-2 0 0 0,14-18 0 0 0,-7-1 0 0 0,-20 34 0 0 0,-1 0 0 0 0,1 0 0 0 0,-1-1 0 0 0,1 1 0 0 0,-1 0 0 0 0,1-1 0 0 0,-1 1 0 0 0,0 0 0 0 0,0-1 0 0 0,0 1 0 0 0,1-1 0 0 0,-1 1 0 0 0,-1 0 0 0 0,1-1 0 0 0,0 1 0 0 0,0-1 0 0 0,0 1 0 0 0,-1 0 0 0 0,1-1 0 0 0,-1 1 0 0 0,1 0 0 0 0,-2-3 0 0 0,1 4 0 0 0,0-1 0 0 0,1 0 0 0 0,-1 1 0 0 0,0-1 0 0 0,0 1 0 0 0,0-1 0 0 0,0 1 0 0 0,0 0 0 0 0,0-1 0 0 0,0 1 0 0 0,0 0 0 0 0,0-1 0 0 0,0 1 0 0 0,0 0 0 0 0,0 0 0 0 0,0 0 0 0 0,0 0 0 0 0,0 0 0 0 0,0 0 0 0 0,0 0 0 0 0,0 1 0 0 0,0-1 0 0 0,0 0 0 0 0,0 0 0 0 0,0 1 0 0 0,0-1 0 0 0,0 1 0 0 0,-1 0 0 0 0,-31 18 0 0 0,33-19 0 0 0,-150 113 0 0 0,71-52 0 0 0,44-34 312 0 0,-61 61 1 0 0,80-70-834 0 0,1 0 0 0 0,1 1 1 0 0,1 0-1 0 0,0 1 0 0 0,-11 25 0 0 0,-5 15-11986 0 0,1-12-2532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20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2801 0 0,'21'-11'28253'0'0,"24"29"-26540"0"0,8-21-1713 0 0,-4-4 0 0 0,1-1 0 0 0,12 3 0 0 0,8-1 0 0 0,4 5 0 0 0,-20 0 0 0 0,-4-1 0 0 0,-4 8 0 0 0,-20 5-10517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21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4162 0 0,'13'-1'26252'0'0,"43"18"-23899"0"0,0-9-2353 0 0,9-13 0 0 0,4-14 0 0 0,-2 6 0 0 0,-8-6 0 0 0,-7-6 0 0 0,-17 8 0 0 0,-14 13 0 0 0,-23-12-14999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27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95 230 160 0 0,'-8'0'2453'0'0,"-1"1"-1065"0"0,0 0 0 0 0,0-1 0 0 0,0-1-1 0 0,-14-1 1 0 0,22 2-1063 0 0,-1-1-1 0 0,1 1 0 0 0,0 0 1 0 0,0 0-1 0 0,0-1 0 0 0,-1 1 1 0 0,1-1-1 0 0,0 1 1 0 0,0-1-1 0 0,0 1 0 0 0,0-1 1 0 0,0 0-1 0 0,0 1 0 0 0,0-1 1 0 0,0 0-1 0 0,0 0 1 0 0,0 0-1 0 0,0 0 0 0 0,1 0 1 0 0,-1 0-1 0 0,0 0 0 0 0,1 0 1 0 0,-1 0-1 0 0,0 0 1 0 0,1 0-1 0 0,-1-1 0 0 0,1 1 1 0 0,0 0-1 0 0,-1 0 0 0 0,1 0 1 0 0,0-1-1 0 0,0 1 1 0 0,0 0-1 0 0,0 0 0 0 0,0-1 1 0 0,0 1-1 0 0,0 0 0 0 0,0 0 1 0 0,1-1-1 0 0,-1 1 1 0 0,1-2-1 0 0,3-5 437 0 0,-1 0 0 0 0,2 1 0 0 0,-1-1 0 0 0,1 1 0 0 0,0 0 0 0 0,0 0 1 0 0,1 1-1 0 0,0 0 0 0 0,7-6 0 0 0,6-5-101 0 0,1 0 0 0 0,23-13 0 0 0,-32 23-660 0 0,-1 1 0 0 0,1 0 0 0 0,1 1 0 0 0,-1 0 0 0 0,1 1 0 0 0,-1 0 0 0 0,1 1 0 0 0,1 0 0 0 0,-1 1 0 0 0,0 1 0 0 0,0-1 0 0 0,1 2 0 0 0,-1 0 0 0 0,0 0 0 0 0,1 1 0 0 0,-1 1 0 0 0,0 0 0 0 0,0 1 0 0 0,0 0 0 0 0,0 1 0 0 0,0 0 0 0 0,-1 1 0 0 0,0 0 0 0 0,18 11 0 0 0,-8-3 0 0 0,-1 2 0 0 0,-1 0 0 0 0,0 0 0 0 0,-1 2 0 0 0,0 0 0 0 0,-2 1 0 0 0,0 1 0 0 0,-1 1 0 0 0,-1 0 0 0 0,-1 0 0 0 0,-1 2 0 0 0,0-1 0 0 0,-2 2 0 0 0,13 39 0 0 0,-11-22 0 0 0,-1 0 0 0 0,-2 0 0 0 0,-3 1 0 0 0,0 0 0 0 0,-3 0 0 0 0,-2 0 0 0 0,-6 80 0 0 0,2-99 0 0 0,-1-1 0 0 0,-1 1 0 0 0,-1-1 0 0 0,0 0 0 0 0,-2 0 0 0 0,0 0 0 0 0,-2-1 0 0 0,0-1 0 0 0,-1 1 0 0 0,-1-2 0 0 0,0 0 0 0 0,-28 30 0 0 0,31-38 0 0 0,-1-1 0 0 0,0 0 0 0 0,-1-1 0 0 0,0 0 0 0 0,0 0 0 0 0,0-1 0 0 0,-1 0 0 0 0,0-1 0 0 0,-1-1 0 0 0,1 0 0 0 0,-1-1 0 0 0,0 0 0 0 0,0-1 0 0 0,-1 0 0 0 0,1-1 0 0 0,-1 0 0 0 0,1-2 0 0 0,-1 1 0 0 0,1-2 0 0 0,-1 1 0 0 0,-21-6 0 0 0,30 6 0 0 0,0-2 0 0 0,0 1 0 0 0,0 0 0 0 0,0-1 0 0 0,0 0 0 0 0,0 0 0 0 0,0-1 0 0 0,1 1 0 0 0,-1-1 0 0 0,1 0 0 0 0,0 0 0 0 0,0-1 0 0 0,0 1 0 0 0,0-1 0 0 0,0 0 0 0 0,-4-6 0 0 0,7 7 0 0 0,-1 0 0 0 0,1 0 0 0 0,0 0 0 0 0,0 0 0 0 0,0 0 0 0 0,0 0 0 0 0,1 0 0 0 0,-1-1 0 0 0,1 1 0 0 0,0 0 0 0 0,0 0 0 0 0,0-1 0 0 0,0 1 0 0 0,1 0 0 0 0,-1 0 0 0 0,1-1 0 0 0,0 1 0 0 0,0 0 0 0 0,0 0 0 0 0,0 0 0 0 0,0 0 0 0 0,1 0 0 0 0,-1 0 0 0 0,1 0 0 0 0,0 1 0 0 0,4-5 0 0 0,5-6 0 0 0,-1 2 0 0 0,2 0 0 0 0,0 0 0 0 0,0 1 0 0 0,1 0 0 0 0,0 1 0 0 0,1 1 0 0 0,0 0 0 0 0,0 1 0 0 0,1 0 0 0 0,30-9 0 0 0,-5 5 0 0 0,0 1 0 0 0,1 3 0 0 0,64-5 0 0 0,-50 9 0 0 0,1 3 0 0 0,67 9 0 0 0,113 30 0 0 0,-194-32-2205 0 0,45 2 0 0 0,-52-8-1636 0 0,-1-1 0 0 0,0-1 0 0 0,54-10 0 0 0,2-12-7311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28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924 327 240 0 0,'1'-10'596'0'0,"-1"0"1"0"0,0 1-1 0 0,0-1 0 0 0,-1 0 0 0 0,-4-17 1 0 0,1 14 1238 0 0,0 0 0 0 0,0 1 0 0 0,-2-1 0 0 0,1 1 0 0 0,-2 0 0 0 0,-12-18 1 0 0,8 15 716 0 0,-1 1-1 0 0,0 0 1 0 0,-1 0 0 0 0,-18-14 0 0 0,-29-13 792 0 0,54 38-3344 0 0,1 0 0 0 0,-1 1 0 0 0,0 0 0 0 0,0-1 0 0 0,-1 2 0 0 0,1-1 0 0 0,0 1 0 0 0,-1 0 0 0 0,1 0 0 0 0,0 1 0 0 0,-1 0 0 0 0,1 0 0 0 0,-1 1 0 0 0,-5 0 0 0 0,2 1 0 0 0,1 1 0 0 0,0 0 0 0 0,0 0 0 0 0,0 0 0 0 0,1 1 0 0 0,-1 1 0 0 0,1 0 0 0 0,-15 10 0 0 0,14-7 0 0 0,0 0 0 0 0,0 0 0 0 0,0 0 0 0 0,1 1 0 0 0,1 1 0 0 0,-1-1 0 0 0,1 1 0 0 0,1 0 0 0 0,0 1 0 0 0,1-1 0 0 0,-1 1 0 0 0,2 1 0 0 0,0-1 0 0 0,-5 23 0 0 0,8-26 0 0 0,0-1 0 0 0,1 1 0 0 0,0 0 0 0 0,0 0 0 0 0,1 0 0 0 0,0 0 0 0 0,0-1 0 0 0,1 1 0 0 0,0 0 0 0 0,1-1 0 0 0,-1 1 0 0 0,1-1 0 0 0,1 0 0 0 0,6 11 0 0 0,-3-9 0 0 0,0 1 0 0 0,1-1 0 0 0,0 0 0 0 0,1-1 0 0 0,0 0 0 0 0,1 0 0 0 0,-1-1 0 0 0,18 10 0 0 0,11 2 0 0 0,0-2 0 0 0,1-2 0 0 0,0-1 0 0 0,57 11 0 0 0,86 14 0 0 0,-109-27 0 0 0,0 4 0 0 0,-1 3 0 0 0,79 33 0 0 0,-138-47 0 0 0,-1 1 0 0 0,0 1 0 0 0,0 0 0 0 0,0 0 0 0 0,-1 2 0 0 0,19 16 0 0 0,-26-21 0 0 0,0 1 0 0 0,0-1 0 0 0,-1 1 0 0 0,1 0 0 0 0,-1 0 0 0 0,0 1 0 0 0,0-1 0 0 0,-1 1 0 0 0,0-1 0 0 0,0 1 0 0 0,0 0 0 0 0,-1 0 0 0 0,1 0 0 0 0,-1 0 0 0 0,-1 0 0 0 0,1 0 0 0 0,-1 8 0 0 0,-1-3 0 0 0,0-1 0 0 0,-1 0 0 0 0,0 0 0 0 0,-1 0 0 0 0,0-1 0 0 0,0 1 0 0 0,-1-1 0 0 0,0 1 0 0 0,-9 13 0 0 0,4-9 0 0 0,-1-1 0 0 0,0 1 0 0 0,-1-2 0 0 0,-1 0 0 0 0,-17 15 0 0 0,4-7 0 0 0,-2-2 0 0 0,1-1 0 0 0,-2-1 0 0 0,0-1 0 0 0,-52 19 0 0 0,56-25 0 0 0,-1-1 0 0 0,0-1 0 0 0,0-2 0 0 0,-1 0 0 0 0,1-2 0 0 0,-36 0 0 0 0,51-3 0 0 0,1-1 0 0 0,-1 0 0 0 0,0 0 0 0 0,1-1 0 0 0,-1-1 0 0 0,1 0 0 0 0,0 0 0 0 0,-17-8 0 0 0,20 8 0 0 0,1-1 0 0 0,0 0 0 0 0,0 0 0 0 0,0 0 0 0 0,0 0 0 0 0,0-1 0 0 0,1 0 0 0 0,0 0 0 0 0,0 0 0 0 0,0-1 0 0 0,1 1 0 0 0,-1-1 0 0 0,1 0 0 0 0,-3-9 0 0 0,0-4 0 0 0,1-1 0 0 0,1 1 0 0 0,0-1 0 0 0,2 0 0 0 0,0 0 0 0 0,2 0 0 0 0,0 0 0 0 0,4-34 0 0 0,3 6 0 0 0,3 0 0 0 0,21-67 0 0 0,-2 34 0 0 0,51-102 0 0 0,53-67 0 0 0,-123 233 0 0 0,-5 11 0 0 0,-1-1 0 0 0,0 1 0 0 0,-1-1 0 0 0,0 0 0 0 0,0 0 0 0 0,0 0 0 0 0,-1 0 0 0 0,0 0 0 0 0,2-12 0 0 0,-5 18 0 0 0,1 0 0 0 0,0 0 0 0 0,0 0 0 0 0,0 0 0 0 0,-1 0 0 0 0,1 0 0 0 0,-1 0 0 0 0,1 0 0 0 0,-1 0 0 0 0,1 0 0 0 0,-1 0 0 0 0,1 0 0 0 0,-1 0 0 0 0,0 0 0 0 0,0 0 0 0 0,1 1 0 0 0,-1-1 0 0 0,0 0 0 0 0,0 1 0 0 0,0-1 0 0 0,0 0 0 0 0,0 1 0 0 0,0-1 0 0 0,0 1 0 0 0,0-1 0 0 0,0 1 0 0 0,0 0 0 0 0,0-1 0 0 0,0 1 0 0 0,0 0 0 0 0,-2 0 0 0 0,-41-2 0 0 0,41 2 0 0 0,-29 2 0 0 0,-1 3 0 0 0,1 0 0 0 0,0 2 0 0 0,-45 16 0 0 0,-132 58 0 0 0,164-61 0 0 0,-53 22-1155 0 0,-63 25-4888 0 0,-3-7-4220 0 0,21-22-3922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29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1 139 13766 0 0,'59'-51'19001'0'0,"23"39"-19001"0"0,-20 20 0 0 0,-8-3 0 0 0,10-7 0 0 0,20-1 0 0 0,-6 0 0 0 0,12-2 0 0 0,22-3 0 0 0,17-8-9796 0 0,15-7-3571 0 0,-2-6 4803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29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29 114 2641 0 0,'-20'-35'15207'0'0,"12"14"-4082"0"0,8 8-7331 0 0,3 6-3794 0 0,5 6 0 0 0,9 6 0 0 0,47 17 0 0 0,56 10 0 0 0,-28-25 0 0 0,-9-17 0 0 0,-8-2 0 0 0,13-4 0 0 0,13 1 0 0 0,16 1-8996 0 0,7-4-4450 0 0,-5 0 4562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29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0 147 4242 0 0,'45'-4'17368'0'0,"-3"18"-6211"0"0,2-3-11157 0 0,14-10 0 0 0,-2-4 0 0 0,13-6 0 0 0,19-7 0 0 0,21-1 0 0 0,14-1 0 0 0,13-1-4354 0 0,8-3-1569 0 0,8 1 1041 0 0,1-2 2081 0 0,-2 6 1600 0 0,-14 13-720 0 0,-13 11-2641 0 0,5-3 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0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4962 0 0,'27'-14'9124'0'0,"-1"5"-2240"0"0,6 5-3603 0 0,10 5-2561 0 0,-1 5-239 0 0,-12 0 1279 0 0,-5 4 562 0 0,6-3-802 0 0,10-2-879 0 0,12-4-641 0 0,18-5-1761 0 0,7 0-1601 0 0,-8 0-3521 0 0,7-7-3522 0 0,17-5 2642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6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34 12486 0 0,'-29'-33'17528'0'0,"15"34"-14775"0"0,12 19-2753 0 0,7 0 0 0 0,9 32 0 0 0,10 42 0 0 0,8 17 0 0 0,-5-13 0 0 0,5 7 0 0 0,2 0 0 0 0,-2-14 0 0 0,-10-28 0 0 0,-10-27 0 0 0,-14-26-112 0 0,-11-36-20778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6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3 394 480 0 0,'-1'-20'3803'0'0,"0"10"644"0"0,1-1 0 0 0,0 1 0 0 0,0-1 0 0 0,4-18 0 0 0,8-2 1316 0 0,11-8-5459 0 0,54-71-1 0 0,-66 97-316 0 0,0 0-1 0 0,1 1 1 0 0,0 0-1 0 0,1 1 1 0 0,0 0-1 0 0,1 1 1 0 0,0 1-1 0 0,23-12 1 0 0,-33 19 13 0 0,0 1 0 0 0,0-1 0 0 0,0 1 0 0 0,0 0 0 0 0,0 0 0 0 0,0 0 0 0 0,0 0 0 0 0,0 1 0 0 0,1 0 0 0 0,-1-1 0 0 0,0 2 0 0 0,4-1 0 0 0,-5 1 0 0 0,-1 0 0 0 0,1 0 0 0 0,-1 0 0 0 0,1 0 0 0 0,-1 0 0 0 0,1 1 0 0 0,-1-1 0 0 0,0 1 0 0 0,0 0 0 0 0,0-1 0 0 0,0 1 0 0 0,0 0 0 0 0,0 0 0 0 0,0 0 0 0 0,-1 1 0 0 0,1-1 0 0 0,-1 0 0 0 0,1 1 0 0 0,1 4 0 0 0,4 9 0 0 0,-1 1 0 0 0,-1 0 0 0 0,0 0 0 0 0,-1 0 0 0 0,-1 1 0 0 0,0-1 0 0 0,-2 1 0 0 0,0 0 0 0 0,-1-1 0 0 0,-1 1 0 0 0,0 0 0 0 0,-1 0 0 0 0,-6 19 0 0 0,1-8 0 0 0,-1-1 0 0 0,-2 1 0 0 0,-1-2 0 0 0,-1 1 0 0 0,-2-2 0 0 0,0 1 0 0 0,-19 24 0 0 0,-4-13 0 0 0,43-45 0 0 0,1 0 0 0 0,0 0 0 0 0,0 1 0 0 0,0 0 0 0 0,0 0 0 0 0,1 1 0 0 0,14-7 0 0 0,-10 4 0 0 0,13-6 0 0 0,0 0 0 0 0,1 1 0 0 0,37-12 0 0 0,-52 22 0 0 0,-1-1 0 0 0,1 2 0 0 0,0-1 0 0 0,0 2 0 0 0,0-1 0 0 0,0 2 0 0 0,0-1 0 0 0,0 1 0 0 0,1 1 0 0 0,-1 0 0 0 0,21 6 0 0 0,-27-6 0 0 0,0 1 0 0 0,0 0 0 0 0,0 0 0 0 0,0 0 0 0 0,-1 1 0 0 0,1 0 0 0 0,-1 0 0 0 0,0 0 0 0 0,0 0 0 0 0,0 0 0 0 0,0 1 0 0 0,0 0 0 0 0,-1 0 0 0 0,0 0 0 0 0,0 0 0 0 0,0 1 0 0 0,0-1 0 0 0,-1 1 0 0 0,1-1 0 0 0,-1 1 0 0 0,0 0 0 0 0,-1 0 0 0 0,1 0 0 0 0,-1 0 0 0 0,0 0 0 0 0,0 0 0 0 0,-1 1 0 0 0,0-1 0 0 0,0 0 0 0 0,0 0 0 0 0,-1 8 0 0 0,-1 6 0 0 0,-2-1 0 0 0,1 0 0 0 0,-2-1 0 0 0,-1 1 0 0 0,0-1 0 0 0,-1 0 0 0 0,-13 24 0 0 0,3-10 0 0 0,-2-1 0 0 0,-27 33 0 0 0,40-55 0 0 0,-1 0 0 0 0,0 0 0 0 0,-1 0 0 0 0,0-1 0 0 0,0 0 0 0 0,0-1 0 0 0,-1 0 0 0 0,1 0 0 0 0,-2-1 0 0 0,1 0 0 0 0,-11 4 0 0 0,19-9 0 0 0,1 0 0 0 0,-1 1 0 0 0,0-1 0 0 0,0 0 0 0 0,1 1 0 0 0,-1-1 0 0 0,0 0 0 0 0,1 0 0 0 0,-1 0 0 0 0,0 0 0 0 0,0 0 0 0 0,1 0 0 0 0,-1 0 0 0 0,0 0 0 0 0,0 0 0 0 0,0 0 0 0 0,1 0 0 0 0,-1 0 0 0 0,0-1 0 0 0,1 1 0 0 0,-2 0 0 0 0,5-15 0 0 0,-1 9 0 0 0,12-28-3020 0 0,15-16-12080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6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21 2161 0 0,'-5'-20'19609'0'0,"15"29"-8612"0"0,-7-1-10997 0 0,0-1 0 0 0,-3 1 0 0 0,-10 86 0 0 0,4 43 0 0 0,8-31 0 0 0,9-9 0 0 0,8 8 0 0 0,8 3 0 0 0,2-16 0 0 0,3-30 0 0 0,-5-32 0 0 0,0-38 0 0 0,-6-49-14359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7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0 248 7443 0 0,'17'-32'8438'0'0,"27"-48"4936"0"0,-37 70-12496 0 0,0 1 0 0 0,0 0 0 0 0,11-10 0 0 0,-8 9-878 0 0,1 1 0 0 0,1 0 0 0 0,-1 1 0 0 0,2 0 0 0 0,-1 1 0 0 0,1 1 0 0 0,0 0 0 0 0,0 0 0 0 0,0 2 0 0 0,1-1 0 0 0,25-3 0 0 0,-32 7 0 0 0,-1 0 0 0 0,1 1 0 0 0,0-1 0 0 0,-1 2 0 0 0,1-1 0 0 0,0 1 0 0 0,-1 0 0 0 0,1 0 0 0 0,-1 1 0 0 0,0 0 0 0 0,1 0 0 0 0,-1 0 0 0 0,0 1 0 0 0,0 0 0 0 0,0 0 0 0 0,0 0 0 0 0,-1 1 0 0 0,0 0 0 0 0,1 0 0 0 0,-1 1 0 0 0,-1-1 0 0 0,1 1 0 0 0,-1 0 0 0 0,1 0 0 0 0,-2 1 0 0 0,1-1 0 0 0,5 11 0 0 0,-3-4 0 0 0,-1 0 0 0 0,0 1 0 0 0,-1-1 0 0 0,0 1 0 0 0,-1 0 0 0 0,0 1 0 0 0,-1-1 0 0 0,-1 0 0 0 0,0 22 0 0 0,-1-16 0 0 0,-2 1 0 0 0,-1 0 0 0 0,0-1 0 0 0,-2 0 0 0 0,0 0 0 0 0,-8 20 0 0 0,2-14 0 0 0,0 0 0 0 0,-2-1 0 0 0,0-1 0 0 0,-2 0 0 0 0,0-1 0 0 0,-2-1 0 0 0,0 0 0 0 0,-1-1 0 0 0,-36 30 0 0 0,48-46 0 0 0,2 0 0 0 0,-1 0 0 0 0,0 0 0 0 0,0-1 0 0 0,-1 1 0 0 0,1-1 0 0 0,-1 0 0 0 0,-6 2 0 0 0,11-7 0 0 0,8-6 0 0 0,12-8 0 0 0,1 1 0 0 0,1 1 0 0 0,0 1 0 0 0,1 2 0 0 0,1 0 0 0 0,-1 1 0 0 0,2 1 0 0 0,-1 1 0 0 0,32-6 0 0 0,-45 11 0 0 0,1 1 0 0 0,0 1 0 0 0,0 0 0 0 0,0 1 0 0 0,0 0 0 0 0,0 0 0 0 0,0 1 0 0 0,-1 1 0 0 0,1 0 0 0 0,0 0 0 0 0,-1 1 0 0 0,1 1 0 0 0,-1-1 0 0 0,0 2 0 0 0,0-1 0 0 0,0 1 0 0 0,-1 1 0 0 0,0 0 0 0 0,0 0 0 0 0,0 1 0 0 0,13 13 0 0 0,-16-13 0 0 0,0-1 0 0 0,-1 1 0 0 0,0 0 0 0 0,-1 0 0 0 0,1 0 0 0 0,-1 1 0 0 0,-1 0 0 0 0,1-1 0 0 0,-1 1 0 0 0,-1 1 0 0 0,0-1 0 0 0,0 0 0 0 0,2 15 0 0 0,-4-11 0 0 0,0 0 0 0 0,-1 0 0 0 0,0 0 0 0 0,0 0 0 0 0,-2 0 0 0 0,1-1 0 0 0,-2 1 0 0 0,-8 21 0 0 0,1-10 0 0 0,-1 0 0 0 0,-1-1 0 0 0,-1-1 0 0 0,-1 0 0 0 0,-1-1 0 0 0,-1 0 0 0 0,0-1 0 0 0,-33 26 0 0 0,35-33 0 0 0,-2 1 0 0 0,1-2 0 0 0,-2 0 0 0 0,1-1 0 0 0,-30 12 0 0 0,40-20 0 0 0,1 0 0 0 0,-1 0 0 0 0,1-1 0 0 0,-1 0 0 0 0,0 0 0 0 0,0 0 0 0 0,0-1 0 0 0,-12-1 0 0 0,15 0 0 0 0,0 1 0 0 0,-1-2 0 0 0,1 1 0 0 0,0 0 0 0 0,0-1 0 0 0,0 0 0 0 0,0 1 0 0 0,1-2 0 0 0,-1 1 0 0 0,0 0 0 0 0,1-1 0 0 0,0 0 0 0 0,-1 1 0 0 0,1-1 0 0 0,-3-4 0 0 0,4 4-9 0 0,0 1 0 0 0,1 0 0 0 0,-1 0 0 0 0,1-1 0 0 0,0 1 0 0 0,-1-1 0 0 0,1 1 0 0 0,0-1 0 0 0,0 0 0 0 0,1 1 0 0 0,-2-4 0 0 0,5-18-6726 0 0,11-1-16468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8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1441 0 0,'13'-9'25051'0'0,"-2"114"-18776"0"0,2 22-6275 0 0,6-9 0 0 0,2-10 0 0 0,6 16 0 0 0,7 14 0 0 0,0-9 0 0 0,-2-35 0 0 0,-5-37 0 0 0,-6-34 0 0 0,1-28 0 0 0,-6-36-8596 0 0,-16-64-13174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8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0 152 6723 0 0,'6'-11'5142'0'0,"0"1"0"0"0,1 0 1 0 0,10-12-1 0 0,14-8 333 0 0,-20 21-5475 0 0,1 1 0 0 0,1 1 0 0 0,-1 0 0 0 0,1 1 0 0 0,0 0 0 0 0,1 0 0 0 0,-1 2 0 0 0,1 0 0 0 0,0 0 0 0 0,0 1 0 0 0,1 1 0 0 0,-1 0 0 0 0,0 2 0 0 0,1-1 0 0 0,-1 1 0 0 0,0 1 0 0 0,1 1 0 0 0,-1 0 0 0 0,0 1 0 0 0,20 6 0 0 0,-23-6 0 0 0,-1 1 0 0 0,1 1 0 0 0,-1 0 0 0 0,0 0 0 0 0,0 1 0 0 0,0 0 0 0 0,-1 1 0 0 0,0 0 0 0 0,0 1 0 0 0,0-1 0 0 0,10 14 0 0 0,-14-13 0 0 0,1 0 0 0 0,-1 0 0 0 0,0 0 0 0 0,-1 1 0 0 0,0 0 0 0 0,0 0 0 0 0,-1 0 0 0 0,0 0 0 0 0,-1 0 0 0 0,0 1 0 0 0,0-1 0 0 0,-1 1 0 0 0,0 0 0 0 0,-2 18 0 0 0,0-14 0 0 0,-2 0 0 0 0,0-1 0 0 0,0 1 0 0 0,-1 0 0 0 0,-1-1 0 0 0,0 0 0 0 0,-1 0 0 0 0,0-1 0 0 0,-1 0 0 0 0,-1 0 0 0 0,0 0 0 0 0,0-1 0 0 0,-12 12 0 0 0,-10 9 0 0 0,-2-1 0 0 0,-65 48 0 0 0,83-68 0 0 0,-1 0 0 0 0,0 0 0 0 0,-1-2 0 0 0,0 0 0 0 0,-23 9 0 0 0,35-19 0 0 0,7-7 0 0 0,10-10 0 0 0,1 6 0 0 0,0 0 0 0 0,1 1 0 0 0,1 1 0 0 0,-1 0 0 0 0,1 1 0 0 0,1 1 0 0 0,23-8 0 0 0,-15 7 0 0 0,0 1 0 0 0,1 1 0 0 0,1 1 0 0 0,37-3 0 0 0,-48 9 0 0 0,-1 0 0 0 0,1 1 0 0 0,0 0 0 0 0,-1 1 0 0 0,0 1 0 0 0,1 1 0 0 0,-1 0 0 0 0,0 1 0 0 0,-1 0 0 0 0,1 1 0 0 0,-1 1 0 0 0,16 9 0 0 0,-19-9 0 0 0,0 1 0 0 0,-1-1 0 0 0,0 2 0 0 0,0-1 0 0 0,-1 1 0 0 0,0 1 0 0 0,0 0 0 0 0,-1 0 0 0 0,0 1 0 0 0,-1-1 0 0 0,0 2 0 0 0,-1-1 0 0 0,0 1 0 0 0,6 19 0 0 0,-10-22 0 0 0,0 1 0 0 0,0 0 0 0 0,-1 1 0 0 0,-1-1 0 0 0,0 0 0 0 0,0 0 0 0 0,-1 0 0 0 0,0 0 0 0 0,-1 0 0 0 0,0 0 0 0 0,0 0 0 0 0,-1 0 0 0 0,0-1 0 0 0,-1 1 0 0 0,0-1 0 0 0,-1 0 0 0 0,-10 15 0 0 0,-7 8 0 0 0,-1-2 0 0 0,-2-1 0 0 0,-37 36 0 0 0,60-63 0 0 0,-28 27 0 0 0,-51 41 0 0 0,73-64 0 0 0,0 0 0 0 0,-1 0 0 0 0,0-1 0 0 0,0 0 0 0 0,0-1 0 0 0,0 1 0 0 0,-1-2 0 0 0,1 0 0 0 0,-1 0 0 0 0,0-1 0 0 0,0 0 0 0 0,-15 1 0 0 0,22-3 45 0 0,0 0 1 0 0,0 0-1 0 0,0-1 1 0 0,1 1-1 0 0,-1-1 1 0 0,0 1-1 0 0,0-1 1 0 0,0 0-1 0 0,1 0 1 0 0,-1-1-1 0 0,0 1 0 0 0,1 0 1 0 0,-1-1-1 0 0,1 0 1 0 0,-1 1-1 0 0,1-1 1 0 0,0 0-1 0 0,0 0 1 0 0,0-1-1 0 0,0 1 1 0 0,0 0-1 0 0,0 0 0 0 0,1-1 1 0 0,-1 0-1 0 0,-1-3 1 0 0,2 2-194 0 0,-1 0 0 0 0,1 0 1 0 0,0 0-1 0 0,0 0 0 0 0,0-1 0 0 0,1 1 1 0 0,-1-6-1 0 0,1 5-640 0 0,0 0 0 0 0,1 0 0 0 0,0 0 0 0 0,0-1 0 0 0,3-8 0 0 0,4-7-6809 0 0,6-9-8314 0 0,-13 30 15782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9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23 640 0 0,'-42'-23'19369'0'0,"7"33"-6611"0"0,26 19-12758 0 0,12 24 0 0 0,13 27 0 0 0,8 18 0 0 0,-5-10 0 0 0,2-1 0 0 0,1 8 0 0 0,7-4 0 0 0,1-12 0 0 0,-2-23 0 0 0,-11-22 0 0 0,-15-17 0 0 0,-18-23-4994 0 0,-21-27-18537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40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0 242 4482 0 0,'2'-9'3417'0'0,"0"0"1"0"0,1 1-1 0 0,-1-1 0 0 0,1 1 0 0 0,1-1 1 0 0,7-12-1 0 0,13-9 947 0 0,-8 14-4364 0 0,0 1 0 0 0,1 1 0 0 0,1 0 0 0 0,0 2 0 0 0,1 0 0 0 0,0 1 0 0 0,41-17 0 0 0,-50 24 0 0 0,0 1 0 0 0,0 0 0 0 0,0 1 0 0 0,1 0 0 0 0,-1 1 0 0 0,1 0 0 0 0,-1 1 0 0 0,16 1 0 0 0,-18 0 0 0 0,-1 0 0 0 0,0 1 0 0 0,0 0 0 0 0,0 0 0 0 0,0 1 0 0 0,0 0 0 0 0,-1 0 0 0 0,1 0 0 0 0,-1 1 0 0 0,1 0 0 0 0,-1 0 0 0 0,-1 1 0 0 0,8 6 0 0 0,-7-5 0 0 0,0 1 0 0 0,-1 0 0 0 0,1 1 0 0 0,-1-1 0 0 0,-1 1 0 0 0,1 0 0 0 0,-1 0 0 0 0,-1 1 0 0 0,0-1 0 0 0,0 1 0 0 0,0-1 0 0 0,-1 1 0 0 0,-1 0 0 0 0,1 0 0 0 0,-1 0 0 0 0,-1 0 0 0 0,0 0 0 0 0,-1 12 0 0 0,-1-3 0 0 0,-1-1 0 0 0,0 0 0 0 0,-1 0 0 0 0,-1 0 0 0 0,0-1 0 0 0,-2 1 0 0 0,0-2 0 0 0,-15 27 0 0 0,8-20 0 0 0,-1 0 0 0 0,-36 39 0 0 0,41-51 0 0 0,0 0 0 0 0,-1-1 0 0 0,0 0 0 0 0,0-1 0 0 0,-1 0 0 0 0,0 0 0 0 0,-14 5 0 0 0,62-35 0 0 0,-9 10 0 0 0,0 1 0 0 0,1 2 0 0 0,1 0 0 0 0,41-6 0 0 0,-58 13 0 0 0,0 1 0 0 0,0 0 0 0 0,1 1 0 0 0,-1 0 0 0 0,0 1 0 0 0,0 0 0 0 0,0 1 0 0 0,0 0 0 0 0,0 1 0 0 0,0 0 0 0 0,0 1 0 0 0,-1 0 0 0 0,22 12 0 0 0,-29-13 0 0 0,0 0 0 0 0,0 0 0 0 0,0 0 0 0 0,0 1 0 0 0,0-1 0 0 0,-1 1 0 0 0,0 0 0 0 0,1 0 0 0 0,-1 0 0 0 0,-1 0 0 0 0,1 0 0 0 0,-1 1 0 0 0,1 0 0 0 0,1 6 0 0 0,-2-3 0 0 0,0-1 0 0 0,-1 0 0 0 0,0 1 0 0 0,0-1 0 0 0,-1 1 0 0 0,0-1 0 0 0,0 1 0 0 0,-1-1 0 0 0,-1 8 0 0 0,-2 3 0 0 0,-1 0 0 0 0,-1-1 0 0 0,0 1 0 0 0,-1-2 0 0 0,-1 1 0 0 0,-1-1 0 0 0,-14 21 0 0 0,-5 3 0 0 0,-2-2 0 0 0,-48 48 0 0 0,57-66 0 0 0,-1-1 0 0 0,0-1 0 0 0,-1-1 0 0 0,-1-1 0 0 0,-34 18 0 0 0,52-31 0 0 0,-1-1 0 0 0,1 1 0 0 0,-1-1 0 0 0,0 0 0 0 0,-12 1 0 0 0,17-3 0 0 0,0 1 0 0 0,1-1 0 0 0,-1 0 0 0 0,0 0 0 0 0,0 0 0 0 0,1 0 0 0 0,-1 0 0 0 0,0-1 0 0 0,0 1 0 0 0,1 0 0 0 0,-1-1 0 0 0,0 1 0 0 0,1-1 0 0 0,-1 0 0 0 0,0 0 0 0 0,1 1 0 0 0,-1-1 0 0 0,1 0 0 0 0,-1 0 0 0 0,1 0 0 0 0,0-1 0 0 0,0 1 0 0 0,-1 0 0 0 0,1-1 0 0 0,0 1 0 0 0,-2-3 0 0 0,3 3-89 0 0,-1 0 0 0 0,1 0 0 0 0,0 0-1 0 0,0 0 1 0 0,-1-1 0 0 0,1 1 0 0 0,0 0 0 0 0,0 0 0 0 0,0 0-1 0 0,0 0 1 0 0,0 0 0 0 0,0 0 0 0 0,1-1 0 0 0,-1 1 0 0 0,0 0 0 0 0,1 0-1 0 0,-1 0 1 0 0,0 0 0 0 0,1 0 0 0 0,-1 0 0 0 0,1 0 0 0 0,0 0 0 0 0,0-1-1 0 0,35-35-10608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47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1 6643 0 0,'-16'6'7005'0'0,"0"1"-1"0"0,-25 15 1 0 0,-4 8-1895 0 0,38-23-5110 0 0,-1 0 0 0 0,1 0 0 0 0,1 0 0 0 0,0 1 0 0 0,0 0 0 0 0,0 0 0 0 0,-7 15 0 0 0,0-2 0 0 0,9-14 0 0 0,-21 30 0 0 0,1 2 0 0 0,-23 54 0 0 0,41-78 0 0 0,1 1 0 0 0,0-1 0 0 0,1 1 0 0 0,1 0 0 0 0,0 0 0 0 0,1 0 0 0 0,1 0 0 0 0,1 0 0 0 0,0 0 0 0 0,3 19 0 0 0,2-6 0 0 0,1 0 0 0 0,2-1 0 0 0,1 0 0 0 0,1 0 0 0 0,1-1 0 0 0,2 0 0 0 0,23 36 0 0 0,-12-25 0 0 0,1-2 0 0 0,3-2 0 0 0,0 0 0 0 0,44 40 0 0 0,-64-67 0 0 0,1 0 0 0 0,-1 0 0 0 0,1 0 0 0 0,1-1 0 0 0,-1-1 0 0 0,11 6 0 0 0,-15-10 0 0 0,-1 1 0 0 0,1 0 0 0 0,0-1 0 0 0,0 0 0 0 0,0 0 0 0 0,-1-1 0 0 0,1 1 0 0 0,0-1 0 0 0,0 0 0 0 0,0-1 0 0 0,0 1 0 0 0,0-1 0 0 0,0 0 0 0 0,0 0 0 0 0,8-3 0 0 0,-2-1 0 0 0,1-1 0 0 0,-1 0 0 0 0,1 0 0 0 0,-2-1 0 0 0,1-1 0 0 0,11-11 0 0 0,54-58 0 0 0,-52 51 0 0 0,-22 24 0 0 0,42-45 0 0 0,71-96 0 0 0,-112 140 0 0 0,0-2 0 0 0,-1 1 0 0 0,1 0 0 0 0,-1-1 0 0 0,0 1 0 0 0,0-1 0 0 0,-1 1 0 0 0,1-1 0 0 0,-1 0 0 0 0,0 0 0 0 0,-1 0 0 0 0,1 0 0 0 0,-1-7 0 0 0,0 10 0 0 0,-1-1 0 0 0,1 0 0 0 0,-1 0 0 0 0,0 0 0 0 0,0 1 0 0 0,0-1 0 0 0,-1 1 0 0 0,1-1 0 0 0,-1 1 0 0 0,1-1 0 0 0,-1 1 0 0 0,0 0 0 0 0,0 0 0 0 0,0 0 0 0 0,0 0 0 0 0,0 0 0 0 0,0 0 0 0 0,0 0 0 0 0,-1 1 0 0 0,1-1 0 0 0,-1 1 0 0 0,1 0 0 0 0,-1 0 0 0 0,-3-2 0 0 0,-5 0 0 0 0,0-1 0 0 0,1 1 0 0 0,-1 1 0 0 0,0 0 0 0 0,0 1 0 0 0,0 0 0 0 0,-14 0 0 0 0,-80 11 0 0 0,71-5 0 0 0,-37 0 0 0 0,56-5 0 0 0,7 1 0 0 0,0-1 0 0 0,0-1 0 0 0,0 1 0 0 0,-9-3 0 0 0,14 0 0 0 0,14 10 0 0 0,60 74 0 0 0,90 134 0 0 0,-147-193 0 0 0,0 1 0 0 0,-2-1 0 0 0,0 2 0 0 0,12 39 0 0 0,-18-43 0 0 0,-1 0 0 0 0,-1 0 0 0 0,0 1 0 0 0,-2-1 0 0 0,-1 1 0 0 0,0 0 0 0 0,-2-1 0 0 0,0 1 0 0 0,-8 38 0 0 0,1-37 0 0 0,8-22 0 0 0,-1 1 0 0 0,1-1 0 0 0,0 0 0 0 0,0 0 0 0 0,0 1 0 0 0,-1-1 0 0 0,1 0 0 0 0,0 0 0 0 0,0 0 0 0 0,-1 1 0 0 0,1-1 0 0 0,0 0 0 0 0,0 0 0 0 0,-1 0 0 0 0,1 0 0 0 0,0 0 0 0 0,-1 0 0 0 0,1 0 0 0 0,0 1 0 0 0,-1-1 0 0 0,1 0 0 0 0,0 0 0 0 0,0 0 0 0 0,-1 0 0 0 0,1 0 0 0 0,0 0 0 0 0,-1 0 0 0 0,1-1 0 0 0,0 1 0 0 0,-1 0 0 0 0,1 0 0 0 0,0 0 0 0 0,0 0 0 0 0,-1 0 0 0 0,0-2 0 0 0,0 1 0 0 0,0-1 0 0 0,0 1 0 0 0,0-1 0 0 0,0 0 0 0 0,0 1 0 0 0,0-1 0 0 0,1 0 0 0 0,-1 0 0 0 0,1 1 0 0 0,-1-1 0 0 0,1 0 0 0 0,0 0 0 0 0,0 0 0 0 0,0 0 0 0 0,0 1 0 0 0,0-1 0 0 0,0 0 0 0 0,1-2 0 0 0,7-40-3940 0 0,2-10-15763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50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0 6403 0 0,'-8'1'1527'0'0,"0"1"0"0"0,1-1 1 0 0,-1 1-1 0 0,1 1 0 0 0,-1-1 0 0 0,1 1 1 0 0,0 0-1 0 0,0 1 0 0 0,1 0 0 0 0,-1 0 0 0 0,1 0 1 0 0,-8 7-1 0 0,3-3 100 0 0,-1 0 1 0 0,1-1-1 0 0,-19 9 1 0 0,-13-2-1628 0 0,56-17 0 0 0,16-1 0 0 0,-25 2-4958 0 0,5-20-20850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51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83 1121 0 0,'0'-6'1414'0'0,"1"0"316"0"0,-1-1 0 0 0,-1 0 0 0 0,1 1 0 0 0,-1-1 0 0 0,0 1 0 0 0,-3-8 0 0 0,4 12-1317 0 0,-1 1 0 0 0,1 0-1 0 0,-1-1 1 0 0,0 1-1 0 0,0 0 1 0 0,1 0 0 0 0,-1-1-1 0 0,0 1 1 0 0,0 0 0 0 0,0 0-1 0 0,0 0 1 0 0,0 0 0 0 0,0 0-1 0 0,-1 0 1 0 0,1 1 0 0 0,0-1-1 0 0,0 0 1 0 0,-1 0 0 0 0,1 1-1 0 0,0-1 1 0 0,-1 1-1 0 0,1 0 1 0 0,-1-1 0 0 0,1 1-1 0 0,-1 0 1 0 0,1 0 0 0 0,-1-1-1 0 0,1 1 1 0 0,0 0 0 0 0,-1 1-1 0 0,1-1 1 0 0,-1 0 0 0 0,1 0-1 0 0,-1 1 1 0 0,1-1 0 0 0,-1 0-1 0 0,0 2 1 0 0,-17 5-108 0 0,1 1 0 0 0,0 1 0 0 0,1 0 0 0 0,0 2 1 0 0,0 0-1 0 0,1 1 0 0 0,-27 26 0 0 0,33-29-305 0 0,1 1 0 0 0,-1 1 0 0 0,2 0 0 0 0,0 0 0 0 0,0 0 0 0 0,1 1 0 0 0,1 0 0 0 0,0 1 0 0 0,0-1 0 0 0,1 1 0 0 0,1 0 0 0 0,-3 15 0 0 0,6-22 0 0 0,-1 0 0 0 0,2 0 0 0 0,-1 1 0 0 0,1-1 0 0 0,0 0 0 0 0,0 1 0 0 0,1-1 0 0 0,0 0 0 0 0,0 1 0 0 0,0-1 0 0 0,1 0 0 0 0,0 0 0 0 0,0 0 0 0 0,1 0 0 0 0,0 0 0 0 0,-1-1 0 0 0,2 1 0 0 0,-1-1 0 0 0,1 0 0 0 0,0 0 0 0 0,0 0 0 0 0,0 0 0 0 0,1-1 0 0 0,0 0 0 0 0,-1 1 0 0 0,1-2 0 0 0,11 7 0 0 0,6 2 0 0 0,0-2 0 0 0,1 0 0 0 0,45 13 0 0 0,80 10 0 0 0,-9-2 0 0 0,-113-23 0 0 0,0 0 0 0 0,-1 2 0 0 0,0 0 0 0 0,-1 2 0 0 0,0 1 0 0 0,-1 0 0 0 0,30 24 0 0 0,-47-31 0 0 0,1 0 0 0 0,-1 0 0 0 0,0 0 0 0 0,-1 1 0 0 0,0 0 0 0 0,0 0 0 0 0,0 0 0 0 0,-1 1 0 0 0,0-1 0 0 0,0 1 0 0 0,4 13 0 0 0,-7-14 0 0 0,0 0 0 0 0,0 1 0 0 0,0-1 0 0 0,-1 0 0 0 0,0 1 0 0 0,0-1 0 0 0,-1 0 0 0 0,0 0 0 0 0,0 1 0 0 0,-1-1 0 0 0,1 0 0 0 0,-2 0 0 0 0,1 0 0 0 0,-1 0 0 0 0,-6 10 0 0 0,-1-1 0 0 0,-1 0 0 0 0,-1 0 0 0 0,0-1 0 0 0,-2 0 0 0 0,1-1 0 0 0,-2-1 0 0 0,1 0 0 0 0,-2-1 0 0 0,0-1 0 0 0,0 0 0 0 0,-1-1 0 0 0,0-1 0 0 0,-1 0 0 0 0,-28 8 0 0 0,39-14 0 0 0,0-1 0 0 0,0 0 0 0 0,0-1 0 0 0,0 0 0 0 0,-1 0 0 0 0,1 0 0 0 0,0-1 0 0 0,-1 0 0 0 0,1 0 0 0 0,0-1 0 0 0,-1 0 0 0 0,1 0 0 0 0,0-1 0 0 0,-11-4 0 0 0,12 4 0 0 0,2-1 0 0 0,-1 0 0 0 0,0 0 0 0 0,1 0 0 0 0,-1-1 0 0 0,1 1 0 0 0,0-1 0 0 0,0 0 0 0 0,0-1 0 0 0,1 1 0 0 0,-1 0 0 0 0,1-1 0 0 0,0 0 0 0 0,1 0 0 0 0,-1 0 0 0 0,1 0 0 0 0,0 0 0 0 0,0 0 0 0 0,-2-9 0 0 0,-1-13 0 0 0,1 0 0 0 0,1 0 0 0 0,2 0 0 0 0,0 0 0 0 0,2 0 0 0 0,1 0 0 0 0,1 0 0 0 0,8-32 0 0 0,9-22 0 0 0,42-111 0 0 0,-31 111 0 0 0,-7 22 0 0 0,-3 0 0 0 0,16-78 0 0 0,-36 133 0 0 0,0 0 0 0 0,-1 0 0 0 0,1 0 0 0 0,-1 0 0 0 0,0 0 0 0 0,0 0 0 0 0,0-1 0 0 0,-1 1 0 0 0,1 0 0 0 0,-3-7 0 0 0,2 9 0 0 0,0 1 0 0 0,0-1 0 0 0,0 0 0 0 0,0 1 0 0 0,-1-1 0 0 0,1 1 0 0 0,0-1 0 0 0,-1 1 0 0 0,0 0 0 0 0,1-1 0 0 0,-1 1 0 0 0,1 0 0 0 0,-1 0 0 0 0,0 0 0 0 0,0 0 0 0 0,0 1 0 0 0,0-1 0 0 0,0 0 0 0 0,0 1 0 0 0,1-1 0 0 0,-1 1 0 0 0,0 0 0 0 0,0 0 0 0 0,-3 0 0 0 0,-10-1 0 0 0,1 2 0 0 0,-1 0 0 0 0,0 0 0 0 0,0 2 0 0 0,1 0 0 0 0,0 0 0 0 0,-1 1 0 0 0,1 1 0 0 0,0 1 0 0 0,1 0 0 0 0,0 0 0 0 0,-16 11 0 0 0,-14 11 0 0 0,0 2 0 0 0,-46 42 0 0 0,57-47 0 0 0,30-23 0 0 0,0-1 0 0 0,0 1 0 0 0,0-1 0 0 0,0 0 0 0 0,0 0 0 0 0,0 0 0 0 0,-1 0 0 0 0,1-1 0 0 0,0 1 0 0 0,0 0 0 0 0,-1-1 0 0 0,1 0 0 0 0,-1 1 0 0 0,-2-1 0 0 0,5 0 0 0 0,0 0 0 0 0,0 0 0 0 0,0 0 0 0 0,1 0 0 0 0,-1 0 0 0 0,0 0 0 0 0,0 0 0 0 0,0 0 0 0 0,0 0 0 0 0,0 0 0 0 0,0 0 0 0 0,0 0 0 0 0,0-1 0 0 0,0 1 0 0 0,0 0 0 0 0,0 0 0 0 0,0 0 0 0 0,1 0 0 0 0,-1 0 0 0 0,0 0 0 0 0,0 0 0 0 0,0 0 0 0 0,0 0 0 0 0,0 0 0 0 0,0 0 0 0 0,0 0 0 0 0,0 0 0 0 0,0 0 0 0 0,0 0 0 0 0,0 0 0 0 0,0-1 0 0 0,0 1 0 0 0,0 0 0 0 0,0 0 0 0 0,0 0 0 0 0,0 0 0 0 0,0 0 0 0 0,0 0 0 0 0,0 0 0 0 0,0 0 0 0 0,0 0 0 0 0,0 0 0 0 0,0 0 0 0 0,0-1 0 0 0,0 1 0 0 0,0 0 0 0 0,0 0 0 0 0,0 0 0 0 0,0 0 0 0 0,0 0 0 0 0,0 0 0 0 0,0 0 0 0 0,0 0 0 0 0,0 0 0 0 0,0 0 0 0 0,0 0 0 0 0,0 0 0 0 0,0-1 0 0 0,0 1 0 0 0,-1 0 0 0 0,1 0 0 0 0,12-2 0 0 0,24 1-3660 0 0,17-9-14642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51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37 400 0 0,'5'-9'2509'0'0,"3"-8"3477"0"0,-8 17-5690 0 0,0 0 0 0 0,1-1 0 0 0,-1 1 0 0 0,0 0 0 0 0,0 0 0 0 0,0-1-1 0 0,0 1 1 0 0,0 0 0 0 0,1-1 0 0 0,-1 1 0 0 0,0 0 0 0 0,0-1-1 0 0,0 1 1 0 0,0 0 0 0 0,0-1 0 0 0,0 1 0 0 0,0-1 0 0 0,0 1-1 0 0,0 0 1 0 0,0-1 0 0 0,0 1 0 0 0,-1 0 0 0 0,1-1 0 0 0,0 1-1 0 0,0 0 1 0 0,0-1 0 0 0,0 1 0 0 0,0 0 0 0 0,-1 0 0 0 0,1-1-1 0 0,0 1 1 0 0,-2 0 605 0 0,1 0 1 0 0,-1 1-1 0 0,1-1 0 0 0,-1 1 0 0 0,1-1 1 0 0,-1 1-1 0 0,1 0 0 0 0,0 0 0 0 0,-1 0 1 0 0,1 0-1 0 0,0 0 0 0 0,0 0 0 0 0,-2 1 1 0 0,-13 12-791 0 0,0 0 1 0 0,1 1 0 0 0,1 0-1 0 0,0 1 1 0 0,1 1 0 0 0,1 0 0 0 0,0 1-1 0 0,1 0 1 0 0,1 1 0 0 0,1 0-1 0 0,1 1 1 0 0,1 0 0 0 0,0 0 0 0 0,1 0-1 0 0,-5 42 1 0 0,4 30-112 0 0,9 164 0 0 0,0-221 0 0 0,1 1 0 0 0,13 56 0 0 0,-13-81 0 0 0,0-1 0 0 0,1 1 0 0 0,-1-1 0 0 0,2 0 0 0 0,0 0 0 0 0,0 0 0 0 0,1-1 0 0 0,0 0 0 0 0,0 0 0 0 0,1 0 0 0 0,0-1 0 0 0,17 14 0 0 0,-14-14 0 0 0,1-1 0 0 0,0-1 0 0 0,0 0 0 0 0,1 0 0 0 0,0-1 0 0 0,0-1 0 0 0,0 0 0 0 0,1 0 0 0 0,-1-2 0 0 0,1 1 0 0 0,20 0 0 0 0,1-2 0 0 0,1-1 0 0 0,0-2 0 0 0,37-6 0 0 0,-23-1-1061 0 0,48-14 0 0 0,-4-6-5434 0 0,4-1-8931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0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67 2561 0 0,'64'0'12246'0'0,"-13"-1"-561"0"0,-1 2-5410 0 0,9 3-6275 0 0,10-3 0 0 0,1-2-592 0 0,4-3-529 0 0,-1-1 401 0 0,2-1 160 0 0,9-2-481 0 0,0 0-1200 0 0,9-3-2481 0 0,-3-2-3762 0 0,1-2-240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30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 4482 0 0,'80'-1'6643'0'0,"2"1"-1441"0"0,1 0-2560 0 0,0-4-1602 0 0,-3-3-239 0 0,-6 2 479 0 0,-9-3 241 0 0,-4 1-241 0 0,-2 3-639 0 0,-3-3-561 0 0,-4 2-1041 0 0,-1-1-2640 0 0,3-1-4483 0 0,10 1-400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40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2481 0 0,'1'-2'3797'0'0,"13"-29"14579"0"0,-13 42-11896 0 0,-12 16-4847 0 0,42 210-1633 0 0,-6-27 0 0 0,-17-164 0 0 0,2 0 0 0 0,23 62 0 0 0,-22-83 578 0 0,-11-25-627 0 0,0 0 0 0 0,0 1 0 0 0,0-1 0 0 0,0 1 0 0 0,1-1 0 0 0,-1 0 0 0 0,0 1 0 0 0,0-1 0 0 0,0 0 0 0 0,0 1 0 0 0,1-1 0 0 0,-1 0 0 0 0,0 0 0 0 0,0 1 0 0 0,1-1 0 0 0,-1 0 0 0 0,0 1 0 0 0,0-1 0 0 0,1 0 0 0 0,-1 0 0 0 0,0 0 0 0 0,1 1 0 0 0,-1-1 0 0 0,0 0 0 0 0,1 0 0 0 0,-1 0 0 0 0,0 0 0 0 0,1 0 0 0 0,-1 0 0 0 0,0 0 0 0 0,1 0 0 0 0,-1 0 0 0 0,1 1 0 0 0,-1-2 0 0 0,0 1 0 0 0,1 0 0 0 0,-1 0 0 0 0,0 0 0 0 0,1 0 0 0 0,-1 0 0 0 0,0 0 0 0 0,1 0 0 0 0,-1 0 0 0 0,0 0 0 0 0,1-1 0 0 0,-1 1 0 0 0,0 0 0 0 0,1 0 0 0 0,-1 0 0 0 0,0-1 0 0 0,1 1 0 0 0,-1 0 0 0 0,0-1 0 0 0,0 1 0 0 0,1 0 0 0 0,-1 0 0 0 0,0-1 0 0 0,0 1 0 0 0,13-40-11516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2:41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27 185 3041 0 0,'-7'-19'19085'0'0,"-1"16"-11297"0"0,0 4-5727 0 0,8-1-2049 0 0,0 0 1 0 0,0 0 0 0 0,0 0 0 0 0,0 0 0 0 0,0 0-1 0 0,0 0 1 0 0,-1 0 0 0 0,1 0 0 0 0,0 0-1 0 0,0 0 1 0 0,0 0 0 0 0,0 0 0 0 0,0 0 0 0 0,0 0-1 0 0,-1 0 1 0 0,1 0 0 0 0,0 0 0 0 0,0 0-1 0 0,0 0 1 0 0,0 0 0 0 0,0 0 0 0 0,0 0 0 0 0,0 0-1 0 0,-1 0 1 0 0,1 0 0 0 0,0 0 0 0 0,0 0 0 0 0,0 0-1 0 0,0-1 1 0 0,0 1 0 0 0,0 0 0 0 0,0 0-1 0 0,0 0 1 0 0,0 0 0 0 0,-1 0 0 0 0,1 0 0 0 0,0 0-1 0 0,0 0 1 0 0,0-1 0 0 0,0 1 0 0 0,0 0-1 0 0,0 0 1 0 0,0 0 0 0 0,0 0 0 0 0,0 0 0 0 0,0 0-1 0 0,0-1 1 0 0,0 1 0 0 0,0 0 0 0 0,0 0-1 0 0,0 0 1 0 0,0 0 0 0 0,0 0 0 0 0,0 0 0 0 0,0 0-1 0 0,0-1 1 0 0,0 1 0 0 0,0 0 0 0 0,0 0-1 0 0,1 0 1 0 0,-1 0 0 0 0,6-15 185 0 0,13-15-396 0 0,-10 20 198 0 0,-1 1 0 0 0,1 1 0 0 0,1-1 0 0 0,0 2 0 0 0,0-1 0 0 0,0 1 0 0 0,1 1 0 0 0,0 0 0 0 0,0 0 0 0 0,0 1 0 0 0,22-6 0 0 0,-11 5 0 0 0,1 1 0 0 0,0 1 0 0 0,0 0 0 0 0,0 2 0 0 0,35 1 0 0 0,-47 1 0 0 0,0 1 0 0 0,0 1 0 0 0,0 0 0 0 0,0 0 0 0 0,0 1 0 0 0,-1 0 0 0 0,0 1 0 0 0,1 0 0 0 0,-1 0 0 0 0,-1 1 0 0 0,17 11 0 0 0,-22-13 0 0 0,0 1 0 0 0,0-1 0 0 0,0 1 0 0 0,0 0 0 0 0,0 0 0 0 0,-1 0 0 0 0,0 0 0 0 0,0 1 0 0 0,0-1 0 0 0,0 1 0 0 0,-1 0 0 0 0,0 0 0 0 0,0 0 0 0 0,0 0 0 0 0,-1 0 0 0 0,1 1 0 0 0,-1-1 0 0 0,0 0 0 0 0,-1 1 0 0 0,0-1 0 0 0,1 0 0 0 0,-2 1 0 0 0,1-1 0 0 0,0 1 0 0 0,-3 6 0 0 0,-2 6 0 0 0,-1 1 0 0 0,0-2 0 0 0,-2 1 0 0 0,0-1 0 0 0,-1 0 0 0 0,-1 0 0 0 0,0-1 0 0 0,-24 28 0 0 0,-9 3 0 0 0,-62 56 0 0 0,82-82 0 0 0,-91 78 0 0 0,97-86 0 0 0,0 0 0 0 0,-1-2 0 0 0,0 0 0 0 0,-34 15 0 0 0,41-24 0 0 0,11-6 0 0 0,15-10 0 0 0,9-1 0 0 0,0 1 0 0 0,1 1 0 0 0,0 1 0 0 0,1 1 0 0 0,38-10 0 0 0,-14 8 0 0 0,0 2 0 0 0,56-5 0 0 0,-78 13 0 0 0,1 2 0 0 0,51 3 0 0 0,-70-1 0 0 0,0 0 0 0 0,1 1 0 0 0,-1 0 0 0 0,0 1 0 0 0,0 0 0 0 0,-1 1 0 0 0,1 0 0 0 0,-1 0 0 0 0,1 1 0 0 0,12 9 0 0 0,-19-12 0 0 0,-1 0 0 0 0,0 0 0 0 0,0 0 0 0 0,1 0 0 0 0,-2 1 0 0 0,1-1 0 0 0,0 0 0 0 0,0 1 0 0 0,-1-1 0 0 0,1 1 0 0 0,-1 0 0 0 0,0 0 0 0 0,0-1 0 0 0,0 1 0 0 0,0 0 0 0 0,0 0 0 0 0,-1 0 0 0 0,1 0 0 0 0,-1 0 0 0 0,0 0 0 0 0,0 0 0 0 0,0 0 0 0 0,0 0 0 0 0,-1 0 0 0 0,1 0 0 0 0,-1 0 0 0 0,1 0 0 0 0,-1 0 0 0 0,-2 4 0 0 0,-6 16 0 0 0,-1-1 0 0 0,0 0 0 0 0,-2-1 0 0 0,-27 38 0 0 0,-76 83 0 0 0,54-68 0 0 0,6-5 0 0 0,-76 90 0 0 0,127-155 0 0 0,0 2 0 0 0,-2-1 0 0 0,1 0 0 0 0,0 0 0 0 0,-1 0 0 0 0,0 0 0 0 0,-10 5 0 0 0,14-9 0 0 0,0-1 0 0 0,-1 1 0 0 0,1 0 0 0 0,0-1 0 0 0,-1 1 0 0 0,1-1 0 0 0,0 0 0 0 0,-1 0 0 0 0,1 0 0 0 0,0 0 0 0 0,-1 0 0 0 0,1 0 0 0 0,0 0 0 0 0,-1-1 0 0 0,1 0 0 0 0,0 1 0 0 0,-1-1 0 0 0,1 0 0 0 0,0 0 0 0 0,0 0 0 0 0,0 0 0 0 0,0 0 0 0 0,0-1 0 0 0,0 1 0 0 0,-3-3 0 0 0,-49-50-1873 0 0,-4-14-7491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3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 0 2161 0 0,'-9'6'16029'0'0,"1"0"-6512"0"0,-1 1-4010 0 0,-4 5-5086 0 0,-5 2-3754 0 0,6-5 5633 0 0,-20 15-2231 0 0,0 1-1 0 0,-41 43 1 0 0,62-55-73 0 0,0-1-1 0 0,1 1 1 0 0,1 1-1 0 0,0 0 0 0 0,0 0 1 0 0,2 1-1 0 0,0 0 1 0 0,-10 27-1 0 0,17-41 5 0 0,0 0 0 0 0,-1 0 0 0 0,1 0 0 0 0,-1 0 0 0 0,1 0 0 0 0,0 1 0 0 0,0-1 0 0 0,0 0 0 0 0,-1 0 0 0 0,1 0 0 0 0,0 0 0 0 0,0 0 0 0 0,1 0 0 0 0,-1 0 0 0 0,0 0 0 0 0,0 0 0 0 0,0 1 0 0 0,1-1 0 0 0,-1 0 0 0 0,1 0 0 0 0,-1 0 0 0 0,1 0 0 0 0,-1 0 0 0 0,1 0 0 0 0,-1-1 0 0 0,2 3 0 0 0,1-2 0 0 0,0 1 0 0 0,0-1 0 0 0,0 0 0 0 0,0 0 0 0 0,0 0 0 0 0,0-1 0 0 0,0 1 0 0 0,5 0 0 0 0,36 3 0 0 0,0-2 0 0 0,58-5 0 0 0,-56 1 0 0 0,-1 1 0 0 0,77 10 0 0 0,-87-3 0 0 0,0 2 0 0 0,-1 1 0 0 0,0 1 0 0 0,0 2 0 0 0,34 19 0 0 0,-54-24 0 0 0,0 0 0 0 0,-1 1 0 0 0,0 1 0 0 0,0 0 0 0 0,-1 0 0 0 0,0 1 0 0 0,-1 1 0 0 0,0 0 0 0 0,-1 1 0 0 0,0 0 0 0 0,-1 1 0 0 0,0-1 0 0 0,-1 2 0 0 0,8 16 0 0 0,-13-22 0 0 0,0 1 0 0 0,0 0 0 0 0,-1 0 0 0 0,0 1 0 0 0,0-1 0 0 0,-1 0 0 0 0,-1 0 0 0 0,0 1 0 0 0,0-1 0 0 0,0 1 0 0 0,-1-1 0 0 0,-1 0 0 0 0,0 0 0 0 0,0 0 0 0 0,0 0 0 0 0,-1 0 0 0 0,-1 0 0 0 0,0 0 0 0 0,0-1 0 0 0,0 0 0 0 0,-1 0 0 0 0,0 0 0 0 0,-1 0 0 0 0,0-1 0 0 0,0 0 0 0 0,-9 8 0 0 0,1-2 0 0 0,-2 0 0 0 0,0 0 0 0 0,0-2 0 0 0,-1 0 0 0 0,0-1 0 0 0,-1 0 0 0 0,0-2 0 0 0,0 0 0 0 0,-1-1 0 0 0,0-1 0 0 0,-26 5 0 0 0,29-8-29 0 0,0-1 0 0 0,0 0 0 0 0,-1-1 0 0 0,1-1 0 0 0,0-1 0 0 0,0 0 0 0 0,-1-1 0 0 0,1-1 0 0 0,-21-6 1 0 0,26 5-296 0 0,1 0 0 0 0,-1 0 0 0 0,1-1 0 0 0,0-1 0 0 0,1 0 0 0 0,-1 0 0 0 0,1 0 0 0 0,0-1 0 0 0,1-1 0 0 0,-1 0 0 0 0,1 0 0 0 0,1 0 0 0 0,0-1 0 0 0,-10-15 0 0 0,9 10-2845 0 0,1-1-1 0 0,0 0 1 0 0,-8-25-1 0 0,-7-59-9689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3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1 379 13766 0 0,'12'-8'19001'0'0,"-8"-15"-19001"0"0,8-5 0 0 0,30-22 0 0 0,20-15 0 0 0,7 5 0 0 0,-8 22 0 0 0,3 4 0 0 0,11 2 0 0 0,15 6 0 0 0,1 11 0 0 0,-11 17-13238 0 0,-19 18-1409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4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48 240 0 0,'-9'-18'30045'0'0,"6"14"-27563"0"0,1 1-2482 0 0,-9-15 0 0 0,12 18 0 0 0,-1 1 0 0 0,0-1 0 0 0,0 0 0 0 0,0 0 0 0 0,0 0 0 0 0,1 0 0 0 0,-1 0 0 0 0,0 0 0 0 0,0 0 0 0 0,0 0 0 0 0,0 0 0 0 0,1 0 0 0 0,-1 0 0 0 0,0 0 0 0 0,0 0 0 0 0,0 0 0 0 0,0-1 0 0 0,0 1 0 0 0,1 0 0 0 0,-1 0 0 0 0,0 0 0 0 0,0 0 0 0 0,0 0 0 0 0,0 0 0 0 0,0 0 0 0 0,0 0 0 0 0,1 0 0 0 0,-1-1 0 0 0,0 1 0 0 0,0 0 0 0 0,0 0 0 0 0,0 0 0 0 0,0 0 0 0 0,0 0 0 0 0,0 0 0 0 0,0-1 0 0 0,0 1 0 0 0,0 0 0 0 0,1 0 0 0 0,-1 0 0 0 0,0 0 0 0 0,0-1 0 0 0,0 1 0 0 0,0 0 0 0 0,0 0 0 0 0,0 0 0 0 0,0 0 0 0 0,0 0 0 0 0,0-1 0 0 0,0 1 0 0 0,-1 0 0 0 0,68 45 0 0 0,-2 2 0 0 0,59 58 0 0 0,-70-59 0 0 0,272 234 0 0 0,-313-269 0 0 0,-6-5 0 0 0,0 0 0 0 0,0 0 0 0 0,-1 0 0 0 0,1 1 0 0 0,-1 0 0 0 0,-1 0 0 0 0,6 9 0 0 0,-40-38 0 0 0,26 19-450 0 0,0-1-1 0 0,0 0 1 0 0,0 0-1 0 0,0 0 1 0 0,1-1-1 0 0,-3-5 1 0 0,-22-65-15318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4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675 1 1121 0 0,'0'-1'26719'0'0,"-11"6"-21792"0"0,-58 30-4927 0 0,2 3 0 0 0,1 3 0 0 0,-89 72 0 0 0,83-57 0 0 0,-47 41 0 0 0,100-81 0 0 0,0 0 0 0 0,-38 23 0 0 0,56-39-55 0 0,-1-1 1 0 0,1 1-1 0 0,0-1 0 0 0,0 1 1 0 0,0-1-1 0 0,0 0 0 0 0,0 0 1 0 0,0 0-1 0 0,1 1 0 0 0,-1-1 1 0 0,0 0-1 0 0,0 0 0 0 0,1 0 1 0 0,-1 0-1 0 0,0 0 0 0 0,1 0 1 0 0,-1-1-1 0 0,1 1 0 0 0,-1 0 1 0 0,1 0-1 0 0,-1-2 0 0 0,1 1-381 0 0,-1 1 1 0 0,1-1-1 0 0,-1 1 0 0 0,1-1 0 0 0,0 1 0 0 0,0-1 0 0 0,-1 1 0 0 0,1-1 0 0 0,0 1 0 0 0,1-1 0 0 0,-1 0 1 0 0,0 1-1 0 0,0-1 0 0 0,1 1 0 0 0,0-3 0 0 0,2-1-2942 0 0,1 0 0 0 0,0 0 0 0 0,0 0 0 0 0,0 1 0 0 0,6-6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6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40 9845 0 0,'-57'-34'12005'0'0,"22"29"-6803"0"0,17 9-1760 0 0,12 8-1169 0 0,2 20-2273 0 0,0 37 0 0 0,7 36 0 0 0,10 12 0 0 0,-1-11 0 0 0,4 6 0 0 0,5-3 0 0 0,-2-7 0 0 0,4-18 0 0 0,6-18 0 0 0,9-27 0 0 0,2-32-14679 0 0,-6-32 993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6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7 3762 0 0,'-1'16'21040'0'0,"-6"2"-14401"0"0,-11 21-6450 0 0,2 1 1 0 0,1 1-1 0 0,2 0 1 0 0,2 0-1 0 0,2 1 1 0 0,-6 64-1 0 0,14-100-189 0 0,1-1 0 0 0,0 0 0 0 0,1 0 0 0 0,-1 1 0 0 0,1-1 0 0 0,0 0 0 0 0,0 0 0 0 0,0 0 0 0 0,1 0 0 0 0,0 0 0 0 0,0 0 0 0 0,0 0 0 0 0,1-1 0 0 0,0 1 0 0 0,-1-1 0 0 0,2 1 0 0 0,-1-1 0 0 0,0 0 0 0 0,1 0 0 0 0,0-1 0 0 0,0 1 0 0 0,0-1 0 0 0,0 0 0 0 0,0 0 0 0 0,1 0 0 0 0,-1 0 0 0 0,1-1 0 0 0,0 0 0 0 0,0 0 0 0 0,0 0 0 0 0,0-1 0 0 0,6 2 0 0 0,5 0 0 0 0,1 0 0 0 0,-1-1 0 0 0,1-1 0 0 0,-1-1 0 0 0,1 0 0 0 0,0-1 0 0 0,-1-1 0 0 0,30-6 0 0 0,-12-1 0 0 0,-1-2 0 0 0,0-1 0 0 0,41-21 0 0 0,-56 23 0 0 0,0 0 0 0 0,-1-1 0 0 0,0 0 0 0 0,-1-2 0 0 0,0 0 0 0 0,-1-1 0 0 0,14-16 0 0 0,-26 27 0 0 0,0-1 0 0 0,0 0 0 0 0,-1 1 0 0 0,1-1 0 0 0,-1 0 0 0 0,0 0 0 0 0,0 0 0 0 0,-1-1 0 0 0,1 1 0 0 0,-1 0 0 0 0,0-1 0 0 0,0 1 0 0 0,0 0 0 0 0,-1-1 0 0 0,1 1 0 0 0,-1-1 0 0 0,-1-5 0 0 0,0 4 0 0 0,0 0 0 0 0,-1 0 0 0 0,0 1 0 0 0,0-1 0 0 0,0 1 0 0 0,-1-1 0 0 0,1 1 0 0 0,-2 0 0 0 0,1 0 0 0 0,0 0 0 0 0,-7-7 0 0 0,-5-2 0 0 0,0 0 0 0 0,-1 0 0 0 0,-1 2 0 0 0,0 0 0 0 0,-1 1 0 0 0,-24-12 0 0 0,7 7 0 0 0,0 1 0 0 0,-1 2 0 0 0,-1 1 0 0 0,-66-12 0 0 0,77 20 0 0 0,1 1 0 0 0,-1 1 0 0 0,0 1 0 0 0,0 1 0 0 0,0 2 0 0 0,1 0 0 0 0,-49 12 0 0 0,73-14 26 0 0,0 0 0 0 0,1 0 0 0 0,-1 0 0 0 0,1 0 0 0 0,-1 0 0 0 0,0 0 1 0 0,1 0-1 0 0,-1 0 0 0 0,1 0 0 0 0,-1 1 0 0 0,1-1 0 0 0,-1 0 0 0 0,1 0 0 0 0,-1 1 0 0 0,0-1 0 0 0,1 0 0 0 0,0 1 0 0 0,-1-1 0 0 0,1 0 1 0 0,-1 1-1 0 0,1-1 0 0 0,-1 1 0 0 0,1-1 0 0 0,0 1 0 0 0,-1-1 0 0 0,1 1 0 0 0,0-1 0 0 0,0 1 0 0 0,-1-1 0 0 0,1 2 0 0 0,14 10-4067 0 0,19 5-12127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7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1 4882 0 0,'-4'0'1273'0'0,"1"0"1"0"0,-1 0-1 0 0,0 0 0 0 0,0 1 0 0 0,1 0 0 0 0,-1-1 0 0 0,0 1 0 0 0,1 1 1 0 0,-1-1-1 0 0,0 0 0 0 0,1 1 0 0 0,0 0 0 0 0,-7 4 0 0 0,-17 7 5843 0 0,24-12-6871 0 0,0 0 1 0 0,1-1-1 0 0,-1 0 0 0 0,1 1 1 0 0,-1-1-1 0 0,0 0 1 0 0,1 0-1 0 0,-1-1 1 0 0,0 1-1 0 0,1 0 1 0 0,-4-2-1 0 0,2 1-245 0 0,3 1 0 0 0,0-1 0 0 0,0 1 0 0 0,-1 0 0 0 0,1-1 0 0 0,0 1 0 0 0,0 0 0 0 0,0 0 0 0 0,-1 0 0 0 0,1 0 0 0 0,0 0 0 0 0,0 0 0 0 0,0 1 0 0 0,-1-1 0 0 0,1 0 0 0 0,0 1 0 0 0,0-1 0 0 0,0 0 0 0 0,0 1 0 0 0,0-1 0 0 0,0 1 0 0 0,0 0 0 0 0,0-1 0 0 0,0 1 0 0 0,0 0 0 0 0,0 0 0 0 0,-1 1 0 0 0,-15 12 0 0 0,0 1 0 0 0,2 1 0 0 0,-1 1 0 0 0,2 0 0 0 0,0 1 0 0 0,2 1 0 0 0,0 0 0 0 0,0 1 0 0 0,2 0 0 0 0,1 0 0 0 0,0 1 0 0 0,-8 32 0 0 0,10-27 0 0 0,1 1 0 0 0,1-1 0 0 0,1 1 0 0 0,1-1 0 0 0,2 1 0 0 0,0 0 0 0 0,2 0 0 0 0,1 0 0 0 0,2 0 0 0 0,9 40 0 0 0,-10-57 0 0 0,0 0 0 0 0,1 0 0 0 0,0 0 0 0 0,1-1 0 0 0,0 0 0 0 0,0 0 0 0 0,1 0 0 0 0,0 0 0 0 0,14 14 0 0 0,-16-19 0 0 0,1 0 0 0 0,0 0 0 0 0,-1-1 0 0 0,1 1 0 0 0,0-1 0 0 0,1 0 0 0 0,-1-1 0 0 0,0 1 0 0 0,1-1 0 0 0,-1 0 0 0 0,1-1 0 0 0,0 1 0 0 0,0-1 0 0 0,0 0 0 0 0,-1 0 0 0 0,1-1 0 0 0,0 0 0 0 0,12-1 0 0 0,-6-1-435 0 0,0 0 0 0 0,0-1 0 0 0,12-5 0 0 0,35-15-5196 0 0,-21 7-644 0 0,60-20-9324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7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80 0 0,'16'-17'18154'0'0,"-16"16"-17558"0"0,1 1 0 0 0,0 0 0 0 0,-1 0 1 0 0,1 0-1 0 0,-1 0 0 0 0,1 0 0 0 0,0 0 0 0 0,-1 0 0 0 0,1 0 0 0 0,-1 0 0 0 0,1 0 0 0 0,0 0 0 0 0,-1 0 1 0 0,1 1-1 0 0,-1-1 0 0 0,1 0 0 0 0,-1 0 0 0 0,1 1 0 0 0,-1-1 0 0 0,1 0 0 0 0,0 1 0 0 0,8 10 311 0 0,-5-1-805 0 0,0 0 1 0 0,0 0-1 0 0,0 0 1 0 0,-2 1 0 0 0,4 18-1 0 0,3 63-146 0 0,-5-38-15 0 0,6 24 420 0 0,4 58-635 0 0,-14-51-3054 0 0,-7-49-10938 0 0,-2-13-754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8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6243 0 0,'30'-3'21290'0'0,"18"-10"-16056"0"0,-6 1-5234 0 0,-7 7 0 0 0,2 5 0 0 0,6 0 0 0 0,-5 0 0 0 0,-6-4 0 0 0,-11 0 0 0 0,-3 4 0 0 0,1-6-10677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08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8 5442 0 0,'-2'24'18489'0'0,"10"-8"-9653"0"0,13-12-8836 0 0,8 3 0 0 0,-2 4 0 0 0,-1-5 0 0 0,4-6 0 0 0,4-11 0 0 0,-15 2 0 0 0,-14-11-7155 0 0,1-15-15015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17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0 11445 0 0,'-11'4'3618'0'0,"-5"3"581"0"0,1 0 0 0 0,-29 17 0 0 0,39-20-3774 0 0,0 0 1 0 0,0 0-1 0 0,0 0 1 0 0,1 1 0 0 0,0 0-1 0 0,0-1 1 0 0,0 2-1 0 0,0-1 1 0 0,1 0 0 0 0,0 1-1 0 0,-5 10 1 0 0,-2 14-426 0 0,0 0 0 0 0,2 1 0 0 0,-6 53 0 0 0,0 95 0 0 0,14-174 0 0 0,-1 1 0 0 0,1-1 0 0 0,1 0 0 0 0,-1 1 0 0 0,1-1 0 0 0,0 0 0 0 0,0 1 0 0 0,0-1 0 0 0,1 0 0 0 0,0 0 0 0 0,2 6 0 0 0,-1-8 0 0 0,-1 0 0 0 0,0 0 0 0 0,1 0 0 0 0,-1 0 0 0 0,1-1 0 0 0,0 1 0 0 0,0-1 0 0 0,0 0 0 0 0,0 0 0 0 0,0 0 0 0 0,1 0 0 0 0,-1 0 0 0 0,0-1 0 0 0,1 1 0 0 0,0-1 0 0 0,-1 0 0 0 0,5 0 0 0 0,38 8 0 0 0,-1-3 0 0 0,63 1 0 0 0,-53-5 0 0 0,72 13 0 0 0,-97-9 0 0 0,-1 1 0 0 0,0 1 0 0 0,0 2 0 0 0,-1 1 0 0 0,0 1 0 0 0,28 18 0 0 0,-44-23 0 0 0,-1 0 0 0 0,0 1 0 0 0,-1 0 0 0 0,0 1 0 0 0,0 0 0 0 0,0 0 0 0 0,-2 1 0 0 0,1 1 0 0 0,-1-1 0 0 0,0 1 0 0 0,-1 1 0 0 0,-1-1 0 0 0,0 1 0 0 0,0 1 0 0 0,-1-1 0 0 0,4 16 0 0 0,-6-12 0 0 0,-1 1 0 0 0,0-1 0 0 0,-1 1 0 0 0,0-1 0 0 0,-2 0 0 0 0,0 1 0 0 0,-1-1 0 0 0,0 0 0 0 0,-10 32 0 0 0,9-36 0 0 0,-1 0 0 0 0,-1-1 0 0 0,0 1 0 0 0,0-1 0 0 0,-1 0 0 0 0,-1-1 0 0 0,0 1 0 0 0,0-1 0 0 0,-1-1 0 0 0,0 1 0 0 0,-1-2 0 0 0,0 1 0 0 0,-18 13 0 0 0,22-19 3 0 0,-1 0-1 0 0,0 0 1 0 0,0-1-1 0 0,0 1 1 0 0,0-1 0 0 0,0 0-1 0 0,-1-1 1 0 0,1 0-1 0 0,-1 0 1 0 0,1 0-1 0 0,-1-1 1 0 0,1 0 0 0 0,-1 0-1 0 0,1 0 1 0 0,-1-1-1 0 0,1 0 1 0 0,0-1 0 0 0,-1 1-1 0 0,1-1 1 0 0,0 0-1 0 0,0-1 1 0 0,0 1 0 0 0,0-1-1 0 0,0 0 1 0 0,-5-5-1 0 0,-8-5-842 0 0,2 0-1 0 0,-1-1 1 0 0,2-1-1 0 0,0 0 1 0 0,-25-33-1 0 0,-27-42-13624 0 0,9 7 1379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17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58 355 9604 0 0,'-40'-24'23163'0'0,"22"11"-23163"0"0,31-1 0 0 0,29-17 0 0 0,28-7 0 0 0,21-4 0 0 0,-9 13 0 0 0,6 3 0 0 0,18-2 0 0 0,4 1 0 0 0,0 1 0 0 0,-12 3 0 0 0,-18 11 0 0 0,-21 11 0 0 0,-32-7-16760 0 0,-23-4 2354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17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1 5122 0 0,'-3'0'1415'0'0,"0"1"-1"0"0,0 0 0 0 0,1 0 0 0 0,-1 0 0 0 0,0 0 1 0 0,1 1-1 0 0,-1-1 0 0 0,0 1 0 0 0,1-1 1 0 0,0 1-1 0 0,-1 0 0 0 0,1 0 0 0 0,0 0 1 0 0,-4 5-1 0 0,-11 23 3424 0 0,9-6-4606 0 0,1 0 0 0 0,1 0 0 0 0,1 1 0 0 0,1 0 0 0 0,2 0 0 0 0,0 44 0 0 0,1-49-263 0 0,-1 316 31 0 0,6-246 0 0 0,26 146 0 0 0,-23-200 0 0 0,2-1 0 0 0,1 0 0 0 0,26 58 0 0 0,-31-82 0 0 0,0 0 0 0 0,1-1 0 0 0,0 1 0 0 0,1-1 0 0 0,0-1 0 0 0,0 1 0 0 0,1-1 0 0 0,1 0 0 0 0,-1-1 0 0 0,1 0 0 0 0,1 0 0 0 0,0-1 0 0 0,0-1 0 0 0,19 11 0 0 0,-23-15 0 0 0,1 0 0 0 0,0 0 0 0 0,-1 0 0 0 0,1-1 0 0 0,0 0 0 0 0,0-1 0 0 0,0 1 0 0 0,0-1 0 0 0,-1-1 0 0 0,1 1 0 0 0,7-3 0 0 0,-1 1 0 0 0,-1-2 0 0 0,1 0 0 0 0,-1 0 0 0 0,0-1 0 0 0,16-9 0 0 0,-5 0 0 0 0,-2-1 0 0 0,1 0 0 0 0,-2-2 0 0 0,0 0 0 0 0,18-21 0 0 0,-29 27 0 0 0,-1-1 0 0 0,0 1 0 0 0,0-1 0 0 0,-1-1 0 0 0,-1 1 0 0 0,0-1 0 0 0,-1 0 0 0 0,0-1 0 0 0,-1 1 0 0 0,-1-1 0 0 0,0 0 0 0 0,-1 1 0 0 0,0-1 0 0 0,-1-1 0 0 0,-1-14 0 0 0,0 16 0 0 0,-1-1 0 0 0,0 1 0 0 0,-1-1 0 0 0,0 1 0 0 0,-1 0 0 0 0,-1 0 0 0 0,0 0 0 0 0,-1 0 0 0 0,0 1 0 0 0,-1 0 0 0 0,0 0 0 0 0,-1 0 0 0 0,-1 1 0 0 0,0 0 0 0 0,-13-15 0 0 0,19 24 0 0 0,-1-1 0 0 0,1 1 0 0 0,-1 0 0 0 0,1 0 0 0 0,-1 1 0 0 0,0-1 0 0 0,1 0 0 0 0,-1 1 0 0 0,0 0 0 0 0,0 0 0 0 0,0 0 0 0 0,0 0 0 0 0,0 0 0 0 0,0 0 0 0 0,-1 1 0 0 0,1 0 0 0 0,0-1 0 0 0,0 1 0 0 0,0 0 0 0 0,0 1 0 0 0,-1-1 0 0 0,1 0 0 0 0,0 1 0 0 0,0 0 0 0 0,0 0 0 0 0,0 0 0 0 0,0 0 0 0 0,0 0 0 0 0,0 1 0 0 0,0-1 0 0 0,-3 4 0 0 0,-7 4 0 0 0,0 1 0 0 0,1 0 0 0 0,0 1 0 0 0,-19 24 0 0 0,29-33 0 0 0,-22 27 0 0 0,1 1 0 0 0,1 1 0 0 0,2 0 0 0 0,-19 40 0 0 0,29-49 0 0 0,0 0 0 0 0,2 1 0 0 0,0 1 0 0 0,2-1 0 0 0,0 1 0 0 0,2 0 0 0 0,-3 37 0 0 0,7-56 55 0 0,0 1-1 0 0,0 0 1 0 0,1-1-1 0 0,0 1 1 0 0,0 0-1 0 0,2 8 1 0 0,-2-12-151 0 0,0 0 1 0 0,0 0-1 0 0,0 0 1 0 0,0 0 0 0 0,0 0-1 0 0,0 0 1 0 0,1 0 0 0 0,-1-1-1 0 0,1 1 1 0 0,-1 0-1 0 0,1-1 1 0 0,0 1 0 0 0,0-1-1 0 0,-1 0 1 0 0,1 1-1 0 0,0-1 1 0 0,0 0 0 0 0,0 0-1 0 0,4 1 1 0 0,5 0-1431 0 0,0 0 0 0 0,0-1 0 0 0,-1 0 0 0 0,19-2 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18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142 213 15207 0 0,'2'7'1191'0'0,"-1"0"-1"0"0,0 0 1 0 0,0 1 0 0 0,-1-1-1 0 0,0 0 1 0 0,0 1 0 0 0,-1-1-1 0 0,0 0 1 0 0,-3 12 0 0 0,-3 5 1490 0 0,-14 33-1 0 0,12-35-2388 0 0,-20 55-292 0 0,-20 87 0 0 0,41-129 0 0 0,2 0 0 0 0,0 0 0 0 0,3 1 0 0 0,1-1 0 0 0,3 38 0 0 0,-1-63 0 0 0,1-1 0 0 0,1 1 0 0 0,-1-1 0 0 0,2 1 0 0 0,-1-1 0 0 0,1 0 0 0 0,1 0 0 0 0,-1 0 0 0 0,10 15 0 0 0,-10-20 0 0 0,0 0 0 0 0,1 0 0 0 0,-1-1 0 0 0,1 1 0 0 0,0-1 0 0 0,-1 1 0 0 0,1-1 0 0 0,1 0 0 0 0,-1-1 0 0 0,0 1 0 0 0,1-1 0 0 0,-1 0 0 0 0,1 0 0 0 0,0 0 0 0 0,0-1 0 0 0,0 0 0 0 0,0 0 0 0 0,0 0 0 0 0,0 0 0 0 0,6-1 0 0 0,5 0 0 0 0,0-1 0 0 0,0 0 0 0 0,-1-2 0 0 0,1 1 0 0 0,0-2 0 0 0,-1 0 0 0 0,0-1 0 0 0,0-1 0 0 0,18-9 0 0 0,7-7 0 0 0,-1-1 0 0 0,36-29 0 0 0,-41 27 0 0 0,-1-2 0 0 0,-2-2 0 0 0,-1 0 0 0 0,-1-2 0 0 0,-1-1 0 0 0,-2-2 0 0 0,-2 0 0 0 0,-1-2 0 0 0,-2 0 0 0 0,-1-1 0 0 0,-2-2 0 0 0,-1 1 0 0 0,-2-2 0 0 0,-2 0 0 0 0,11-57 0 0 0,-20 72 0 0 0,-1 0 0 0 0,0 0 0 0 0,-2-38 0 0 0,-2 53 0 0 0,1 0 0 0 0,-2 0 0 0 0,1 0 0 0 0,-2 0 0 0 0,1 1 0 0 0,-1-1 0 0 0,0 0 0 0 0,-1 1 0 0 0,0 0 0 0 0,-1 0 0 0 0,-7-11 0 0 0,9 16 0 0 0,-1 0 0 0 0,1 1 0 0 0,-1 0 0 0 0,1 0 0 0 0,-1 0 0 0 0,0 0 0 0 0,0 0 0 0 0,-1 1 0 0 0,1 0 0 0 0,0 0 0 0 0,-1 0 0 0 0,1 0 0 0 0,-1 1 0 0 0,0 0 0 0 0,1 0 0 0 0,-1 0 0 0 0,0 0 0 0 0,0 1 0 0 0,0-1 0 0 0,1 2 0 0 0,-1-1 0 0 0,0 0 0 0 0,0 1 0 0 0,0 0 0 0 0,-6 2 0 0 0,-11 3 0 0 0,0 1 0 0 0,0 1 0 0 0,-41 21 0 0 0,59-27 0 0 0,-171 92 0 0 0,142-74 0 0 0,2 1 0 0 0,1 1 0 0 0,-41 38 0 0 0,70-58-8 0 0,-36 33-3572 0 0,-5-6-7279 0 0,0-9-5220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1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1 361 3121 0 0,'65'-1'19689'0'0,"135"-27"-9732"0"0,-43-6-9957 0 0,-24-2 0 0 0,3-3 0 0 0,17 4 0 0 0,28 2 0 0 0,17 4 0 0 0,-17-1-8916 0 0,-50 4-128 0 0,-1 2 2321 0 0,8 0 2321 0 0,-2 2 1680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1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18 110 11285 0 0,'-5'5'21482'0'0,"-8"2"-21482"0"0,20-3 0 0 0,45 0 0 0 0,40-6 0 0 0,15-4 0 0 0,-6-3 0 0 0,15-3 0 0 0,12 1 0 0 0,-1-1 0 0 0,4 1 0 0 0,10 1 0 0 0,17 0 0 0 0,18-5-11237 0 0,-6-4-2609 0 0,-47 7 6802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2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1361 0 0,'35'12'6200'0'0,"17"11"5940"0"0,-3 0-1707 0 0,-16-12-7800 0 0,-6-4-2633 0 0,-1-2 0 0 0,1-1 0 0 0,49 1 0 0 0,85-10 0 0 0,-80 1 0 0 0,390-30 0 0 0,-159 9 0 0 0,-131 18-636 0 0,-17 1-5291 0 0,-67 1-9472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2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18 107 160 0 0,'-17'-23'28629'0'0,"17"23"-28356"0"0,19-6 3053 0 0,42 5-3208 0 0,-1 1 0 0 0,0 4-1 0 0,67 12 1 0 0,-42-5-164 0 0,96 1 0 0 0,-64-17-282 0 0,126-20 0 0 0,112-38-5419 0 0,-267 46-7358 0 0,-21 7 1527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3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1 880 0 0,'-26'9'6817'0'0,"-37"15"14728"0"0,55-20-18714 0 0,9-1-2287 0 0,11 0-394 0 0,113 4-150 0 0,213-14 0 0 0,77 2 0 0 0,-316 16 317 0 0,41 1-2013 0 0,-114-16-7410 0 0,0-6-10215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3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7203 0 0,'3'3'2384'0'0,"0"1"-1"0"0,0-1 0 0 0,1 1 1 0 0,-1-1-1 0 0,1 0 1 0 0,6 4-1 0 0,7-2 3913 0 0,6-8-3712 0 0,22-4-2584 0 0,0 2 0 0 0,0 2 0 0 0,61 3 0 0 0,-3 0 0 0 0,311 2 0 0 0,-84-2 0 0 0,-346 0-142 0 0,-11-1-2157 0 0,-5 2-4891 0 0,-43 6-15226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5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169 293 1121 0 0,'31'-99'2258'0'0,"-17"57"1569"0"0,14-65-1 0 0,-24 71 3057 0 0,-5 36-6752 0 0,1 0 0 0 0,0-1-1 0 0,0 1 1 0 0,0-1 0 0 0,0 1 0 0 0,0 0 0 0 0,0-1-1 0 0,0 1 1 0 0,-1-1 0 0 0,1 1 0 0 0,0 0 0 0 0,0-1 0 0 0,-1 1-1 0 0,1 0 1 0 0,0-1 0 0 0,-1 1 0 0 0,1 0 0 0 0,0 0-1 0 0,0-1 1 0 0,-1 1 0 0 0,1 0 0 0 0,-1 0 0 0 0,1-1 0 0 0,0 1-1 0 0,-1 0 1 0 0,1 0 0 0 0,-1 0 0 0 0,1 0 0 0 0,0 0-1 0 0,-1-1 1 0 0,1 1 0 0 0,-1 0 0 0 0,0 0 0 0 0,-23 2 4738 0 0,-24 13 666 0 0,31-5-5535 0 0,1 1 0 0 0,0 0 0 0 0,1 1 0 0 0,1 1 0 0 0,-25 27 0 0 0,37-38 0 0 0,-3 4 0 0 0,0 0 0 0 0,1 0 0 0 0,0 1 0 0 0,0-1 0 0 0,0 1 0 0 0,1 0 0 0 0,0 0 0 0 0,1 0 0 0 0,-1 0 0 0 0,1 1 0 0 0,1-1 0 0 0,-1 1 0 0 0,1-1 0 0 0,1 1 0 0 0,-1-1 0 0 0,1 1 0 0 0,1 8 0 0 0,2 5 0 0 0,0-1 0 0 0,1 1 0 0 0,1-1 0 0 0,14 37 0 0 0,-13-41 0 0 0,1 1 0 0 0,0-1 0 0 0,1-1 0 0 0,1 0 0 0 0,1 0 0 0 0,0 0 0 0 0,1-2 0 0 0,0 1 0 0 0,15 12 0 0 0,-17-19 0 0 0,-1 0 0 0 0,1-1 0 0 0,0 0 0 0 0,0-1 0 0 0,0 0 0 0 0,1 0 0 0 0,0-1 0 0 0,0-1 0 0 0,0 1 0 0 0,0-2 0 0 0,0 1 0 0 0,1-1 0 0 0,-1-1 0 0 0,1 0 0 0 0,-1-1 0 0 0,17 0 0 0 0,3-4 0 0 0,0 0 0 0 0,0-2 0 0 0,0-1 0 0 0,-1-1 0 0 0,-1-2 0 0 0,1 0 0 0 0,-1-2 0 0 0,-1-2 0 0 0,0 0 0 0 0,48-36 0 0 0,-69 46 0 0 0,-1-1 0 0 0,1 0 0 0 0,-1-1 0 0 0,0 1 0 0 0,-1-1 0 0 0,1 0 0 0 0,-1 0 0 0 0,0 0 0 0 0,5-14 0 0 0,-8 18 0 0 0,0 0 0 0 0,-1 0 0 0 0,1 0 0 0 0,-1 0 0 0 0,0 0 0 0 0,1 0 0 0 0,-1 0 0 0 0,0 0 0 0 0,0 0 0 0 0,0 0 0 0 0,-1 0 0 0 0,1 0 0 0 0,0 0 0 0 0,-1 0 0 0 0,0 0 0 0 0,0-3 0 0 0,-1 3 0 0 0,1 0 0 0 0,-1 0 0 0 0,0 0 0 0 0,1 0 0 0 0,-1 0 0 0 0,0 1 0 0 0,0-1 0 0 0,0 1 0 0 0,0-1 0 0 0,0 1 0 0 0,-1 0 0 0 0,1-1 0 0 0,0 1 0 0 0,-1 0 0 0 0,1 0 0 0 0,-4 0 0 0 0,-8-2 0 0 0,1 1 0 0 0,-1 0 0 0 0,1 1 0 0 0,-1 1 0 0 0,0 0 0 0 0,1 1 0 0 0,-22 4 0 0 0,16-3 0 0 0,0 0 0 0 0,-35-2 0 0 0,54 0 0 0 0,0 0 0 0 0,-1 0 0 0 0,1 0 0 0 0,0 0 0 0 0,0 0 0 0 0,0 0 0 0 0,0 0 0 0 0,0 0 0 0 0,0 0 0 0 0,0-1 0 0 0,-1 1 0 0 0,1 0 0 0 0,0 0 0 0 0,0 0 0 0 0,0 0 0 0 0,0 0 0 0 0,0 0 0 0 0,0 0 0 0 0,0-1 0 0 0,0 1 0 0 0,0 0 0 0 0,0 0 0 0 0,0 0 0 0 0,0 0 0 0 0,0 0 0 0 0,0-1 0 0 0,0 1 0 0 0,0 0 0 0 0,0 0 0 0 0,0 0 0 0 0,0 0 0 0 0,0 0 0 0 0,0 0 0 0 0,0-1 0 0 0,0 1 0 0 0,0 0 0 0 0,0 0 0 0 0,0 0 0 0 0,0 0 0 0 0,0 0 0 0 0,0 0 0 0 0,1 0 0 0 0,-1-1 0 0 0,0 1 0 0 0,0 0 0 0 0,0 0 0 0 0,0 0 0 0 0,0 0 0 0 0,0 0 0 0 0,0 0 0 0 0,0 0 0 0 0,1 0 0 0 0,-1 0 0 0 0,0 0 0 0 0,0 0 0 0 0,0 0 0 0 0,0-1 0 0 0,0 1 0 0 0,1 0 0 0 0,-1 0 0 0 0,0 0 0 0 0,0 0 0 0 0,0 0 0 0 0,0 0 0 0 0,0 0 0 0 0,16-11 0 0 0,-7 4 0 0 0,5-3 0 0 0,-1 0 0 0 0,-1 0 0 0 0,0-2 0 0 0,0 0 0 0 0,-1 0 0 0 0,-1-1 0 0 0,0 0 0 0 0,0 0 0 0 0,11-25 0 0 0,-20 35 0 0 0,-1 2 0 0 0,0 1 0 0 0,0-1 0 0 0,0 0 0 0 0,0 1 0 0 0,1-1 0 0 0,-1 0 0 0 0,0 1 0 0 0,0-1 0 0 0,1 1 0 0 0,-1-1 0 0 0,0 1 0 0 0,1-1 0 0 0,-1 0 0 0 0,0 1 0 0 0,1-1 0 0 0,-1 1 0 0 0,1 0 0 0 0,-1-1 0 0 0,1 1 0 0 0,0-1 0 0 0,12 6 0 0 0,41 8 0 0 0,-21-5 0 0 0,-1 1 0 0 0,36 14 0 0 0,-57-18 0 0 0,0 1 0 0 0,0 0 0 0 0,0 0 0 0 0,-1 1 0 0 0,0 0 0 0 0,-1 1 0 0 0,0 0 0 0 0,0 1 0 0 0,14 16 0 0 0,-16-15 0 0 0,-1-1 0 0 0,0 1 0 0 0,0 1 0 0 0,-1-1 0 0 0,-1 1 0 0 0,0-1 0 0 0,0 1 0 0 0,-1 1 0 0 0,0-1 0 0 0,2 20 0 0 0,-4-7 0 0 0,0-1 0 0 0,-2 1 0 0 0,0-1 0 0 0,-7 31 0 0 0,-2-16 0 0 0,10-38 22 0 0,-1 0 0 0 0,1-1 0 0 0,-1 1 0 0 0,1 0 0 0 0,0 0 0 0 0,-1 0 0 0 0,1 0 0 0 0,0-1 0 0 0,-1 1 0 0 0,1 0 0 0 0,0-1 0 0 0,-1 1 0 0 0,1 0 0 0 0,0 0 0 0 0,0-1 0 0 0,-1 1 0 0 0,1 0 0 0 0,0-1 0 0 0,0 1 0 0 0,0 0-1 0 0,-1-1 1 0 0,1 1 0 0 0,0-1 0 0 0,0 1 0 0 0,0 0 0 0 0,0-1 0 0 0,0 0 0 0 0,-2-2-4084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6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444 36 960 0 0,'-2'-3'1151'0'0,"1"1"0"0"0,-1-1 0 0 0,0 1 0 0 0,0-1 0 0 0,0 1 0 0 0,0-1 0 0 0,-1 1 0 0 0,1 0 0 0 0,-1 0 0 0 0,1 0 0 0 0,-1 1 0 0 0,0-1 0 0 0,-4-2 0 0 0,3 4-80 0 0,1-1-1 0 0,-1 0 1 0 0,1 1-1 0 0,-1 0 1 0 0,0 0-1 0 0,1 0 1 0 0,-1 0-1 0 0,0 1 1 0 0,1 0-1 0 0,-1-1 1 0 0,-6 4-1 0 0,-9 2-773 0 0,1 1-1 0 0,1 1 1 0 0,-1 0-1 0 0,1 2 1 0 0,1 0 0 0 0,-1 1-1 0 0,2 0 1 0 0,0 1-1 0 0,0 1 1 0 0,1 1-1 0 0,-18 22 1 0 0,12-11-399 0 0,2 0 0 0 0,0 1 1 0 0,2 1-1 0 0,1 1 0 0 0,2 0 1 0 0,-15 43-1 0 0,24-60 102 0 0,1-1 0 0 0,0 1 0 0 0,1-1 0 0 0,0 1 0 0 0,1 0 0 0 0,0 0 0 0 0,1 0 0 0 0,0 0 0 0 0,1-1 0 0 0,0 1 0 0 0,0 0 0 0 0,1 0 0 0 0,5 13 0 0 0,-4-16 0 0 0,0 0 0 0 0,1-1 0 0 0,0 1 0 0 0,1-1 0 0 0,-1 0 0 0 0,1 0 0 0 0,1 0 0 0 0,-1-1 0 0 0,1 0 0 0 0,1 0 0 0 0,-1 0 0 0 0,1-1 0 0 0,-1 0 0 0 0,2 0 0 0 0,-1-1 0 0 0,0 0 0 0 0,11 5 0 0 0,7 0 0 0 0,0-1 0 0 0,0-1 0 0 0,1-1 0 0 0,-1-1 0 0 0,37 2 0 0 0,133-3 0 0 0,-158-5 0 0 0,-7 1 0 0 0,-7 1 0 0 0,0-1 0 0 0,0-2 0 0 0,44-8 0 0 0,-65 10 0 0 0,1-1 0 0 0,-1 0 0 0 0,0 1 0 0 0,0-1 0 0 0,0 0 0 0 0,0 0 0 0 0,0 0 0 0 0,0 0 0 0 0,0-1 0 0 0,0 1 0 0 0,-1 0 0 0 0,1-1 0 0 0,0 0 0 0 0,-1 1 0 0 0,1-1 0 0 0,-1 0 0 0 0,1 0 0 0 0,-1 1 0 0 0,0-1 0 0 0,0 0 0 0 0,0 0 0 0 0,0 0 0 0 0,0-1 0 0 0,0 1 0 0 0,-1 0 0 0 0,1 0 0 0 0,-1 0 0 0 0,1-1 0 0 0,-1 1 0 0 0,0 0 0 0 0,0 0 0 0 0,0-1 0 0 0,0 1 0 0 0,-1 0 0 0 0,1 0 0 0 0,0-1 0 0 0,-1 1 0 0 0,-1-4 0 0 0,-2-6 0 0 0,0 0 0 0 0,-1 0 0 0 0,0 0 0 0 0,-1 0 0 0 0,-10-14 0 0 0,8 14 0 0 0,0 0 0 0 0,-1 1 0 0 0,0 0 0 0 0,0 0 0 0 0,-1 1 0 0 0,-1 0 0 0 0,0 1 0 0 0,0 1 0 0 0,-1-1 0 0 0,-14-7 0 0 0,23 15 0 0 0,2 1 0 0 0,1 0 0 0 0,-1 0 0 0 0,0 0 0 0 0,1 0 0 0 0,-1-1 0 0 0,0 1 0 0 0,1 0 0 0 0,-1-1 0 0 0,0 1 0 0 0,1 0 0 0 0,-1-1 0 0 0,1 1 0 0 0,-1-1 0 0 0,1 1 0 0 0,-1 0 0 0 0,1-1 0 0 0,-1 0 0 0 0,1 1 0 0 0,0-1 0 0 0,-1 1 0 0 0,0-2 0 0 0,3 16 0 0 0,0 1 0 0 0,-1-1 0 0 0,-1 0 0 0 0,0 1 0 0 0,-1-1 0 0 0,-1 0 0 0 0,0 0 0 0 0,-7 22 0 0 0,-4 43 0 0 0,13-51 0 0 0,1 1 0 0 0,1-1 0 0 0,1 0 0 0 0,1 0 0 0 0,2 0 0 0 0,15 44 0 0 0,-5-15 0 0 0,-11-43 0 0 0,-4-10 0 0 0,1 0 0 0 0,-1 0 0 0 0,0 1 0 0 0,0-1 0 0 0,0 0 0 0 0,0 0 0 0 0,-1 1 0 0 0,1-1 0 0 0,-1 0 0 0 0,-1 1 0 0 0,1 4 0 0 0,-1-8-47 0 0,1-1 0 0 0,0 1 1 0 0,-1-1-1 0 0,1 1 0 0 0,0-1 0 0 0,-1 0 0 0 0,1 1 1 0 0,-1-1-1 0 0,1 0 0 0 0,-1 1 0 0 0,1-1 0 0 0,0 0 0 0 0,-1 0 1 0 0,1 1-1 0 0,-1-1 0 0 0,1 0 0 0 0,-1 0 0 0 0,1 0 1 0 0,-1 1-1 0 0,0-1 0 0 0,1 0 0 0 0,-1 0 0 0 0,1 0 1 0 0,-1 0-1 0 0,0 0 0 0 0,-10-2-7060 0 0,-22-14-13574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7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30 1601 0 0,'-6'-30'24411'0'0,"18"61"-17656"0"0,6 12-6755 0 0,-2 21 0 0 0,-3 22 0 0 0,-7 10 0 0 0,-4-17 0 0 0,-2 0 0 0 0,0 1 0 0 0,-2-1 0 0 0,2-16 0 0 0,10-17 0 0 0,-2-26-7155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7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257 301 160 0 0,'-3'-36'4818'0'0,"4"30"-3233"0"0,-1 1 1 0 0,1 0 0 0 0,0-1 0 0 0,0 1 0 0 0,1 0 0 0 0,3-9 0 0 0,-1 7 653 0 0,0 0 0 0 0,0 1-1 0 0,0-1 1 0 0,7-7 0 0 0,14-12 1582 0 0,98-86-2148 0 0,-117 108-1673 0 0,0-1 0 0 0,0 1 0 0 0,0 0 0 0 0,0 1 0 0 0,0 0 0 0 0,1 0 0 0 0,0 0 0 0 0,-1 1 0 0 0,1-1 0 0 0,0 2 0 0 0,0-1 0 0 0,12 0 0 0 0,-14 2 0 0 0,0 0 0 0 0,0 0 0 0 0,0 1 0 0 0,0 0 0 0 0,0 0 0 0 0,0 0 0 0 0,0 0 0 0 0,-1 1 0 0 0,1 0 0 0 0,0 0 0 0 0,-1 0 0 0 0,0 1 0 0 0,1-1 0 0 0,-1 1 0 0 0,0 0 0 0 0,-1 0 0 0 0,1 1 0 0 0,0-1 0 0 0,2 5 0 0 0,3 2 0 0 0,-1 0 0 0 0,-1 1 0 0 0,0 1 0 0 0,0-1 0 0 0,-1 1 0 0 0,0 0 0 0 0,-1 1 0 0 0,-1-1 0 0 0,0 1 0 0 0,-1 0 0 0 0,3 16 0 0 0,-4-11 0 0 0,-1-1 0 0 0,-1 1 0 0 0,0 0 0 0 0,-1 0 0 0 0,-1 0 0 0 0,-1 0 0 0 0,-9 33 0 0 0,7-33 0 0 0,-1 0 0 0 0,-1-1 0 0 0,-1 0 0 0 0,0-1 0 0 0,-1 0 0 0 0,-1 0 0 0 0,-1 0 0 0 0,0-2 0 0 0,0 1 0 0 0,-2-1 0 0 0,0-1 0 0 0,0 0 0 0 0,-1-1 0 0 0,-1-1 0 0 0,0 0 0 0 0,0-1 0 0 0,-21 10 0 0 0,31-17 0 0 0,3-2 0 0 0,-1 1 0 0 0,1-1 0 0 0,-1 0 0 0 0,0 0 0 0 0,1 0 0 0 0,-1 0 0 0 0,0 0 0 0 0,1-1 0 0 0,-1 1 0 0 0,0-1 0 0 0,0 0 0 0 0,0 0 0 0 0,1 0 0 0 0,-1 0 0 0 0,-4-1 0 0 0,7 1 0 0 0,0 0 0 0 0,0 0 0 0 0,0-1 0 0 0,0 1 0 0 0,0 0 0 0 0,0-1 0 0 0,0 1 0 0 0,0 0 0 0 0,0-1 0 0 0,0 1 0 0 0,0 0 0 0 0,0-1 0 0 0,0 1 0 0 0,0 0 0 0 0,0-1 0 0 0,0 1 0 0 0,0 0 0 0 0,0 0 0 0 0,0-1 0 0 0,1 1 0 0 0,-1 0 0 0 0,0-1 0 0 0,0 1 0 0 0,0 0 0 0 0,1 0 0 0 0,-1 0 0 0 0,0-1 0 0 0,0 1 0 0 0,1 0 0 0 0,-1 0 0 0 0,0 0 0 0 0,0-1 0 0 0,1 1 0 0 0,-1 0 0 0 0,0 0 0 0 0,1 0 0 0 0,-1 0 0 0 0,0 0 0 0 0,0 0 0 0 0,1-1 0 0 0,17-9 0 0 0,-4 4 0 0 0,0 0 0 0 0,1 1 0 0 0,-1 0 0 0 0,1 1 0 0 0,0 1 0 0 0,0 1 0 0 0,0 0 0 0 0,0 1 0 0 0,1 0 0 0 0,-1 1 0 0 0,0 1 0 0 0,26 4 0 0 0,-34-4 0 0 0,1 1 0 0 0,-1 0 0 0 0,1 0 0 0 0,-1 1 0 0 0,0 0 0 0 0,0 0 0 0 0,0 0 0 0 0,0 1 0 0 0,0 0 0 0 0,-1 1 0 0 0,0-1 0 0 0,0 1 0 0 0,0 0 0 0 0,-1 1 0 0 0,1-1 0 0 0,-1 1 0 0 0,0 0 0 0 0,-1 1 0 0 0,0-1 0 0 0,0 1 0 0 0,0-1 0 0 0,-1 1 0 0 0,0 1 0 0 0,0-1 0 0 0,0 0 0 0 0,2 15 0 0 0,-4-15 0 0 0,0 1 0 0 0,-1 0 0 0 0,0-1 0 0 0,0 1 0 0 0,0 0 0 0 0,-1 0 0 0 0,0-1 0 0 0,-1 1 0 0 0,1-1 0 0 0,-1 1 0 0 0,-1-1 0 0 0,-6 13 0 0 0,4-9 0 0 0,-2 0 0 0 0,0-1 0 0 0,0 0 0 0 0,-1-1 0 0 0,0 1 0 0 0,0-2 0 0 0,-14 12 0 0 0,-2-2 0 0 0,0-2 0 0 0,0 0 0 0 0,-2-2 0 0 0,1-1 0 0 0,-56 20 0 0 0,52-24 0 0 0,0-1 0 0 0,-1-2 0 0 0,0 0 0 0 0,0-2 0 0 0,0-2 0 0 0,-1-1 0 0 0,1-1 0 0 0,-1-1 0 0 0,1-2 0 0 0,0-1 0 0 0,0-1 0 0 0,-34-11 0 0 0,20-1-4234 0 0,0-9-16936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8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28 160 0 0,'22'-27'20489'0'0,"-19"47"-15206"0"0,-12 31-1361 0 0,-6 34-1009 0 0,-9 16-2913 0 0,4-13 0 0 0,4-3 0 0 0,8 5 0 0 0,6-5 0 0 0,4-16 0 0 0,9-19 0 0 0,10-23 0 0 0,6-37-15879 0 0,6-34-929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8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85 880 0 0,'-1'0'604'0'0,"1"-1"-1"0"0,-1 0 1 0 0,0 0-1 0 0,1 0 1 0 0,-1 0-1 0 0,1 0 1 0 0,-1 0-1 0 0,1 0 0 0 0,-1 0 1 0 0,1 0-1 0 0,0 0 1 0 0,-1 0-1 0 0,1 0 1 0 0,0-1-1 0 0,0 1 1 0 0,0 0-1 0 0,0 0 1 0 0,0 0-1 0 0,0 0 1 0 0,0 0-1 0 0,0 0 0 0 0,0-1 1 0 0,1-1-1 0 0,2 1 427 0 0,-1 0 0 0 0,1-1-1 0 0,0 1 1 0 0,0 0-1 0 0,0 0 1 0 0,0 0 0 0 0,0 1-1 0 0,5-3 1 0 0,9-3-403 0 0,-1 1 1 0 0,1 0-1 0 0,0 1 0 0 0,1 1 1 0 0,-1 0-1 0 0,1 1 0 0 0,-1 1 1 0 0,1 1-1 0 0,23 1 0 0 0,-30 1-517 0 0,0-1 0 0 0,0 2-1 0 0,0 0 1 0 0,0 0 0 0 0,0 1-1 0 0,0 0 1 0 0,-1 1-1 0 0,0 0 1 0 0,1 1 0 0 0,-1 0-1 0 0,-1 0 1 0 0,1 1 0 0 0,-1 0-1 0 0,0 1 1 0 0,0 0-1 0 0,13 15 1 0 0,-19-19-110 0 0,0 1 0 0 0,0 0 0 0 0,-1 0 0 0 0,1 1 0 0 0,-1-1 0 0 0,0 1 0 0 0,0-1 0 0 0,0 1 0 0 0,-1-1 0 0 0,1 1 0 0 0,-1 0 0 0 0,0 0 0 0 0,-1 0 0 0 0,1 0 0 0 0,-1 5 0 0 0,0-3 0 0 0,-1 0 0 0 0,0 0 0 0 0,-1 0 0 0 0,1 0 0 0 0,-1 0 0 0 0,-1 0 0 0 0,1-1 0 0 0,-1 1 0 0 0,-6 9 0 0 0,0-2 0 0 0,-1-1 0 0 0,0 1 0 0 0,-1-2 0 0 0,0 1 0 0 0,-1-2 0 0 0,-1 1 0 0 0,0-2 0 0 0,-15 10 0 0 0,25-18 0 0 0,-73 44 0 0 0,67-41 0 0 0,-1 0 0 0 0,1-1 0 0 0,-1 0 0 0 0,0-1 0 0 0,0-1 0 0 0,-13 3 0 0 0,13-6 0 0 0,24 0 0 0 0,22 7 0 0 0,1 1 0 0 0,-2 1 0 0 0,41 16 0 0 0,-57-17 0 0 0,-1 1 0 0 0,0 1 0 0 0,-1 0 0 0 0,0 1 0 0 0,0 1 0 0 0,-1 1 0 0 0,23 20 0 0 0,-33-26 0 0 0,0 1 0 0 0,-1-1 0 0 0,1 1 0 0 0,-1 0 0 0 0,-1 1 0 0 0,1-1 0 0 0,-1 1 0 0 0,6 16 0 0 0,-9-19 0 0 0,1 0 0 0 0,-1 0 0 0 0,0 0 0 0 0,0 1 0 0 0,-1-1 0 0 0,0 0 0 0 0,0 1 0 0 0,0-1 0 0 0,0 1 0 0 0,-1-1 0 0 0,0 0 0 0 0,0 0 0 0 0,-1 1 0 0 0,1-1 0 0 0,-5 8 0 0 0,1-3 0 0 0,-1-1 0 0 0,-1 0 0 0 0,1 0 0 0 0,-2 0 0 0 0,1-1 0 0 0,-1 0 0 0 0,0 0 0 0 0,-1-1 0 0 0,0 0 0 0 0,0-1 0 0 0,0 0 0 0 0,-1 0 0 0 0,0-1 0 0 0,0 0 0 0 0,-1-1 0 0 0,-13 4 0 0 0,-19 5 0 0 0,-1-2 0 0 0,-76 8 0 0 0,73-15 152 0 0,-58-2-1 0 0,69-2-541 0 0,0 0-1 0 0,0 3 0 0 0,-43 7 1 0 0,13 8-7582 0 0,4 1-7961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29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62 3282 0 0,'-22'-61'13526'0'0,"27"89"-160"0"0,14 82-10773 0 0,0 42-2593 0 0,-9-27 0 0 0,-10-45 0 0 0,-3-21-2913 0 0,4-12-10854 0 0,9-18 1922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0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63 315 320 0 0,'-24'-50'11254'0'0,"17"39"-9178"0"0,1-1 1 0 0,0 0-1 0 0,1 0 1 0 0,0 0-1 0 0,-2-16 1 0 0,6 25-1839 0 0,0-1-1 0 0,1 0 1 0 0,0 0-1 0 0,0 0 1 0 0,0 0-1 0 0,0 0 1 0 0,1 0-1 0 0,0 0 1 0 0,0 0-1 0 0,0 1 1 0 0,0-1-1 0 0,0 0 1 0 0,1 1-1 0 0,-1-1 1 0 0,1 0 0 0 0,0 1-1 0 0,0 0 1 0 0,1 0-1 0 0,-1-1 1 0 0,0 1-1 0 0,7-5 1 0 0,-3 3 66 0 0,1-1-1 0 0,0 1 1 0 0,0 1 0 0 0,0-1 0 0 0,0 1 0 0 0,1 0 0 0 0,13-4 0 0 0,60-13 726 0 0,-61 16-983 0 0,-7 2-47 0 0,17-4 0 0 0,60-7 0 0 0,-81 13 0 0 0,0 1 0 0 0,0 0 0 0 0,1 0 0 0 0,-1 1 0 0 0,0 1 0 0 0,0-1 0 0 0,0 1 0 0 0,0 1 0 0 0,-1 0 0 0 0,1 0 0 0 0,10 6 0 0 0,-9-4 0 0 0,-1 1 0 0 0,-1 1 0 0 0,1-1 0 0 0,-1 1 0 0 0,0 1 0 0 0,0 0 0 0 0,-1 0 0 0 0,0 0 0 0 0,-1 1 0 0 0,1 0 0 0 0,-2 0 0 0 0,8 14 0 0 0,-11-17 0 0 0,1 1 0 0 0,-1-1 0 0 0,0 0 0 0 0,-1 0 0 0 0,1 1 0 0 0,-1-1 0 0 0,0 1 0 0 0,-1-1 0 0 0,0 1 0 0 0,0-1 0 0 0,0 1 0 0 0,-1-1 0 0 0,0 1 0 0 0,0-1 0 0 0,-1 1 0 0 0,1-1 0 0 0,-1 0 0 0 0,-1 0 0 0 0,1 0 0 0 0,-1 0 0 0 0,-5 8 0 0 0,-5 2 0 0 0,1-1 0 0 0,-2-1 0 0 0,0 0 0 0 0,-1-1 0 0 0,0-1 0 0 0,-1 0 0 0 0,0-1 0 0 0,-1 0 0 0 0,0-2 0 0 0,-35 15 0 0 0,48-23 0 0 0,1 0 0 0 0,0-1 0 0 0,-1 1 0 0 0,1-1 0 0 0,-1 0 0 0 0,1 0 0 0 0,-5 0 0 0 0,1-3 0 0 0,20-3 0 0 0,1 3 0 0 0,1 1 0 0 0,-1 1 0 0 0,0 0 0 0 0,1 0 0 0 0,-1 2 0 0 0,1 0 0 0 0,-1 0 0 0 0,0 1 0 0 0,0 1 0 0 0,0 0 0 0 0,26 11 0 0 0,-16-4 0 0 0,0 1 0 0 0,-1 1 0 0 0,0 1 0 0 0,-1 1 0 0 0,35 29 0 0 0,-47-35 0 0 0,-1 1 0 0 0,0 0 0 0 0,0 0 0 0 0,0 1 0 0 0,-2 0 0 0 0,1 1 0 0 0,-1 0 0 0 0,-1 0 0 0 0,0 1 0 0 0,7 17 0 0 0,-11-23 0 0 0,0 0 0 0 0,-1 0 0 0 0,0 0 0 0 0,0 0 0 0 0,0 1 0 0 0,-1-1 0 0 0,0 0 0 0 0,0 0 0 0 0,-1 1 0 0 0,1-1 0 0 0,-2 0 0 0 0,1 0 0 0 0,0 0 0 0 0,-1 0 0 0 0,0 0 0 0 0,-1 0 0 0 0,1 0 0 0 0,-1-1 0 0 0,0 1 0 0 0,-1-1 0 0 0,1 0 0 0 0,-1 0 0 0 0,-6 7 0 0 0,0-3 0 0 0,0 0 0 0 0,0-1 0 0 0,-1 0 0 0 0,0-1 0 0 0,0 0 0 0 0,-1-1 0 0 0,0 0 0 0 0,0-1 0 0 0,0 0 0 0 0,-1-1 0 0 0,-18 4 0 0 0,-7-1 0 0 0,-1-1 0 0 0,-65 2 0 0 0,-91-16-1139 0 0,126 9-6273 0 0,-6-2-8000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0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8244 0 0,'30'130'17688'0'0,"-10"40"-10853"0"0,-4-48-6835 0 0,1-41 0 0 0,9-7 0 0 0,4 0 0 0 0,1-1 0 0 0,-3 1 0 0 0,-2-6-4034 0 0,-10-17-9972 0 0,-10-23 3121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1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7 394 2561 0 0,'-1'-3'1217'0'0,"-1"-1"-1"0"0,1 0 1 0 0,0 1 0 0 0,1-1-1 0 0,-1 0 1 0 0,1 0 0 0 0,0 1-1 0 0,0-1 1 0 0,0 0 0 0 0,0 0-1 0 0,0 0 1 0 0,1 0 0 0 0,0 1-1 0 0,2-7 1 0 0,-1 3-307 0 0,1 1 1 0 0,0 0-1 0 0,1-1 0 0 0,0 1 0 0 0,0 0 1 0 0,0 1-1 0 0,7-8 0 0 0,8-5-128 0 0,1 0-1 0 0,0 2 0 0 0,30-19 1 0 0,-34 25 294 0 0,29-20-929 0 0,1 1 1 0 0,2 3-1 0 0,58-23 1 0 0,-83 40-160 0 0,0 1 0 0 0,0 1 1 0 0,1 1-1 0 0,0 1 0 0 0,0 1 0 0 0,0 1 0 0 0,1 1 1 0 0,-1 1-1 0 0,26 3 0 0 0,-44-1 12 0 0,0-1 0 0 0,0 2 0 0 0,0-1 0 0 0,0 0 0 0 0,0 1 0 0 0,0 0 0 0 0,0 1 0 0 0,-1-1 0 0 0,1 1 0 0 0,-1 0 0 0 0,8 6 0 0 0,-11-7 0 0 0,1 1 0 0 0,0 0 0 0 0,-1 0 0 0 0,0 0 0 0 0,0 0 0 0 0,1 0 0 0 0,-2 0 0 0 0,1 1 0 0 0,0-1 0 0 0,-1 1 0 0 0,0-1 0 0 0,1 1 0 0 0,-1-1 0 0 0,-1 1 0 0 0,1 0 0 0 0,0 0 0 0 0,-1-1 0 0 0,0 1 0 0 0,0 5 0 0 0,-2 5 0 0 0,0 1 0 0 0,0-1 0 0 0,-2 0 0 0 0,0 0 0 0 0,0-1 0 0 0,-1 1 0 0 0,-1-1 0 0 0,0 0 0 0 0,-15 22 0 0 0,1-5 0 0 0,-1-1 0 0 0,-45 47 0 0 0,29-40 0 0 0,-2-2 0 0 0,-1-2 0 0 0,-1-2 0 0 0,-1-1 0 0 0,-69 34 0 0 0,85-54 0 0 0,22-9 0 0 0,16-6 0 0 0,10-3 0 0 0,1 2 0 0 0,0 0 0 0 0,0 2 0 0 0,1 0 0 0 0,-1 1 0 0 0,49 0 0 0 0,-54 4 0 0 0,1 1 0 0 0,-1 0 0 0 0,0 2 0 0 0,0 0 0 0 0,0 1 0 0 0,0 1 0 0 0,0 1 0 0 0,-1 0 0 0 0,29 15 0 0 0,-38-16 0 0 0,0 0 0 0 0,-1 0 0 0 0,1 1 0 0 0,-1 0 0 0 0,0 0 0 0 0,-1 1 0 0 0,0-1 0 0 0,0 2 0 0 0,0-1 0 0 0,-1 1 0 0 0,0-1 0 0 0,0 2 0 0 0,-1-1 0 0 0,0 0 0 0 0,0 1 0 0 0,-1 0 0 0 0,0-1 0 0 0,-1 1 0 0 0,0 0 0 0 0,0 1 0 0 0,-1-1 0 0 0,0 0 0 0 0,-1 0 0 0 0,0 1 0 0 0,-1-1 0 0 0,1 0 0 0 0,-2 0 0 0 0,1 0 0 0 0,-1 1 0 0 0,-1-2 0 0 0,0 1 0 0 0,0 0 0 0 0,0 0 0 0 0,-9 13 0 0 0,-5 8 0 0 0,-1-1 0 0 0,-2-1 0 0 0,-1 0 0 0 0,-1-2 0 0 0,-2 0 0 0 0,0-2 0 0 0,-1-1 0 0 0,-2 0 0 0 0,0-2 0 0 0,-1-1 0 0 0,-1-2 0 0 0,-59 28 0 0 0,81-43 101 0 0,-1 0-1 0 0,1 0 1 0 0,-1-1-1 0 0,1-1 1 0 0,-1 1 0 0 0,0-1-1 0 0,-8 0 1 0 0,-31-3-3007 0 0,37 1 1640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2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581 3 9925 0 0,'-14'-2'858'0'0,"1"1"1"0"0,-1 1-1 0 0,1 1 1 0 0,-1-1-1 0 0,1 2 1 0 0,-1 0-1 0 0,1 1 1 0 0,0 0-1 0 0,0 1 1 0 0,0 0-1 0 0,0 1 1 0 0,1 1-1 0 0,0 0 1 0 0,0 0-1 0 0,0 1 1 0 0,1 1-1 0 0,-20 17 1 0 0,-2 6 618 0 0,1 1 1 0 0,1 2 0 0 0,2 1 0 0 0,-26 41 0 0 0,27-38-1478 0 0,2 0 0 0 0,2 2 0 0 0,1 0 0 0 0,-20 53 0 0 0,42-91 0 0 0,0 0 0 0 0,0 0 0 0 0,0 0 0 0 0,1 0 0 0 0,-1 0 0 0 0,1 0 0 0 0,-1 1 0 0 0,1-1 0 0 0,0 0 0 0 0,0 0 0 0 0,0 0 0 0 0,0 0 0 0 0,0 0 0 0 0,0 1 0 0 0,1-1 0 0 0,-1 0 0 0 0,1 0 0 0 0,-1 0 0 0 0,1 0 0 0 0,0 0 0 0 0,0 0 0 0 0,0 0 0 0 0,0 0 0 0 0,0 0 0 0 0,0-1 0 0 0,1 1 0 0 0,-1 0 0 0 0,1-1 0 0 0,-1 1 0 0 0,4 2 0 0 0,2 0 0 0 0,0 0 0 0 0,1-1 0 0 0,0 0 0 0 0,-1 0 0 0 0,1-1 0 0 0,13 3 0 0 0,-20-5 0 0 0,225 36 0 0 0,15 2 0 0 0,-204-29 0 0 0,-1 1 0 0 0,0 2 0 0 0,0 2 0 0 0,-2 1 0 0 0,1 1 0 0 0,-2 2 0 0 0,39 28 0 0 0,-60-37 0 0 0,0 1 0 0 0,-1 0 0 0 0,0 1 0 0 0,0 1 0 0 0,-1 0 0 0 0,-1 0 0 0 0,0 1 0 0 0,14 26 0 0 0,-19-28 0 0 0,1 0 0 0 0,-1 1 0 0 0,-1 0 0 0 0,0 0 0 0 0,-1 0 0 0 0,0 0 0 0 0,-1 0 0 0 0,0 0 0 0 0,-1 0 0 0 0,0 1 0 0 0,-1-1 0 0 0,-3 19 0 0 0,1-16 0 0 0,-1 0 0 0 0,-1 0 0 0 0,0-1 0 0 0,-1 0 0 0 0,0 0 0 0 0,-1 0 0 0 0,0-1 0 0 0,-1 0 0 0 0,-1-1 0 0 0,0 1 0 0 0,-1-2 0 0 0,0 1 0 0 0,-1-1 0 0 0,0-1 0 0 0,-1 0 0 0 0,0-1 0 0 0,0 0 0 0 0,-24 13 0 0 0,21-14 0 0 0,-1-1 0 0 0,-1-1 0 0 0,1 0 0 0 0,-1-1 0 0 0,0 0 0 0 0,0-2 0 0 0,0 0 0 0 0,-1-1 0 0 0,1 0 0 0 0,-1-2 0 0 0,1 0 0 0 0,-1-1 0 0 0,1 0 0 0 0,0-2 0 0 0,-1 0 0 0 0,-17-6 0 0 0,28 7 0 0 0,0-1 0 0 0,0 0 0 0 0,0 0 0 0 0,0-1 0 0 0,1 0 0 0 0,-1 0 0 0 0,1 0 0 0 0,0-1 0 0 0,0 0 0 0 0,1 0 0 0 0,-1-1 0 0 0,1 0 0 0 0,-8-11 0 0 0,6 6 0 0 0,1-1 0 0 0,0 1 0 0 0,1-2 0 0 0,0 1 0 0 0,1 0 0 0 0,0-1 0 0 0,-3-19 0 0 0,3 0 0 0 0,2 0 0 0 0,0-1 0 0 0,3 1 0 0 0,0 0 0 0 0,11-58 0 0 0,-2 44 0 0 0,2 0 0 0 0,2 1 0 0 0,3 1 0 0 0,1 1 0 0 0,1 0 0 0 0,33-49 0 0 0,12-7 0 0 0,99-116 0 0 0,-143 191 0 0 0,0 2 0 0 0,-2-1 0 0 0,-1-1 0 0 0,-1 0 0 0 0,25-50 0 0 0,-40 73 0 0 0,0 0 0 0 0,-1 0 0 0 0,1 0 0 0 0,-1 0 0 0 0,1 0 0 0 0,-1 0 0 0 0,1 0 0 0 0,-1 0 0 0 0,0 0 0 0 0,1 0 0 0 0,-1 0 0 0 0,0 0 0 0 0,0-1 0 0 0,0 1 0 0 0,0 0 0 0 0,0 0 0 0 0,0 0 0 0 0,0 0 0 0 0,0 0 0 0 0,0-1 0 0 0,0 1 0 0 0,-1 0 0 0 0,1 0 0 0 0,-1 0 0 0 0,1 0 0 0 0,-2-2 0 0 0,0 2 0 0 0,-1 1 0 0 0,1-1 0 0 0,-1 1 0 0 0,1 0 0 0 0,-1-1 0 0 0,1 1 0 0 0,-1 1 0 0 0,1-1 0 0 0,-1 0 0 0 0,1 0 0 0 0,-1 1 0 0 0,-3 1 0 0 0,-84 19 0 0 0,1 5 0 0 0,-124 52 0 0 0,124-43 0 0 0,78-31 0 0 0,0 0 0 0 0,1 0 0 0 0,-1-1 0 0 0,-1-1 0 0 0,-18 3 0 0 0,11-9 462 0 0,16-1-924 0 0,14 1-1384 0 0,35-1-7385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2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3 880 0 0,'13'-2'3681'0'0,"5"2"6736"0"0,-18 0-10091 0 0,0 0 0 0 0,1 0 1 0 0,2 3 4242 0 0,-2-3-4243 0 0,-1 0 0 0 0,0 1 1 0 0,0-1-1 0 0,0 0 1 0 0,0 0-1 0 0,0 1 0 0 0,1-1 1 0 0,-1 0-1 0 0,0 1 0 0 0,0-1 1 0 0,0 0-1 0 0,0 1 0 0 0,0-1 1 0 0,-8 19 5859 0 0,-63 75-4334 0 0,7-11-2218 0 0,6 0 366 0 0,4 2 0 0 0,-54 114 0 0 0,91-159 0 0 0,1 0 0 0 0,-20 85 0 0 0,31-98 0 0 0,1-1 0 0 0,1 1 0 0 0,1 0 0 0 0,2 1 0 0 0,4 46 0 0 0,-2-59 0 0 0,0 1 0 0 0,2-1 0 0 0,-1 0 0 0 0,2 0 0 0 0,0-1 0 0 0,0 1 0 0 0,2-1 0 0 0,0 0 0 0 0,0-1 0 0 0,1 1 0 0 0,1-2 0 0 0,0 1 0 0 0,1-1 0 0 0,0-1 0 0 0,1 1 0 0 0,0-2 0 0 0,1 0 0 0 0,0 0 0 0 0,1-1 0 0 0,0 0 0 0 0,0-1 0 0 0,1-1 0 0 0,0 0 0 0 0,0-1 0 0 0,0 0 0 0 0,19 3 0 0 0,-7-2-786 0 0,1-2 1 0 0,34 2-1 0 0,-23-5-2079 0 0,40-4-1 0 0,154-29-10693 0 0,-151 18 10483 0 0,4 1-3367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21 320 0 0,'-6'-1'9671'0'0,"5"17"-2774"0"0,1-15-6810 0 0,13 188 12337 0 0,-8-150-10740 0 0,13 51 0 0 0,-13-73-1684 0 0,1-1 0 0 0,0-1 0 0 0,1 1 0 0 0,1-1 0 0 0,0-1 0 0 0,1 1 0 0 0,17 19 0 0 0,-20-26 0 0 0,1 0 0 0 0,1 0 0 0 0,-1-1 0 0 0,1 0 0 0 0,0 0 0 0 0,1-1 0 0 0,0 0 0 0 0,0-1 0 0 0,0 0 0 0 0,0 0 0 0 0,1-1 0 0 0,17 6 0 0 0,-22-9 0 0 0,1-1 0 0 0,-1 1 0 0 0,0-1 0 0 0,1 0 0 0 0,-1-1 0 0 0,0 1 0 0 0,1-1 0 0 0,-1 0 0 0 0,0 0 0 0 0,0-1 0 0 0,0 1 0 0 0,0-1 0 0 0,0 0 0 0 0,0-1 0 0 0,0 1 0 0 0,-1-1 0 0 0,1 0 0 0 0,-1 0 0 0 0,1-1 0 0 0,-1 1 0 0 0,-1-1 0 0 0,1 0 0 0 0,0 0 0 0 0,3-5 0 0 0,6-8 0 0 0,0-1 0 0 0,-1-1 0 0 0,-1-1 0 0 0,12-30 0 0 0,-8 16 0 0 0,-2-1 0 0 0,15-62 0 0 0,-24 78 0 0 0,-1-1 0 0 0,0 0 0 0 0,-2 0 0 0 0,0 0 0 0 0,-1 0 0 0 0,-5-35 0 0 0,-7 13 0 0 0,11 40 0 0 0,0 1 0 0 0,1-1 0 0 0,-1 0 0 0 0,0 1 0 0 0,0-1 0 0 0,0 1 0 0 0,0-1 0 0 0,0 1 0 0 0,-1 0 0 0 0,1-1 0 0 0,0 1 0 0 0,-1 0 0 0 0,1 0 0 0 0,-1 0 0 0 0,1 0 0 0 0,-1 0 0 0 0,0 0 0 0 0,-1-1 0 0 0,2 2 0 0 0,0 0 0 0 0,0 0 0 0 0,0 0 0 0 0,0 0 0 0 0,0 0 0 0 0,0 1 0 0 0,1-1 0 0 0,-1 0 0 0 0,0 0 0 0 0,0 1 0 0 0,0-1 0 0 0,0 0 0 0 0,1 1 0 0 0,-1-1 0 0 0,0 1 0 0 0,0-1 0 0 0,1 1 0 0 0,-1-1 0 0 0,0 1 0 0 0,1 0 0 0 0,-1-1 0 0 0,1 1 0 0 0,-1 0 0 0 0,1-1 0 0 0,-1 1 0 0 0,1 0 0 0 0,-1 0 0 0 0,1 0 0 0 0,-1 1 0 0 0,-11 32 0 0 0,10-29 0 0 0,-9 41 0 0 0,2 0 0 0 0,2 0 0 0 0,2 1 0 0 0,2 0 0 0 0,5 80 0 0 0,5-41 0 0 0,3 0 0 0 0,28 103 0 0 0,-37-183 0 0 0,7 27-367 0 0,1-1 0 0 0,25 58 0 0 0,-30-81 43 0 0,1 0-1 0 0,0-1 0 0 0,1 1 1 0 0,0-1-1 0 0,0-1 1 0 0,7 8-1 0 0,-9-11 0 0 0,0-1-1 0 0,1 0 1 0 0,-1 0-1 0 0,0 0 1 0 0,1 0-1 0 0,0 0 1 0 0,-1-1 0 0 0,1 0-1 0 0,0 0 1 0 0,0 0-1 0 0,0-1 1 0 0,6 1 0 0 0,-1-1-2579 0 0,0-1 0 0 0,-1 0 0 0 0,1 0 1 0 0,10-2-1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3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14166 0 0,'-8'3'18601'0'0,"16"27"-18601"0"0,8 25 0 0 0,22 23 0 0 0,21 11 0 0 0,-3-19 0 0 0,13 4 0 0 0,19 14 0 0 0,8 9 0 0 0,-1 0 0 0 0,-12-12 0 0 0,-18-19 0 0 0,-15-12 0 0 0,-10-26 0 0 0,-11-41-15879 0 0,-12-29 1632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3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671 1 13526 0 0,'-72'25'19241'0'0,"-3"48"-19241"0"0,9 27 0 0 0,7-10 0 0 0,-12 18 0 0 0,-17 29 0 0 0,-4 14 0 0 0,12-8 0 0 0,33-27 0 0 0,26-60-9556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4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19 240 0 0,'-40'-19'0'0'0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4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5603 0 0,'1'-2'1915'0'0,"12"-18"4679"0"0,-6 19-934 0 0,-5 15 3306 0 0,-2 534-4937 0 0,10-377-4029 0 0,39 502 0 0 0,-47-659 0 0 0,-1 5 0 0 0,2 0 0 0 0,0 0 0 0 0,8 24 0 0 0,-11-42-37 0 0,1 0 0 0 0,-1 1 1 0 0,1-1-1 0 0,-1 0 0 0 0,1 0 0 0 0,-1 1 0 0 0,1-1 0 0 0,0 0 1 0 0,0 0-1 0 0,0 0 0 0 0,-1 0 0 0 0,1 0 0 0 0,0 0 0 0 0,0 0 1 0 0,0 0-1 0 0,1 0 0 0 0,0 0 0 0 0,-1 0-57 0 0,0-1-1 0 0,0 0 1 0 0,0 0-1 0 0,0 0 1 0 0,-1 0-1 0 0,1 0 1 0 0,0 0 0 0 0,0 0-1 0 0,0 0 1 0 0,0-1-1 0 0,-1 1 1 0 0,1 0-1 0 0,0 0 1 0 0,0-1-1 0 0,0 1 1 0 0,-1 0 0 0 0,1-1-1 0 0,0 1 1 0 0,-1-1-1 0 0,1 1 1 0 0,1-2-1 0 0,3-3-1181 0 0,0-1 1 0 0,0 0-1 0 0,0 0 0 0 0,-1 0 0 0 0,0-1 0 0 0,4-6 0 0 0,39-80-11815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4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40 960 0 0,'-2'-4'2309'0'0,"-4"-7"1781"0"0,-7-8 7235 0 0,13 18-10918 0 0,-1 1-1 0 0,1 0 0 0 0,0-1 0 0 0,-1 1 0 0 0,1-1 1 0 0,-1 1-1 0 0,1 0 0 0 0,-1-1 0 0 0,1 1 0 0 0,-1 0 0 0 0,1 0 1 0 0,-1-1-1 0 0,1 1 0 0 0,-1 0 0 0 0,1 0 0 0 0,-1 0 1 0 0,1 0-1 0 0,-1 0 0 0 0,1 0 0 0 0,-1 0 0 0 0,1 0 0 0 0,-2 0 1 0 0,1 0-180 0 0,1 1 0 0 0,-1-1 1 0 0,0 1-1 0 0,1-1 1 0 0,-1 1-1 0 0,0-1 1 0 0,1 1-1 0 0,-1 0 0 0 0,1-1 1 0 0,-1 1-1 0 0,0 0 1 0 0,1 0-1 0 0,0-1 0 0 0,-1 1 1 0 0,1 0-1 0 0,0 0 1 0 0,-1 0-1 0 0,1-1 0 0 0,0 3 1 0 0,-9 26-115 0 0,-7 52 0 0 0,6-25-147 0 0,-3 7 34 0 0,-42 253 0 0 0,49-265 0 0 0,2 0 0 0 0,3 0 0 0 0,1 1 0 0 0,9 57 0 0 0,-6-89 0 0 0,1-1 0 0 0,1 1 0 0 0,0-1 0 0 0,1 0 0 0 0,1 0 0 0 0,16 29 0 0 0,-18-40 0 0 0,-1-1 0 0 0,1 0 0 0 0,1 0 0 0 0,-1 0 0 0 0,1 0 0 0 0,1-1 0 0 0,-1 0 0 0 0,1 0 0 0 0,0-1 0 0 0,0 0 0 0 0,0 0 0 0 0,1-1 0 0 0,0 0 0 0 0,0 0 0 0 0,0-1 0 0 0,0 0 0 0 0,13 3 0 0 0,-5-3 0 0 0,1-1 0 0 0,-1-1 0 0 0,1-1 0 0 0,-1 0 0 0 0,1-2 0 0 0,-1 1 0 0 0,1-2 0 0 0,-1 0 0 0 0,0-1 0 0 0,0-1 0 0 0,-1 0 0 0 0,1-1 0 0 0,-1-1 0 0 0,19-11 0 0 0,-6 2 0 0 0,0-3 0 0 0,0 0 0 0 0,-2-1 0 0 0,-1-2 0 0 0,0 0 0 0 0,24-30 0 0 0,-35 35 0 0 0,0-1 0 0 0,0 0 0 0 0,-2-2 0 0 0,0 1 0 0 0,-2-1 0 0 0,0-1 0 0 0,12-36 0 0 0,-18 42 0 0 0,0-1 0 0 0,-1 0 0 0 0,-1 0 0 0 0,0 0 0 0 0,-1 0 0 0 0,-1 0 0 0 0,-1-1 0 0 0,0 1 0 0 0,-1 0 0 0 0,0 0 0 0 0,-9-25 0 0 0,2 14 0 0 0,-2 2 0 0 0,0-1 0 0 0,-2 1 0 0 0,-1 1 0 0 0,-1 0 0 0 0,0 1 0 0 0,-2 1 0 0 0,-1 0 0 0 0,-1 1 0 0 0,-1 1 0 0 0,0 1 0 0 0,-1 1 0 0 0,-1 1 0 0 0,-27-16 0 0 0,29 21 0 0 0,0 0 0 0 0,-1 1 0 0 0,0 1 0 0 0,-1 2 0 0 0,0 0 0 0 0,0 1 0 0 0,-1 1 0 0 0,0 1 0 0 0,0 1 0 0 0,0 1 0 0 0,0 1 0 0 0,-1 1 0 0 0,1 1 0 0 0,0 1 0 0 0,-1 1 0 0 0,1 1 0 0 0,-27 8 0 0 0,42-9 76 0 0,1 0 0 0 0,1 0 0 0 0,-1 1 1 0 0,0 0-1 0 0,0 1 0 0 0,1-1 0 0 0,0 1 0 0 0,0 1 0 0 0,-6 4 1 0 0,10-6-289 0 0,-1-1 1 0 0,1 1-1 0 0,-1 0 0 0 0,1 0 1 0 0,0 1-1 0 0,0-1 1 0 0,0 0-1 0 0,1 1 0 0 0,-1-1 1 0 0,1 1-1 0 0,0 0 1 0 0,0-1-1 0 0,0 1 1 0 0,0 0-1 0 0,0-1 0 0 0,1 1 1 0 0,0 5-1 0 0,0-3-1964 0 0,1 1 0 0 0,0-1 0 0 0,1 1-1 0 0,-1-1 1 0 0,1 0 0 0 0,4 9 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5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0 8084 0 0,'-43'8'23210'0'0,"-16"92"-21737"0"0,14 17-1473 0 0,21-10 0 0 0,13-10 0 0 0,6 16 0 0 0,11 10 0 0 0,20-6 0 0 0,22-13 0 0 0,21-23 0 0 0,12-16 0 0 0,17-22 0 0 0,6-20 0 0 0,0-21 0 0 0,-7-8 0 0 0,-18-3 0 0 0,-36-18-12038 0 0,-27-6-3409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5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19 17528 0 0,'-60'44'11429'0'0,"4"5"-7619"0"0,55-47-3810 0 0,13-9 0 0 0,-7 4 0 0 0,25-15 0 0 0,1 1 0 0 0,1 1 0 0 0,0 2 0 0 0,40-12 0 0 0,-63 23 0 0 0,0 0 0 0 0,0 1 0 0 0,1 0 0 0 0,-1 1 0 0 0,1 0 0 0 0,-1 1 0 0 0,1 0 0 0 0,-1 0 0 0 0,1 1 0 0 0,-1 0 0 0 0,1 1 0 0 0,-1 0 0 0 0,0 0 0 0 0,1 1 0 0 0,-1 0 0 0 0,-1 1 0 0 0,1 0 0 0 0,0 1 0 0 0,-1-1 0 0 0,0 1 0 0 0,14 12 0 0 0,-12-8 0 0 0,-1 1 0 0 0,0-1 0 0 0,-1 1 0 0 0,0 1 0 0 0,-1 0 0 0 0,0 0 0 0 0,0 0 0 0 0,-1 1 0 0 0,-1 0 0 0 0,0 0 0 0 0,5 17 0 0 0,-6-12 0 0 0,-1 2 0 0 0,0-1 0 0 0,-2 0 0 0 0,0 0 0 0 0,-1 1 0 0 0,0-1 0 0 0,-5 24 0 0 0,-3-1 0 0 0,-2 0 0 0 0,-1-1 0 0 0,-3-1 0 0 0,-1 0 0 0 0,-2-1 0 0 0,-29 49 0 0 0,22-44 0 0 0,-2-1 0 0 0,-58 69 0 0 0,87-117 0 0 0,0 1 0 0 0,0 0 0 0 0,0-1 0 0 0,0 1 0 0 0,1 0 0 0 0,0 0 0 0 0,0 1 0 0 0,6-6 0 0 0,44-23 0 0 0,0 3 0 0 0,110-44 0 0 0,24 12 476 0 0,29-13-2892 0 0,-204 69-190 0 0,0 0-1 0 0,-1-1 1 0 0,16-11-1 0 0,21-27-12672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6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25 160 0 0,'-3'15'20409'0'0,"6"-4"-8211"0"0,5-2-12198 0 0,32 13 0 0 0,32 3 0 0 0,16-13 0 0 0,5-5 0 0 0,-15-6 0 0 0,4-3 0 0 0,17-5 0 0 0,8-7 0 0 0,-8-4 0 0 0,-25-7 0 0 0,-28 0 0 0 0,-30 9 0 0 0,-30 6-2353 0 0,-50 1-19417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36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2321 0 0,'5'36'11445'0'0,"30"5"2962"0"0,28-1-9813 0 0,4-22-4594 0 0,0-17 0 0 0,-1-10 0 0 0,-4-9 0 0 0,-14 1 0 0 0,-37-17-10757 0 0,-38-24-9012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56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7 214 7283 0 0,'-6'-7'13703'0'0,"6"7"-13275"0"0,5-14 6355 0 0,22-17-3325 0 0,-18 22-2792 0 0,2-5-628 0 0,1 1-1 0 0,0 0 0 0 0,1 1 0 0 0,1 1 0 0 0,-1 0 0 0 0,2 0 0 0 0,-1 2 0 0 0,2 0 1 0 0,-1 0-1 0 0,1 2 0 0 0,32-11 0 0 0,-27 13-37 0 0,1 1 0 0 0,0 1 0 0 0,0 1 0 0 0,1 1 0 0 0,-1 0 0 0 0,0 2 0 0 0,0 1 0 0 0,0 1 0 0 0,41 10 0 0 0,-53-10 0 0 0,-1 0 0 0 0,1 1 0 0 0,-1 1 0 0 0,0-1 0 0 0,0 1 0 0 0,0 1 0 0 0,-1-1 0 0 0,0 1 0 0 0,0 1 0 0 0,10 11 0 0 0,-12-12 0 0 0,-2 1 0 0 0,1-1 0 0 0,-1 1 0 0 0,0 0 0 0 0,0 0 0 0 0,-1 1 0 0 0,0-1 0 0 0,-1 1 0 0 0,1-1 0 0 0,-1 1 0 0 0,-1 0 0 0 0,1 0 0 0 0,-1 0 0 0 0,-1 16 0 0 0,0-11 0 0 0,-1 1 0 0 0,-1-1 0 0 0,0 1 0 0 0,-1-1 0 0 0,0 1 0 0 0,-1-1 0 0 0,0 0 0 0 0,-1-1 0 0 0,-1 1 0 0 0,0-1 0 0 0,-1 0 0 0 0,0 0 0 0 0,-1-1 0 0 0,0 0 0 0 0,-1 0 0 0 0,0-1 0 0 0,-15 13 0 0 0,-14 8 0 0 0,-1-1 0 0 0,-1-3 0 0 0,-68 36 0 0 0,35-22 0 0 0,51-26 0 0 0,17-11 0 0 0,-1 0 0 0 0,-1 0 0 0 0,1 0 0 0 0,0 0 0 0 0,-1-1 0 0 0,0 0 0 0 0,1-1 0 0 0,-1 1 0 0 0,0-1 0 0 0,-13 2 0 0 0,20-5 0 0 0,0 1 0 0 0,1 0 0 0 0,-1 0 0 0 0,0 0 0 0 0,0 0 0 0 0,0 0 0 0 0,0 0 0 0 0,0 0 0 0 0,0-1 0 0 0,1 1 0 0 0,-1 0 0 0 0,0 0 0 0 0,0 0 0 0 0,0 0 0 0 0,0 0 0 0 0,0-1 0 0 0,0 1 0 0 0,0 0 0 0 0,0 0 0 0 0,0 0 0 0 0,0 0 0 0 0,0-1 0 0 0,0 1 0 0 0,0 0 0 0 0,0 0 0 0 0,0 0 0 0 0,0 0 0 0 0,0-1 0 0 0,0 1 0 0 0,0 0 0 0 0,0 0 0 0 0,0 0 0 0 0,0 0 0 0 0,0-1 0 0 0,0 1 0 0 0,0 0 0 0 0,0 0 0 0 0,0 0 0 0 0,0 0 0 0 0,0-1 0 0 0,-1 1 0 0 0,1 0 0 0 0,0 0 0 0 0,0 0 0 0 0,0 0 0 0 0,0 0 0 0 0,0 0 0 0 0,0-1 0 0 0,-1 1 0 0 0,1 0 0 0 0,0 0 0 0 0,0 0 0 0 0,0 0 0 0 0,0 0 0 0 0,-1 0 0 0 0,1 0 0 0 0,18-10 0 0 0,0 3 0 0 0,1 1 0 0 0,-1 1 0 0 0,1 1 0 0 0,0 0 0 0 0,0 1 0 0 0,27 0 0 0 0,-2 3 0 0 0,76 9 0 0 0,-96-6 0 0 0,0 1 0 0 0,0 1 0 0 0,0 2 0 0 0,-1 0 0 0 0,39 17 0 0 0,-50-18 0 0 0,0 1 0 0 0,0 0 0 0 0,-1 1 0 0 0,0 0 0 0 0,0 1 0 0 0,-1 0 0 0 0,0 0 0 0 0,-1 1 0 0 0,0 1 0 0 0,-1 0 0 0 0,14 22 0 0 0,-14-17 0 0 0,0 0 0 0 0,-1 1 0 0 0,-1 0 0 0 0,-1 0 0 0 0,0 1 0 0 0,-1 0 0 0 0,-1 0 0 0 0,-1 0 0 0 0,-1 0 0 0 0,0 0 0 0 0,-1 0 0 0 0,-1 0 0 0 0,-5 28 0 0 0,0-18 0 0 0,0 0 0 0 0,-2 0 0 0 0,-1-1 0 0 0,-2 0 0 0 0,0 0 0 0 0,-2-1 0 0 0,-30 45 0 0 0,39-65 0 0 0,0 1 0 0 0,-1-1 0 0 0,0 0 0 0 0,-1 0 0 0 0,1-1 0 0 0,-1 1 0 0 0,0-1 0 0 0,0-1 0 0 0,-1 1 0 0 0,0-1 0 0 0,1 0 0 0 0,-1-1 0 0 0,-15 6 0 0 0,17-8 0 0 0,1 0 0 0 0,-1 0 0 0 0,0-1 0 0 0,0 1 0 0 0,0-1 0 0 0,0-1 0 0 0,0 1 0 0 0,1-1 0 0 0,-1 1 0 0 0,0-1 0 0 0,0-1 0 0 0,1 1 0 0 0,-1-1 0 0 0,1 0 0 0 0,-1 0 0 0 0,1 0 0 0 0,0 0 0 0 0,-1-1 0 0 0,1 0 0 0 0,1 1 0 0 0,-1-2 0 0 0,0 1 0 0 0,-5-6 0 0 0,5 4 55 0 0,0 0 0 0 0,0 0 0 0 0,0 0 0 0 0,1-1 0 0 0,-1 1 0 0 0,1-1 1 0 0,0 0-1 0 0,1 0 0 0 0,0 0 0 0 0,0 0 0 0 0,-2-9 0 0 0,-2-48-3776 0 0,11-49-11579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56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2 10245 0 0,'11'-1'16647'0'0,"-17"16"-10772"0"0,-15 40-5875 0 0,13 36 0 0 0,9 21 0 0 0,6-13 0 0 0,2 13 0 0 0,6 27 0 0 0,1 13 0 0 0,3-5 0 0 0,3-19 0 0 0,1-23 0 0 0,1-28 0 0 0,0-16 0 0 0,5-24-3233 0 0,-7-27-14215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56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318 2 11045 0 0,'-8'-1'1024'0'0,"-1"1"0"0"0,1 0-1 0 0,-1 0 1 0 0,1 1 0 0 0,0 0 0 0 0,-1 0-1 0 0,1 1 1 0 0,0 0 0 0 0,0 0 0 0 0,0 1-1 0 0,0 0 1 0 0,0 1 0 0 0,0 0 0 0 0,-8 6-1 0 0,4-2-227 0 0,0 1 0 0 0,1 0 0 0 0,0 1-1 0 0,1 1 1 0 0,0 0 0 0 0,0 0-1 0 0,-12 20 1 0 0,6-6-796 0 0,1 1 0 0 0,-21 48 0 0 0,32-64 0 0 0,0 1 0 0 0,1-1 0 0 0,0 1 0 0 0,1 0 0 0 0,0 0 0 0 0,0 0 0 0 0,1 0 0 0 0,1 1 0 0 0,0-1 0 0 0,2 18 0 0 0,-1-25 0 0 0,0 0 0 0 0,0 0 0 0 0,0 0 0 0 0,1 0 0 0 0,0 0 0 0 0,-1 0 0 0 0,1 0 0 0 0,1-1 0 0 0,-1 1 0 0 0,0-1 0 0 0,1 1 0 0 0,0-1 0 0 0,0 0 0 0 0,6 5 0 0 0,-4-4 0 0 0,1-1 0 0 0,0 1 0 0 0,0-1 0 0 0,0 0 0 0 0,1-1 0 0 0,-1 1 0 0 0,0-1 0 0 0,11 2 0 0 0,7-1 0 0 0,1-1 0 0 0,0 0 0 0 0,47-5 0 0 0,-56 2 0 0 0,27-1 0 0 0,-1 1 0 0 0,49 7 0 0 0,-77-5 0 0 0,1 2 0 0 0,0 0 0 0 0,-1 0 0 0 0,0 1 0 0 0,0 1 0 0 0,0 0 0 0 0,0 1 0 0 0,-1 1 0 0 0,19 12 0 0 0,-28-15 0 0 0,0-1 0 0 0,-1 1 0 0 0,1 0 0 0 0,-1-1 0 0 0,0 1 0 0 0,0 1 0 0 0,0-1 0 0 0,-1 0 0 0 0,0 1 0 0 0,0-1 0 0 0,0 1 0 0 0,0 0 0 0 0,-1 0 0 0 0,1 0 0 0 0,-1 0 0 0 0,-1 0 0 0 0,1 0 0 0 0,-1 0 0 0 0,0 0 0 0 0,0 0 0 0 0,0 0 0 0 0,0 0 0 0 0,-3 7 0 0 0,-1 12 0 0 0,-2 0 0 0 0,-1-1 0 0 0,-14 34 0 0 0,17-47 0 0 0,-19 40 0 0 0,-1-1 0 0 0,-40 58 0 0 0,20-35 0 0 0,32-51 0 0 0,-39 60 0 0 0,45-73 0 0 0,0 0 0 0 0,-1-1 0 0 0,0 0 0 0 0,0 0 0 0 0,-1 0 0 0 0,1-1 0 0 0,-12 7 0 0 0,18-13 0 0 0,0 1 0 0 0,-1 0 0 0 0,1 0 0 0 0,-1-1 0 0 0,1 1 0 0 0,-1-1 0 0 0,1 1 0 0 0,-1-1 0 0 0,1 0 0 0 0,-1 1 0 0 0,0-1 0 0 0,1 0 0 0 0,-1 0 0 0 0,0 0 0 0 0,1 0 0 0 0,-1-1 0 0 0,1 1 0 0 0,-1 0 0 0 0,1-1 0 0 0,-1 1 0 0 0,0-1 0 0 0,1 1 0 0 0,0-1 0 0 0,-1 0 0 0 0,-2-1 0 0 0,0-2 0 0 0,0 1 0 0 0,0-1 0 0 0,0 0 0 0 0,1 0 0 0 0,0 0 0 0 0,-5-7 0 0 0,-3-7-1278 0 0,2 0 0 0 0,-9-21 0 0 0,-27-66-17891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57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 4322 0 0,'34'-1'16568'0'0,"-23"35"-4691"0"0,3-13-11877 0 0,18-18 0 0 0,18-6 0 0 0,6-4 0 0 0,19-9 0 0 0,2-4 0 0 0,12-8 0 0 0,22-5 0 0 0,9-8-7235 0 0,-16-5-9573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3:57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0 1681 0 0,'-1'1'501'0'0,"0"-1"-1"0"0,0 1 1 0 0,0-1 0 0 0,-1 1 0 0 0,1 0 0 0 0,0-1 0 0 0,0 1-1 0 0,0 0 1 0 0,0 0 0 0 0,0 0 0 0 0,0 0 0 0 0,0 0-1 0 0,0 0 1 0 0,1 0 0 0 0,-1 0 0 0 0,0 0 0 0 0,1 0 0 0 0,-1 0-1 0 0,1 1 1 0 0,-1-1 0 0 0,1 0 0 0 0,-1 0 0 0 0,1 1-1 0 0,0-1 1 0 0,0 0 0 0 0,-1 1 0 0 0,1 1 0 0 0,1 3 1440 0 0,0 0 1 0 0,0 0-1 0 0,1 0 0 0 0,-1 0 1 0 0,4 7-1 0 0,9 37 3474 0 0,16 271-5415 0 0,-15-90 0 0 0,-12-134 0 0 0,32 182 0 0 0,-32-265 0 0 0,0 1 0 0 0,1-1 0 0 0,1 0 0 0 0,1 0 0 0 0,11 21 0 0 0,-14-30 0 0 0,1 0 0 0 0,-1-1 0 0 0,1 1 0 0 0,-1-1 0 0 0,1 0 0 0 0,1 0 0 0 0,-1 0 0 0 0,1 0 0 0 0,-1-1 0 0 0,1 0 0 0 0,0 0 0 0 0,0 0 0 0 0,0 0 0 0 0,1-1 0 0 0,-1 0 0 0 0,0 0 0 0 0,7 1 0 0 0,-3-1 0 0 0,0-1 0 0 0,0 0 0 0 0,0-1 0 0 0,0 0 0 0 0,0 0 0 0 0,0-1 0 0 0,0 0 0 0 0,0 0 0 0 0,-1-1 0 0 0,10-3 0 0 0,-4 0 0 0 0,0-1 0 0 0,0 0 0 0 0,-1-1 0 0 0,0 0 0 0 0,18-15 0 0 0,-4 0 0 0 0,0-2 0 0 0,-2-1 0 0 0,-1-1 0 0 0,28-39 0 0 0,-38 47 0 0 0,-1-1 0 0 0,0 0 0 0 0,-2-1 0 0 0,0 0 0 0 0,8-24 0 0 0,-16 34 0 0 0,0-1 0 0 0,0 1 0 0 0,-1-1 0 0 0,0 0 0 0 0,-1 0 0 0 0,0 0 0 0 0,-1 0 0 0 0,0 0 0 0 0,-1 0 0 0 0,0 0 0 0 0,-1 0 0 0 0,-5-19 0 0 0,0 12 0 0 0,0 0 0 0 0,-1 1 0 0 0,-1 0 0 0 0,0 0 0 0 0,-1 1 0 0 0,-1 0 0 0 0,0 1 0 0 0,-2 0 0 0 0,1 1 0 0 0,-2 0 0 0 0,0 1 0 0 0,0 1 0 0 0,-30-19 0 0 0,30 21 0 0 0,-1 1 0 0 0,-1 1 0 0 0,0 0 0 0 0,0 2 0 0 0,0 0 0 0 0,-1 0 0 0 0,1 1 0 0 0,-1 1 0 0 0,0 1 0 0 0,-1 1 0 0 0,1 0 0 0 0,0 1 0 0 0,-1 1 0 0 0,1 1 0 0 0,-26 3 0 0 0,21 1 14 0 0,-37 14 0 0 0,-57 32-1315 0 0,-6 3-5003 0 0,64-40-11923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0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0 240 720 0 0,'51'23'17128'0'0,"25"9"-2241"0"0,20-5-14855 0 0,6-12-32 0 0,-1-16 0 0 0,8-14 0 0 0,20-13 0 0 0,33-11 0 0 0,33-4 0 0 0,16-6 0 0 0,-48 5-3474 0 0,-12-1-6050 0 0,-1 7 1040 0 0,1 13 2081 0 0,-4 15 2081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1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 5122 0 0,'24'9'16008'0'0,"5"5"-4371"0"0,25-7-11637 0 0,17-7 0 0 0,-1 0 0 0 0,-6 0 0 0 0,16 0 0 0 0,21 0 0 0 0,17-4 0 0 0,17-6 0 0 0,10-2 0 0 0,6-1 0 0 0,-6-9-5795 0 0,-2-6-6050 0 0,-9-1 240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1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1 153 10005 0 0,'41'7'11445'0'0,"12"-7"-4082"0"0,22-7-4642 0 0,24-6-2881 0 0,21-6-1200 0 0,15-3-481 0 0,6 1-1761 0 0,9-5-3201 0 0,7-3-2321 0 0,0 7 1360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1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36 560 0 0,'106'13'7444'0'0,"-12"11"1120"0"0,-3 7-961 0 0,4 0-1440 0 0,8-5-3730 0 0,14-6-2433 0 0,11-10 0 0 0,7-8 0 0 0,7-7 0 0 0,-1-7 0 0 0,-2-8 0 0 0,-6-2 0 0 0,-8-5 0 0 0,-10-7-5154 0 0,-11 2-5171 0 0,-10 5 1841 0 0,-3 14 2481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7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46 2001 0 0,'-38'-46'26652'0'0,"25"60"-22538"0"0,32 26-4114 0 0,10 26 0 0 0,-6 33 0 0 0,-7 10 0 0 0,0-6 0 0 0,1 11 0 0 0,7 5 0 0 0,2-7 0 0 0,4-15 0 0 0,-1-19 0 0 0,-7-24 0 0 0,-12-35-5635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7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26 160 0 0,'0'1'84'0'0,"0"-1"0"0"0,0 0 0 0 0,0 0 0 0 0,0 0 1 0 0,0 0-1 0 0,0 0 0 0 0,0 0 0 0 0,1 0 0 0 0,-1 0 0 0 0,0 0 0 0 0,0 0 0 0 0,0 0 0 0 0,0 0 0 0 0,0 0 0 0 0,0 0 0 0 0,0 0 1 0 0,0 1-1 0 0,0-1 0 0 0,0 0 0 0 0,0 0 0 0 0,0 0 0 0 0,0 0 0 0 0,1 0 0 0 0,-1 0 0 0 0,0 0 0 0 0,0 0 0 0 0,0 1 0 0 0,0-1 1 0 0,0 0-1 0 0,0 0 0 0 0,0 0 0 0 0,0 0 0 0 0,0 0 0 0 0,0 0 0 0 0,0 0 0 0 0,0 1 0 0 0,0-1 0 0 0,0 0 0 0 0,-1 0 1 0 0,1 0-1 0 0,0 0 0 0 0,0 0 0 0 0,0 0 0 0 0,0 0 0 0 0,0 0 0 0 0,0 1 0 0 0,0-1 0 0 0,0 0 0 0 0,0 0 0 0 0,0 0 0 0 0,0 0 1 0 0,0 0-1 0 0,0 0 0 0 0,-1 0 0 0 0,1 0 0 0 0,0 0 0 0 0,0 0 0 0 0,0 0 0 0 0,0 0 0 0 0,0 0 0 0 0,0 0 0 0 0,-1 0 0 0 0,17 10 11079 0 0,9-5 1631 0 0,-25-5-12635 0 0,1 0 1 0 0,-1 0 0 0 0,1 0-1 0 0,0 0 1 0 0,-1 0 0 0 0,1 0 0 0 0,-1-1-1 0 0,1 1 1 0 0,0 0 0 0 0,-1 0-1 0 0,1-1 1 0 0,-1 1 0 0 0,1 0-1 0 0,-1-1 1 0 0,1 1 0 0 0,-1 0-1 0 0,0-1 1 0 0,1 1 0 0 0,-1-1-1 0 0,1 0 1 0 0,8-8 64 0 0,-9 8-273 0 0,1 1 1 0 0,0-1-1 0 0,0 0 0 0 0,0 0 1 0 0,-1 1-1 0 0,1-1 1 0 0,0 0-1 0 0,-1 0 0 0 0,1 0 1 0 0,-1 0-1 0 0,1 1 0 0 0,-1-1 1 0 0,1 0-1 0 0,-1 0 0 0 0,1-2 1 0 0,-2 2-209 0 0,0 1 1 0 0,0-1-1 0 0,1 0 1 0 0,-1 0-1 0 0,0 0 1 0 0,0 1-1 0 0,0-1 1 0 0,0 1 0 0 0,0-1-1 0 0,0 0 1 0 0,0 1-1 0 0,0 0 1 0 0,0-1-1 0 0,0 1 1 0 0,0 0-1 0 0,0-1 1 0 0,0 1-1 0 0,0 0 1 0 0,0 0-1 0 0,0 0 1 0 0,-1 0-1 0 0,1 0 1 0 0,-2 0-1 0 0,-69-5-20358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8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75 435 2721 0 0,'-18'-18'4556'0'0,"-8"-8"2049"0"0,1-2 4645 0 0,24 26-10973 0 0,0 1 1 0 0,0 0 0 0 0,1-1 0 0 0,-1 1 0 0 0,1-1 0 0 0,-1 0 0 0 0,1 1 0 0 0,0-1 0 0 0,0 1 0 0 0,-1-1 0 0 0,1 1 0 0 0,0-1-1 0 0,0 0 1 0 0,1 1 0 0 0,-1-1 0 0 0,0 1 0 0 0,0-1 0 0 0,1 1 0 0 0,-1-1 0 0 0,1 1 0 0 0,0-1 0 0 0,-1 1 0 0 0,1-1 0 0 0,0 1-1 0 0,0 0 1 0 0,1-3 0 0 0,2-3-146 0 0,2-6-132 0 0,0 1 0 0 0,1 0 0 0 0,1 0 0 0 0,0 1 0 0 0,1 0 0 0 0,0 1 0 0 0,1 0 0 0 0,11-10 0 0 0,0 3 0 0 0,0 1 0 0 0,1 1 0 0 0,39-19 0 0 0,-17 13 0 0 0,0 2 0 0 0,2 2 0 0 0,-1 2 0 0 0,2 2 0 0 0,0 2 0 0 0,0 2 0 0 0,1 2 0 0 0,0 2 0 0 0,1 3 0 0 0,77 5 0 0 0,-112-2 0 0 0,0 0 0 0 0,0 1 0 0 0,-1 1 0 0 0,1 0 0 0 0,-1 1 0 0 0,24 9 0 0 0,-34-11 0 0 0,0 0 0 0 0,0-1 0 0 0,0 1 0 0 0,0 0 0 0 0,-1 0 0 0 0,1 1 0 0 0,-1-1 0 0 0,1 0 0 0 0,-1 1 0 0 0,0 0 0 0 0,0-1 0 0 0,0 1 0 0 0,0 0 0 0 0,0 0 0 0 0,-1 0 0 0 0,1 1 0 0 0,-1-1 0 0 0,0 0 0 0 0,0 0 0 0 0,0 1 0 0 0,0-1 0 0 0,-1 0 0 0 0,1 1 0 0 0,-1-1 0 0 0,0 1 0 0 0,0-1 0 0 0,0 1 0 0 0,0-1 0 0 0,-1 1 0 0 0,0-1 0 0 0,-1 7 0 0 0,-4 8 0 0 0,-1-1 0 0 0,0 0 0 0 0,-1 0 0 0 0,-1 0 0 0 0,0-1 0 0 0,-1 0 0 0 0,-1-1 0 0 0,-1-1 0 0 0,-23 24 0 0 0,-12 7 0 0 0,-73 55 0 0 0,107-90 0 0 0,-4 4 0 0 0,-1-1 0 0 0,0-1 0 0 0,-37 19 0 0 0,67-34 0 0 0,0-1 0 0 0,0 2 0 0 0,0 0 0 0 0,1 0 0 0 0,-1 1 0 0 0,0 0 0 0 0,1 1 0 0 0,14 2 0 0 0,21-1 0 0 0,9-3 0 0 0,-31 0 0 0 0,0 1 0 0 0,0 1 0 0 0,0 2 0 0 0,0 0 0 0 0,0 1 0 0 0,28 9 0 0 0,-30-4 0 0 0,0 1 0 0 0,-1 1 0 0 0,0 1 0 0 0,-1 1 0 0 0,0 1 0 0 0,28 22 0 0 0,-41-28 0 0 0,-1 0 0 0 0,-1 1 0 0 0,1 0 0 0 0,-1 1 0 0 0,0-1 0 0 0,-1 1 0 0 0,8 16 0 0 0,-11-19 0 0 0,0 1 0 0 0,0-1 0 0 0,-1 1 0 0 0,0 0 0 0 0,-1 0 0 0 0,0-1 0 0 0,0 1 0 0 0,0 0 0 0 0,-1 0 0 0 0,0 1 0 0 0,0-1 0 0 0,-3 13 0 0 0,-1-5 0 0 0,0 0 0 0 0,-1-1 0 0 0,-1 1 0 0 0,-1-1 0 0 0,0 0 0 0 0,-1 0 0 0 0,0-1 0 0 0,-1 0 0 0 0,-1 0 0 0 0,0-1 0 0 0,0-1 0 0 0,-14 12 0 0 0,-3 1 0 0 0,0-1 0 0 0,-2-2 0 0 0,0-1 0 0 0,-43 22 0 0 0,12-15 0 0 0,0-2 0 0 0,-2-2 0 0 0,0-4 0 0 0,-2-2 0 0 0,0-3 0 0 0,0-2 0 0 0,-82 3 0 0 0,116-13 0 0 0,0-1 0 0 0,-1-2 0 0 0,1-1 0 0 0,0-1 0 0 0,0-2 0 0 0,0-1 0 0 0,-32-10 0 0 0,59 15 8 0 0,-32-15 176 0 0,34 16-211 0 0,0-1 0 0 0,1 1 0 0 0,-1 0 0 0 0,0-1 0 0 0,0 0 0 0 0,1 1 1 0 0,-1-1-1 0 0,0 1 0 0 0,1-1 0 0 0,-1 0 0 0 0,0 0 0 0 0,1 1 0 0 0,-1-1 0 0 0,1 0 0 0 0,0 0 0 0 0,-1 1 0 0 0,1-1 0 0 0,-1 0 0 0 0,1 0 0 0 0,0 0 0 0 0,0 0 0 0 0,0 0 0 0 0,-1 0 0 0 0,1 0 0 0 0,0 0 0 0 0,0 1 0 0 0,0-1 0 0 0,0 0 0 0 0,1 0 0 0 0,-1 0 0 0 0,0 0 0 0 0,0 0 0 0 0,0 0 0 0 0,1 0 0 0 0,0-1 0 0 0,17-17-2851 0 0,1 5-1856 0 0,42-21-18521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9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 3682 0 0,'61'-25'29085'0'0,"-47"28"-29085"0"0,-15 12 0 0 0,5 23 0 0 0,14 40 0 0 0,0 33 0 0 0,-9 7 0 0 0,-4 28 0 0 0,-5 9 0 0 0,3-12 0 0 0,0-25 0 0 0,7-30 0 0 0,1-30 0 0 0,2-26 0 0 0,-2-25 0 0 0,7-23 0 0 0,9-54-15559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9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74 170 480 0 0,'-37'-85'-160'0'0,"0"0"-80"0"0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9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8 186 400 0 0,'-3'-16'3181'0'0,"2"9"-273"0"0,-1 0-1 0 0,1-1 1 0 0,1 1-1 0 0,-1 0 0 0 0,1-9 1 0 0,1 14-2234 0 0,-1 0 0 0 0,0 0 0 0 0,1 0 0 0 0,-1 0 0 0 0,1 0 0 0 0,0 1 0 0 0,-1-1 0 0 0,1 0 0 0 0,0 0 0 0 0,0 1 0 0 0,0-1 0 0 0,0 1 0 0 0,3-3 0 0 0,16-7 1631 0 0,66-14-2305 0 0,129-20 0 0 0,-180 40 0 0 0,0 2 0 0 0,0 1 0 0 0,0 2 0 0 0,0 1 0 0 0,0 2 0 0 0,65 14 0 0 0,-91-15 0 0 0,-1 1 0 0 0,1-1 0 0 0,-1 1 0 0 0,0 1 0 0 0,0 0 0 0 0,0 0 0 0 0,0 1 0 0 0,-1-1 0 0 0,0 2 0 0 0,0-1 0 0 0,13 13 0 0 0,-17-13 0 0 0,1-1 0 0 0,-1 1 0 0 0,0 0 0 0 0,-1 0 0 0 0,1 0 0 0 0,-1 1 0 0 0,0-1 0 0 0,0 1 0 0 0,0-1 0 0 0,-1 1 0 0 0,0-1 0 0 0,0 1 0 0 0,0 0 0 0 0,-1 0 0 0 0,0 0 0 0 0,0-1 0 0 0,-1 1 0 0 0,1 0 0 0 0,-3 7 0 0 0,-2 8 0 0 0,-1-1 0 0 0,-1 0 0 0 0,-1 0 0 0 0,-1-1 0 0 0,0 0 0 0 0,-2 0 0 0 0,-21 30 0 0 0,1-10 0 0 0,-1-1 0 0 0,-44 41 0 0 0,46-51 0 0 0,-1-1 0 0 0,-1-1 0 0 0,-2-2 0 0 0,0-1 0 0 0,-71 34 0 0 0,96-54 0 0 0,15-7 0 0 0,23-8 0 0 0,149-6 0 0 0,-97 11 0 0 0,-23 2 0 0 0,0 2 0 0 0,0 3 0 0 0,62 8 0 0 0,-98-5 0 0 0,1 0 0 0 0,-1 2 0 0 0,0 1 0 0 0,-1 0 0 0 0,0 2 0 0 0,0 0 0 0 0,0 1 0 0 0,-1 2 0 0 0,-1 0 0 0 0,32 23 0 0 0,-46-30 0 0 0,0 0 0 0 0,-1 0 0 0 0,0 1 0 0 0,0-1 0 0 0,0 1 0 0 0,-1 0 0 0 0,1 0 0 0 0,-1 0 0 0 0,0 0 0 0 0,-1 0 0 0 0,1 1 0 0 0,-1-1 0 0 0,0 1 0 0 0,2 10 0 0 0,-3-8 0 0 0,-1 0 0 0 0,1 0 0 0 0,-1 0 0 0 0,-1 0 0 0 0,1 1 0 0 0,-2-1 0 0 0,1 0 0 0 0,-1 0 0 0 0,-4 13 0 0 0,-2-3 0 0 0,0 0 0 0 0,-1 0 0 0 0,-1-1 0 0 0,0-1 0 0 0,-2 1 0 0 0,0-2 0 0 0,0 0 0 0 0,-17 15 0 0 0,7-9 0 0 0,-2-1 0 0 0,0-2 0 0 0,-1 0 0 0 0,-1-2 0 0 0,0 0 0 0 0,-1-2 0 0 0,0-1 0 0 0,-55 17 0 0 0,59-23 0 0 0,-1-2 0 0 0,0 0 0 0 0,0-1 0 0 0,0-1 0 0 0,0-2 0 0 0,-1 0 0 0 0,1-2 0 0 0,0 0 0 0 0,-1-2 0 0 0,1-1 0 0 0,-34-9 0 0 0,47 10-279 0 0,0-1 0 0 0,0-1-1 0 0,0 0 1 0 0,0 0 0 0 0,-13-10 0 0 0,19 12-485 0 0,1-1 0 0 0,0 1 0 0 0,0-1 0 0 0,0 0 0 0 0,0 0 0 0 0,1 0 0 0 0,0-1 0 0 0,-4-6 0 0 0,3 3-2894 0 0,1 0-1 0 0,0 0 0 0 0,1-1 0 0 0,-3-16 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10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6 400 0 0,'-37'-6'-320'0'0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10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1921 0 0,'28'12'22490'0'0,"-16"40"-14134"0"0,-11 19-8356 0 0,-4-2 0 0 0,3-3 0 0 0,3 17 0 0 0,5 28 0 0 0,3 21 0 0 0,-1 8 0 0 0,-2-9 0 0 0,-3-19 0 0 0,1-28 0 0 0,10-39 0 0 0,10-51 0 0 0,-4-15-19561 0 0,-4-19 6515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11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18 110 6643 0 0,'23'-17'9618'0'0,"18"-10"3336"0"0,-8 11-9402 0 0,0 4-3552 0 0,1 2 0 0 0,0 1 0 0 0,43-5 0 0 0,-63 12 0 0 0,-1 0 0 0 0,0 2 0 0 0,1-1 0 0 0,-1 2 0 0 0,1 0 0 0 0,-1 0 0 0 0,1 2 0 0 0,-1-1 0 0 0,0 2 0 0 0,0 0 0 0 0,22 10 0 0 0,-30-12 0 0 0,0 1 0 0 0,0 0 0 0 0,-1 0 0 0 0,1 0 0 0 0,-1 1 0 0 0,0-1 0 0 0,0 1 0 0 0,0 0 0 0 0,0 0 0 0 0,-1 1 0 0 0,1-1 0 0 0,-1 1 0 0 0,0 0 0 0 0,-1-1 0 0 0,1 1 0 0 0,2 8 0 0 0,-3-6 0 0 0,-1 0 0 0 0,0-1 0 0 0,0 1 0 0 0,-1 0 0 0 0,0 0 0 0 0,0 0 0 0 0,0 0 0 0 0,-1 0 0 0 0,0 0 0 0 0,0-1 0 0 0,-5 12 0 0 0,-2 3 0 0 0,-1 0 0 0 0,-1-1 0 0 0,-1 0 0 0 0,0-1 0 0 0,-2 0 0 0 0,0-1 0 0 0,-18 18 0 0 0,-4 3 0 0 0,-2-2 0 0 0,-1-1 0 0 0,-2-2 0 0 0,-63 40 0 0 0,91-67 0 0 0,14-9 0 0 0,26-10 0 0 0,39 0 0 0 0,2 4 0 0 0,119 1 0 0 0,-172 8 0 0 0,0 0 0 0 0,1 2 0 0 0,-1-1 0 0 0,0 2 0 0 0,0 0 0 0 0,-1 1 0 0 0,1 1 0 0 0,-1 0 0 0 0,15 9 0 0 0,-23-11 0 0 0,-1 0 0 0 0,1 1 0 0 0,0 0 0 0 0,-1 0 0 0 0,0 0 0 0 0,0 1 0 0 0,-1 0 0 0 0,0 0 0 0 0,0 0 0 0 0,0 0 0 0 0,-1 1 0 0 0,1 0 0 0 0,-2 0 0 0 0,1 1 0 0 0,-1-1 0 0 0,0 0 0 0 0,-1 1 0 0 0,1 0 0 0 0,1 13 0 0 0,-3-4 0 0 0,-1 0 0 0 0,0 0 0 0 0,-2 0 0 0 0,0 0 0 0 0,0 0 0 0 0,-2 0 0 0 0,0 0 0 0 0,-1-1 0 0 0,0 0 0 0 0,-2 0 0 0 0,0 0 0 0 0,0-1 0 0 0,-2 0 0 0 0,0 0 0 0 0,-14 18 0 0 0,3-8 0 0 0,-1 0 0 0 0,-2-1 0 0 0,0-1 0 0 0,-1-2 0 0 0,-1 0 0 0 0,-1-1 0 0 0,-36 19 0 0 0,35-24 0 0 0,0-1 0 0 0,-1-1 0 0 0,-1-2 0 0 0,-54 14 0 0 0,65-21 0 0 0,1 0 0 0 0,0-2 0 0 0,-1 0 0 0 0,0-1 0 0 0,1-1 0 0 0,-1-1 0 0 0,0 0 0 0 0,1-2 0 0 0,-30-6 0 0 0,40 6-450 0 0,0 1 0 0 0,0-1 0 0 0,0 0 0 0 0,1 0 0 0 0,-11-7 0 0 0,-14-21-13049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12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648 79 80 0 0,'-6'-26'4152'0'0,"5"23"-2734"0"0,0 0 0 0 0,0 0 0 0 0,0 0 0 0 0,-1 0 0 0 0,1 0 0 0 0,-1 0 0 0 0,0 0 0 0 0,-2-2 0 0 0,2 3-167 0 0,0 0 0 0 0,0 0 0 0 0,0 0-1 0 0,-1 1 1 0 0,1-1 0 0 0,-1 1 0 0 0,1-1 0 0 0,-1 1 0 0 0,-4-2 0 0 0,-20-2 2013 0 0,13 4-3264 0 0,1 2 0 0 0,-1 0 0 0 0,0 0 0 0 0,1 1 0 0 0,-1 1 0 0 0,1 0 0 0 0,0 1 0 0 0,0 0 0 0 0,0 1 0 0 0,1 1 0 0 0,-16 9 0 0 0,-1 1 0 0 0,2 2 0 0 0,-1 1 0 0 0,-36 33 0 0 0,39-28 0 0 0,2 1 0 0 0,1 1 0 0 0,0 1 0 0 0,2 0 0 0 0,1 2 0 0 0,2 0 0 0 0,1 2 0 0 0,1-1 0 0 0,1 2 0 0 0,2 0 0 0 0,1 0 0 0 0,2 1 0 0 0,1 1 0 0 0,1-1 0 0 0,-2 43 0 0 0,9-63 0 0 0,0 0 0 0 0,0-1 0 0 0,1 1 0 0 0,1 0 0 0 0,0 0 0 0 0,1-1 0 0 0,0 1 0 0 0,1-1 0 0 0,0 0 0 0 0,9 18 0 0 0,-8-22 0 0 0,1 1 0 0 0,-1-1 0 0 0,1-1 0 0 0,1 1 0 0 0,-1-1 0 0 0,2 0 0 0 0,-1-1 0 0 0,0 1 0 0 0,1-1 0 0 0,0-1 0 0 0,1 0 0 0 0,-1 0 0 0 0,1 0 0 0 0,13 4 0 0 0,2-1 0 0 0,1-2 0 0 0,-1 0 0 0 0,1-1 0 0 0,0-2 0 0 0,0-1 0 0 0,1 0 0 0 0,-1-2 0 0 0,0-1 0 0 0,46-8 0 0 0,-25 1 0 0 0,-1-3 0 0 0,-1-1 0 0 0,0-3 0 0 0,64-30 0 0 0,-85 34 0 0 0,0-1 0 0 0,-1-1 0 0 0,-1-2 0 0 0,-1 0 0 0 0,0-1 0 0 0,32-32 0 0 0,-42 37 0 0 0,-1 0 0 0 0,0-1 0 0 0,0 0 0 0 0,-1-1 0 0 0,-1 1 0 0 0,0-2 0 0 0,-1 1 0 0 0,0 0 0 0 0,-1-1 0 0 0,-1 0 0 0 0,0-1 0 0 0,-1 1 0 0 0,1-15 0 0 0,-3 21 0 0 0,-1 0 0 0 0,0 0 0 0 0,0 1 0 0 0,-1-1 0 0 0,0 0 0 0 0,-1 0 0 0 0,1 1 0 0 0,-1-1 0 0 0,-1 1 0 0 0,0 0 0 0 0,0-1 0 0 0,0 1 0 0 0,-1 1 0 0 0,0-1 0 0 0,0 0 0 0 0,0 1 0 0 0,-1 0 0 0 0,0 0 0 0 0,-1 0 0 0 0,1 1 0 0 0,-1 0 0 0 0,-10-8 0 0 0,6 7 0 0 0,0 0 0 0 0,0 0 0 0 0,-1 0 0 0 0,0 2 0 0 0,-1-1 0 0 0,1 1 0 0 0,-1 1 0 0 0,1 0 0 0 0,-1 1 0 0 0,0 0 0 0 0,0 1 0 0 0,0 0 0 0 0,-24 2 0 0 0,21 1 0 0 0,-1 1 0 0 0,0 0 0 0 0,0 2 0 0 0,1 0 0 0 0,0 0 0 0 0,0 1 0 0 0,1 1 0 0 0,-1 1 0 0 0,1 0 0 0 0,-24 19 0 0 0,26-18 0 0 0,1 1 0 0 0,0 0 0 0 0,0 1 0 0 0,1 0 0 0 0,1 0 0 0 0,-1 1 0 0 0,2 1 0 0 0,0 0 0 0 0,0 0 0 0 0,2 0 0 0 0,-10 24 0 0 0,15-34 0 0 0,1 0 0 0 0,-1 1 0 0 0,0-1 0 0 0,1 0 0 0 0,0 1 0 0 0,0-1 0 0 0,0 0 0 0 0,0 0 0 0 0,1 1 0 0 0,-1-1 0 0 0,1 0 0 0 0,0 0 0 0 0,0 1 0 0 0,0-1 0 0 0,0 0 0 0 0,0 0 0 0 0,1 0 0 0 0,0 0 0 0 0,-1-1 0 0 0,1 1 0 0 0,0 0 0 0 0,0-1 0 0 0,1 1 0 0 0,-1-1 0 0 0,0 0 0 0 0,1 0 0 0 0,-1 0 0 0 0,1 0 0 0 0,0 0 0 0 0,3 2 0 0 0,1 0 0 0 0,1 0 0 0 0,-1-1 0 0 0,1 1 0 0 0,0-2 0 0 0,0 1 0 0 0,0-1 0 0 0,0 0 0 0 0,0-1 0 0 0,0 0 0 0 0,17 1 0 0 0,13-6 0 0 0,68-16 0 0 0,8-1 0 0 0,-108 21 0 0 0,1 0 0 0 0,0 0 0 0 0,-1 1 0 0 0,1 0 0 0 0,-1 0 0 0 0,0 0 0 0 0,1 1 0 0 0,-1 0 0 0 0,0 0 0 0 0,0 1 0 0 0,0-1 0 0 0,0 1 0 0 0,0 1 0 0 0,-1-1 0 0 0,0 1 0 0 0,6 4 0 0 0,9 10 0 0 0,-1 0 0 0 0,28 35 0 0 0,-23-25 0 0 0,-5-5 0 0 0,-1 1 0 0 0,-1 1 0 0 0,-1 0 0 0 0,-1 1 0 0 0,-1 1 0 0 0,-2 0 0 0 0,0 1 0 0 0,-2 0 0 0 0,-1 1 0 0 0,-2 0 0 0 0,5 35 0 0 0,-5-29 0 0 0,9 71 0 0 0,-15-92 0 0 0,0 1 0 0 0,-1 0 0 0 0,0-1 0 0 0,-1 1 0 0 0,-4 14 0 0 0,5-27 15 0 0,0-1 0 0 0,0 1-1 0 0,-1-1 1 0 0,1 1 0 0 0,-1-1 0 0 0,1 0-1 0 0,-1 1 1 0 0,1-1 0 0 0,-1 0 0 0 0,0 1-1 0 0,0-1 1 0 0,0 0 0 0 0,0 0 0 0 0,1 0-1 0 0,-2 0 1 0 0,0 1 0 0 0,1-1-5 0 0,1-1 1 0 0,-1 0-1 0 0,0 0 1 0 0,1 1-1 0 0,-1-1 0 0 0,0 0 1 0 0,1 0-1 0 0,-1 0 1 0 0,0 0-1 0 0,1 0 1 0 0,-1 0-1 0 0,0 0 1 0 0,1 0-1 0 0,-1 0 1 0 0,0-1-1 0 0,1 1 0 0 0,-1 0 1 0 0,0 0-1 0 0,1 0 1 0 0,-1-1-1 0 0,0 1 1 0 0,1 0-1 0 0,-2-2 1 0 0,-2-1-290 0 0,1 0 0 0 0,-1 0 1 0 0,1-1-1 0 0,0 1 0 0 0,0-1 1 0 0,0 0-1 0 0,0 0 0 0 0,-2-5 1 0 0,-15-31-11109 0 0,-3-10-7427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2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1841 0 0,'-6'0'2076'0'0,"1"3"-877"0"0,5 10 1351 0 0,1-2 4111 0 0,-1-10-6262 0 0,0 0 0 0 0,0-1 0 0 0,0 1 0 0 0,1 0 0 0 0,-1-1 0 0 0,0 1 0 0 0,0-1 0 0 0,1 1 0 0 0,-1-1 0 0 0,0 1 0 0 0,1 0 0 0 0,-1-1 0 0 0,0 1 0 0 0,1-1 0 0 0,-1 0 0 0 0,1 1 0 0 0,-1-1 0 0 0,1 1 0 0 0,-1-1 0 0 0,1 0 0 0 0,-1 1 0 0 0,1-1 0 0 0,-1 0 0 0 0,1 1 0 0 0,0-1 0 0 0,-1 0 0 0 0,1 0 0 0 0,1 1 0 0 0,22 2 3922 0 0,-15-2-3099 0 0,179 15-250 0 0,96-9-341 0 0,189-24-773 0 0,-212 5 7 0 0,-245 13 581 0 0,-27 2 0 0 0,-30 4-4905 0 0,-33-8-13376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03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43 5603 0 0,'-6'31'8365'0'0,"5"-27"-7483"0"0,1-1 0 0 0,0 0 0 0 0,0 1 0 0 0,0-1 0 0 0,1 0 0 0 0,-1 0 0 0 0,1 1 0 0 0,0-1 0 0 0,-1 0 0 0 0,3 4 0 0 0,-2-5-295 0 0,0 0 0 0 0,1 0 0 0 0,-1 0 0 0 0,0 0 0 0 0,1 0 0 0 0,0 0 0 0 0,0 0 0 0 0,-1 0 0 0 0,1 0 0 0 0,4 2 0 0 0,-1-1-209 0 0,-1-1-1 0 0,1 0 0 0 0,0 0 0 0 0,0 0 0 0 0,0 0 0 0 0,7 1 0 0 0,34 6-377 0 0,2-3 0 0 0,72 2 0 0 0,105-12 0 0 0,-128 1 0 0 0,-40 2 0 0 0,82-2 0 0 0,200-29 0 0 0,-335 32 0 0 0,0 0 0 0 0,0-1 0 0 0,0 0 0 0 0,-1 0 0 0 0,1 0 0 0 0,0 0 0 0 0,0-1 0 0 0,-1 1 0 0 0,6-4 0 0 0,-9 5 0 0 0,0 0 0 0 0,0 0 0 0 0,0-1 0 0 0,0 1 0 0 0,0 0 0 0 0,1-1 0 0 0,-1 1 0 0 0,0 0 0 0 0,0 0 0 0 0,0-1 0 0 0,0 1 0 0 0,0 0 0 0 0,0-1 0 0 0,0 1 0 0 0,0 0 0 0 0,0-1 0 0 0,0 1 0 0 0,0 0 0 0 0,0-1 0 0 0,0 1 0 0 0,0 0 0 0 0,-1 0 0 0 0,1-1 0 0 0,0 1 0 0 0,0 0 0 0 0,0-1 0 0 0,0 1 0 0 0,0 0 0 0 0,-1 0 0 0 0,1-1 0 0 0,0 1 0 0 0,0 0 0 0 0,0 0 0 0 0,-1-1 0 0 0,-20-13 0 0 0,-23-13 459 0 0,12 4-3044 0 0,-27-23-8047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12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80 0 0,'32'44'560'0'0,"-3"-17"-240"0"0,-7-19-400 0 0,1-16-320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13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36 1040 0 0,'35'-30'13407'0'0,"-34"30"-13050"0"0,0-1 1 0 0,-1 1-1 0 0,1-1 1 0 0,0 1-1 0 0,-1-1 1 0 0,1 1-1 0 0,0 0 1 0 0,-1-1-1 0 0,1 1 1 0 0,0 0 0 0 0,0-1-1 0 0,-1 1 1 0 0,1 0-1 0 0,0 0 1 0 0,0 0-1 0 0,0 0 1 0 0,-1 0-1 0 0,1 0 1 0 0,1 0-1 0 0,1 10 5465 0 0,-13 24-474 0 0,-30 84-5348 0 0,4 1 0 0 0,6 2 0 0 0,5 1 0 0 0,-10 147 0 0 0,32-224 0 0 0,1-1 0 0 0,3 1 0 0 0,1 0 0 0 0,3-1 0 0 0,17 77 0 0 0,-17-102 0 0 0,1 0 0 0 0,0 0 0 0 0,2 0 0 0 0,0-1 0 0 0,1 0 0 0 0,1-1 0 0 0,1 0 0 0 0,0 0 0 0 0,1-1 0 0 0,1-1 0 0 0,0 0 0 0 0,1-1 0 0 0,1 0 0 0 0,0-1 0 0 0,20 13 0 0 0,-16-15 0 0 0,0-1 0 0 0,1 0 0 0 0,0-2 0 0 0,0-1 0 0 0,1 0 0 0 0,0-1 0 0 0,0-1 0 0 0,1-1 0 0 0,35 1 0 0 0,-40-4 0 0 0,0-1 0 0 0,0 0 0 0 0,-1-1 0 0 0,1-1 0 0 0,0-1 0 0 0,-1-1 0 0 0,0 0 0 0 0,0-1 0 0 0,0 0 0 0 0,0-1 0 0 0,-1-1 0 0 0,0-1 0 0 0,15-10 0 0 0,-25 14 0 0 0,1 0 0 0 0,-1-1 0 0 0,0 1 0 0 0,0-1 0 0 0,0 0 0 0 0,-1-1 0 0 0,0 1 0 0 0,0-1 0 0 0,0 0 0 0 0,0 0 0 0 0,-1 0 0 0 0,0-1 0 0 0,3-11 0 0 0,-3 8 0 0 0,-2 0 0 0 0,1 1 0 0 0,-1-1 0 0 0,-1 0 0 0 0,0 0 0 0 0,0 0 0 0 0,-1 0 0 0 0,-3-16 0 0 0,-4-5 0 0 0,-2-1 0 0 0,-1 2 0 0 0,-1-1 0 0 0,-24-39 0 0 0,33 64 0 0 0,-6-12 0 0 0,0 1 0 0 0,-2 0 0 0 0,0 1 0 0 0,-1 0 0 0 0,0 0 0 0 0,-1 2 0 0 0,-1 0 0 0 0,0 0 0 0 0,-1 1 0 0 0,-30-19 0 0 0,42 30 0 0 0,0 0 0 0 0,0 1 0 0 0,-1 0 0 0 0,1 0 0 0 0,-1 0 0 0 0,1 0 0 0 0,-1 0 0 0 0,1 0 0 0 0,-1 1 0 0 0,1 0 0 0 0,-1 0 0 0 0,0 0 0 0 0,1 0 0 0 0,-1 0 0 0 0,1 1 0 0 0,-1 0 0 0 0,1-1 0 0 0,-1 1 0 0 0,1 1 0 0 0,-1-1 0 0 0,1 0 0 0 0,0 1 0 0 0,0 0 0 0 0,0 0 0 0 0,0 0 0 0 0,-5 4 0 0 0,-5 4 0 0 0,1 1 0 0 0,0 1 0 0 0,1 0 0 0 0,-14 19 0 0 0,7-6 0 0 0,1 1 0 0 0,-16 30 0 0 0,27-46 0 0 0,1 1 0 0 0,0 1 0 0 0,1-1 0 0 0,0 1 0 0 0,1-1 0 0 0,0 1 0 0 0,1 0 0 0 0,-2 19 0 0 0,4-28 0 0 0,0 1 0 0 0,0 0 0 0 0,1 0 0 0 0,-1 0 0 0 0,1 0 0 0 0,-1-1 0 0 0,1 1 0 0 0,0 0 0 0 0,1-1 0 0 0,-1 1 0 0 0,1-1 0 0 0,-1 1 0 0 0,1-1 0 0 0,0 0 0 0 0,1 1 0 0 0,2 3 0 0 0,-2-5 0 0 0,1 1 0 0 0,-1-1 0 0 0,0 0 0 0 0,1 0 0 0 0,-1 0 0 0 0,1-1 0 0 0,-1 1 0 0 0,1-1 0 0 0,0 0 0 0 0,-1 0 0 0 0,1 0 0 0 0,0-1 0 0 0,0 1 0 0 0,0-1 0 0 0,0 0 0 0 0,7 0 0 0 0,10-2 0 0 0,1-1 0 0 0,0 0 0 0 0,0-2 0 0 0,-1 0 0 0 0,0-1 0 0 0,0-2 0 0 0,31-14 0 0 0,135-89 0 0 0,-129 74 0 0 0,67-33 0 0 0,-119 67 0 0 0,1 0 0 0 0,0 0 0 0 0,-1 0 0 0 0,1 1 0 0 0,0 0 0 0 0,0 1 0 0 0,1-1 0 0 0,-1 1 0 0 0,8 0 0 0 0,-12 2 0 0 0,0-1 0 0 0,0 1 0 0 0,0 0 0 0 0,-1 0 0 0 0,1 0 0 0 0,0 0 0 0 0,-1 0 0 0 0,1 0 0 0 0,-1 1 0 0 0,1-1 0 0 0,-1 1 0 0 0,0 0 0 0 0,1-1 0 0 0,-1 1 0 0 0,0 0 0 0 0,0 1 0 0 0,-1-1 0 0 0,1 0 0 0 0,0 0 0 0 0,-1 1 0 0 0,1-1 0 0 0,-1 1 0 0 0,0-1 0 0 0,0 1 0 0 0,2 5 0 0 0,9 31 0 0 0,-1 1 0 0 0,-2 0 0 0 0,5 56 0 0 0,2 11 0 0 0,58 181 0 0 0,-54-221 0 0 0,-18-60-205 0 0,0 0-1 0 0,-1 0 1 0 0,1 0 0 0 0,0 14 0 0 0,-2-20 121 0 0,0-1 1 0 0,0 0 0 0 0,0 1-1 0 0,0-1 1 0 0,0 0 0 0 0,0 1 0 0 0,0-1-1 0 0,-1 1 1 0 0,1-1 0 0 0,0 0-1 0 0,0 1 1 0 0,0-1 0 0 0,0 0 0 0 0,0 1-1 0 0,-1-1 1 0 0,1 0 0 0 0,0 1-1 0 0,0-1 1 0 0,-1 0 0 0 0,1 0-1 0 0,0 1 1 0 0,0-1 0 0 0,-1 0 0 0 0,1 0-1 0 0,0 1 1 0 0,-1-1 0 0 0,1 0-1 0 0,0 0 1 0 0,-1 0 0 0 0,1 0 0 0 0,0 1-1 0 0,-1-1 1 0 0,1 0 0 0 0,0 0-1 0 0,-1 0 1 0 0,-1 0-432 0 0,0-1 0 0 0,0 0 0 0 0,0 1 0 0 0,0-1 0 0 0,1 0 0 0 0,-1 0 0 0 0,0 0 0 0 0,1 0 0 0 0,-1 0 0 0 0,0 0 0 0 0,-2-3 0 0 0,-40-36-21887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14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2 640 0 0,'-38'-2'7616'0'0,"26"2"-4449"0"0,0 1-1 0 0,0 0 1 0 0,1 1-1 0 0,-1 0 1 0 0,-12 4-1 0 0,15-3-1788 0 0,0 0 0 0 0,0 1 0 0 0,-14 8 0 0 0,8-2-1378 0 0,0 1 0 0 0,1 0 0 0 0,0 1 0 0 0,0 1 0 0 0,1 0 0 0 0,1 0 0 0 0,0 1 0 0 0,-17 29 0 0 0,16-20 0 0 0,1 1 0 0 0,1 0 0 0 0,1 1 0 0 0,1 0 0 0 0,-9 37 0 0 0,7 0 0 0 0,3 1 0 0 0,2 0 0 0 0,4 1 0 0 0,5 80 0 0 0,0-99 0 0 0,1-1 0 0 0,2 1 0 0 0,20 73 0 0 0,-20-99 0 0 0,0-1 0 0 0,2 0 0 0 0,0 0 0 0 0,1-1 0 0 0,0 0 0 0 0,2 0 0 0 0,0-1 0 0 0,0 0 0 0 0,2-1 0 0 0,0-1 0 0 0,17 15 0 0 0,-10-13 0 0 0,2-1 0 0 0,0 0 0 0 0,1-2 0 0 0,0-1 0 0 0,1-1 0 0 0,1 0 0 0 0,-1-2 0 0 0,1-1 0 0 0,30 5 0 0 0,-17-6 0 0 0,-1-1 0 0 0,1-2 0 0 0,-1-2 0 0 0,1-2 0 0 0,65-6 0 0 0,-88 4 0 0 0,-1-1 0 0 0,1 0 0 0 0,-1 0 0 0 0,1-2 0 0 0,-1 1 0 0 0,-1-2 0 0 0,24-12 0 0 0,-33 16 0 0 0,0-1 0 0 0,0 0 0 0 0,0 0 0 0 0,0-1 0 0 0,0 1 0 0 0,-1-1 0 0 0,0 0 0 0 0,1 1 0 0 0,-1-1 0 0 0,-1-1 0 0 0,1 1 0 0 0,-1 0 0 0 0,1-1 0 0 0,-1 1 0 0 0,0-1 0 0 0,-1 0 0 0 0,1 0 0 0 0,-1 0 0 0 0,0 1 0 0 0,0-1 0 0 0,-1 0 0 0 0,0 0 0 0 0,1 0 0 0 0,-1 0 0 0 0,-1-1 0 0 0,-1-7 0 0 0,-2-8 0 0 0,-2 1 0 0 0,0 0 0 0 0,-2 0 0 0 0,0 0 0 0 0,-1 1 0 0 0,-1 0 0 0 0,0 1 0 0 0,-15-18 0 0 0,0 2 0 0 0,-1 2 0 0 0,-2 0 0 0 0,-38-32 0 0 0,55 54 0 0 0,-1 1 0 0 0,0 0 0 0 0,-1 1 0 0 0,0 1 0 0 0,-19-9 0 0 0,25 13 0 0 0,-1 0 0 0 0,1 1 0 0 0,0-1 0 0 0,-1 1 0 0 0,0 1 0 0 0,1 0 0 0 0,-1 0 0 0 0,0 0 0 0 0,-13 1 0 0 0,32 0 0 0 0,1 0 0 0 0,-1 1 0 0 0,1 0 0 0 0,-1 0 0 0 0,0 2 0 0 0,13 3 0 0 0,10 1 0 0 0,-21-5 0 0 0,-1 1 0 0 0,1 1 0 0 0,-1 0 0 0 0,0 1 0 0 0,0 0 0 0 0,0 0 0 0 0,0 1 0 0 0,-1 1 0 0 0,0 0 0 0 0,-1 1 0 0 0,1 0 0 0 0,-1 0 0 0 0,-1 1 0 0 0,0 0 0 0 0,0 1 0 0 0,-1 0 0 0 0,14 22 0 0 0,40 45 0 0 0,-40-52 0 0 0,20 30 0 0 0,-25-30 0 0 0,-2 2 0 0 0,0 0 0 0 0,17 47 0 0 0,-27-61 0 0 0,-1 1 0 0 0,-1 0 0 0 0,0 0 0 0 0,0 0 0 0 0,-2 0 0 0 0,0 1 0 0 0,0-1 0 0 0,-1 0 0 0 0,-4 28 0 0 0,4-40 15 0 0,-1 0 1 0 0,1 0-1 0 0,0-1 0 0 0,-1 1 0 0 0,1 0 1 0 0,-1-1-1 0 0,0 1 0 0 0,1 0 0 0 0,-1-1 1 0 0,0 1-1 0 0,0-1 0 0 0,0 1 0 0 0,0-1 1 0 0,0 1-1 0 0,0-1 0 0 0,-3 2 0 0 0,3-2-19 0 0,0-1-1 0 0,0 0 1 0 0,0 1-1 0 0,0-1 1 0 0,0 0-1 0 0,0 0 1 0 0,0 0-1 0 0,0 1 1 0 0,0-1-1 0 0,0 0 1 0 0,1-1-1 0 0,-1 1 1 0 0,0 0-1 0 0,0 0 1 0 0,0 0-1 0 0,0-1 1 0 0,0 1-1 0 0,0 0 1 0 0,0-1-1 0 0,0 1 1 0 0,-1-2-1 0 0,-6-3-1084 0 0,1 0-1 0 0,1-1 1 0 0,-1 0-1 0 0,1 0 1 0 0,-7-9-1 0 0,11 13 490 0 0,-37-39-21348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1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 1201 0 0,'-36'8'12645'0'0,"88"56"801"0"0,58 52-7971 0 0,21 31-5475 0 0,-1 14 0 0 0,-17 5 0 0 0,-12-6 0 0 0,-14-12 0 0 0,-14-24 0 0 0,-9-35 0 0 0,-3-35 0 0 0,0-39 0 0 0,-13-43 0 0 0,-16-40-9396 0 0,-3-23-129 0 0,-4-12 2882 0 0,2-9 2561 0 0,0-8 1681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2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2037 151 80 0 0,'-17'-90'6243'0'0,"-6"38"4082"0"0,-15 43-1 0 0,-23 35-4529 0 0,-25 34-5795 0 0,-26 32 0 0 0,-32 24 0 0 0,-37 19 0 0 0,-37 12 0 0 0,-33-10 0 0 0,0-19-8196 0 0,13-24-1328 0 0,18-24 1760 0 0,24-21 1922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154 133 2641 0 0,'33'-17'1371'0'0,"97"-47"4257"0"0,-48 26 1793 0 0,-77 36-5955 0 0,-1 0 1 0 0,1 0-1 0 0,-1 0 0 0 0,1 1 1 0 0,0-1-1 0 0,9 0 0 0 0,-16 4-1012 0 0,0-1-1 0 0,0 1 1 0 0,0 0-1 0 0,0-1 1 0 0,0 1-1 0 0,0-1 1 0 0,0 0-1 0 0,0 0 1 0 0,-1 0-1 0 0,1 0 1 0 0,-4 1-1 0 0,-47 21-453 0 0,18-9 0 0 0,-37 21 0 0 0,60-28 0 0 0,0 1 0 0 0,1 0 0 0 0,0 1 0 0 0,0 0 0 0 0,1 0 0 0 0,-16 20 0 0 0,-1 6 0 0 0,2 2 0 0 0,2 0 0 0 0,2 1 0 0 0,-19 47 0 0 0,35-75 0 0 0,2 0 0 0 0,-1 0 0 0 0,1 1 0 0 0,1-1 0 0 0,0 1 0 0 0,-1 16 0 0 0,3-23 0 0 0,0 0 0 0 0,0 0 0 0 0,0 0 0 0 0,1 0 0 0 0,0 0 0 0 0,-1 0 0 0 0,1 0 0 0 0,1 0 0 0 0,-1 0 0 0 0,1 0 0 0 0,-1-1 0 0 0,1 1 0 0 0,0 0 0 0 0,0-1 0 0 0,1 0 0 0 0,-1 1 0 0 0,1-1 0 0 0,0 0 0 0 0,-1 0 0 0 0,5 2 0 0 0,0 0 0 0 0,0 0 0 0 0,0-1 0 0 0,1 0 0 0 0,-1-1 0 0 0,1 1 0 0 0,0-1 0 0 0,0-1 0 0 0,0 0 0 0 0,0 0 0 0 0,9 1 0 0 0,16 0 0 0 0,45-2 0 0 0,-51-1 0 0 0,100 1 0 0 0,236 34 0 0 0,-307-25 0 0 0,1 3 0 0 0,-1 1 0 0 0,-1 4 0 0 0,-1 1 0 0 0,0 3 0 0 0,70 40 0 0 0,-111-54 0 0 0,-1 0 0 0 0,0 1 0 0 0,-1 0 0 0 0,0 1 0 0 0,0 0 0 0 0,-1 1 0 0 0,0 0 0 0 0,-1 0 0 0 0,0 1 0 0 0,-1 1 0 0 0,-1-1 0 0 0,0 1 0 0 0,0 0 0 0 0,-1 1 0 0 0,-1-1 0 0 0,0 1 0 0 0,-1 1 0 0 0,-1-1 0 0 0,0 0 0 0 0,-1 1 0 0 0,0-1 0 0 0,-1 1 0 0 0,-1 0 0 0 0,0 0 0 0 0,-1-1 0 0 0,-1 1 0 0 0,0-1 0 0 0,-1 1 0 0 0,-1-1 0 0 0,0 0 0 0 0,-1 0 0 0 0,0 0 0 0 0,-1-1 0 0 0,-8 15 0 0 0,5-14 0 0 0,-1 0 0 0 0,0 0 0 0 0,-1-1 0 0 0,0 0 0 0 0,-1-1 0 0 0,-1-1 0 0 0,1 1 0 0 0,-2-2 0 0 0,0 0 0 0 0,0-1 0 0 0,-1 0 0 0 0,0-1 0 0 0,0 0 0 0 0,-1-2 0 0 0,-25 8 0 0 0,27-9 0 0 0,0-2 0 0 0,0 0 0 0 0,0 0 0 0 0,0-1 0 0 0,-1-1 0 0 0,1-1 0 0 0,-1 0 0 0 0,1 0 0 0 0,0-2 0 0 0,-1 0 0 0 0,1 0 0 0 0,0-1 0 0 0,0-1 0 0 0,1 0 0 0 0,-1-1 0 0 0,1-1 0 0 0,0 0 0 0 0,0-1 0 0 0,-13-8 0 0 0,15 6 0 0 0,0 1 0 0 0,1-1 0 0 0,0-1 0 0 0,0 0 0 0 0,1 0 0 0 0,0-1 0 0 0,1 0 0 0 0,0 0 0 0 0,1-1 0 0 0,0 0 0 0 0,1 0 0 0 0,1-1 0 0 0,0 0 0 0 0,0 0 0 0 0,1 0 0 0 0,1 0 0 0 0,0-1 0 0 0,1 0 0 0 0,0 1 0 0 0,1-1 0 0 0,1-15 0 0 0,3 0 0 0 0,1 0 0 0 0,2-1 0 0 0,1 2 0 0 0,17-48 0 0 0,56-108 0 0 0,154-220 0 0 0,-119 218 0 0 0,-108 173 0 0 0,-2 7 0 0 0,-1 0 0 0 0,0 0 0 0 0,-1 0 0 0 0,0-1 0 0 0,0 0 0 0 0,0 1 0 0 0,-1-1 0 0 0,0 0 0 0 0,0 0 0 0 0,-1 0 0 0 0,1-9 0 0 0,-2 14 0 0 0,0 0 0 0 0,0 1 0 0 0,-1-1 0 0 0,1 0 0 0 0,-1 1 0 0 0,1-1 0 0 0,-1 1 0 0 0,0-1 0 0 0,0 1 0 0 0,0-1 0 0 0,0 1 0 0 0,0-1 0 0 0,0 1 0 0 0,0 0 0 0 0,0-1 0 0 0,0 1 0 0 0,-1 0 0 0 0,1 0 0 0 0,0 0 0 0 0,-1 0 0 0 0,1 0 0 0 0,-1 0 0 0 0,1 1 0 0 0,-1-1 0 0 0,1 0 0 0 0,-1 1 0 0 0,-2-1 0 0 0,-6-1 0 0 0,1 0 0 0 0,-1 0 0 0 0,-16 0 0 0 0,18 2 0 0 0,-20-1 0 0 0,-1 2 0 0 0,1 1 0 0 0,0 1 0 0 0,0 1 0 0 0,1 2 0 0 0,-42 13 0 0 0,-156 72 0 0 0,225-91 23 0 0,-1 0 0 0 0,1 0 0 0 0,0 0 1 0 0,-1 0-1 0 0,1 0 0 0 0,0 0 0 0 0,-1 0 0 0 0,1 0 0 0 0,0 0 0 0 0,-1 1 0 0 0,1-1 1 0 0,0 0-1 0 0,-1 0 0 0 0,1 0 0 0 0,0 1 0 0 0,-1-1 0 0 0,1 0 0 0 0,0 0 0 0 0,0 1 1 0 0,-1-1-1 0 0,1 0 0 0 0,0 0 0 0 0,0 1 0 0 0,0-1 0 0 0,-1 0 0 0 0,1 1 0 0 0,0-1 1 0 0,0 0-1 0 0,0 1 0 0 0,0-1 0 0 0,0 1 0 0 0,0-1 0 0 0,0 0 0 0 0,-1 1 0 0 0,1-1 1 0 0,0 0-1 0 0,0 1 0 0 0,0-1 0 0 0,1 1 0 0 0,12 7-4648 0 0,17 2-13877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3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451 1 11045 0 0,'-43'23'4940'0'0,"-119"70"8372"0"0,134-74-11577 0 0,-40 35 0 0 0,54-41-1735 0 0,1 2 0 0 0,0 0 0 0 0,1 0 0 0 0,0 1 0 0 0,1 1 0 0 0,1 0 0 0 0,1 0 0 0 0,1 1 0 0 0,0 0 0 0 0,1 1 0 0 0,-6 26 0 0 0,6-19 0 0 0,2 1 0 0 0,2 0 0 0 0,0 0 0 0 0,2 0 0 0 0,0 1 0 0 0,2-1 0 0 0,6 38 0 0 0,-2-43 0 0 0,0 0 0 0 0,1 0 0 0 0,1 0 0 0 0,1 0 0 0 0,1-1 0 0 0,1-1 0 0 0,1 0 0 0 0,1 0 0 0 0,0-1 0 0 0,1 0 0 0 0,2-2 0 0 0,0 1 0 0 0,0-2 0 0 0,2 0 0 0 0,22 18 0 0 0,-11-14 0 0 0,1 0 0 0 0,1-3 0 0 0,1 0 0 0 0,0-2 0 0 0,1-1 0 0 0,1-1 0 0 0,0-2 0 0 0,0-2 0 0 0,48 8 0 0 0,-10-6-504 0 0,0-4 1 0 0,89-1-1 0 0,-110-8-1385 0 0,-1-2 1 0 0,51-11-1 0 0,-3-9-12736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4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0 178 8884 0 0,'14'4'10796'0'0,"8"-1"-311"0"0,-8-12-7883 0 0,-1-6-2602 0 0,0 1 0 0 0,2 0 0 0 0,-1 1 0 0 0,1 1 0 0 0,1 0 0 0 0,0 1 0 0 0,1 1 0 0 0,0 0 0 0 0,33-13 0 0 0,-23 14 0 0 0,0 1 0 0 0,0 1 0 0 0,1 1 0 0 0,0 2 0 0 0,0 0 0 0 0,44 1 0 0 0,-62 3 0 0 0,1 0 0 0 0,0 1 0 0 0,-1 0 0 0 0,18 4 0 0 0,-26-4 0 0 0,0-1 0 0 0,1 1 0 0 0,-1 0 0 0 0,0 0 0 0 0,0 0 0 0 0,0 0 0 0 0,0 0 0 0 0,0 0 0 0 0,0 1 0 0 0,0-1 0 0 0,-1 1 0 0 0,1-1 0 0 0,0 1 0 0 0,-1 0 0 0 0,1-1 0 0 0,-1 1 0 0 0,0 0 0 0 0,0 0 0 0 0,1 0 0 0 0,-1 0 0 0 0,0 0 0 0 0,-1 0 0 0 0,1 1 0 0 0,0-1 0 0 0,-1 0 0 0 0,1 0 0 0 0,-1 1 0 0 0,1 1 0 0 0,-1 3 0 0 0,-1-1 0 0 0,1 0 0 0 0,-1 0 0 0 0,0 0 0 0 0,-1 0 0 0 0,0 0 0 0 0,0 0 0 0 0,0 0 0 0 0,0 0 0 0 0,-4 6 0 0 0,-5 6 0 0 0,-22 31 0 0 0,3-12 0 0 0,-2-1 0 0 0,-1-2 0 0 0,-2-1 0 0 0,-67 50 0 0 0,28-33 0 0 0,-125 66 0 0 0,210-120 0 0 0,0 2 0 0 0,0 0 0 0 0,0 0 0 0 0,0 1 0 0 0,14 0 0 0 0,-15 0 0 0 0,75-4 0 0 0,225-9 0 0 0,-246 15 0 0 0,0 2 0 0 0,115 21 0 0 0,-158-19 0 0 0,0 0 0 0 0,-1 1 0 0 0,1 1 0 0 0,-1 1 0 0 0,31 17 0 0 0,-46-22 0 0 0,0 0 0 0 0,0 0 0 0 0,0 0 0 0 0,-1 1 0 0 0,1 0 0 0 0,-1 0 0 0 0,0 0 0 0 0,0 1 0 0 0,0-1 0 0 0,-1 1 0 0 0,1 0 0 0 0,-1 0 0 0 0,-1 0 0 0 0,1 0 0 0 0,0 1 0 0 0,-1-1 0 0 0,0 1 0 0 0,-1 0 0 0 0,1-1 0 0 0,-1 1 0 0 0,0 0 0 0 0,-1 0 0 0 0,1 0 0 0 0,-1 11 0 0 0,-3-4 0 0 0,1 0 0 0 0,-2 1 0 0 0,0-1 0 0 0,0 0 0 0 0,-1-1 0 0 0,-1 1 0 0 0,0-1 0 0 0,-1 0 0 0 0,0 0 0 0 0,-12 15 0 0 0,-7 4 0 0 0,-1 0 0 0 0,-38 32 0 0 0,35-35 0 0 0,-2-2 0 0 0,-59 37 0 0 0,70-51 0 0 0,-1 0 0 0 0,0-2 0 0 0,0 0 0 0 0,-1-2 0 0 0,-44 11 0 0 0,58-17 0 0 0,1-1 0 0 0,-1 0 0 0 0,0 0 0 0 0,-11-1 0 0 0,18 0 0 0 0,-1 0 0 0 0,1 0 0 0 0,0-1 0 0 0,-1 1 0 0 0,1-1 0 0 0,0 0 0 0 0,0 1 0 0 0,-1-1 0 0 0,1 0 0 0 0,0 0 0 0 0,0 0 0 0 0,0-1 0 0 0,0 1 0 0 0,0 0 0 0 0,0-1 0 0 0,1 0 0 0 0,-1 1 0 0 0,0-1 0 0 0,1 0 0 0 0,-1 0 0 0 0,-1-2 0 0 0,0-4-422 0 0,0 0 0 0 0,1 0 0 0 0,-1-1 0 0 0,2 1 0 0 0,-1 0 1 0 0,0-15-1 0 0,-8-105-14345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4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33 24811 0 0,'-45'-31'7956'0'0,"29"29"-7956"0"0,24 4 0 0 0,23 6 0 0 0,26 23 0 0 0,26 40 0 0 0,-6 10 0 0 0,5 16 0 0 0,15 15 0 0 0,4 5 0 0 0,-11-5 0 0 0,-20-21 0 0 0,-20-27 0 0 0,-14-26 0 0 0,0-42-8196 0 0,-6-15-8291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4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764 0 15127 0 0,'-102'89'17640'0'0,"-9"42"-17640"0"0,4-4 0 0 0,14-26 0 0 0,5-15 0 0 0,0 9 0 0 0,-3-2-12518 0 0,8-12-3329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5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11205 0 0,'-13'34'21562'0'0,"-14"74"-21562"0"0,10 8 0 0 0,13-13 0 0 0,8-6 0 0 0,5 18 0 0 0,9 8 0 0 0,6-10 0 0 0,6-23 0 0 0,4-22 0 0 0,7-25-5074 0 0,-7-23-11894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6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231 144 3362 0 0,'-1'0'610'0'0,"1"-1"0"0"0,-1 1 0 0 0,1-1 0 0 0,-1 1 1 0 0,0-1-1 0 0,0 1 0 0 0,1-1 0 0 0,-1 1 1 0 0,0-1-1 0 0,0 1 0 0 0,1 0 0 0 0,-1 0 1 0 0,0-1-1 0 0,0 1 0 0 0,0 0 0 0 0,1 0 0 0 0,-1 0 1 0 0,0 0-1 0 0,0 0 0 0 0,0 0 0 0 0,0 0 1 0 0,0 0-1 0 0,1 0 0 0 0,-1 0 0 0 0,0 0 1 0 0,0 1-1 0 0,0-1 0 0 0,-1 1 0 0 0,-20 23 8586 0 0,9-6-8747 0 0,2 1-1 0 0,1 0 1 0 0,0 1 0 0 0,1 0 0 0 0,1 0 0 0 0,-10 41-1 0 0,-18 137-1076 0 0,19-22 628 0 0,16-143 0 0 0,1 0 0 0 0,2 1 0 0 0,7 39 0 0 0,-8-63 0 0 0,2 0 0 0 0,-1-1 0 0 0,1 1 0 0 0,1-1 0 0 0,-1 1 0 0 0,2-1 0 0 0,-1 0 0 0 0,1-1 0 0 0,8 11 0 0 0,-9-14 0 0 0,0-1 0 0 0,0 0 0 0 0,0 0 0 0 0,1 0 0 0 0,-1-1 0 0 0,1 1 0 0 0,0-1 0 0 0,0 0 0 0 0,1-1 0 0 0,-1 1 0 0 0,0-1 0 0 0,1 0 0 0 0,-1 0 0 0 0,1-1 0 0 0,0 0 0 0 0,10 2 0 0 0,-2-3 0 0 0,0 0 0 0 0,0-1 0 0 0,0-1 0 0 0,0 0 0 0 0,0-1 0 0 0,0 0 0 0 0,-1-1 0 0 0,1 0 0 0 0,-1-1 0 0 0,0-1 0 0 0,-1 0 0 0 0,1-1 0 0 0,-1 0 0 0 0,-1-1 0 0 0,20-16 0 0 0,-11 6 0 0 0,0 0 0 0 0,-2-1 0 0 0,0-1 0 0 0,-1-1 0 0 0,-1 0 0 0 0,-1-1 0 0 0,18-36 0 0 0,-20 28 0 0 0,-1 1 0 0 0,-1-2 0 0 0,-2 1 0 0 0,-1-1 0 0 0,-2-1 0 0 0,0 0 0 0 0,-3 1 0 0 0,0-64 0 0 0,-3 71 0 0 0,-2-1 0 0 0,0 1 0 0 0,-2 0 0 0 0,-1 0 0 0 0,-1 0 0 0 0,-1 0 0 0 0,-1 1 0 0 0,0 0 0 0 0,-2 1 0 0 0,-1 0 0 0 0,-1 0 0 0 0,-17-23 0 0 0,22 37 0 0 0,0 0 0 0 0,0 0 0 0 0,-1 1 0 0 0,0 0 0 0 0,0 0 0 0 0,-1 1 0 0 0,1 0 0 0 0,-2 1 0 0 0,1 0 0 0 0,0 0 0 0 0,-1 1 0 0 0,0 0 0 0 0,0 0 0 0 0,0 2 0 0 0,-1-1 0 0 0,1 1 0 0 0,0 0 0 0 0,-1 1 0 0 0,0 1 0 0 0,1-1 0 0 0,-1 2 0 0 0,-12 1 0 0 0,0 1 0 0 0,0 1 0 0 0,1 2 0 0 0,0 0 0 0 0,0 1 0 0 0,0 2 0 0 0,1 0 0 0 0,0 1 0 0 0,1 1 0 0 0,-24 17 0 0 0,34-22 106 0 0,1 1 1 0 0,0 1-1 0 0,0-1 1 0 0,1 1-1 0 0,0 1 1 0 0,-7 9-1 0 0,13-15-283 0 0,-1 1-1 0 0,1-1 1 0 0,0 0-1 0 0,1 1 1 0 0,-1-1 0 0 0,0 1-1 0 0,1 0 1 0 0,0 0 0 0 0,0-1-1 0 0,0 1 1 0 0,0 0-1 0 0,1 0 1 0 0,0 0 0 0 0,-1 0-1 0 0,2 0 1 0 0,-1 0-1 0 0,0 0 1 0 0,1 0 0 0 0,-1-1-1 0 0,3 7 1 0 0,0-4-2306 0 0,-1 0-1 0 0,2 0 1 0 0,-1-1 0 0 0,1 1-1 0 0,4 5 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6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273 6 2241 0 0,'5'-5'4482'0'0,"-20"36"11365"0"0,-37 67-5650 0 0,-3 13-10197 0 0,14-13 0 0 0,-3 22 0 0 0,3 29 0 0 0,12 7 0 0 0,31-19 0 0 0,28-23 0 0 0,26-31 0 0 0,22-26 0 0 0,18-26 0 0 0,10-24 0 0 0,8-23 0 0 0,-7-17-4434 0 0,-18-9-11653 0 0,-18 9 4321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7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278 92 1201 0 0,'-1'-2'1167'0'0,"0"1"1"0"0,0-1-1 0 0,-1 0 1 0 0,1 1 0 0 0,-1-1-1 0 0,1 1 1 0 0,-1 0 0 0 0,1 0-1 0 0,-1-1 1 0 0,0 1 0 0 0,0 0-1 0 0,0 0 1 0 0,1 0-1 0 0,-4 0 1 0 0,3 1-305 0 0,0 1 1 0 0,0-1-1 0 0,0 1 0 0 0,0-1 0 0 0,0 1 1 0 0,1 0-1 0 0,-1 0 0 0 0,0 0 0 0 0,0 0 1 0 0,1 0-1 0 0,-1 1 0 0 0,1-1 0 0 0,-3 2 1 0 0,2-1-689 0 0,0-1 1 0 0,0 0-1 0 0,0 0 1 0 0,0 0 0 0 0,-1 0-1 0 0,1 0 1 0 0,0-1-1 0 0,0 1 1 0 0,-1-1-1 0 0,1 1 1 0 0,0-1-1 0 0,-1 0 1 0 0,-3 0 0 0 0,5 0-191 0 0,0 0 0 0 0,0 0 0 0 0,-1 0 0 0 0,1-1 0 0 0,0 1 0 0 0,0 0 0 0 0,0 0 0 0 0,0-1 1 0 0,0 1-1 0 0,0-1 0 0 0,0 1 0 0 0,0-1 0 0 0,0 1 0 0 0,0-1 0 0 0,0 0 0 0 0,1 1 0 0 0,-1-1 0 0 0,0 0 1 0 0,0 0-1 0 0,1 0 0 0 0,-1 1 0 0 0,0-1 0 0 0,1 0 0 0 0,-1 0 0 0 0,1 0 0 0 0,-1 0 0 0 0,1 0 1 0 0,-1 0-1 0 0,1 0 0 0 0,0 0 0 0 0,-1 0 0 0 0,1-2 0 0 0,0 3 15 0 0,0-1 0 0 0,0 1 0 0 0,0-1 0 0 0,0 1 0 0 0,1-1 0 0 0,-1 1 0 0 0,0-1 0 0 0,0 1 0 0 0,0 0 0 0 0,0-1 0 0 0,1 1 0 0 0,-1-1 0 0 0,0 1 0 0 0,1 0 0 0 0,-1-1 0 0 0,0 1 0 0 0,0 0 0 0 0,1-1 0 0 0,-1 1 0 0 0,1 0 0 0 0,-1-1 0 0 0,0 1 0 0 0,1 0 0 0 0,-1 0 0 0 0,1 0 0 0 0,-1-1 0 0 0,1 1 0 0 0,14-8 0 0 0,1 1 0 0 0,0 1 0 0 0,0 0 0 0 0,0 1 0 0 0,1 1 0 0 0,26-4 0 0 0,-30 6 0 0 0,29-5 0 0 0,0 2 0 0 0,1 2 0 0 0,-1 1 0 0 0,1 3 0 0 0,-1 1 0 0 0,77 15 0 0 0,-109-15 0 0 0,0 1 0 0 0,0 0 0 0 0,0 0 0 0 0,-1 1 0 0 0,0 1 0 0 0,1-1 0 0 0,-2 2 0 0 0,1-1 0 0 0,8 8 0 0 0,-13-10 0 0 0,-1 0 0 0 0,0 0 0 0 0,0 1 0 0 0,0 0 0 0 0,0-1 0 0 0,-1 1 0 0 0,1 0 0 0 0,-1 0 0 0 0,0 1 0 0 0,0-1 0 0 0,0 0 0 0 0,-1 1 0 0 0,0-1 0 0 0,1 1 0 0 0,-2-1 0 0 0,1 1 0 0 0,0-1 0 0 0,-1 1 0 0 0,0 0 0 0 0,0 0 0 0 0,0-1 0 0 0,-2 6 0 0 0,-1 3 0 0 0,0-1 0 0 0,-1 1 0 0 0,-1-1 0 0 0,0 0 0 0 0,-1 0 0 0 0,0 0 0 0 0,-1-1 0 0 0,0 0 0 0 0,-1 0 0 0 0,0-1 0 0 0,-1 0 0 0 0,-16 15 0 0 0,-3 1 0 0 0,-2-2 0 0 0,0-2 0 0 0,-40 23 0 0 0,52-33 0 0 0,-1-1 0 0 0,-1 0 0 0 0,1-2 0 0 0,-2 0 0 0 0,1-1 0 0 0,-30 6 0 0 0,49-14 0 0 0,0 1 0 0 0,0-1 0 0 0,0 0 0 0 0,0 0 0 0 0,0 1 0 0 0,0-1 0 0 0,0 0 0 0 0,0 0 0 0 0,0 0 0 0 0,0 0 0 0 0,0-1 0 0 0,0 1 0 0 0,0 0 0 0 0,-1 0 0 0 0,1-1 0 0 0,0 1 0 0 0,-1-1 0 0 0,2 0 0 0 0,-1 1 0 0 0,1-1 0 0 0,0 1 0 0 0,0-1 0 0 0,0 1 0 0 0,0-1 0 0 0,0 1 0 0 0,0-1 0 0 0,1 1 0 0 0,-1-1 0 0 0,0 1 0 0 0,0 0 0 0 0,0-1 0 0 0,0 1 0 0 0,0-1 0 0 0,1 1 0 0 0,-1-1 0 0 0,0 1 0 0 0,0 0 0 0 0,1-1 0 0 0,-1 1 0 0 0,0-1 0 0 0,1 1 0 0 0,-1 0 0 0 0,0-1 0 0 0,1 1 0 0 0,36-30 0 0 0,-12 13 0 0 0,1 2 0 0 0,0 1 0 0 0,1 1 0 0 0,1 1 0 0 0,0 2 0 0 0,0 0 0 0 0,1 2 0 0 0,35-5 0 0 0,-44 10 0 0 0,1 1 0 0 0,0 1 0 0 0,0 1 0 0 0,-1 0 0 0 0,1 2 0 0 0,0 0 0 0 0,-1 2 0 0 0,1 0 0 0 0,-1 1 0 0 0,0 1 0 0 0,-1 1 0 0 0,34 17 0 0 0,-44-20 0 0 0,0 2 0 0 0,0-1 0 0 0,-1 1 0 0 0,1 1 0 0 0,-1-1 0 0 0,-1 1 0 0 0,1 1 0 0 0,8 11 0 0 0,-13-15 0 0 0,0 1 0 0 0,0 0 0 0 0,-1 0 0 0 0,0 0 0 0 0,0 0 0 0 0,0 0 0 0 0,0 0 0 0 0,-1 0 0 0 0,1 1 0 0 0,-1-1 0 0 0,-1 0 0 0 0,1 1 0 0 0,-1-1 0 0 0,0 1 0 0 0,0-1 0 0 0,-1 1 0 0 0,-2 9 0 0 0,-1 0 0 0 0,-1-1 0 0 0,0 0 0 0 0,-2 0 0 0 0,1 0 0 0 0,-2-1 0 0 0,0 0 0 0 0,0-1 0 0 0,-1 0 0 0 0,-1 0 0 0 0,0-1 0 0 0,-18 17 0 0 0,-2-2 0 0 0,-1-2 0 0 0,-1-1 0 0 0,-48 26 0 0 0,25-20-143 0 0,-2-2 0 0 0,-1-3-1 0 0,-82 23 1 0 0,34-20-2939 0 0,-119 14 1 0 0,30-19-12545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8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48 1521 0 0,'-10'-27'6883'0'0,"1"7"13526"0"0,41 53-16455 0 0,59 64-3954 0 0,8 10 0 0 0,-22-13 0 0 0,8 17 0 0 0,19 29 0 0 0,8 14 0 0 0,-7-21 0 0 0,-21-44 0 0 0,-30-52 0 0 0,-38-54-4754 0 0,-14-38-14135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28.7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1183 0 5843 0 0,'-14'56'26924'0'0,"-20"39"-26924"0"0,-38 21 0 0 0,0-21 0 0 0,-8 2 0 0 0,-16 25 0 0 0,-16 28 0 0 0,-18 19 0 0 0,9-16 0 0 0,30-50 0 0 0,4-21 0 0 0,-2-24 0 0 0,1-30-6115 0 0,22-37-6290 0 0,36-40 2800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44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8004 0 0,'-28'108'15687'0'0,"132"-34"-6611"0"0,32-43-9076 0 0,4-25 0 0 0,4-9 0 0 0,36 0 0 0 0,20-14 0 0 0,-8-4 0 0 0,-36 8 0 0 0,-12 0 0 0 0,-32 2 0 0 0,-28 18 0 0 0,-44 23-12438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44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0 385 8484 0 0,'20'-34'18408'0'0,"56"-16"-12533"0"0,24-14-5875 0 0,0-10 0 0 0,0 16 0 0 0,8 18 0 0 0,16 13 0 0 0,0 13 0 0 0,4 24 0 0 0,-16 7-192 0 0,-96-67-19337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44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0 433 400 0 0,'10'-19'3677'0'0,"-5"8"-1899"0"0,0 0 0 0 0,2 1 0 0 0,-1 0 0 0 0,1 1 0 0 0,0-1 0 0 0,1 1 1 0 0,11-10-1 0 0,117-109 9617 0 0,-35 41-8650 0 0,-83 72-2563 0 0,-8 5-167 0 0,0 1-1 0 0,0 1 0 0 0,1 0 0 0 0,0 0 1 0 0,1 1-1 0 0,0 1 0 0 0,0 0 0 0 0,0 0 1 0 0,22-6-1 0 0,3 6-14 0 0,-1 2 0 0 0,0 1 0 0 0,1 1 0 0 0,71 8 0 0 0,-95-5 0 0 0,0 0 0 0 0,-1 1 0 0 0,1 1 0 0 0,-1 0 0 0 0,14 6 0 0 0,-23-8 0 0 0,0 0 0 0 0,-1 0 0 0 0,0 0 0 0 0,1 1 0 0 0,-1-1 0 0 0,0 0 0 0 0,1 1 0 0 0,-1 0 0 0 0,0 0 0 0 0,0-1 0 0 0,-1 1 0 0 0,1 0 0 0 0,0 0 0 0 0,-1 1 0 0 0,1-1 0 0 0,-1 0 0 0 0,1 0 0 0 0,-1 1 0 0 0,0-1 0 0 0,0 1 0 0 0,0-1 0 0 0,0 1 0 0 0,-1 0 0 0 0,1-1 0 0 0,-1 1 0 0 0,0 0 0 0 0,1-1 0 0 0,-1 1 0 0 0,0 0 0 0 0,-1 4 0 0 0,-2 4 0 0 0,-1-1 0 0 0,0-1 0 0 0,0 1 0 0 0,-1 0 0 0 0,0-1 0 0 0,-1 0 0 0 0,0 0 0 0 0,0-1 0 0 0,-1 0 0 0 0,-13 13 0 0 0,-14 15 0 0 0,-2-1 0 0 0,-52 38 0 0 0,-90 52 0 0 0,115-82 0 0 0,34-26 0 0 0,20-10 0 0 0,29-6 0 0 0,-13-1 0 0 0,0 1 0 0 0,0 0 0 0 0,0 0 0 0 0,0 1 0 0 0,0-1 0 0 0,-1 2 0 0 0,12 4 0 0 0,12 4 0 0 0,219 48 0 0 0,-170-45 0 0 0,135 44 0 0 0,-170-40 0 0 0,0 1 0 0 0,-2 2 0 0 0,0 2 0 0 0,-2 2 0 0 0,-1 1 0 0 0,-1 2 0 0 0,-1 2 0 0 0,34 36 0 0 0,-47-42 0 0 0,-2 1 0 0 0,-1 1 0 0 0,-1 1 0 0 0,-1 1 0 0 0,-1 0 0 0 0,-2 2 0 0 0,-1 0 0 0 0,-1 1 0 0 0,-2 0 0 0 0,-1 1 0 0 0,-1 0 0 0 0,6 37 0 0 0,-13-45 0 0 0,0-1 0 0 0,-1 0 0 0 0,-2 0 0 0 0,0 1 0 0 0,-2-1 0 0 0,-6 34 0 0 0,5-42 0 0 0,-1-1 0 0 0,0 0 0 0 0,-1 0 0 0 0,-1-1 0 0 0,0 1 0 0 0,-1-1 0 0 0,-1-1 0 0 0,0 1 0 0 0,0-1 0 0 0,-1-1 0 0 0,-21 21 0 0 0,5-10 0 0 0,-1-2 0 0 0,-1 0 0 0 0,-1-2 0 0 0,0-1 0 0 0,-2-2 0 0 0,-42 17 0 0 0,-9-1 0 0 0,-109 24 0 0 0,118-38 0 0 0,0-3 0 0 0,-1-3 0 0 0,0-4 0 0 0,-1-2 0 0 0,-115-9 0 0 0,158 0 0 0 0,0-2 0 0 0,1 0 0 0 0,0-3 0 0 0,0 0 0 0 0,1-2 0 0 0,1-1 0 0 0,-45-26 0 0 0,68 36 72 0 0,1 0 0 0 0,0-1 0 0 0,0 1 0 0 0,0-1 0 0 0,0 0 0 0 0,0 0 0 0 0,1-1 0 0 0,-1 1 0 0 0,1-1 0 0 0,-6-7 0 0 0,8 7-336 0 0,-1-1 0 0 0,1 1 0 0 0,0-1 0 0 0,0 1 0 0 0,1-1 0 0 0,-1 0 0 0 0,1 1 0 0 0,0-1 1 0 0,0 0-1 0 0,1 1 0 0 0,-1-1 0 0 0,1 1 0 0 0,0-1 0 0 0,2-6 0 0 0,49-145-15570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45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0 476 1201 0 0,'2'-3'1006'0'0,"0"1"1"0"0,0 0 0 0 0,0 0-1 0 0,0 0 1 0 0,0 0 0 0 0,1 0-1 0 0,-1 1 1 0 0,0-1 0 0 0,1 1-1 0 0,0-1 1 0 0,-1 1 0 0 0,1 0-1 0 0,0 0 1 0 0,-1 0 0 0 0,1 1-1 0 0,0-1 1 0 0,3 0 0 0 0,37-6 5220 0 0,-16 4-3389 0 0,41-12-1 0 0,-59 13-2665 0 0,0-1-1 0 0,0-1 1 0 0,0 1-1 0 0,-1-2 1 0 0,1 1-1 0 0,-1-1 1 0 0,0 0-1 0 0,15-13 1 0 0,20-31-172 0 0,-35 39 0 0 0,1-1 0 0 0,0 1 0 0 0,0 1 0 0 0,1 0 0 0 0,15-11 0 0 0,9-1 0 0 0,1 1 0 0 0,0 2 0 0 0,41-14 0 0 0,121-34 0 0 0,103-11 0 0 0,-251 68 0 0 0,0 2 0 0 0,0 3 0 0 0,0 2 0 0 0,67 5 0 0 0,-93 0 0 0 0,0 1 0 0 0,0 1 0 0 0,0 1 0 0 0,-1 0 0 0 0,0 2 0 0 0,0 1 0 0 0,-1 1 0 0 0,0 0 0 0 0,-1 2 0 0 0,0 0 0 0 0,-1 1 0 0 0,23 21 0 0 0,-21-15 0 0 0,0 2 0 0 0,-1 1 0 0 0,-1 0 0 0 0,-2 1 0 0 0,0 1 0 0 0,-1 1 0 0 0,-2 1 0 0 0,0 0 0 0 0,15 42 0 0 0,-11-14 0 0 0,-2 2 0 0 0,-3-1 0 0 0,11 114 0 0 0,-12 174 0 0 0,-12-303 0 0 0,0 319 0 0 0,1 164 0 0 0,27-11 0 0 0,-24-468 0 0 0,-2-17 0 0 0,1 0 0 0 0,1 0 0 0 0,10 35 0 0 0,-9-51 0 0 0,-1-10 0 0 0,-1-19 0 0 0,-3-55-1246 0 0,-6-93-7473 0 0,-11-17-11202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45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9845 0 0,'52'98'22922'0'0,"8"-41"-22922"0"0,44-64 0 0 0,40-33 0 0 0,12 0 0 0 0,-24 2 0 0 0,8-2 0 0 0,12 0 0 0 0,12-1 0 0 0,-12 18 0 0 0,-36 16 0 0 0,-4 14 0 0 0,-4-1-15399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46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77 237 1521 0 0,'-14'3'3339'0'0,"-26"3"5448"0"0,19-10 2738 0 0,20 1-9132 0 0,12-7-286 0 0,34-19-1338 0 0,2 2 0 0 0,0 1 0 0 0,66-24 0 0 0,-84 38-750 0 0,21-9-19 0 0,70-19 0 0 0,-93 33 0 0 0,1 1 0 0 0,0 1 0 0 0,0 2 0 0 0,38 0 0 0 0,2 8 0 0 0,0 2 0 0 0,0 3 0 0 0,-1 4 0 0 0,100 32 0 0 0,-148-39 0 0 0,1 0 0 0 0,-1 1 0 0 0,0 1 0 0 0,-1 0 0 0 0,0 2 0 0 0,-1 0 0 0 0,0 1 0 0 0,27 25 0 0 0,-37-30 0 0 0,-1-1 0 0 0,0 2 0 0 0,0-1 0 0 0,0 1 0 0 0,-1-1 0 0 0,0 2 0 0 0,0-1 0 0 0,-1 0 0 0 0,0 1 0 0 0,-1 0 0 0 0,0 0 0 0 0,0 0 0 0 0,-1 0 0 0 0,0 0 0 0 0,-1 1 0 0 0,0-1 0 0 0,0 1 0 0 0,-1-1 0 0 0,0 1 0 0 0,-3 16 0 0 0,-1-9 0 0 0,-1-1 0 0 0,0-1 0 0 0,0 1 0 0 0,-2-1 0 0 0,0 0 0 0 0,-15 24 0 0 0,-2-4 0 0 0,-43 49 0 0 0,5-18 0 0 0,-2-2 0 0 0,-72 55 0 0 0,-152 96 0 0 0,240-180 0 0 0,11-5 0 0 0,32-20 0 0 0,11-9 0 0 0,19-9 0 0 0,-21 6 0 0 0,10-3 0 0 0,0 2 0 0 0,0-1 0 0 0,1 2 0 0 0,28-2 0 0 0,11-1 0 0 0,158-27 0 0 0,121-14 0 0 0,-293 44 0 0 0,-1 1 0 0 0,1 3 0 0 0,0 0 0 0 0,-1 3 0 0 0,0 1 0 0 0,0 2 0 0 0,-1 2 0 0 0,0 1 0 0 0,54 25 0 0 0,-70-26 0 0 0,-1 2 0 0 0,0 0 0 0 0,-1 1 0 0 0,-1 1 0 0 0,0 1 0 0 0,-1 1 0 0 0,20 22 0 0 0,-26-24 0 0 0,0 1 0 0 0,-1 1 0 0 0,-1 0 0 0 0,0 0 0 0 0,-1 1 0 0 0,-1 0 0 0 0,-1 1 0 0 0,0-1 0 0 0,8 37 0 0 0,-12-35 0 0 0,0 0 0 0 0,-2 0 0 0 0,0 0 0 0 0,-1 0 0 0 0,0 0 0 0 0,-6 29 0 0 0,-1-16 0 0 0,0 0 0 0 0,-22 56 0 0 0,14-54 0 0 0,-1 0 0 0 0,-1 0 0 0 0,-2-1 0 0 0,-1-2 0 0 0,-2 0 0 0 0,0-1 0 0 0,-3-1 0 0 0,0-1 0 0 0,-2-2 0 0 0,0 0 0 0 0,-44 30 0 0 0,28-27 0 0 0,-1-2 0 0 0,-76 35 0 0 0,92-50 0 0 0,0-2 0 0 0,0-1 0 0 0,-1 0 0 0 0,0-3 0 0 0,0 0 0 0 0,-33 1 0 0 0,29-5 0 0 0,12 0 0 0 0,-1-1 0 0 0,0-1 0 0 0,-42-6 0 0 0,-65-11 0 0 0,121 16 64 0 0,-24-5 276 0 0,31 6-410 0 0,0-1 0 0 0,0 1 0 0 0,0-1 0 0 0,1 1 0 0 0,-1-1-1 0 0,0 0 1 0 0,0 1 0 0 0,0-1 0 0 0,1 0 0 0 0,-1 1 0 0 0,0-1 0 0 0,1 0 0 0 0,-1 0-1 0 0,0 0 1 0 0,1 0 0 0 0,-1 0 0 0 0,1 0 0 0 0,0 0 0 0 0,-1 0 0 0 0,1 0 0 0 0,0 0 0 0 0,-1 0-1 0 0,1 0 1 0 0,0 0 0 0 0,0 0 0 0 0,0 0 0 0 0,0 0 0 0 0,0 0 0 0 0,0-1 0 0 0,14-59-9850 0 0,3-22-7386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47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2029 71 13446 0 0,'-19'-12'3562'0'0,"0"1"-1"0"0,0 1 1 0 0,-37-14-1 0 0,47 20-3171 0 0,1 2 1 0 0,-1 0-1 0 0,0 0 1 0 0,1 0-1 0 0,-1 1 0 0 0,0 0 1 0 0,0 1-1 0 0,0 0 0 0 0,0 1 1 0 0,0-1-1 0 0,0 2 1 0 0,-12 2-1 0 0,20-3-390 0 0,-1-1 0 0 0,0 1 0 0 0,0 0 0 0 0,0 0 0 0 0,0 0 0 0 0,1 0 0 0 0,-1 0 0 0 0,0 0 0 0 0,1 1 0 0 0,-1-1 0 0 0,1 1 0 0 0,-1-1 0 0 0,1 1 0 0 0,-2 1 0 0 0,-25 36 0 0 0,-46 81 0 0 0,24-36 0 0 0,-3-7 0 0 0,27-43 0 0 0,3 2 0 0 0,1 0 0 0 0,-26 58 0 0 0,43-83 0 0 0,1 0 0 0 0,0 1 0 0 0,1-1 0 0 0,1 1 0 0 0,0-1 0 0 0,0 1 0 0 0,1 0 0 0 0,0 0 0 0 0,1 0 0 0 0,1 0 0 0 0,0 0 0 0 0,1 0 0 0 0,0-1 0 0 0,0 1 0 0 0,1-1 0 0 0,1 1 0 0 0,5 11 0 0 0,5 3 0 0 0,0 0 0 0 0,2-1 0 0 0,1 0 0 0 0,1-1 0 0 0,2-1 0 0 0,0-1 0 0 0,35 30 0 0 0,173 120 0 0 0,-223-169 0 0 0,423 311 0 0 0,-324-228 0 0 0,171 184 0 0 0,-252-244 0 0 0,0 1 0 0 0,-2 2 0 0 0,-1 0 0 0 0,27 54 0 0 0,-41-70 0 0 0,-1 0 0 0 0,0 1 0 0 0,0 0 0 0 0,-1 0 0 0 0,-1 0 0 0 0,-1 0 0 0 0,0 1 0 0 0,0-1 0 0 0,-2 1 0 0 0,0-1 0 0 0,0 1 0 0 0,-1-1 0 0 0,-1 1 0 0 0,-5 17 0 0 0,2-15 0 0 0,-2 1 0 0 0,0-1 0 0 0,-1 0 0 0 0,0-1 0 0 0,-2 0 0 0 0,-17 24 0 0 0,3-10 0 0 0,-1-2 0 0 0,-35 31 0 0 0,19-23 0 0 0,-2-3 0 0 0,-1-1 0 0 0,-1-2 0 0 0,-2-2 0 0 0,-1-2 0 0 0,-1-2 0 0 0,-52 17 0 0 0,71-32 0 0 0,0-2 0 0 0,0 0 0 0 0,-1-2 0 0 0,1-1 0 0 0,-49-1 0 0 0,65-2 0 0 0,12-1 0 0 0,-1 0 0 0 0,1 0 0 0 0,0 0 0 0 0,-1 0 0 0 0,1 0 0 0 0,0-1 0 0 0,0 1 0 0 0,-1-1 0 0 0,1 0 0 0 0,0 1 0 0 0,0-1 0 0 0,0 0 0 0 0,-1 0 0 0 0,1 0 0 0 0,0-1 0 0 0,1 1 0 0 0,-1-1 0 0 0,0 1 0 0 0,0-1 0 0 0,1 1 0 0 0,-1-1 0 0 0,0 0 0 0 0,1 0 0 0 0,0 0 0 0 0,-1 0 0 0 0,0-3 0 0 0,-1-3 0 0 0,0 1 0 0 0,1-1 0 0 0,0 0 0 0 0,0 0 0 0 0,1 0 0 0 0,-1-12 0 0 0,0-23 0 0 0,2 1 0 0 0,2-1 0 0 0,14-78 0 0 0,24-73 0 0 0,129-373 0 0 0,186-277 0 0 0,-205 574 0 0 0,-125 232 0 0 0,2 1 0 0 0,2 1 0 0 0,1 1 0 0 0,51-46 0 0 0,-76 77 0 0 0,0 0 0 0 0,-1 0 0 0 0,1 0 0 0 0,1 1 0 0 0,-1-1 0 0 0,0 1 0 0 0,10-3 0 0 0,-15 6 0 0 0,0-1 0 0 0,1 1 0 0 0,-1 0 0 0 0,0 0 0 0 0,1 0 0 0 0,-1 0 0 0 0,1 0 0 0 0,-1 0 0 0 0,0 0 0 0 0,1 0 0 0 0,-1 0 0 0 0,0 0 0 0 0,1 0 0 0 0,-1 0 0 0 0,0 0 0 0 0,1 0 0 0 0,-1 0 0 0 0,0 0 0 0 0,1 0 0 0 0,-1 1 0 0 0,0-1 0 0 0,1 0 0 0 0,-1 0 0 0 0,0 0 0 0 0,1 0 0 0 0,-1 1 0 0 0,0-1 0 0 0,0 0 0 0 0,1 0 0 0 0,-1 1 0 0 0,0-1 0 0 0,0 0 0 0 0,1 1 0 0 0,-1-1 0 0 0,0 0 0 0 0,0 0 0 0 0,0 1 0 0 0,0-1 0 0 0,1 1 0 0 0,-1-1 0 0 0,0 0 0 0 0,0 1 0 0 0,0-1 0 0 0,0 0 0 0 0,0 1 0 0 0,0-1 0 0 0,0 0 0 0 0,0 1 0 0 0,0-1 0 0 0,0 0 0 0 0,0 1 0 0 0,0-1 0 0 0,0 0 0 0 0,-1 1 0 0 0,1-1 0 0 0,0 1 0 0 0,0-1 0 0 0,0 0 0 0 0,0 0 0 0 0,-1 1 0 0 0,1-1 0 0 0,0 1 0 0 0,-2 2 0 0 0,-1 1 0 0 0,1 0 0 0 0,-1-1 0 0 0,1 1 0 0 0,-1-1 0 0 0,0 0 0 0 0,0 0 0 0 0,-1 0 0 0 0,1 0 0 0 0,-1 0 0 0 0,-4 2 0 0 0,-6 3 0 0 0,-1 0 0 0 0,-24 9 0 0 0,-164 54 0 0 0,77-29 0 0 0,5 0 0 0 0,-239 78 0 0 0,263-94 0 0 0,-190 27 0 0 0,147-40-275 0 0,0-6-1 0 0,0-7 1 0 0,-209-25-1 0 0,226 6-1526 0 0,1-5-1 0 0,-144-47 0 0 0,-31-36-13280 0 0,296 106 15034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8:54:49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1323 935 1441 0 0,'-447'-82'23466'0'0,"223"60"-16982"0"0,-1 17-5207 0 0,152 7-1252 0 0,-1 3 0 0 0,1 4-1 0 0,-105 25 1 0 0,150-26-25 0 0,28-8 0 0 0,0 0 0 0 0,0 0 0 0 0,0 0 0 0 0,0 0 0 0 0,0 0 0 0 0,0 1 0 0 0,0-1 0 0 0,0 0 0 0 0,0 0 0 0 0,0 0 0 0 0,0 0 0 0 0,0 0 0 0 0,0 0 0 0 0,0 0 0 0 0,0 0 0 0 0,0 0 0 0 0,0 0 0 0 0,0 1 0 0 0,0-1 0 0 0,0 0 0 0 0,0 0 0 0 0,0 0 0 0 0,0 0 0 0 0,0 0 0 0 0,0 0 0 0 0,0 0 0 0 0,0 0 0 0 0,0 0 0 0 0,0 0 0 0 0,0 0 0 0 0,0 1 0 0 0,0-1 0 0 0,0 0 0 0 0,0 0 0 0 0,0 0 0 0 0,-1 0 0 0 0,1 0 0 0 0,48-4 0 0 0,-19 2 0 0 0,614-58 0 0 0,279-21 0 0 0,-364 43 0 0 0,81-4 0 0 0,3444-287 0 0 0,-2461 180 0 0 0,0 30 0 0 0,-3 57 0 0 0,-7 83 0 0 0,-1252 0 0 0 0,25 20 0 0 0,-357-37 0 0 0,-21-3 0 0 0,1 0 0 0 0,0 0 0 0 0,-1 1 0 0 0,0-1 0 0 0,1 2 0 0 0,-1-1 0 0 0,7 4 0 0 0,-13-5 0 0 0,-1-1 0 0 0,0 0 0 0 0,1 0 0 0 0,-1 0 0 0 0,1 1 0 0 0,-1-1 0 0 0,0 0 0 0 0,1 0 0 0 0,-1 1 0 0 0,0-1 0 0 0,1 0 0 0 0,-1 1 0 0 0,0-1 0 0 0,1 0 0 0 0,-1 1 0 0 0,0-1 0 0 0,0 1 0 0 0,1-1 0 0 0,-1 0 0 0 0,0 1 0 0 0,0-1 0 0 0,0 1 0 0 0,0-1 0 0 0,0 1 0 0 0,1-1 0 0 0,-1 1 0 0 0,0-1 0 0 0,0 1 0 0 0,0-1 0 0 0,0 0 0 0 0,0 1 0 0 0,-1-1 0 0 0,1 1 0 0 0,0-1 0 0 0,0 1 0 0 0,0-1 0 0 0,0 1 0 0 0,0-1 0 0 0,-1 1 0 0 0,-1 24 0 0 0,12 47 0 0 0,36 131 0 0 0,-22-111 0 0 0,313 1111 0 0 0,-220-881 0 0 0,67 208 0 0 0,-145-398 0 0 0,-6 2 0 0 0,16 148 0 0 0,-33-113 0 0 0,-8 0 0 0 0,-25 317 0 0 0,5-393 0 0 0,-3 0 0 0 0,-5-2 0 0 0,-33 95 0 0 0,11-70 0 0 0,-103 201 0 0 0,136-300 0 0 0,-17 33 0 0 0,-48 69 0 0 0,64-106 0 0 0,-1 1 0 0 0,0-1 0 0 0,-1-1 0 0 0,0 0 0 0 0,-1-1 0 0 0,-1 0 0 0 0,1-1 0 0 0,-2 0 0 0 0,-19 9 0 0 0,13-10 0 0 0,-1-1 0 0 0,0-1 0 0 0,0-1 0 0 0,0-1 0 0 0,-1-1 0 0 0,0-1 0 0 0,-30 0 0 0 0,-164-12 0 0 0,161 4 0 0 0,-314-46 0 0 0,-2-2 0 0 0,121 42 0 0 0,-67-5 0 0 0,-61-20 0 0 0,-77-11 0 0 0,-622 29 0 0 0,661 44 0 0 0,-438 84 0 0 0,38 40 0 0 0,-374 62 0 0 0,-603-1 0 0 0,-4-78 0 0 0,1738-129 0 0 0,-558 47 0 0 0,-232 12 0 0 0,695-57 0 0 0,0-7 0 0 0,0-7 0 0 0,-199-35 0 0 0,-160-55 0 0 0,188 23 0 0 0,310 69 0 0 0,-1 0 0 0 0,1 0 0 0 0,0-2 0 0 0,0 0 0 0 0,1-1 0 0 0,-27-20 0 0 0,33 21 0 0 0,1 0 0 0 0,-1-1 0 0 0,2 0 0 0 0,0-1 0 0 0,0 0 0 0 0,0 0 0 0 0,1 0 0 0 0,1 0 0 0 0,0-1 0 0 0,-7-22 0 0 0,-4-24 0 0 0,2-1 0 0 0,3 0 0 0 0,3 0 0 0 0,-2-75 0 0 0,16-237 0 0 0,-6 359 0 0 0,29-575 0 0 0,6-146 0 0 0,3-246 0 0 0,-23 28 0 0 0,-31 722 0 0 0,14 202 0 0 0,-2 0 0 0 0,0 0 0 0 0,-17-49 0 0 0,20 71 4 0 0,-1 1 0 0 0,0-1 0 0 0,1 1 0 0 0,-1-1 0 0 0,-1 1-1 0 0,1 0 1 0 0,0 0 0 0 0,-1 0 0 0 0,0 0 0 0 0,1 0 0 0 0,-1 0 0 0 0,-5-2 0 0 0,6 3-20 0 0,0 1 0 0 0,0 0 0 0 0,-1 0 0 0 0,1 0 1 0 0,-1 1-1 0 0,1-1 0 0 0,0 1 0 0 0,-1-1 0 0 0,1 1 0 0 0,-1 0 0 0 0,1 0 1 0 0,-1 0-1 0 0,0 0 0 0 0,1 0 0 0 0,-4 1 0 0 0,-4 2-412 0 0,1 1 0 0 0,0 0 0 0 0,-1 0 0 0 0,2 1 0 0 0,-1 0 0 0 0,0 1 0 0 0,1 0 0 0 0,-15 13 0 0 0,-8 11-2121 0 0,0 1-1 0 0,2 2 1 0 0,-31 44 0 0 0,-112 190-7868 0 0,171-266 10403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1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1921 0 0,'23'-5'4765'0'0,"-18"5"-3059"0"0,-1 0-1 0 0,0 0 1 0 0,1 0-1 0 0,-1 1 1 0 0,1-1-1 0 0,5 3 1 0 0,25 12 9540 0 0,-15-2-8350 0 0,8 11-2896 0 0,-20-17 0 0 0,-1 0 0 0 0,1 0 0 0 0,1-1 0 0 0,-1 0 0 0 0,1-1 0 0 0,1 1 0 0 0,-1-1 0 0 0,1-1 0 0 0,0 0 0 0 0,12 4 0 0 0,12-1 0 0 0,1 0 0 0 0,65 3 0 0 0,77-7 0 0 0,-109-3 0 0 0,278-3-1925 0 0,22 1-6728 0 0,-300 3-6653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1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2481 0 0,'7'3'5523'0'0,"57"8"16647"0"0,2-1-19577 0 0,-18-6-2593 0 0,-9-3 0 0 0,4 8 0 0 0,8 5 0 0 0,10-1 0 0 0,6-7 0 0 0,-6-2 0 0 0,4-4 0 0 0,9 0 0 0 0,11 0 0 0 0,9-1-6835 0 0,-5-5-5571 0 0,-8-1 2642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1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1 160 0 0,'5'1'17319'0'0,"1"3"-7846"0"0,4 0-4905 0 0,16 5-3366 0 0,32 2-1165 0 0,16 2-33 0 0,107 6 0 0 0,17-14 96 0 0,114 6-659 0 0,-272-9-895 0 0,-1-1-3689 0 0,2 1-5588 0 0,-2 1-1368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2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26 160 0 0,'14'0'289'0'0,"1"-1"0"0"0,21-3 0 0 0,-9-2 5941 0 0,-8 3 7190 0 0,1 5-6039 0 0,1-1-3691 0 0,266 9-2671 0 0,-244-7-1019 0 0,103 8 0 0 0,196-8 0 0 0,-240-11-2901 0 0,-69 5-1724 0 0,34-9-1 0 0,-23 2-7585 0 0,3 2 3887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2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19 240 0 0,'17'-1'215'0'0,"-1"-3"6401"0"0,16-3 12397 0 0,-5 5-15766 0 0,-8 0-2388 0 0,1 1 0 0 0,-1 1 0 0 0,25 3 0 0 0,50 8-859 0 0,2-3 0 0 0,176-8 0 0 0,-127-10-1992 0 0,22-1-6634 0 0,-119 9-3678 0 0,-9 1 3179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3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83 720 0 0,'22'-3'4309'0'0,"26"5"17578"0"0,-15 0-16036 0 0,14-1-5755 0 0,-1-2 0 0 0,67-9 1 0 0,99-24-346 0 0,-64 8-1184 0 0,-104 19-7779 0 0,-2 0-10389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4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7 1281 0 0,'-16'-6'29133'0'0,"24"12"-26780"0"0,5-1-2353 0 0,25 5 0 0 0,34 11 0 0 0,-16-14 0 0 0,-1-4 0 0 0,9-2 0 0 0,8 4 0 0 0,2-2 0 0 0,-3 1 0 0 0,0-2-3474 0 0,-8-2-11172 0 0,-14-1 3841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4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80 0 0,'9'2'22651'0'0,"-2"-1"-18390"0"0,5 0-3488 0 0,221 14 3658 0 0,-105-8-3860 0 0,-86-5-1257 0 0,185 7-17108 0 0,-166-10 7429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4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1 0 320 0 0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4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 80 0 0,'4'-2'560'0'0,"1"0"881"0"0,2 0 1360 0 0,8-2 1761 0 0,49-7 10885 0 0,-8 3-7571 0 0,-18 4-7876 0 0,-4 9 0 0 0,8 0 0 0 0,9-1 0 0 0,8-4 0 0 0,0 0 0 0 0,5 0 0 0 0,-8 3 0 0 0,-5-1-2353 0 0,-3-9-8692 0 0,0 2 0 0 0,-4 6 4002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5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80 0 0,'3'-1'1658'0'0,"1"-1"-1"0"0,-1 1 1 0 0,0 0-1 0 0,0 0 1 0 0,0 0 0 0 0,1 0-1 0 0,-1 0 1 0 0,1 0-1 0 0,-1 1 1 0 0,7 0 0 0 0,18 3 7536 0 0,-7 3-6830 0 0,93 27-30 0 0,44 11-1596 0 0,-130-38-783 0 0,-1-1 1 0 0,1-2 0 0 0,55 2 0 0 0,185-24-562 0 0,-219 12-5031 0 0,-16-3-11042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6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3282 0 0,'4'0'5202'0'0,"34"11"12726"0"0,44 10-11573 0 0,-6-12-6355 0 0,11-4 0 0 0,3 0 0 0 0,1-6 0 0 0,19-2 0 0 0,20 5 0 0 0,7 7 0 0 0,1 14 0 0 0,-14 2-8756 0 0,-21 11-6371 0 0,-25 3 6643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3:48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111 124 400 0 0,'8'-16'1710'0'0,"-3"5"-537"0"0,1 0-1 0 0,4-16 1 0 0,-7 2 4051 0 0,-3 23-4149 0 0,0 0 1 0 0,-1 0 0 0 0,1-1 0 0 0,-1 1 0 0 0,1 0 0 0 0,-1 0 0 0 0,0 0 0 0 0,-2-4 0 0 0,-7-4 6759 0 0,-2 10-4104 0 0,-1 0-3065 0 0,10 4-666 0 0,-11 29 0 0 0,1 1 0 0 0,-14 68 0 0 0,-1 74 0 0 0,24-133 0 0 0,3-29 0 0 0,0 1 0 0 0,-1-1 0 0 0,-5 20 0 0 0,15-57 0 0 0,15-27 0 0 0,1 0 0 0 0,5-29 0 0 0,-18 43 0 0 0,3 1 0 0 0,1 0 0 0 0,1 0 0 0 0,23-32 0 0 0,-34 93 0 0 0,-2 5 0 0 0,0 44 0 0 0,-4-54 0 0 0,1 0 0 0 0,1 0 0 0 0,2-1 0 0 0,0 1 0 0 0,1 0 0 0 0,9 26 0 0 0,10-66 0 0 0,0-7 0 0 0,-1-1 0 0 0,29-48 0 0 0,-16 22 0 0 0,-11 14 0 0 0,-17 27 0 0 0,-1 1 0 0 0,2 0 0 0 0,-1 0 0 0 0,14-13 0 0 0,-21 24 0 0 0,1-1 0 0 0,-1 1 0 0 0,1 0 0 0 0,-1 0 0 0 0,1 0 0 0 0,-1 0 0 0 0,0 0 0 0 0,1 0 0 0 0,-1 0 0 0 0,1 0 0 0 0,-1 0 0 0 0,1 0 0 0 0,-1 0 0 0 0,1 0 0 0 0,-1 0 0 0 0,0 0 0 0 0,1 0 0 0 0,-1 0 0 0 0,1 0 0 0 0,-1 1 0 0 0,1-1 0 0 0,-1 0 0 0 0,0 0 0 0 0,1 0 0 0 0,-1 1 0 0 0,0-1 0 0 0,1 0 0 0 0,-1 0 0 0 0,0 1 0 0 0,1-1 0 0 0,-1 0 0 0 0,0 1 0 0 0,0-1 0 0 0,1 0 0 0 0,-1 1 0 0 0,0-1 0 0 0,0 0 0 0 0,0 1 0 0 0,1-1 0 0 0,-1 1 0 0 0,0-1 0 0 0,0 1 0 0 0,13 25 0 0 0,-8-17 0 0 0,12 24 0 0 0,-2 2 0 0 0,-2-1 0 0 0,13 51 0 0 0,-20-56 0 0 0,2 0 0 0 0,2-1 0 0 0,1 0 0 0 0,20 39 0 0 0,-25-57 174 0 0,13 25 144 0 0,-12-9-3963 0 0,-9 15-12123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03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93 308 960 0 0,'-31'-16'4819'0'0,"25"13"-2364"0"0,-1-1 0 0 0,1 0 0 0 0,1 0 0 0 0,-10-8 0 0 0,13 9-1392 0 0,-1 1 0 0 0,1-1 0 0 0,0 0 0 0 0,0 0 0 0 0,0 0-1 0 0,1 0 1 0 0,-1 0 0 0 0,1 0 0 0 0,0 0 0 0 0,-2-6 0 0 0,2 5-560 0 0,1-1 1 0 0,-1 1-1 0 0,1 0 1 0 0,0-1-1 0 0,2-7 1 0 0,1-2-504 0 0,0 0 0 0 0,1 0 0 0 0,1 1 0 0 0,0-1 0 0 0,1 1 0 0 0,1 1 0 0 0,0-1 0 0 0,0 1 0 0 0,2 0 0 0 0,16-19 0 0 0,-22 28 0 0 0,-1 1 0 0 0,1-1 0 0 0,0 1 0 0 0,0 0 0 0 0,0-1 0 0 0,0 1 0 0 0,0 0 0 0 0,0 1 0 0 0,1-1 0 0 0,-1 0 0 0 0,1 1 0 0 0,-1 0 0 0 0,1 0 0 0 0,0 0 0 0 0,-1 0 0 0 0,1 0 0 0 0,0 1 0 0 0,0 0 0 0 0,-1-1 0 0 0,1 1 0 0 0,0 0 0 0 0,0 1 0 0 0,0-1 0 0 0,-1 1 0 0 0,1-1 0 0 0,0 1 0 0 0,0 0 0 0 0,-1 0 0 0 0,1 1 0 0 0,-1-1 0 0 0,1 1 0 0 0,-1-1 0 0 0,0 1 0 0 0,0 0 0 0 0,1 0 0 0 0,-2 1 0 0 0,1-1 0 0 0,0 0 0 0 0,3 5 0 0 0,3 4 0 0 0,0 0 0 0 0,-1 1 0 0 0,0 0 0 0 0,-2 1 0 0 0,1-1 0 0 0,-1 1 0 0 0,-1 0 0 0 0,-1 0 0 0 0,3 16 0 0 0,-1-2 0 0 0,-2 0 0 0 0,-2 0 0 0 0,-1 52 0 0 0,-5-36 0 0 0,-1 0 0 0 0,-2-1 0 0 0,-2 1 0 0 0,-3-2 0 0 0,-1 1 0 0 0,-2-2 0 0 0,-2 1 0 0 0,-42 68 0 0 0,16-49 0 0 0,37-54 0 0 0,1 0 0 0 0,-1 0 0 0 0,0-1 0 0 0,-1 1 0 0 0,1-1 0 0 0,-14 8 0 0 0,20-13 0 0 0,-1 1 0 0 0,0-1 0 0 0,0 1 0 0 0,0-1 0 0 0,1 0 0 0 0,-1 1 0 0 0,0-1 0 0 0,0 0 0 0 0,0 0 0 0 0,0 1 0 0 0,0-1 0 0 0,1 0 0 0 0,-1 0 0 0 0,0 0 0 0 0,0 0 0 0 0,0 0 0 0 0,0 0 0 0 0,0 0 0 0 0,0 0 0 0 0,0-1 0 0 0,0 1 0 0 0,1 0 0 0 0,-1 0 0 0 0,0-1 0 0 0,-1 1 0 0 0,1-1 0 0 0,1 0 0 0 0,0 1 0 0 0,-1-1 0 0 0,1 0 0 0 0,0 1 0 0 0,-1-1 0 0 0,1 0 0 0 0,0 1 0 0 0,0-1 0 0 0,0 0 0 0 0,0 1 0 0 0,-1-1 0 0 0,1 0 0 0 0,0 1 0 0 0,1-1 0 0 0,-1 0 0 0 0,0 0 0 0 0,0 1 0 0 0,0-1 0 0 0,0 0 0 0 0,0 1 0 0 0,1-1 0 0 0,-1 0 0 0 0,0 1 0 0 0,1-1 0 0 0,-1 0 0 0 0,0 1 0 0 0,1-1 0 0 0,0 0 0 0 0,7-11 0 0 0,-3 2 0 0 0,1 1 0 0 0,0 0 0 0 0,1 0 0 0 0,0 1 0 0 0,1 0 0 0 0,-1 0 0 0 0,2 1 0 0 0,10-8 0 0 0,0 2 0 0 0,1 1 0 0 0,1 1 0 0 0,0 1 0 0 0,0 0 0 0 0,37-10 0 0 0,-42 15 0 0 0,1 1 0 0 0,-1 1 0 0 0,1 0 0 0 0,-1 1 0 0 0,1 1 0 0 0,0 0 0 0 0,0 1 0 0 0,33 4 0 0 0,-46-3 0 0 0,1 0 1 0 0,0 0-1 0 0,0 1 0 0 0,0-1 1 0 0,-1 1-1 0 0,1 0 0 0 0,-1 0 0 0 0,1 1 1 0 0,-1-1-1 0 0,0 1 0 0 0,0 0 1 0 0,0 0-1 0 0,5 5 0 0 0,-1 1-2 0 0,-1 0 0 0 0,0 1 0 0 0,10 18-1 0 0,-2-4-11 0 0,-15-22-313 0 0,1-1-1 0 0,1 1 1 0 0,-1 0-1 0 0,0-1 1 0 0,0 0-1 0 0,1 1 1 0 0,-1-1-1 0 0,1 0 1 0 0,-1 0-1 0 0,1 1 1 0 0,2 0 0 0 0,-3-1-1048 0 0,0-1 0 0 0,1 0 1 0 0,-1 0-1 0 0,0 1 1 0 0,0-1-1 0 0,0 0 1 0 0,1 0-1 0 0,-1 0 1 0 0,0 0-1 0 0,0-1 1 0 0,1 1-1 0 0,-1 0 1 0 0,2-1-1 0 0,-3 1 1324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04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310 25 1841 0 0,'-2'-2'1717'0'0,"-1"0"1"0"0,1-1-1 0 0,-1 1 1 0 0,0 0-1 0 0,1 0 1 0 0,-1 1-1 0 0,0-1 0 0 0,0 1 1 0 0,0-1-1 0 0,-1 1 1 0 0,1 0-1 0 0,0 0 1 0 0,0 0-1 0 0,-6-1 1 0 0,-18 5 3446 0 0,17 0-5164 0 0,1 0 0 0 0,0 1 0 0 0,1 0 0 0 0,-1 0 0 0 0,1 1 0 0 0,0 0 0 0 0,0 0 0 0 0,0 1 0 0 0,1 0 0 0 0,0 0 0 0 0,0 1 0 0 0,-6 7 0 0 0,-3 5 0 0 0,0 2 0 0 0,2 0 0 0 0,-13 23 0 0 0,19-30 0 0 0,1 1 0 0 0,0-1 0 0 0,1 1 0 0 0,1 0 0 0 0,0 1 0 0 0,1-1 0 0 0,1 1 0 0 0,1-1 0 0 0,0 1 0 0 0,2 0 0 0 0,-1 0 0 0 0,2 0 0 0 0,5 30 0 0 0,0-25 0 0 0,0 0 0 0 0,2 0 0 0 0,1 0 0 0 0,0-1 0 0 0,2 0 0 0 0,0 0 0 0 0,1-2 0 0 0,2 1 0 0 0,0-1 0 0 0,1-1 0 0 0,1 0 0 0 0,25 21 0 0 0,-21-22 0 0 0,0-2 0 0 0,1 1 0 0 0,1-2 0 0 0,0-1 0 0 0,1-1 0 0 0,0 0 0 0 0,1-1 0 0 0,0-2 0 0 0,1 0 0 0 0,0-2 0 0 0,37 6 0 0 0,-52-10-443 0 0,-1-1 1 0 0,1-1-1 0 0,-1 0 0 0 0,1 0 0 0 0,0 0 1 0 0,-1-1-1 0 0,1 0 0 0 0,16-5 1 0 0,-19 3-591 0 0,0 1 1 0 0,1-2-1 0 0,-1 1 1 0 0,0-1 0 0 0,-1 0-1 0 0,1 0 1 0 0,-1 0 0 0 0,0-1-1 0 0,0 0 1 0 0,9-10 0 0 0,27-36-13113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04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80 0 0,'9'17'4002'0'0,"7"31"16327"0"0,-3 7-11973 0 0,-3 2-8356 0 0,0 21 0 0 0,1 0 0 0 0,3 13 0 0 0,4 17 0 0 0,0 2 0 0 0,-2-7 0 0 0,-6-20-3474 0 0,-5-19-15174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05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19 800 0 0,'18'-10'8324'0'0,"-6"4"-160"0"0,-4 3-1761 0 0,22 8 2161 0 0,59 16-8052 0 0,19 25-512 0 0,-17 10 0 0 0,-4 16 0 0 0,7 26 0 0 0,-3 16 0 0 0,-16 3 0 0 0,-22-14 0 0 0,-23-29 0 0 0,-16-41 0 0 0,-9-46-12998 0 0,-1-38-1969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05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820 27 6963 0 0,'-46'-27'16168'0'0,"-20"32"-6532"0"0,-24 46-9636 0 0,1 26 0 0 0,8 2 0 0 0,-8 17 0 0 0,-11 25 0 0 0,3 18 0 0 0,9-10-4114 0 0,14-31-14214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06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67 4482 0 0,'27'-19'8150'0'0,"-19"11"-5461"0"0,1 1 0 0 0,0 1 0 0 0,1 0 0 0 0,0 0 0 0 0,0 1-1 0 0,12-5 1 0 0,-22 10-2655 0 0,0 0 0 0 0,0 0 0 0 0,1 0 0 0 0,-1 1 0 0 0,0-1 0 0 0,0 0 0 0 0,0 0 0 0 0,1 0 0 0 0,-1 0 0 0 0,0 0 0 0 0,0 0 0 0 0,1 1 0 0 0,-1-1 0 0 0,0 0 0 0 0,0 0 0 0 0,0 0 0 0 0,0 0 0 0 0,0 1 0 0 0,1-1 0 0 0,-1 0 0 0 0,0 0 0 0 0,0 1 0 0 0,0-1 0 0 0,0 0 0 0 0,0 0 0 0 0,0 0 0 0 0,0 1-1 0 0,0-1 1 0 0,0 0 0 0 0,0 0 0 0 0,0 1 0 0 0,0-1 0 0 0,0 0 0 0 0,0 0 0 0 0,0 1 0 0 0,0-1 0 0 0,0 0 0 0 0,0 0 0 0 0,0 0 0 0 0,0 1 0 0 0,0-1 0 0 0,0 0 0 0 0,-1 0 0 0 0,1 0 0 0 0,0 1 0 0 0,0-1 0 0 0,0 0 0 0 0,-5 17-319 0 0,4-15 252 0 0,0 2 33 0 0,0-2 0 0 0,0 1 0 0 0,0-1 0 0 0,0 0 0 0 0,0 0 0 0 0,0 0 0 0 0,-1 0 0 0 0,1 0 0 0 0,-1 0 0 0 0,-3 3 0 0 0,-125 169 0 0 0,112-145 0 0 0,2 0 0 0 0,1 2 0 0 0,1-1 0 0 0,-17 62 0 0 0,23-57 0 0 0,2 0 0 0 0,1 1 0 0 0,2 0 0 0 0,2-1 0 0 0,6 70 0 0 0,-2-85 0 0 0,1 0 0 0 0,1 0 0 0 0,1-1 0 0 0,1 0 0 0 0,10 20 0 0 0,-10-27 0 0 0,0 0 0 0 0,1 0 0 0 0,0-1 0 0 0,1 0 0 0 0,0 0 0 0 0,0-1 0 0 0,2 0 0 0 0,14 11 0 0 0,-14-14-90 0 0,0 1 0 0 0,0-2 0 0 0,1 1 0 0 0,0-2 0 0 0,0 1 0 0 0,1-2 0 0 0,0 1 0 0 0,0-2 0 0 0,17 4 0 0 0,-9-4-362 0 0,-1-1-1 0 0,1 0 1 0 0,0-2 0 0 0,-1 0-1 0 0,33-5 1 0 0,-13-1-1376 0 0,-1-3 0 0 0,0-1 1 0 0,0-1-1 0 0,-1-2 1 0 0,61-29-1 0 0,-6-7-12997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07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24 160 0 0,'-3'-6'2721'0'0,"-2"1"1441"0"0,1 0 1041 0 0,-4-3 6482 0 0,3 36-2849 0 0,2 73-8836 0 0,8 10 0 0 0,3-17 0 0 0,2 14 0 0 0,0 8 0 0 0,3-4 0 0 0,0-16 0 0 0,7-19 0 0 0,6-19-6915 0 0,-1-23-10533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07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482 14 1040 0 0,'1'-14'18392'0'0,"-9"21"-7753"0"0,0 3-7943 0 0,2 1-2696 0 0,-1 0 0 0 0,2 1 0 0 0,-5 14 0 0 0,0-1 0 0 0,-9 23 0 0 0,2 2 0 0 0,3 0 0 0 0,2 0 0 0 0,-6 69 0 0 0,15-88 0 0 0,2-1 0 0 0,2 0 0 0 0,0 0 0 0 0,2 0 0 0 0,2 0 0 0 0,1 0 0 0 0,1-1 0 0 0,23 55 0 0 0,-23-69 0 0 0,1 0 0 0 0,0-1 0 0 0,1 0 0 0 0,1-1 0 0 0,0 1 0 0 0,1-2 0 0 0,1 0 0 0 0,0 0 0 0 0,22 16 0 0 0,-25-21 0 0 0,1-1 0 0 0,-1-1 0 0 0,1 1 0 0 0,1-1 0 0 0,-1-1 0 0 0,1 0 0 0 0,-1 0 0 0 0,1-1 0 0 0,1 0 0 0 0,-1-1 0 0 0,0 0 0 0 0,1-1 0 0 0,-1 0 0 0 0,1 0 0 0 0,19-2 0 0 0,-15-1 0 0 0,0-1 0 0 0,0-1 0 0 0,0 0 0 0 0,0-1 0 0 0,-1 0 0 0 0,1-2 0 0 0,-2 1 0 0 0,1-2 0 0 0,-1 1 0 0 0,0-2 0 0 0,-1 0 0 0 0,16-14 0 0 0,-9 7 0 0 0,-2-1 0 0 0,-1-1 0 0 0,0-1 0 0 0,-2 0 0 0 0,0-1 0 0 0,-1 0 0 0 0,11-24 0 0 0,-18 29 0 0 0,0 1 0 0 0,-1-1 0 0 0,-1-1 0 0 0,-1 1 0 0 0,0-1 0 0 0,-2 1 0 0 0,1-1 0 0 0,-2 0 0 0 0,0 0 0 0 0,-3-25 0 0 0,0 28 0 0 0,-1 0 0 0 0,0 0 0 0 0,0 0 0 0 0,-2 1 0 0 0,1-1 0 0 0,-2 1 0 0 0,0 0 0 0 0,0 0 0 0 0,-1 1 0 0 0,-1 0 0 0 0,0 0 0 0 0,-1 1 0 0 0,-12-13 0 0 0,8 12 0 0 0,0 1 0 0 0,-1 0 0 0 0,0 1 0 0 0,-1 0 0 0 0,0 1 0 0 0,-1 0 0 0 0,0 1 0 0 0,0 1 0 0 0,0 0 0 0 0,-1 1 0 0 0,0 1 0 0 0,0 0 0 0 0,0 1 0 0 0,-33-2 0 0 0,6 4 0 0 0,0 1 0 0 0,-1 3 0 0 0,1 1 0 0 0,-78 16 0 0 0,-61 27-2906 0 0,65-5-4726 0 0,-23 18-9074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17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104 108 480 0 0,'-9'-37'2876'0'0,"6"30"-1026"0"0,0 0 1 0 0,0 0-1 0 0,-7-10 1 0 0,9 15-1099 0 0,0 0 0 0 0,-1 0 0 0 0,1 0 0 0 0,-1 0 0 0 0,1 0 0 0 0,-1 0 0 0 0,0 0 0 0 0,0 0 0 0 0,0 1 0 0 0,0-1 0 0 0,-1 1 0 0 0,1-1 0 0 0,0 1 0 0 0,-1 0 0 0 0,1 0 0 0 0,-1 0 0 0 0,1 0 0 0 0,-1 0 0 0 0,0 0 0 0 0,1 1 0 0 0,-1-1 0 0 0,0 1 0 0 0,1 0 0 0 0,-1-1 0 0 0,0 1 1 0 0,0 0-1 0 0,-5 1 0 0 0,8-1-729 0 0,0 1 0 0 0,-1-1 0 0 0,1 0 1 0 0,-1 0-1 0 0,1 0 0 0 0,0 0 0 0 0,-1 0 0 0 0,1 1 1 0 0,0-1-1 0 0,-1 0 0 0 0,1 0 0 0 0,0 1 1 0 0,-1-1-1 0 0,1 0 0 0 0,0 1 0 0 0,-1-1 1 0 0,1 0-1 0 0,0 0 0 0 0,0 1 0 0 0,0-1 1 0 0,-1 1-1 0 0,1-1 0 0 0,0 0 0 0 0,0 1 1 0 0,0-1-1 0 0,0 0 0 0 0,0 1 0 0 0,0-1 1 0 0,0 0-1 0 0,0 1 0 0 0,0-1 0 0 0,0 1 0 0 0,0-1 1 0 0,0 0-1 0 0,0 1 0 0 0,0-1 0 0 0,0 1 1 0 0,0-1-1 0 0,0 0 0 0 0,0 1 0 0 0,1-1 1 0 0,-1 0-1 0 0,0 1 0 0 0,0-1 0 0 0,0 0 1 0 0,1 1-1 0 0,0-1 0 0 0,2 13-186 0 0,12 71 163 0 0,47 142 0 0 0,52 80 0 0 0,-103-278 0 0 0,7 21-504 0 0,19 44-3392 0 0,-30-79 2297 0 0,0-1 1 0 0,1 0-1 0 0,0 0 1 0 0,15 16 0 0 0,-22-27 789 0 0,0-1 0 0 0,1 1 0 0 0,-1-1 1 0 0,0 1-1 0 0,1-1 0 0 0,0 0 1 0 0,-1 0-1 0 0,1 1 0 0 0,0-1 0 0 0,-1 0 1 0 0,1-1-1 0 0,0 1 0 0 0,0 0 0 0 0,2 0 1 0 0,-2-1 229 0 0,-1 0-1 0 0,1 0 1 0 0,-1 0 0 0 0,1 0 0 0 0,-1 0 0 0 0,1-1 0 0 0,-1 1-1 0 0,1-1 1 0 0,-1 1 0 0 0,1-1 0 0 0,-1 1 0 0 0,0-1-1 0 0,2-1 1 0 0,-2 2 524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17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49 207 80 0 0,'-18'-113'2513'0'0,"9"77"1719"0"0,-3 2 3977 0 0,9 25-3290 0 0,-4-6 6771 0 0,8 23-10566 0 0,60 306-1124 0 0,-55-285 0 0 0,1 1 0 0 0,1-2 0 0 0,14 30 0 0 0,-18-49 0 0 0,1 1 0 0 0,0-1 0 0 0,1 0 0 0 0,0 0 0 0 0,0 0 0 0 0,1-1 0 0 0,1 0 0 0 0,-1 0 0 0 0,1 0 0 0 0,1-1 0 0 0,0 0 0 0 0,9 5 0 0 0,-13-9 0 0 0,-1-1 0 0 0,1 1 0 0 0,0-1 0 0 0,1 0 0 0 0,-1 0 0 0 0,0-1 0 0 0,1 0 0 0 0,-1 0 0 0 0,1 0 0 0 0,-1 0 0 0 0,1-1 0 0 0,-1 1 0 0 0,1-2 0 0 0,-1 1 0 0 0,7-1 0 0 0,-4-1 0 0 0,0 0 0 0 0,1 0 0 0 0,-1-1 0 0 0,0 0 0 0 0,0 0 0 0 0,-1 0 0 0 0,1-1 0 0 0,13-10 0 0 0,-6 3 0 0 0,0-2 0 0 0,0 0 0 0 0,-2 0 0 0 0,0-1 0 0 0,0-1 0 0 0,-2 0 0 0 0,16-26 0 0 0,-18 25 0 0 0,-1 0 0 0 0,-1-1 0 0 0,-1 0 0 0 0,0 0 0 0 0,-2 0 0 0 0,4-21 0 0 0,-7 25 0 0 0,0-1 0 0 0,0 1 0 0 0,-1 0 0 0 0,-1-1 0 0 0,-1 1 0 0 0,0 0 0 0 0,-1 0 0 0 0,-7-21 0 0 0,9 29 0 0 0,-1 1 0 0 0,0 0 0 0 0,0 0 0 0 0,-1 0 0 0 0,-3-4 0 0 0,6 7 0 0 0,0 1 0 0 0,0 0 0 0 0,0 0 0 0 0,0 0 0 0 0,0 0 0 0 0,-1 0 0 0 0,1-1 0 0 0,0 1 0 0 0,0 0 0 0 0,0 0 0 0 0,0 0 0 0 0,0 0 0 0 0,-1 0 0 0 0,1 0 0 0 0,0 0 0 0 0,0 0 0 0 0,0-1 0 0 0,0 1 0 0 0,-1 0 0 0 0,1 0 0 0 0,0 0 0 0 0,0 0 0 0 0,0 0 0 0 0,0 0 0 0 0,-1 0 0 0 0,1 0 0 0 0,0 0 0 0 0,0 0 0 0 0,0 0 0 0 0,-1 0 0 0 0,1 0 0 0 0,0 0 0 0 0,0 0 0 0 0,0 0 0 0 0,0 1 0 0 0,-1-1 0 0 0,1 0 0 0 0,0 0 0 0 0,0 0 0 0 0,0 0 0 0 0,0 0 0 0 0,0 0 0 0 0,-1 0 0 0 0,1 0 0 0 0,0 1 0 0 0,0-1 0 0 0,0 0 0 0 0,0 0 0 0 0,0 0 0 0 0,0 0 0 0 0,0 0 0 0 0,-1 1 0 0 0,1-1 0 0 0,0 0 0 0 0,0 0 0 0 0,0 0 0 0 0,0 0 0 0 0,0 0 0 0 0,0 1 0 0 0,0-1 0 0 0,0 0 0 0 0,0 0 0 0 0,0 0 0 0 0,0 0 0 0 0,0 1 0 0 0,0-1 0 0 0,-2 9 0 0 0,0 1 0 0 0,0-1 0 0 0,1 0 0 0 0,0 1 0 0 0,2 17 0 0 0,-1-4 0 0 0,3 47 109 0 0,23 133 0 0 0,-15-151-382 0 0,3-1 1 0 0,2 0-1 0 0,31 65 1 0 0,-24-71-3001 0 0,41 58 1 0 0,37 27-12874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18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87 4962 0 0,'-34'19'16968'0'0,"63"-12"-6131"0"0,31-10-10837 0 0,7-7 0 0 0,17-6 0 0 0,10-11 0 0 0,-2 0 0 0 0,-24 14 0 0 0,-14 4-1072 0 0,-10 2-17337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18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1 129 14247 0 0,'44'15'18520'0'0,"4"-7"-18520"0"0,19-14 0 0 0,26-15 0 0 0,14-12 0 0 0,-7-1 0 0 0,-26-2 0 0 0,-33 14-18841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32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1 443 2081 0 0,'1'-76'6759'0'0,"2"42"-583"0"0,1-1 0 0 0,18-63 0 0 0,-12 67-3477 0 0,18-37 1 0 0,-25 61-2700 0 0,1 0 0 0 0,0 0 0 0 0,0 1 0 0 0,0-1 0 0 0,1 1 0 0 0,0 0 0 0 0,0 0 0 0 0,1 0 0 0 0,0 1 0 0 0,0 0 0 0 0,10-7 0 0 0,-10 9 0 0 0,0 0 0 0 0,-1 0 0 0 0,1 1 0 0 0,0 0 0 0 0,1 0 0 0 0,-1 1 0 0 0,0-1 0 0 0,0 1 0 0 0,1 0 0 0 0,-1 1 0 0 0,1-1 0 0 0,-1 1 0 0 0,0 0 0 0 0,1 1 0 0 0,7 1 0 0 0,7 2 0 0 0,-1 1 0 0 0,1 1 0 0 0,-1 0 0 0 0,-1 2 0 0 0,0 0 0 0 0,0 1 0 0 0,26 16 0 0 0,-20-9 0 0 0,0 1 0 0 0,-1 1 0 0 0,-1 1 0 0 0,33 36 0 0 0,-40-36 0 0 0,-1 1 0 0 0,-1 0 0 0 0,-1 1 0 0 0,-1 1 0 0 0,-1 0 0 0 0,-1 0 0 0 0,-2 1 0 0 0,0 0 0 0 0,-1 0 0 0 0,-2 0 0 0 0,0 1 0 0 0,1 38 0 0 0,-5-38 0 0 0,-2-1 0 0 0,0 0 0 0 0,-1 0 0 0 0,-2 0 0 0 0,0 0 0 0 0,-2 0 0 0 0,0-1 0 0 0,-2 0 0 0 0,-1 0 0 0 0,-1 0 0 0 0,0-1 0 0 0,-2-1 0 0 0,-17 23 0 0 0,20-33 0 0 0,0 1 0 0 0,0-1 0 0 0,-1-1 0 0 0,-1 1 0 0 0,0-2 0 0 0,0 1 0 0 0,-1-1 0 0 0,0-1 0 0 0,-1 0 0 0 0,1-1 0 0 0,-22 8 0 0 0,23-10 0 0 0,0-1 0 0 0,-1 0 0 0 0,1-1 0 0 0,-1 0 0 0 0,1-1 0 0 0,-1 0 0 0 0,1-1 0 0 0,-1 0 0 0 0,0-1 0 0 0,1 0 0 0 0,-1 0 0 0 0,1-1 0 0 0,-1 0 0 0 0,-16-7 0 0 0,24 8 0 0 0,0 0 0 0 0,0-1 0 0 0,1 1 0 0 0,-1-1 0 0 0,1 0 0 0 0,0 0 0 0 0,-5-3 0 0 0,7 4 0 0 0,1 0 0 0 0,-1 1 0 0 0,0-1 0 0 0,1 0 0 0 0,-1 0 0 0 0,1 0 0 0 0,-1 1 0 0 0,1-1 0 0 0,0 0 0 0 0,0 0 0 0 0,-1 0 0 0 0,1 0 0 0 0,0 0 0 0 0,0 0 0 0 0,0 0 0 0 0,0 0 0 0 0,0 0 0 0 0,0 0 0 0 0,0 0 0 0 0,0 0 0 0 0,0 1 0 0 0,1-1 0 0 0,-1 0 0 0 0,0 0 0 0 0,1 0 0 0 0,-1 0 0 0 0,0 0 0 0 0,1 0 0 0 0,-1 1 0 0 0,1-1 0 0 0,0 0 0 0 0,-1 0 0 0 0,1 1 0 0 0,0-1 0 0 0,0-1 0 0 0,7-5 0 0 0,0-1 0 0 0,1 1 0 0 0,0 0 0 0 0,0 1 0 0 0,0 0 0 0 0,12-6 0 0 0,-3 2 0 0 0,40-23 0 0 0,3 3 0 0 0,0 3 0 0 0,2 1 0 0 0,1 4 0 0 0,1 2 0 0 0,1 2 0 0 0,79-10 0 0 0,-82 19-1421 0 0,44-8-9217 0 0,-43 5-3747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33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8 12486 0 0,'-18'-3'2977'0'0,"1"1"0"0"0,-1 0 0 0 0,0 2 1 0 0,-32 1-1 0 0,40 1-2487 0 0,1-1 1 0 0,0 1-1 0 0,-1 1 1 0 0,1-1-1 0 0,0 1 1 0 0,1 1-1 0 0,-1 0 1 0 0,1 0-1 0 0,-1 0 1 0 0,-11 10-1 0 0,8-6-490 0 0,0 1 0 0 0,1 1 0 0 0,0 0 0 0 0,1 0 0 0 0,0 1 0 0 0,1 0 0 0 0,1 0 0 0 0,-1 1 0 0 0,2 0 0 0 0,0 1 0 0 0,1-1 0 0 0,0 1 0 0 0,1 0 0 0 0,0 1 0 0 0,-3 16 0 0 0,3 1 0 0 0,1 0 0 0 0,1 0 0 0 0,2 0 0 0 0,2 0 0 0 0,7 53 0 0 0,-4-62 0 0 0,1 1 0 0 0,1-1 0 0 0,1 0 0 0 0,1-1 0 0 0,2 0 0 0 0,0 0 0 0 0,1 0 0 0 0,19 26 0 0 0,-20-35 0 0 0,1 0 0 0 0,0-1 0 0 0,1 0 0 0 0,0 0 0 0 0,1-1 0 0 0,0-1 0 0 0,1 0 0 0 0,0 0 0 0 0,0-2 0 0 0,1 1 0 0 0,0-2 0 0 0,1 0 0 0 0,-1 0 0 0 0,1-2 0 0 0,0 1 0 0 0,1-2 0 0 0,-1 0 0 0 0,21 1 0 0 0,-19-3 0 0 0,1-1 0 0 0,-1 0 0 0 0,0-1 0 0 0,0-1 0 0 0,0-1 0 0 0,0 0 0 0 0,0-1 0 0 0,0-1 0 0 0,-1 0 0 0 0,0-1 0 0 0,0-1 0 0 0,-1 0 0 0 0,0-2 0 0 0,0 1 0 0 0,-1-2 0 0 0,20-15 0 0 0,-30 21 0 0 0,1-1 0 0 0,-1 0 0 0 0,1-1 0 0 0,-2 1 0 0 0,1-1 0 0 0,-1 0 0 0 0,1 0 0 0 0,-2 0 0 0 0,5-10 0 0 0,-6 11 0 0 0,0 0 0 0 0,-1 0 0 0 0,0 0 0 0 0,0-1 0 0 0,-1 1 0 0 0,0 0 0 0 0,0 0 0 0 0,0-1 0 0 0,0 1 0 0 0,-1 0 0 0 0,0 0 0 0 0,0 0 0 0 0,-4-9 0 0 0,-3-5 0 0 0,-1 1 0 0 0,-1-1 0 0 0,-1 1 0 0 0,0 1 0 0 0,-21-24 0 0 0,11 17 0 0 0,-2 1 0 0 0,-50-41 0 0 0,57 52 0 0 0,0 1 0 0 0,-1 0 0 0 0,0 1 0 0 0,-1 1 0 0 0,-1 0 0 0 0,-28-9 0 0 0,36 15 0 0 0,1 0 0 0 0,0 1 0 0 0,-1 0 0 0 0,1 1 0 0 0,-1 0 0 0 0,0 0 0 0 0,1 1 0 0 0,-1 0 0 0 0,0 1 0 0 0,1 0 0 0 0,-1 0 0 0 0,1 1 0 0 0,-20 6 0 0 0,23-4 206 0 0,12-2 0 0 0,13-1-2264 0 0,36-8-8195 0 0,19-11-9735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33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0 640 0 0,'-4'3'8582'0'0,"-11"4"12210"0"0,10-4-20528 0 0,-1 1 1 0 0,1-1 0 0 0,0 1 0 0 0,0 0-1 0 0,0 0 1 0 0,0 0 0 0 0,1 0 0 0 0,-1 1-1 0 0,1 0 1 0 0,1-1 0 0 0,-1 2 0 0 0,-3 4-1 0 0,-3 9-493 0 0,1 0-1 0 0,-9 27 1 0 0,6-10 229 0 0,2 0 0 0 0,2 1 0 0 0,1 1 0 0 0,2-1 0 0 0,3 1 0 0 0,0-1 0 0 0,6 45 0 0 0,-1-52 0 0 0,1 0 0 0 0,2 0 0 0 0,1-1 0 0 0,2 1 0 0 0,1-1 0 0 0,2-1 0 0 0,0 0 0 0 0,2-1 0 0 0,24 34 0 0 0,-31-51 0 0 0,0 0 0 0 0,1-1 0 0 0,0 0 0 0 0,0-1 0 0 0,1 0 0 0 0,1 0 0 0 0,-1-1 0 0 0,1 0 0 0 0,1 0 0 0 0,0-1 0 0 0,-1 0 0 0 0,2-1 0 0 0,-1 0 0 0 0,1-1 0 0 0,0 0 0 0 0,0-1 0 0 0,0 0 0 0 0,0 0 0 0 0,1-1 0 0 0,-1-1 0 0 0,1 0 0 0 0,24-1 0 0 0,-14-2 0 0 0,-1-1 0 0 0,0-1 0 0 0,1 0 0 0 0,-1-2 0 0 0,-1 0 0 0 0,28-12 0 0 0,-36 13 0 0 0,-1-1 0 0 0,0 0 0 0 0,0-1 0 0 0,0 0 0 0 0,-1 0 0 0 0,0-1 0 0 0,-1-1 0 0 0,0 0 0 0 0,0 0 0 0 0,-1-1 0 0 0,13-17 0 0 0,-18 20 0 0 0,0 0 0 0 0,-1 0 0 0 0,0-1 0 0 0,0 1 0 0 0,-1-1 0 0 0,1 0 0 0 0,-2 0 0 0 0,0 0 0 0 0,1-10 0 0 0,-2 4 0 0 0,-1 0 0 0 0,0 0 0 0 0,-1 0 0 0 0,-7-24 0 0 0,-4 1 0 0 0,-2 0 0 0 0,-35-61 0 0 0,-45-54 0 0 0,79 130 0 0 0,-1 1 0 0 0,-2 1 0 0 0,0 0 0 0 0,-35-28 0 0 0,47 43 0 0 0,1 1 0 0 0,-1-1 0 0 0,0 1 0 0 0,0 1 0 0 0,0-1 0 0 0,-1 1 0 0 0,1 0 0 0 0,-1 1 0 0 0,0-1 0 0 0,0 1 0 0 0,0 1 0 0 0,0-1 0 0 0,0 1 0 0 0,0 1 0 0 0,0 0 0 0 0,0 0 0 0 0,-1 0 0 0 0,1 1 0 0 0,0 0 0 0 0,0 0 0 0 0,-10 3 0 0 0,17-4 47 0 0,-1 1 0 0 0,1-1 0 0 0,-1 0 0 0 0,1 1 1 0 0,-1 0-1 0 0,1-1 0 0 0,-1 1 0 0 0,1 0 0 0 0,0-1 0 0 0,-1 1 0 0 0,1 0 0 0 0,0 0 1 0 0,0 0-1 0 0,-1 0 0 0 0,1 0 0 0 0,0 1 0 0 0,0-1 0 0 0,0 0 0 0 0,1 0 0 0 0,-2 2 0 0 0,1-1-553 0 0,1-1 0 0 0,0 1-1 0 0,-1 0 1 0 0,1-1 0 0 0,0 1-1 0 0,0-1 1 0 0,0 1-1 0 0,0 0 1 0 0,0-1 0 0 0,1 3-1 0 0,1 4-6839 0 0,3 3-8041 0 0,-5-11 15216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34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13 304 11125 0 0,'-7'-32'8792'0'0,"5"25"-7253"0"0,1 0 0 0 0,0 0-1 0 0,0 0 1 0 0,0 0-1 0 0,1-8 1 0 0,1 11-1281 0 0,0 1 1 0 0,0-1-1 0 0,0 0 1 0 0,0 1-1 0 0,0-1 1 0 0,1 1-1 0 0,0 0 0 0 0,0-1 1 0 0,0 1-1 0 0,0 0 1 0 0,0 0-1 0 0,1 0 1 0 0,3-3-1 0 0,11-10-258 0 0,1 1 0 0 0,1 0 0 0 0,0 2 0 0 0,1 0 0 0 0,1 1 0 0 0,0 1 0 0 0,1 1 0 0 0,45-16 0 0 0,-36 17 0 0 0,0 0 0 0 0,1 2 0 0 0,0 1 0 0 0,0 2 0 0 0,1 1 0 0 0,44 0 0 0 0,-54 4 0 0 0,0 1 0 0 0,1 0 0 0 0,-1 2 0 0 0,0 1 0 0 0,-1 0 0 0 0,1 1 0 0 0,-1 2 0 0 0,0 0 0 0 0,-1 1 0 0 0,24 14 0 0 0,-31-15 0 0 0,-1 0 0 0 0,0 1 0 0 0,0 1 0 0 0,-1 0 0 0 0,-1 0 0 0 0,0 1 0 0 0,-1 1 0 0 0,0 0 0 0 0,0 0 0 0 0,-2 0 0 0 0,0 1 0 0 0,0 0 0 0 0,-1 1 0 0 0,-1 0 0 0 0,7 23 0 0 0,-9-20 0 0 0,0 1 0 0 0,-2-1 0 0 0,0 1 0 0 0,-1-1 0 0 0,-1 1 0 0 0,-4 24 0 0 0,0-15 0 0 0,-2-1 0 0 0,0 0 0 0 0,-18 41 0 0 0,-2-13 0 0 0,-2-1 0 0 0,-2-2 0 0 0,-44 56 0 0 0,12-31 0 0 0,-96 92 0 0 0,146-155 0 0 0,7-10 0 0 0,1 1 0 0 0,-1 1 0 0 0,1-1 0 0 0,1 0 0 0 0,-1 1 0 0 0,0 0 0 0 0,1 0 0 0 0,0 0 0 0 0,1 0 0 0 0,-5 10 0 0 0,7-14 0 0 0,0-1 0 0 0,-1 1 0 0 0,1-1 0 0 0,0 1 0 0 0,0-1 0 0 0,0 1 0 0 0,0-1 0 0 0,0 1 0 0 0,0-1 0 0 0,1 1 0 0 0,-1-1 0 0 0,0 1 0 0 0,0-1 0 0 0,0 0 0 0 0,0 1 0 0 0,0-1 0 0 0,1 1 0 0 0,-1-1 0 0 0,0 0 0 0 0,1 1 0 0 0,-1-1 0 0 0,0 1 0 0 0,0-1 0 0 0,1 0 0 0 0,-1 1 0 0 0,1-1 0 0 0,-1 0 0 0 0,0 0 0 0 0,1 1 0 0 0,-1-1 0 0 0,1 0 0 0 0,-1 0 0 0 0,1 1 0 0 0,-1-1 0 0 0,1 0 0 0 0,-1 0 0 0 0,1 0 0 0 0,-1 0 0 0 0,1 0 0 0 0,0 0 0 0 0,28-1 0 0 0,-4-4 0 0 0,-1 0 0 0 0,1-2 0 0 0,-1 0 0 0 0,41-19 0 0 0,93-56 0 0 0,-106 53 0 0 0,2 1 0 0 0,77-28 0 0 0,-74 41 0 0 0,0 2 0 0 0,74-8 0 0 0,-128 20 0 0 0,33-5-79 0 0,29-4-1723 0 0,-60 10 1253 0 0,-1-1 0 0 0,1 1 0 0 0,-1 1 0 0 0,0-1-1 0 0,1 0 1 0 0,-1 1 0 0 0,0 0 0 0 0,1 0 0 0 0,-1 0 0 0 0,0 1 0 0 0,6 2-1 0 0,-5-1-1367 0 0,-1 1 0 0 0,0-1 0 0 0,0 1 0 0 0,0 0 0 0 0,0 0 0 0 0,-1 0 0 0 0,0 0 0 0 0,5 7 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47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2001 0 0,'6'-15'11445'0'0,"1"6"-3441"0"0,3 7-2482 0 0,49 4 273 0 0,4-6-5795 0 0,-12-1 0 0 0,-2-4 0 0 0,17 1 0 0 0,19 1 0 0 0,-10 2 0 0 0,-3 3 0 0 0,7-2 0 0 0,8 4 0 0 0,1 5 0 0 0,-8 8 0 0 0,-6 3-5635 0 0,-9-1-6050 0 0,-6-6 880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48.1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5603 0 0,'67'3'18568'0'0,"22"1"-9972"0"0,0-3-8596 0 0,3-2 0 0 0,-1 3 0 0 0,22 2 0 0 0,26-3 0 0 0,9-2 0 0 0,2-4 0 0 0,-7-1 0 0 0,-11 2 0 0 0,-17-8-10117 0 0,-41 11-4289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51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 8 640 0 0,'-22'-3'6525'0'0,"-38"-2"-1"0"0,-22 8 11473 0 0,80-2-17339 0 0,5 1-341 0 0,16 4-211 0 0,8-1-106 0 0,0 0 0 0 0,1-2 0 0 0,29 0 0 0 0,92-5 0 0 0,-84 0 0 0 0,-22 1 0 0 0,-15-1 0 0 0,-1 1 0 0 0,0 2 0 0 0,1 1 0 0 0,-1 0 0 0 0,28 7 0 0 0,-39-1-2279 0 0,-7 2-5426 0 0,-7-8 3509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52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5282 0 0,'0'-3'26252'0'0,"4"3"-25019"0"0,8 3-1233 0 0,31 2 0 0 0,46 5 0 0 0,-17-13 0 0 0,-6-4 0 0 0,5-2 0 0 0,6-1 0 0 0,-16 2 0 0 0,-3 4 0 0 0,9 5-512 0 0,4 1-13094 0 0,-7-1 1040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57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0 2641 0 0,'-11'1'27766'0'0,"17"3"-25406"0"0,-30 9-2360 0 0,23-13 0 0 0,1 0 0 0 0,0 0 0 0 0,0 0 0 0 0,0 0 0 0 0,-1 0 0 0 0,1 1 0 0 0,0-1 0 0 0,0 0 0 0 0,-1 0 0 0 0,1 0 0 0 0,0 0 0 0 0,0 0 0 0 0,0 0 0 0 0,-1 0 0 0 0,1 0 0 0 0,0 0 0 0 0,0-1 0 0 0,-1 1 0 0 0,1 0 0 0 0,0 0 0 0 0,0 0 0 0 0,0 0 0 0 0,-1 0 0 0 0,1 0 0 0 0,0 0 0 0 0,0 0 0 0 0,0 0 0 0 0,-1-1 0 0 0,1 1 0 0 0,0 0 0 0 0,0 0 0 0 0,0 0 0 0 0,-7-4 0 0 0,-46-2 0 0 0,64 6 0 0 0,1 1 0 0 0,17 5 0 0 0,1-1 0 0 0,11 0 0 0 0,-14-1 0 0 0,0 0 0 0 0,1-2 0 0 0,0-1 0 0 0,34-3 0 0 0,10-4 0 0 0,25-4 0 0 0,-79 5 0 0 0,-33 4 0 0 0,-46 8 0 0 0,-112 0 0 0 0,173-8 7 0 0,0 1-1 0 0,-1 0 1 0 0,1 0 0 0 0,0 0 0 0 0,-1 0-1 0 0,1 0 1 0 0,0 0 0 0 0,-1 0-1 0 0,1 0 1 0 0,0 0 0 0 0,0 0-1 0 0,-1 0 1 0 0,1 0 0 0 0,0 0 0 0 0,-1 0-1 0 0,1 0 1 0 0,0 0 0 0 0,-1 0-1 0 0,1 0 1 0 0,0 0 0 0 0,0 1-1 0 0,-1-1 1 0 0,1 0 0 0 0,0 0 0 0 0,-1 0-1 0 0,1 0 1 0 0,0 1 0 0 0,0-1-1 0 0,0 0 1 0 0,-1 0 0 0 0,1 0-1 0 0,0 1 1 0 0,0-1 0 0 0,0 0 0 0 0,0 0-1 0 0,-1 1 1 0 0,1-1 0 0 0,0 0-1 0 0,0 0 1 0 0,0 1 0 0 0,0-1 0 0 0,-2 4-3603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11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143 309 1841 0 0,'-42'-12'8811'0'0,"-33"-12"9022"0"0,74 23-17681 0 0,-1 0 0 0 0,1 1 1 0 0,-1-1-1 0 0,1 0 0 0 0,-1 0 0 0 0,1 0 0 0 0,-1 0 1 0 0,1 0-1 0 0,0 0 0 0 0,0-1 0 0 0,-1 1 0 0 0,1 0 1 0 0,0-1-1 0 0,0 1 0 0 0,0 0 0 0 0,1-1 0 0 0,-1 1 0 0 0,0-1 1 0 0,1 1-1 0 0,-1-1 0 0 0,1 0 0 0 0,-1 1 0 0 0,1-1 1 0 0,0 1-1 0 0,0-1 0 0 0,0-3 0 0 0,0-2-94 0 0,1-1-1 0 0,1 1 1 0 0,0 0-1 0 0,5-14 0 0 0,0-1-171 0 0,-4 13 114 0 0,0 0 0 0 0,1 1 0 0 0,0-1 0 0 0,1 0 0 0 0,-1 1 0 0 0,2 0 0 0 0,-1 0 0 0 0,2 1 0 0 0,-1-1 0 0 0,1 1 0 0 0,0 0 0 0 0,0 1 0 0 0,1 0 0 0 0,0 0 0 0 0,0 0 0 0 0,1 1 0 0 0,-1 0 0 0 0,1 0 0 0 0,0 1 0 0 0,1 0 0 0 0,-1 1 0 0 0,13-3 0 0 0,-11 3 0 0 0,0 1 0 0 0,0 0 0 0 0,0 1 0 0 0,1 0 0 0 0,-1 0 0 0 0,0 1 0 0 0,0 1 0 0 0,1 0 0 0 0,-1 0 0 0 0,0 1 0 0 0,0 0 0 0 0,0 1 0 0 0,-1 0 0 0 0,1 0 0 0 0,-1 1 0 0 0,1 1 0 0 0,-1-1 0 0 0,-1 2 0 0 0,1-1 0 0 0,11 9 0 0 0,-13-6 0 0 0,0 0 0 0 0,0 0 0 0 0,0 1 0 0 0,-1 0 0 0 0,-1 0 0 0 0,0 0 0 0 0,0 1 0 0 0,-1 0 0 0 0,0 0 0 0 0,-1 0 0 0 0,0 0 0 0 0,-1 1 0 0 0,4 20 0 0 0,-3 0 0 0 0,-1 0 0 0 0,-1 1 0 0 0,-5 49 0 0 0,1-50 0 0 0,-2 0 0 0 0,-2 0 0 0 0,-1 0 0 0 0,-1 0 0 0 0,-19 42 0 0 0,20-58 0 0 0,0 0 0 0 0,-2-1 0 0 0,0 0 0 0 0,0 0 0 0 0,-2-1 0 0 0,1 0 0 0 0,-2 0 0 0 0,0-1 0 0 0,-1 0 0 0 0,0-1 0 0 0,-1-1 0 0 0,-19 12 0 0 0,28-20 0 0 0,0 1 0 0 0,0-1 0 0 0,0 0 0 0 0,0 0 0 0 0,-1 0 0 0 0,1-1 0 0 0,-1 1 0 0 0,-7-1 0 0 0,12 0 0 0 0,0-1 0 0 0,0 0 0 0 0,-1 0 0 0 0,1 0 0 0 0,0 0 0 0 0,-1 0 0 0 0,1 0 0 0 0,0 0 0 0 0,-1-1 0 0 0,1 1 0 0 0,0 0 0 0 0,0-1 0 0 0,-1 1 0 0 0,1-1 0 0 0,0 1 0 0 0,0-1 0 0 0,0 1 0 0 0,0-1 0 0 0,0 0 0 0 0,0 1 0 0 0,0-1 0 0 0,0 0 0 0 0,0 0 0 0 0,0 0 0 0 0,0 0 0 0 0,0 0 0 0 0,1 0 0 0 0,-1 0 0 0 0,0 0 0 0 0,1 0 0 0 0,-1 0 0 0 0,1 0 0 0 0,-1 0 0 0 0,1 0 0 0 0,0-1 0 0 0,0 1 0 0 0,-1 0 0 0 0,1 0 0 0 0,0 0 0 0 0,0 0 0 0 0,0-2 0 0 0,1-3 0 0 0,-1 0 0 0 0,1 0 0 0 0,1 0 0 0 0,-1 0 0 0 0,1 0 0 0 0,0 0 0 0 0,1 1 0 0 0,-1-1 0 0 0,1 1 0 0 0,0-1 0 0 0,1 1 0 0 0,0 0 0 0 0,-1 0 0 0 0,2 0 0 0 0,-1 1 0 0 0,8-7 0 0 0,4-3 0 0 0,1 1 0 0 0,0 1 0 0 0,33-18 0 0 0,-34 21 0 0 0,0 1 0 0 0,1 0 0 0 0,0 1 0 0 0,0 1 0 0 0,1 0 0 0 0,-1 1 0 0 0,2 1 0 0 0,-1 0 0 0 0,0 2 0 0 0,1 0 0 0 0,-1 0 0 0 0,1 2 0 0 0,18 1 0 0 0,-32 0 0 0 0,0-1 0 0 0,0 1 0 0 0,0 0 0 0 0,0 1 0 0 0,0-1 0 0 0,-1 1 0 0 0,1 0 0 0 0,0 0 0 0 0,6 4 0 0 0,-2 0 0 0 0,0 1 0 0 0,14 15 0 0 0,-15-14 0 0 0,-6-7-237 0 0,-1 1-1 0 0,1-1 1 0 0,0 0-1 0 0,-1 1 1 0 0,1-1-1 0 0,0 0 1 0 0,0 0-1 0 0,0 0 1 0 0,0 0 0 0 0,0 0-1 0 0,0 0 1 0 0,3 0-1 0 0,-2-1-1286 0 0,0 0 0 0 0,-1 0-1 0 0,1 0 1 0 0,0 0 0 0 0,0-1 0 0 0,-1 1-1 0 0,1-1 1 0 0,-1 0 0 0 0,4-1-1 0 0,-6 2 1335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11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1 12406 0 0,'-7'1'1867'0'0,"0"0"1"0"0,1 1-1 0 0,-1-1 0 0 0,0 1 1 0 0,1 1-1 0 0,0-1 1 0 0,-10 6-1 0 0,11-4-1325 0 0,0-1 1 0 0,0 1-1 0 0,1 0 0 0 0,-1 0 0 0 0,1 1 0 0 0,0-1 0 0 0,1 1 1 0 0,-1 0-1 0 0,-2 5 0 0 0,-13 25-542 0 0,2 0 0 0 0,2 0 0 0 0,1 2 0 0 0,2-1 0 0 0,2 1 0 0 0,-7 52 0 0 0,13-62 0 0 0,1 0 0 0 0,2 1 0 0 0,1-1 0 0 0,1 0 0 0 0,1 0 0 0 0,10 41 0 0 0,-9-56 0 0 0,0 0 0 0 0,1-1 0 0 0,0 1 0 0 0,1-1 0 0 0,1 0 0 0 0,0 0 0 0 0,0-1 0 0 0,1 1 0 0 0,1-1 0 0 0,0-1 0 0 0,0 1 0 0 0,1-1 0 0 0,0-1 0 0 0,1 1 0 0 0,0-2 0 0 0,0 1 0 0 0,13 6 0 0 0,-7-6 49 0 0,1-2 1 0 0,-1 0-1 0 0,1 0 1 0 0,0-2-1 0 0,1 0 1 0 0,-1 0-1 0 0,1-2 0 0 0,19 1 1 0 0,-6-2-606 0 0,1-1 0 0 0,-1-1 0 0 0,52-9 0 0 0,-69 7-1894 0 0,1 0 0 0 0,-1-1 0 0 0,22-8 0 0 0,-18 3-5142 0 0,25-15-1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11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1 2801 0 0,'-26'3'29966'0'0,"21"1"-29966"0"0,2 6 0 0 0,-12 86 0 0 0,0 30 0 0 0,8-15 0 0 0,7 9 0 0 0,7 9 0 0 0,9 4 0 0 0,11 11 0 0 0,-12 7-10437 0 0,-12-21-6130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13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9764 0 0,'73'-6'22491'0'0,"-17"26"-21979"0"0,-15 22-512 0 0,-7 13 0 0 0,1 20 0 0 0,-4-6 0 0 0,-4-27 0 0 0,-1-17 0 0 0,7-7 0 0 0,31-27-9556 0 0,0-47-12855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13.1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595 0 3842 0 0,'-60'17'18408'0'0,"18"2"-7891"0"0,-1 19-10517 0 0,0 20 0 0 0,-6 12 0 0 0,-2 2 0 0 0,-12 16 0 0 0,-3 4 0 0 0,4-9 0 0 0,14-17 0 0 0,13-29-10997 0 0,2-30-6051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45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8964 0 0,'11'4'16293'0'0,"12"-5"-11221"0"0,-17 0-4850 0 0,-1 1-1 0 0,1-1 1 0 0,0 1 0 0 0,0 1-1 0 0,0-1 1 0 0,-1 1 0 0 0,1 0-1 0 0,0 0 1 0 0,-1 0-1 0 0,9 3 1 0 0,12 7-222 0 0,1-2 0 0 0,1-1 0 0 0,0-1 0 0 0,0 0 0 0 0,1-3 0 0 0,-1 0 0 0 0,1-1 0 0 0,0-2 0 0 0,31-1 0 0 0,201-32 370 0 0,-173 18-1305 0 0,123-4 1 0 0,-152 18-4525 0 0,25 5-9665 0 0,-30 2 5079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46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 9204 0 0,'27'20'20650'0'0,"12"0"-17737"0"0,1-16-2913 0 0,11-11 0 0 0,0-4 0 0 0,-5 3 0 0 0,0 0 0 0 0,5 3 0 0 0,7-3 0 0 0,2-2 0 0 0,5 5 0 0 0,-8 0 0 0 0,9 0 0 0 0,16 0-3474 0 0,6 2-6050 0 0,1-7-801 0 0,-2 0 2722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05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18 2161 0 0,'-4'-9'8484'0'0,"4"2"3281"0"0,4 5-7443 0 0,4 4-880 0 0,36 3-849 0 0,45 1-2593 0 0,-24-6 0 0 0,-14-1 0 0 0,13 5 0 0 0,18 8 0 0 0,-11 1 0 0 0,0-1 0 0 0,1 3 0 0 0,-6 8-5795 0 0,-15-4-8291 0 0,-25-4 2561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07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92 160 0 0,'1'-14'1242'0'0,"1"-22"5833"0"0,-2 34-5896 0 0,1 0 0 0 0,-1 0 0 0 0,1 0 0 0 0,-1 0 1 0 0,1 0-1 0 0,0 0 0 0 0,-1 0 0 0 0,1 1 0 0 0,0-1 0 0 0,0 0 0 0 0,1 0 1 0 0,-1 1-1 0 0,2-3 0 0 0,0 3 748 0 0,-3 2-1829 0 0,1-1-1 0 0,-1 0 1 0 0,0 0 0 0 0,1 0-1 0 0,-1 0 1 0 0,0 0-1 0 0,1 0 1 0 0,-1 0-1 0 0,0 0 1 0 0,1 0 0 0 0,-1 0-1 0 0,1 0 1 0 0,-1 0-1 0 0,0 0 1 0 0,1-1-1 0 0,-1 1 1 0 0,0 0 0 0 0,0 0-1 0 0,1 0 1 0 0,-1 0-1 0 0,0 0 1 0 0,1-1 0 0 0,-1 1-1 0 0,0 0 1 0 0,0 0-1 0 0,1 0 1 0 0,-1-1-1 0 0,0 1 1 0 0,0 0 0 0 0,1 0-1 0 0,-1-1 1 0 0,0 1-1 0 0,0 0 1 0 0,0 0-1 0 0,0-1 1 0 0,0 1 0 0 0,1 0-1 0 0,-1-1 1 0 0,0 1-1 0 0,0 0 1 0 0,0-1 0 0 0,0 1-1 0 0,0 0 1 0 0,0-1-1 0 0,0 1 1 0 0,0 0-1 0 0,0 0 1 0 0,0-1 0 0 0,0 1-1 0 0,-1 0 1 0 0,1-1-1 0 0,0 1 1 0 0,0 0-1 0 0,0-1 1 0 0,0 1 0 0 0,0 0-1 0 0,-1 0 1 0 0,1-1-1 0 0,0 1 1 0 0,0 0-98 0 0,0-1 0 0 0,0 1 0 0 0,-1 0 0 0 0,1 0 0 0 0,0 0 0 0 0,0 0 0 0 0,0 0 0 0 0,0 0 0 0 0,0 0 0 0 0,0 0 0 0 0,0 0 0 0 0,0 0 0 0 0,0 0 0 0 0,0 0 0 0 0,0 0 0 0 0,0 0 0 0 0,0 0 0 0 0,0 0 0 0 0,0 0 0 0 0,-1 0 0 0 0,1 0 0 0 0,0-1 0 0 0,0 1 0 0 0,0 0 0 0 0,0 0 0 0 0,0 0 0 0 0,0 0 0 0 0,0 0 0 0 0,0 0 0 0 0,0 0 0 0 0,0 0 0 0 0,0 0 0 0 0,-1 0 0 0 0,1 0 0 0 0,0 1 0 0 0,0-1 0 0 0,0 0 0 0 0,0 0 0 0 0,0 0 0 0 0,0 0 0 0 0,0 0 0 0 0,0 0 0 0 0,0 0 0 0 0,0 0 0 0 0,0 0 0 0 0,0 0 0 0 0,-1 0 0 0 0,1 0 0 0 0,0 0 0 0 0,0 0 0 0 0,0 0 0 0 0,0 0 0 0 0,0 0 0 0 0,0 0 0 0 0,0 0 0 0 0,0 1 0 0 0,0-1 0 0 0,0 0 0 0 0,0 0 0 0 0,0 0 0 0 0,0 0 0 0 0,0 0 0 0 0,-2 10 0 0 0,-30 278 0 0 0,16-177 0 0 0,4-38 0 0 0,11-64 0 0 0,-2 4 0 0 0,1-27 0 0 0,1-4 0 0 0,2-1 0 0 0,0 1 0 0 0,5-24 0 0 0,-2 14 0 0 0,0 2 0 0 0,16-106 0 0 0,-15 106 0 0 0,2 0 0 0 0,18-46 0 0 0,-23 68 0 0 0,0-1 0 0 0,1 1 0 0 0,0 0 0 0 0,-1 0 0 0 0,6-6 0 0 0,-7 10 0 0 0,-1-1 0 0 0,1 0 0 0 0,-1 1 0 0 0,1-1 0 0 0,-1 1 0 0 0,1-1 0 0 0,0 1 0 0 0,-1-1 0 0 0,1 1 0 0 0,0-1 0 0 0,0 1 0 0 0,-1 0 0 0 0,1-1 0 0 0,0 1 0 0 0,0 0 0 0 0,-1-1 0 0 0,1 1 0 0 0,0 0 0 0 0,0 0 0 0 0,0 0 0 0 0,-1 0 0 0 0,1 0 0 0 0,0 0 0 0 0,0 0 0 0 0,0 0 0 0 0,0 0 0 0 0,-1 0 0 0 0,1 0 0 0 0,0 0 0 0 0,0 1 0 0 0,0-1 0 0 0,-1 0 0 0 0,1 1 0 0 0,0-1 0 0 0,0 0 0 0 0,-1 1 0 0 0,1-1 0 0 0,0 1 0 0 0,-1-1 0 0 0,1 1 0 0 0,-1-1 0 0 0,1 1 0 0 0,0-1 0 0 0,0 2 0 0 0,4 6 0 0 0,0 1 0 0 0,0 0 0 0 0,-1 0 0 0 0,-1 0 0 0 0,0 0 0 0 0,0 0 0 0 0,0 0 0 0 0,0 16 0 0 0,-1-15 0 0 0,17 164 0 0 0,-15-107 0 0 0,-4-60 0 0 0,1-1 0 0 0,-1 0 0 0 0,1 1 0 0 0,1-1 0 0 0,-1 1 0 0 0,1-1 0 0 0,0 0 0 0 0,0 0 0 0 0,1 0 0 0 0,0 0 0 0 0,4 5 0 0 0,-7-11 0 0 0,0 0 0 0 0,1 1 0 0 0,-1-1 0 0 0,0 0 0 0 0,1 0 0 0 0,-1 0 0 0 0,0 0 0 0 0,0 0 0 0 0,1 1 0 0 0,-1-1 0 0 0,0 0 0 0 0,1 0 0 0 0,-1 0 0 0 0,0 0 0 0 0,1 0 0 0 0,-1 0 0 0 0,0 0 0 0 0,0 0 0 0 0,1 0 0 0 0,-1 0 0 0 0,0 0 0 0 0,1 0 0 0 0,-1 0 0 0 0,0-1 0 0 0,1 1 0 0 0,-1 0 0 0 0,0 0 0 0 0,0 0 0 0 0,1 0 0 0 0,-1 0 0 0 0,0-1 0 0 0,0 1 0 0 0,1 0 0 0 0,-1 0 0 0 0,0 0 0 0 0,0-1 0 0 0,0 1 0 0 0,1 0 0 0 0,-1 0 0 0 0,0 0 0 0 0,0-1 0 0 0,13-15 0 0 0,-8 10 0 0 0,5-9 0 0 0,-1 1 0 0 0,0-2 0 0 0,-1 1 0 0 0,11-30 0 0 0,14-72 0 0 0,-23 75 0 0 0,25-62 0 0 0,-26 86 0 0 0,-9 17 0 0 0,0 1 0 0 0,0 0 0 0 0,0 0 0 0 0,0 0 0 0 0,0 0 0 0 0,0-1 0 0 0,0 1 0 0 0,0 0 0 0 0,0 0 0 0 0,0 0 0 0 0,0 0 0 0 0,0-1 0 0 0,0 1 0 0 0,0 0 0 0 0,0 0 0 0 0,1 0 0 0 0,-1 0 0 0 0,0 0 0 0 0,0-1 0 0 0,0 1 0 0 0,0 0 0 0 0,0 0 0 0 0,1 0 0 0 0,-1 0 0 0 0,0 0 0 0 0,0 0 0 0 0,0 0 0 0 0,0 0 0 0 0,1 0 0 0 0,-1-1 0 0 0,0 1 0 0 0,0 0 0 0 0,0 0 0 0 0,1 0 0 0 0,-1 0 0 0 0,0 0 0 0 0,0 0 0 0 0,0 0 0 0 0,1 0 0 0 0,-1 0 0 0 0,0 0 0 0 0,0 0 0 0 0,0 0 0 0 0,0 1 0 0 0,1-1 0 0 0,-1 0 0 0 0,0 0 0 0 0,0 0 0 0 0,0 0 0 0 0,1 0 0 0 0,-1 0 0 0 0,0 0 0 0 0,0 0 0 0 0,0 0 0 0 0,0 1 0 0 0,7 11 0 0 0,-4-6 0 0 0,10 20 0 0 0,-2 1 0 0 0,-1 0 0 0 0,6 30 0 0 0,11 87 0 0 0,7 23 0 0 0,-23-130-471 0 0,-5-18-942 0 0,0 1 1 0 0,-2 0 0 0 0,3 26 0 0 0,-6-40 758 0 0,-1-1 0 0 0,0 1 1 0 0,-1 0-1 0 0,1-1 0 0 0,-1 1 0 0 0,-1-1 0 0 0,1 1 1 0 0,-1-1-1 0 0,0 0 0 0 0,0 0 0 0 0,0 0 0 0 0,-1 1 1 0 0,0-2-1 0 0,0 1 0 0 0,0 0 0 0 0,-8 7 0 0 0,-2-1-4230 0 0,-1 0 0 0 0,-14 10 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33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6 80 0 0,'3'-4'3709'0'0,"9"3"9162"0"0,0 4-107 0 0,-9 1-9421 0 0,-3-2-3343 0 0,-2-2 0 0 0,-1 0 0 0 0,-1 1 0 0 0,1 0 0 0 0,-1 0 0 0 0,1 0 0 0 0,-1 0 0 0 0,1 1 0 0 0,0-1 0 0 0,-1 1 0 0 0,1 0 0 0 0,0 0 0 0 0,0 0 0 0 0,0 0 0 0 0,1 0 0 0 0,-1 1 0 0 0,1-1 0 0 0,-5 5 0 0 0,4-3 0 0 0,-9 9 0 0 0,1 0 0 0 0,0 0 0 0 0,1 1 0 0 0,1 0 0 0 0,0 1 0 0 0,2 0 0 0 0,-1 0 0 0 0,2 0 0 0 0,0 1 0 0 0,1 0 0 0 0,1 0 0 0 0,-3 25 0 0 0,6-28 0 0 0,0 1 0 0 0,0-1 0 0 0,2 0 0 0 0,0 0 0 0 0,0 0 0 0 0,1 0 0 0 0,1 0 0 0 0,1 0 0 0 0,0-1 0 0 0,0 1 0 0 0,2-1 0 0 0,-1 0 0 0 0,2 0 0 0 0,0-1 0 0 0,0 0 0 0 0,15 18 0 0 0,1-7-885 0 0,0-1 0 0 0,2 0 0 0 0,0-2 0 0 0,1-1 0 0 0,1-1 0 0 0,42 20-1 0 0,-35-21-1370 0 0,0-2 0 0 0,0-1-1 0 0,2-1 1 0 0,0-2-1 0 0,52 8 1 0 0,-9-9-10537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33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166 146 5282 0 0,'-4'-41'7576'0'0,"0"-19"7694"0"0,7 19-10631 0 0,-3 40-4639 0 0,-1-2 0 0 0,-10 16 0 0 0,4-4 0 0 0,-17 22 0 0 0,1 2 0 0 0,1 0 0 0 0,-28 60 0 0 0,46-82 0 0 0,0-1 0 0 0,0 1 0 0 0,1 0 0 0 0,0 0 0 0 0,1 0 0 0 0,1 1 0 0 0,0-1 0 0 0,0 0 0 0 0,1 0 0 0 0,1 1 0 0 0,0-1 0 0 0,1 0 0 0 0,0 0 0 0 0,0 0 0 0 0,2 0 0 0 0,-1 0 0 0 0,2 0 0 0 0,7 13 0 0 0,-5-12 43 0 0,2-1-1 0 0,-1 0 1 0 0,1 0-1 0 0,1-1 1 0 0,0 0-1 0 0,1-1 1 0 0,0 0-1 0 0,0 0 1 0 0,1-1 0 0 0,0-1-1 0 0,1 0 1 0 0,0 0-1 0 0,0-1 1 0 0,21 7-1 0 0,-11-6-441 0 0,1-1 0 0 0,0 0 0 0 0,0-2 1 0 0,0-1-1 0 0,1 0 0 0 0,0-2 0 0 0,46-3 0 0 0,48-12-12282 0 0,9-7-2211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46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9124 0 0,'28'3'11846'0'0,"10"0"-6244"0"0,11-8-5202 0 0,4-4-720 0 0,-4 1 1681 0 0,-4 2 1520 0 0,4 6-1008 0 0,4-1-1873 0 0,8-1 0 0 0,-4 2 0 0 0,11-2-672 0 0,22 1-5491 0 0,7-1-5042 0 0,-8 2 800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46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 1761 0 0,'12'-13'13606'0'0,"7"14"-880"0"0,9-1-8724 0 0,17-3-4643 0 0,8-5-319 0 0,-4 0 800 0 0,-11 6 320 0 0,1 3 160 0 0,17-1 160 0 0,12-3-160 0 0,3-3-640 0 0,-6 2-1921 0 0,15 2-4802 0 0,10-11-3362 0 0,12-5 2001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4:46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3442 0 0,'26'1'5042'0'0,"9"4"400"0"0,6-2 81 0 0,-1-7-1361 0 0,-4 5-1281 0 0,7 2-480 0 0,13-3-800 0 0,3-5-801 0 0,-1 0-640 0 0,9-4-800 0 0,15 0-1521 0 0,16 0-3281 0 0,5-1-3522 0 0,-2 0-81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34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26 6803 0 0,'18'-13'15283'0'0,"-10"5"-7811"0"0,-8 8-7410 0 0,0 0-1 0 0,0 0 1 0 0,0 0 0 0 0,0 0 0 0 0,0 0-1 0 0,0 0 1 0 0,0 0 0 0 0,0-1-1 0 0,0 1 1 0 0,0 0 0 0 0,1 0 0 0 0,-1 0-1 0 0,0 0 1 0 0,0 0 0 0 0,0 0-1 0 0,0 0 1 0 0,0 0 0 0 0,0 0 0 0 0,0-1-1 0 0,0 1 1 0 0,0 0 0 0 0,0 0-1 0 0,0 0 1 0 0,0 0 0 0 0,0 0 0 0 0,0 0-1 0 0,0 0 1 0 0,0 0 0 0 0,0-1-1 0 0,0 1 1 0 0,0 0 0 0 0,0 0 0 0 0,0 0-1 0 0,0 0 1 0 0,0 0 0 0 0,0 0-1 0 0,-1 0 1 0 0,1 0 0 0 0,0 0-1 0 0,0-1 1 0 0,0 1 0 0 0,0 0 0 0 0,0 0-1 0 0,0 0 1 0 0,0 0 0 0 0,0 0-1 0 0,0 0 1 0 0,0 0 0 0 0,-1 0 0 0 0,1 0-1 0 0,0 0 1 0 0,-8 4-62 0 0,-5 5 0 0 0,0 1 0 0 0,1 0 0 0 0,1 1 0 0 0,0 0 0 0 0,0 0 0 0 0,1 1 0 0 0,1 1 0 0 0,0-1 0 0 0,1 1 0 0 0,1 1 0 0 0,0-1 0 0 0,1 1 0 0 0,0 0 0 0 0,-5 26 0 0 0,6-20 0 0 0,1 0 0 0 0,1 0 0 0 0,1 0 0 0 0,1 1 0 0 0,1-1 0 0 0,0 1 0 0 0,6 27 0 0 0,-4-40 0 0 0,0 0 0 0 0,0 0 0 0 0,1 0 0 0 0,0 0 0 0 0,1 0 0 0 0,0 0 0 0 0,0-1 0 0 0,1 0 0 0 0,0 0 0 0 0,0 0 0 0 0,1 0 0 0 0,0-1 0 0 0,0 0 0 0 0,0 0 0 0 0,1 0 0 0 0,0-1 0 0 0,1 0 0 0 0,-1 0 0 0 0,1 0 0 0 0,13 5 0 0 0,-5-4-486 0 0,-1-1 1 0 0,2-1-1 0 0,-1 0 0 0 0,0-1 0 0 0,1-1 1 0 0,-1 0-1 0 0,1-1 0 0 0,21-1 1 0 0,-3-2-3563 0 0,0-1 0 0 0,65-15 1 0 0,-16-4-10525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35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0 1761 0 0,'-24'19'12322'0'0,"2"-2"-5060"0"0,-35 33 2260 0 0,48-42-9456 0 0,1 0-1 0 0,0 1 1 0 0,1 0-1 0 0,0 1 1 0 0,0-1-1 0 0,1 1 1 0 0,1 0-1 0 0,0 1 1 0 0,0-1-1 0 0,1 1 1 0 0,0 0-1 0 0,1 0 1 0 0,1 0-1 0 0,0 0 1 0 0,1 1-1 0 0,0-1 1 0 0,0 0-1 0 0,2 1 1 0 0,-1-1-1 0 0,2 0 1 0 0,-1 1-1 0 0,2-1 1 0 0,0 0 0 0 0,0 0-1 0 0,1 0 1 0 0,0-1-1 0 0,1 1 1 0 0,9 13-1 0 0,-7-14-65 0 0,0 0 0 0 0,1-1 0 0 0,0 0 0 0 0,0 0 0 0 0,1-1 0 0 0,0 0 0 0 0,1-1 0 0 0,0 1 1 0 0,0-2-1 0 0,12 7 0 0 0,-6-5 0 0 0,1-1 0 0 0,0-1 0 0 0,0 0 0 0 0,1-1 0 0 0,0-1 0 0 0,22 3 0 0 0,3-2-1 0 0,1-3 0 0 0,0-1-1 0 0,0-3 1 0 0,82-11 0 0 0,29-16-3185 0 0,-9-12-11050 0 0,-38 0 257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37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48 1761 0 0,'-9'-2'1373'0'0,"-1"0"-277"0"0,-1-1 0 0 0,1 0-1 0 0,-11-4 1 0 0,18 6-425 0 0,0-1 0 0 0,1 1-1 0 0,-1-1 1 0 0,1 1 0 0 0,-1-1-1 0 0,1 0 1 0 0,-1 0 0 0 0,1 0-1 0 0,0 0 1 0 0,0 0 0 0 0,-2-10 16661 0 0,4 12-17077 0 0,-25 61 50 0 0,16-41-308 0 0,0 1-1 0 0,2 0 1 0 0,0 0 0 0 0,2 0-1 0 0,-5 36 1 0 0,10-38 3 0 0,1 0 0 0 0,1 0 0 0 0,1-1 0 0 0,1 1 0 0 0,0-1 0 0 0,2 0 0 0 0,0 0 0 0 0,1-1 0 0 0,1 1 0 0 0,18 27 0 0 0,-14-26 0 0 0,1-1 0 0 0,1 0 0 0 0,1 0 0 0 0,1-2 0 0 0,1 1 0 0 0,0-2 0 0 0,1 0 0 0 0,35 22 0 0 0,-28-24 61 0 0,1-1 0 0 0,0 0 1 0 0,1-2-1 0 0,0-1 0 0 0,1-1 0 0 0,36 7 0 0 0,-19-8-596 0 0,1-1 0 0 0,0-2-1 0 0,53-2 1 0 0,-65-4-2589 0 0,0 0 0 0 0,41-9 0 0 0,36-18-10916 0 0,-109 29 13761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41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 68 560 0 0,'0'-3'223'0'0,"0"1"0"0"0,0-1-1 0 0,0 0 1 0 0,-1 1 0 0 0,0-1-1 0 0,1 1 1 0 0,-1-1-1 0 0,0 1 1 0 0,0-1 0 0 0,-1 1-1 0 0,1-1 1 0 0,0 1 0 0 0,-1 0-1 0 0,0 0 1 0 0,1-1 0 0 0,-1 1-1 0 0,0 0 1 0 0,0 1 0 0 0,0-1-1 0 0,-4-2 1 0 0,0 1 670 0 0,0 0 0 0 0,0 1 0 0 0,-1 0 0 0 0,1 0 0 0 0,-1 1 0 0 0,0 0 0 0 0,1 0 0 0 0,-8-1 0 0 0,12 2-149 0 0,0 0-1 0 0,0 0 1 0 0,1 0 0 0 0,-1 0 0 0 0,0 1 0 0 0,0-1 0 0 0,1 0 0 0 0,-1 1-1 0 0,0-1 1 0 0,1 1 0 0 0,-3 0 0 0 0,-10 4 948 0 0,1-2-952 0 0,-1 2-1 0 0,2-1 1 0 0,-1 2 0 0 0,0-1-1 0 0,1 2 1 0 0,0-1 0 0 0,1 2-1 0 0,0-1 1 0 0,0 1 0 0 0,1 1-1 0 0,-10 10 1 0 0,4 0-740 0 0,1 2 0 0 0,2 0 0 0 0,0 0 0 0 0,2 1 0 0 0,-13 32 0 0 0,24-53 0 0 0,-1 0 0 0 0,1 0 0 0 0,-1 0 0 0 0,1 0 0 0 0,0 0 0 0 0,-1 0 0 0 0,1 0 0 0 0,0 0 0 0 0,0 0 0 0 0,0 0 0 0 0,0 0 0 0 0,0 0 0 0 0,0 1 0 0 0,0-1 0 0 0,1 0 0 0 0,-1 0 0 0 0,0 0 0 0 0,1 0 0 0 0,-1 0 0 0 0,1 0 0 0 0,-1 0 0 0 0,1 0 0 0 0,-1 0 0 0 0,1 0 0 0 0,0 0 0 0 0,-1 0 0 0 0,1-1 0 0 0,0 1 0 0 0,0 0 0 0 0,0 0 0 0 0,0-1 0 0 0,0 1 0 0 0,0 0 0 0 0,0-1 0 0 0,1 2 0 0 0,4 0 0 0 0,-1-1 0 0 0,1 1 0 0 0,-1-1 0 0 0,1 0 0 0 0,0 0 0 0 0,9 1 0 0 0,24-1 0 0 0,54-4 0 0 0,14 1 0 0 0,-64 4 0 0 0,0 1 0 0 0,0 3 0 0 0,78 18 0 0 0,-114-22 0 0 0,1 1 0 0 0,-1-1 0 0 0,0 1 0 0 0,0 0 0 0 0,0 1 0 0 0,0 0 0 0 0,-1 0 0 0 0,0 0 0 0 0,1 0 0 0 0,-2 1 0 0 0,8 7 0 0 0,-10-9 0 0 0,0 1 0 0 0,-1 0 0 0 0,1 0 0 0 0,-1 0 0 0 0,0 0 0 0 0,0 0 0 0 0,0 1 0 0 0,-1-1 0 0 0,1 1 0 0 0,-1-1 0 0 0,-1 0 0 0 0,1 1 0 0 0,-1 0 0 0 0,1-1 0 0 0,-1 1 0 0 0,-1-1 0 0 0,1 1 0 0 0,-2 7 0 0 0,-2 2 0 0 0,-1-1 0 0 0,0 1 0 0 0,-1-1 0 0 0,0 0 0 0 0,-1-1 0 0 0,-1 0 0 0 0,-13 17 0 0 0,12-17 0 0 0,-2-1 0 0 0,1 0 0 0 0,-1 0 0 0 0,-1-1 0 0 0,0 0 0 0 0,-1-1 0 0 0,0 0 0 0 0,0-1 0 0 0,-1 0 0 0 0,0-1 0 0 0,-1-1 0 0 0,0 0 0 0 0,-26 7 0 0 0,31-10 0 0 0,-1-1 0 0 0,1 0 0 0 0,0-1 0 0 0,0 0 0 0 0,-1-1 0 0 0,1 0 0 0 0,0 0 0 0 0,-1-1 0 0 0,1 0 0 0 0,0 0 0 0 0,0-1 0 0 0,0-1 0 0 0,0 1 0 0 0,0-2 0 0 0,0 1 0 0 0,1-1 0 0 0,0 0 0 0 0,0-1 0 0 0,0 0 0 0 0,0 0 0 0 0,1-1 0 0 0,-9-8 0 0 0,9 7-348 0 0,1-1 0 0 0,0 1 0 0 0,0-1 0 0 0,-9-15 0 0 0,10 12-1575 0 0,0 1 0 0 0,1-1 1 0 0,-7-23-1 0 0,-5-47-12449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41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30 281 4162 0 0,'-30'-5'12646'0'0,"32"-8"-1681"0"0,44-27-5971 0 0,30-23-4994 0 0,1 7 0 0 0,-9 20 0 0 0,7 8 0 0 0,3 6 0 0 0,-6 8 0 0 0,-1 11 0 0 0,-2 11-1553 0 0,-1-6-10132 0 0,-8 3-801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42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319 1 4482 0 0,'-36'7'14340'0'0,"6"-2"-3280"0"0,8 5-8175 0 0,9-2-2885 0 0,0 2 0 0 0,1-1 0 0 0,0 2 0 0 0,1-1 0 0 0,0 1 0 0 0,0 1 0 0 0,-14 21 0 0 0,1 5 0 0 0,-26 52 0 0 0,41-72 0 0 0,1 1 0 0 0,1-1 0 0 0,1 2 0 0 0,0-1 0 0 0,2 1 0 0 0,0-1 0 0 0,2 1 0 0 0,-1 37 0 0 0,4-47 0 0 0,0 1 0 0 0,0-1 0 0 0,1 0 0 0 0,0 0 0 0 0,1 0 0 0 0,1 0 0 0 0,-1 0 0 0 0,2-1 0 0 0,-1 1 0 0 0,1-1 0 0 0,1 0 0 0 0,0-1 0 0 0,0 1 0 0 0,1-1 0 0 0,0 0 0 0 0,1 0 0 0 0,0-1 0 0 0,14 11 0 0 0,-11-11 5 0 0,1-1 0 0 0,0 0 0 0 0,0 0-1 0 0,1-1 1 0 0,0 0 0 0 0,0-1 0 0 0,0 0 0 0 0,0-1 0 0 0,1-1-1 0 0,-1 0 1 0 0,22 1 0 0 0,12-3-102 0 0,-1-1 1 0 0,50-8-1 0 0,24-5-3276 0 0,-4-3-7301 0 0,-10-5-2211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42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278 0 2401 0 0,'-44'10'12902'0'0,"-11"14"-2213"0"0,41-17-8289 0 0,-2 1-1351 0 0,1 1-1 0 0,1 0 1 0 0,-17 12 0 0 0,19-11-1023 0 0,1-1 0 0 0,1 1-1 0 0,-1 1 1 0 0,2 0 0 0 0,0 0-1 0 0,-15 23 1 0 0,24-33-26 0 0,0-1 0 0 0,-1 1 0 0 0,1-1 0 0 0,0 1 0 0 0,-1 0 0 0 0,1-1 0 0 0,0 1 0 0 0,0-1 0 0 0,0 1 0 0 0,-1 0 0 0 0,1-1 0 0 0,0 1 0 0 0,0-1 0 0 0,0 1 0 0 0,0 0 0 0 0,0-1 0 0 0,0 1 0 0 0,0 0 0 0 0,0-1 0 0 0,1 1 0 0 0,-1-1 0 0 0,0 1 0 0 0,0 0 0 0 0,1-1 0 0 0,-1 1 0 0 0,0-1 0 0 0,1 1 0 0 0,-1-1 0 0 0,0 1 0 0 0,1-1 0 0 0,-1 1 0 0 0,1 0 0 0 0,1 0 0 0 0,0 0 0 0 0,-1-1 0 0 0,1 1 0 0 0,0 0 0 0 0,0 0 0 0 0,0-1 0 0 0,0 1 0 0 0,0-1 0 0 0,0 0 0 0 0,2 1 0 0 0,42 1 0 0 0,-1-1 0 0 0,72-8 0 0 0,-55 3 0 0 0,0 0 0 0 0,71 6 0 0 0,-109 0 0 0 0,-1 0 0 0 0,1 2 0 0 0,-1 0 0 0 0,0 1 0 0 0,-1 2 0 0 0,26 9 0 0 0,-41-13 0 0 0,1 1 0 0 0,-1 0 0 0 0,0 0 0 0 0,0 0 0 0 0,0 1 0 0 0,0 0 0 0 0,-1 0 0 0 0,0 0 0 0 0,0 1 0 0 0,0 0 0 0 0,6 9 0 0 0,-9-9 0 0 0,1 0 0 0 0,-1 0 0 0 0,0 0 0 0 0,-1 0 0 0 0,0 1 0 0 0,0-1 0 0 0,0 1 0 0 0,-1-1 0 0 0,0 1 0 0 0,0 0 0 0 0,-1-1 0 0 0,0 1 0 0 0,-1 9 0 0 0,-3 2 0 0 0,0-1 0 0 0,-1 1 0 0 0,-1 0 0 0 0,0-1 0 0 0,-2 0 0 0 0,0-1 0 0 0,-1 1 0 0 0,-1-2 0 0 0,-1 1 0 0 0,0-1 0 0 0,-1-1 0 0 0,-1 0 0 0 0,0 0 0 0 0,-16 11 0 0 0,21-17 0 0 0,-1-2 0 0 0,-1 0 0 0 0,0 0 0 0 0,1 0 0 0 0,-2-1 0 0 0,1 0 0 0 0,-1-1 0 0 0,1 0 0 0 0,-23 5 0 0 0,24-8 0 0 0,0 0 0 0 0,0 0 0 0 0,0 0 0 0 0,0-1 0 0 0,0 0 0 0 0,0-1 0 0 0,0 0 0 0 0,0 0 0 0 0,0-1 0 0 0,0 0 0 0 0,1-1 0 0 0,-1 1 0 0 0,-10-6 0 0 0,3 1-1055 0 0,1-1 0 0 0,-19-13 0 0 0,13 5-2587 0 0,0-1 0 0 0,1 0 0 0 0,2-2 0 0 0,-29-33 0 0 0,-7-22-6549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43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0 183 4562 0 0,'45'-2'14807'0'0,"-1"-4"-3042"0"0,7-14-10132 0 0,5-10-1633 0 0,-3 3 0 0 0,11 0 0 0 0,20-1 0 0 0,15 4 0 0 0,-1 9 0 0 0,1 11 0 0 0,10 18 0 0 0,4-6-13158 0 0,-14-17-1009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43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32 4722 0 0,'-18'-15'4962'0'0,"10"5"161"0"0,8 4-161 0 0,61 16 5363 0 0,77 24-7652 0 0,-24 12-2673 0 0,-33-3 0 0 0,-1 11 0 0 0,12 13 0 0 0,2 5 0 0 0,-13-2 0 0 0,-22-7 0 0 0,-24-3 0 0 0,-14-9 0 0 0,-13-11 0 0 0,-8-15 0 0 0,0-20-6435 0 0,0-47-15335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5:43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581 1 18008 0 0,'-38'28'14759'0'0,"-8"11"-14759"0"0,-3 16 0 0 0,-19 23 0 0 0,7-6 0 0 0,1-2 0 0 0,-5 3 0 0 0,4 2 0 0 0,10-6 0 0 0,15-16 0 0 0,15-12 0 0 0,9-10 0 0 0,-1-11-8436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00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737 1 11525 0 0,'1'2'16435'0'0,"-6"6"-12504"0"0,-11 14-3421 0 0,-11 7-292 0 0,-35 27 0 0 0,13-12-288 0 0,5-3 70 0 0,-87 61 0 0 0,108-87 0 0 0,-1-1 0 0 0,0 0 0 0 0,-1-2 0 0 0,-1 0 0 0 0,0-2 0 0 0,-33 9 0 0 0,52-17 0 0 0,-1 0 0 0 0,0-1 0 0 0,0 1 0 0 0,0-1 0 0 0,0-1 0 0 0,-1 0 0 0 0,1 0 0 0 0,0 0 0 0 0,-9-2 0 0 0,12 1 0 0 0,1-1 0 0 0,-1 1 0 0 0,1-1 0 0 0,-1 1 0 0 0,1-1 0 0 0,-1-1 0 0 0,1 1 0 0 0,0 0 0 0 0,0-1 0 0 0,0 0 0 0 0,1 0 0 0 0,-1 0 0 0 0,1 0 0 0 0,-1 0 0 0 0,-4-8 0 0 0,2 2 0 0 0,1 1 0 0 0,1-1 0 0 0,-1-1 0 0 0,1 1 0 0 0,1-1 0 0 0,0 1 0 0 0,1-1 0 0 0,0 0 0 0 0,0 0 0 0 0,1 0 0 0 0,0 0 0 0 0,1 0 0 0 0,1 0 0 0 0,-1 0 0 0 0,2 0 0 0 0,-1 0 0 0 0,2 0 0 0 0,-1 0 0 0 0,2 0 0 0 0,-1 1 0 0 0,10-17 0 0 0,-9 18 0 0 0,0 1 0 0 0,0 0 0 0 0,1-1 0 0 0,0 2 0 0 0,1-1 0 0 0,0 0 0 0 0,0 1 0 0 0,0 0 0 0 0,1 0 0 0 0,0 1 0 0 0,0 0 0 0 0,1 0 0 0 0,0 0 0 0 0,0 1 0 0 0,0 0 0 0 0,0 0 0 0 0,1 1 0 0 0,-1 0 0 0 0,1 0 0 0 0,0 1 0 0 0,0 0 0 0 0,0 1 0 0 0,0-1 0 0 0,0 2 0 0 0,0-1 0 0 0,15 2 0 0 0,-8 1 0 0 0,0 1 0 0 0,0 0 0 0 0,-1 1 0 0 0,1 1 0 0 0,-1 0 0 0 0,0 1 0 0 0,-1 1 0 0 0,0 0 0 0 0,0 1 0 0 0,0 0 0 0 0,-1 1 0 0 0,-1 0 0 0 0,1 1 0 0 0,-2 0 0 0 0,1 0 0 0 0,-2 2 0 0 0,0-1 0 0 0,16 23 0 0 0,0 7 0 0 0,-2 1 0 0 0,-2 1 0 0 0,21 57 0 0 0,27 143 0 0 0,-67-230 147 0 0,11 38 236 0 0,-12-48-854 0 0,-1 0 1 0 0,1 0-1 0 0,-1 0 1 0 0,1 0 0 0 0,0 0-1 0 0,0-1 1 0 0,4 5 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00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54 11525 0 0,'-9'-31'17352'0'0,"0"11"-13462"0"0,5 17-3890 0 0,-3 11 0 0 0,-12 17 0 0 0,1 2 0 0 0,2 0 0 0 0,0 1 0 0 0,3 0 0 0 0,0 1 0 0 0,2 1 0 0 0,1 0 0 0 0,2 0 0 0 0,-8 56 0 0 0,12-51 0 0 0,2 0 0 0 0,1 0 0 0 0,2 0 0 0 0,2 0 0 0 0,1 0 0 0 0,2-1 0 0 0,2 1 0 0 0,20 53 0 0 0,-19-65 0 0 0,2 0 0 0 0,2-1 0 0 0,0 0 0 0 0,1 0 0 0 0,1-1 0 0 0,1-1 0 0 0,29 28 0 0 0,-32-36 0 0 0,1 0 0 0 0,-1-1 0 0 0,2-1 0 0 0,0 0 0 0 0,0-1 0 0 0,1 0 0 0 0,0-1 0 0 0,1-1 0 0 0,0 0 0 0 0,0-1 0 0 0,0-1 0 0 0,21 4 0 0 0,-10-5-177 0 0,0-2 1 0 0,0 0-1 0 0,48-4 1 0 0,81-18-6601 0 0,-45-3-10023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08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22 1521 0 0,'-26'-21'17873'0'0,"14"30"-10052"0"0,-4 3-4828 0 0,5-4-2702 0 0,-44 33 787 0 0,-69 64 0 0 0,46-36-966 0 0,83-70-112 0 0,1-1 0 0 0,-1 1 0 0 0,0 0 0 0 0,1 1 0 0 0,-1-1 0 0 0,0 1 0 0 0,1 0 0 0 0,-1 0 0 0 0,9 2 0 0 0,13-2 0 0 0,9 0 0 0 0,21-2 0 0 0,0 3 0 0 0,-1 2 0 0 0,79 13 0 0 0,-118-12 0 0 0,0 0 0 0 0,0 1 0 0 0,0 1 0 0 0,0 1 0 0 0,-1 0 0 0 0,21 12 0 0 0,-28-13 0 0 0,1 1 0 0 0,-2 0 0 0 0,1 0 0 0 0,-1 0 0 0 0,0 1 0 0 0,0 0 0 0 0,-1 1 0 0 0,0-1 0 0 0,-1 1 0 0 0,10 19 0 0 0,-13-20 0 0 0,0 0 0 0 0,-1 0 0 0 0,1 0 0 0 0,-1 0 0 0 0,-1 0 0 0 0,0 1 0 0 0,0-1 0 0 0,-1 0 0 0 0,0 1 0 0 0,-1-1 0 0 0,0 0 0 0 0,0 1 0 0 0,-1-1 0 0 0,0 0 0 0 0,0 0 0 0 0,-1 0 0 0 0,-6 12 0 0 0,1-5 0 0 0,-1-1 0 0 0,0 1 0 0 0,-1-1 0 0 0,-1-1 0 0 0,0 0 0 0 0,-1 0 0 0 0,-25 20 0 0 0,24-24 0 0 0,-1 1 0 0 0,0-2 0 0 0,-1 1 0 0 0,0-2 0 0 0,0 0 0 0 0,0-1 0 0 0,-1 0 0 0 0,-32 7 0 0 0,45-12 44 0 0,0-1 0 0 0,0 1-1 0 0,0-1 1 0 0,0 0 0 0 0,0 0 0 0 0,1 0 0 0 0,-1 0 0 0 0,0 0-1 0 0,0 0 1 0 0,0-1 0 0 0,0 1 0 0 0,0-1 0 0 0,1 0 0 0 0,-1 0-1 0 0,0 0 1 0 0,-4-2 0 0 0,2-1-510 0 0,0 1 1 0 0,1-1-1 0 0,-1 0 0 0 0,1 0 1 0 0,0-1-1 0 0,0 1 1 0 0,-4-7-1 0 0,-42-65-14434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08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1 176 20169 0 0,'26'-2'12598'0'0,"-5"-3"-12598"0"0,40-12 0 0 0,17-14 0 0 0,-16-3 0 0 0,-3 12 0 0 0,19 7 0 0 0,32 6 0 0 0,28-12-7635 0 0,2 1-9813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09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121 126 240 0 0,'-50'18'8244'0'0,"3"-18"2801"0"0,25 8-1681 0 0,21-2-5490 0 0,7-1-3874 0 0,-1-1 0 0 0,-2-2 0 0 0,7-2 0 0 0,15 7 0 0 0,13-20 0 0 0,18-21 0 0 0,18 1 0 0 0,13 8 0 0 0,9 0 0 0 0,-1-1-6995 0 0,-11 10-5011 0 0,-28 12 2002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09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0 720 0 0,'-24'13'16328'0'0,"38"-7"-609"0"0,12-1-15719 0 0,18 2 0 0 0,31-5 0 0 0,13-11 0 0 0,3 3 0 0 0,-20 10 0 0 0,-2 3 0 0 0,5-3 0 0 0,-11-4-14759 0 0,-31-5 513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24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9 263 8164 0 0,'-2'-4'1657'0'0,"1"0"0"0"0,-1 0 0 0 0,1 1 0 0 0,0-1 1 0 0,1 0-1 0 0,-1 0 0 0 0,1 0 0 0 0,0 0 0 0 0,0-8 0 0 0,1 8-1055 0 0,0 0-1 0 0,1 1 0 0 0,-1-1 0 0 0,1 0 0 0 0,0 0 1 0 0,0 0-1 0 0,0 1 0 0 0,0-1 0 0 0,6-5 0 0 0,9-12-367 0 0,1 1-1 0 0,1 1 0 0 0,1 1 1 0 0,1 1-1 0 0,27-18 0 0 0,-40 29-198 0 0,1 1-1 0 0,0 0 1 0 0,0 1-1 0 0,0 0 0 0 0,0 0 1 0 0,1 1-1 0 0,0 0 1 0 0,-1 1-1 0 0,1 0 1 0 0,0 0-1 0 0,0 1 0 0 0,0 0 1 0 0,1 0-1 0 0,-1 1 1 0 0,0 1-1 0 0,0-1 1 0 0,17 4-1 0 0,-18-1-34 0 0,1-1 0 0 0,-1 1 0 0 0,0 1 0 0 0,0 0 0 0 0,-1 0 0 0 0,1 0 0 0 0,-1 1 0 0 0,0 0 0 0 0,-1 0 0 0 0,1 1 0 0 0,-1 0 0 0 0,12 13 0 0 0,-11-9 0 0 0,0 0 0 0 0,-1 0 0 0 0,-1 1 0 0 0,1 0 0 0 0,-2 0 0 0 0,0 1 0 0 0,0-1 0 0 0,5 25 0 0 0,-4-7 0 0 0,-1 0 0 0 0,-2 1 0 0 0,-1-1 0 0 0,-1 1 0 0 0,-2 0 0 0 0,-2 0 0 0 0,0-1 0 0 0,-2 0 0 0 0,-11 35 0 0 0,9-44 0 0 0,0-1 0 0 0,-1 0 0 0 0,0-1 0 0 0,-2 0 0 0 0,-1 0 0 0 0,0-1 0 0 0,-1 0 0 0 0,-1-1 0 0 0,-1 0 0 0 0,0-1 0 0 0,-2 0 0 0 0,1-1 0 0 0,-2-1 0 0 0,-27 17 0 0 0,38-26 0 0 0,-4 2 0 0 0,0 1 0 0 0,0-2 0 0 0,0 1 0 0 0,-1-2 0 0 0,0 1 0 0 0,0-1 0 0 0,0-1 0 0 0,-24 5 0 0 0,34-8 0 0 0,-1 1 0 0 0,1-1 0 0 0,0 0 0 0 0,0 0 0 0 0,-1 0 0 0 0,1 0 0 0 0,0-1 0 0 0,0 1 0 0 0,-1 0 0 0 0,1 0 0 0 0,0-1 0 0 0,-2 0 0 0 0,3 1 0 0 0,-1 0 0 0 0,1-1 0 0 0,0 1 0 0 0,0 0 0 0 0,0 0 0 0 0,-1 0 0 0 0,1-1 0 0 0,0 1 0 0 0,0 0 0 0 0,0 0 0 0 0,0-1 0 0 0,0 1 0 0 0,0 0 0 0 0,0 0 0 0 0,0-1 0 0 0,0 1 0 0 0,-1 0 0 0 0,1 0 0 0 0,0-1 0 0 0,0 1 0 0 0,0 0 0 0 0,1-1 0 0 0,-1 1 0 0 0,0 0 0 0 0,0 0 0 0 0,0-1 0 0 0,0 1 0 0 0,0 0 0 0 0,0 0 0 0 0,0-1 0 0 0,0 1 0 0 0,1 0 0 0 0,1-3 0 0 0,1 0 0 0 0,-1 0 0 0 0,1 0 0 0 0,0 1 0 0 0,0-1 0 0 0,0 1 0 0 0,4-3 0 0 0,8-4 0 0 0,0 1 0 0 0,0 1 0 0 0,1 0 0 0 0,0 1 0 0 0,0 1 0 0 0,1 0 0 0 0,26-4 0 0 0,10 1 0 0 0,60-3 0 0 0,-77 10 15 0 0,1 1 0 0 0,0 2-1 0 0,59 9 1 0 0,99 32-121 0 0,-108-22-106 0 0,-80-19-418 0 0,-1-1 0 0 0,1 0 0 0 0,0 0 0 0 0,10-1 0 0 0,-12 0-1079 0 0,-1 0 0 0 0,1-1 0 0 0,-1 1 0 0 0,1-1 1 0 0,-1 0-1 0 0,0-1 0 0 0,6-1 0 0 0,21-14-11897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25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1 18809 0 0,'-26'5'5234'0'0,"-25"9"0"0"0,41-11-4652 0 0,-1 2 0 0 0,1-1-1 0 0,0 1 1 0 0,0 0-1 0 0,-10 8 1 0 0,0 3-582 0 0,1 0 0 0 0,1 1 0 0 0,1 0 0 0 0,0 1 0 0 0,2 1 0 0 0,0 1 0 0 0,2 0 0 0 0,0 1 0 0 0,-15 34 0 0 0,26-51 0 0 0,0 0 0 0 0,0 0 0 0 0,1 0 0 0 0,0 0 0 0 0,0 0 0 0 0,0 0 0 0 0,0 7 0 0 0,1-9 0 0 0,0-1 0 0 0,0 1 0 0 0,1 0 0 0 0,-1 0 0 0 0,1 0 0 0 0,-1-1 0 0 0,1 1 0 0 0,0 0 0 0 0,0-1 0 0 0,-1 1 0 0 0,1 0 0 0 0,1-1 0 0 0,-1 1 0 0 0,0-1 0 0 0,0 1 0 0 0,1-1 0 0 0,-1 0 0 0 0,1 0 0 0 0,-1 1 0 0 0,3 0 0 0 0,3 2 0 0 0,0 0 0 0 0,1 0 0 0 0,0 0 0 0 0,0-1 0 0 0,0 0 0 0 0,0 0 0 0 0,1-1 0 0 0,11 2 0 0 0,75 5 0 0 0,-82-9 0 0 0,61 4 0 0 0,175 15 0 0 0,-215-14 0 0 0,1 1 0 0 0,-1 2 0 0 0,0 1 0 0 0,63 25 0 0 0,-89-31 0 0 0,0 1 0 0 0,-1 0 0 0 0,0 0 0 0 0,0 1 0 0 0,0 0 0 0 0,0 0 0 0 0,-1 1 0 0 0,0-1 0 0 0,0 1 0 0 0,-1 0 0 0 0,6 8 0 0 0,-9-10 0 0 0,0-1 0 0 0,0 1 0 0 0,0 0 0 0 0,0 1 0 0 0,-1-1 0 0 0,1 0 0 0 0,-1 0 0 0 0,0 1 0 0 0,-1-1 0 0 0,1 0 0 0 0,-1 1 0 0 0,0-1 0 0 0,0 0 0 0 0,-1 1 0 0 0,1-1 0 0 0,-1 1 0 0 0,0-1 0 0 0,0 0 0 0 0,-1 0 0 0 0,1 0 0 0 0,-4 7 0 0 0,0-3 0 0 0,0 0 0 0 0,0 0 0 0 0,-1 0 0 0 0,0-1 0 0 0,0 1 0 0 0,-1-1 0 0 0,0-1 0 0 0,0 1 0 0 0,-1-1 0 0 0,0-1 0 0 0,0 1 0 0 0,0-1 0 0 0,-17 8 0 0 0,9-7 0 0 0,0-1 0 0 0,0 0 0 0 0,0-1 0 0 0,0-1 0 0 0,-1 0 0 0 0,0-1 0 0 0,-29 0 0 0 0,28-1-629 0 0,1-2 1 0 0,-1 0-1 0 0,1-1 1 0 0,-1 0-1 0 0,-21-7 1 0 0,27 6-646 0 0,0-1 1 0 0,1-1-1 0 0,0 0 0 0 0,0 0 1 0 0,0-1-1 0 0,1 0 1 0 0,0-1-1 0 0,-10-8 0 0 0,-43-44-14258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25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0 235 3041 0 0,'12'-25'16888'0'0,"6"18"-4050"0"0,-8 5-12838 0 0,-7 2 0 0 0,5-2 0 0 0,19-6 0 0 0,35-2 0 0 0,27-1 0 0 0,7-2 0 0 0,-21-1 0 0 0,-4 0 0 0 0,10-8 0 0 0,21-7 0 0 0,15 0 0 0 0,21 3 0 0 0,-21 8-14679 0 0,-45 13-448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25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0 197 2721 0 0,'0'-2'774'0'0,"0"-1"0"0"0,0 1-1 0 0,0 0 1 0 0,1-1 0 0 0,-1 1-1 0 0,0-1 1 0 0,1 1 0 0 0,0 0-1 0 0,2-5 1 0 0,1-4 2096 0 0,2 0-1 0 0,0 0 1 0 0,0 1 0 0 0,1-1-1 0 0,11-11 1 0 0,-12 15-2136 0 0,0 1 0 0 0,1 0 1 0 0,0 0-1 0 0,0 0 0 0 0,14-8 0 0 0,-8 8-611 0 0,0 0-1 0 0,0 1 1 0 0,1 0-1 0 0,-1 1 1 0 0,1 0-1 0 0,20-2 0 0 0,6 1-207 0 0,40-1-1 0 0,-69 6 86 0 0,-1 0 0 0 0,1 0 0 0 0,-1 1 0 0 0,1 0 0 0 0,-1 1 0 0 0,0 0 0 0 0,0 0 0 0 0,0 1 0 0 0,0 0 0 0 0,0 1 0 0 0,0 0 0 0 0,-1 1 0 0 0,0-1 0 0 0,0 2 0 0 0,-1-1 0 0 0,12 10 0 0 0,-13-9 0 0 0,0 1 0 0 0,-1 0 0 0 0,0 0 0 0 0,-1 0 0 0 0,1 0 0 0 0,-1 1 0 0 0,-1 0 0 0 0,0 0 0 0 0,0 0 0 0 0,-1 1 0 0 0,0-1 0 0 0,-1 1 0 0 0,1-1 0 0 0,-2 1 0 0 0,1 0 0 0 0,-2 0 0 0 0,1 16 0 0 0,-4 0 0 0 0,0-1 0 0 0,-2 1 0 0 0,-1-1 0 0 0,-1 0 0 0 0,-1-1 0 0 0,-19 38 0 0 0,-6 0 0 0 0,-47 67 0 0 0,47-79 0 0 0,-2-1 0 0 0,-72 73 0 0 0,91-108 0 0 0,13-12 0 0 0,7-5 0 0 0,31-18 0 0 0,0 1 0 0 0,2 2 0 0 0,43-17 0 0 0,-52 24 0 0 0,21-9 0 0 0,2 1 0 0 0,0 3 0 0 0,1 1 0 0 0,65-10 0 0 0,-38 14 0 0 0,0 4 0 0 0,1 3 0 0 0,102 5 0 0 0,-149 3-1459 0 0,-32-3 1298 0 0,-1 0 0 0 0,0 0 1 0 0,1 0-1 0 0,-1 0 0 0 0,0 0 1 0 0,0 0-1 0 0,1 0 0 0 0,-1 0 1 0 0,0 0-1 0 0,0 0 0 0 0,1 1 1 0 0,-1-1-1 0 0,0 0 0 0 0,0 0 1 0 0,1 0-1 0 0,-1 0 0 0 0,0 0 1 0 0,0 0-1 0 0,1 1 0 0 0,-1-1 1 0 0,0 0-1 0 0,0 0 0 0 0,0 0 1 0 0,1 0-1 0 0,-1 1 0 0 0,0-1 1 0 0,0 0-1 0 0,0 0 0 0 0,0 1 1 0 0,0-1-1 0 0,0 0 0 0 0,0 0 1 0 0,1 1-1 0 0,-1-1 0 0 0,0 0 1 0 0,0 0-1 0 0,0 0 0 0 0,0 1 1 0 0,0-1-1 0 0,0 0 0 0 0,0 1 0 0 0,0-1 1 0 0,0 0-1 0 0,0 0 0 0 0,0 0 1 0 0,-1 1-1 0 0,1-1 0 0 0,0 0 1 0 0,0 0-1 0 0,0 1 0 0 0,0-1 1 0 0,0 0-1 0 0,0 0 0 0 0,-1 0 1 0 0,1 1-1 0 0,0-1 0 0 0,-1 0 1 0 0,-27 25-18708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37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9 3201 0 0,'-1'-1'3796'0'0,"-23"-6"9663"0"0,23 7-13183 0 0,1 0 0 0 0,-1 0 1 0 0,1 0-1 0 0,-1 0 0 0 0,0 0 0 0 0,1 0 1 0 0,-1 0-1 0 0,1 0 0 0 0,-1 0 1 0 0,1 0-1 0 0,-1 1 0 0 0,1-1 1 0 0,-1 0-1 0 0,1 0 0 0 0,0 1 0 0 0,-1-1 1 0 0,1 0-1 0 0,-1 0 0 0 0,1 1 1 0 0,0-1-1 0 0,-1 1 0 0 0,1-1 1 0 0,0 0-1 0 0,-1 1 0 0 0,1-1 1 0 0,0 1-1 0 0,-1-1 0 0 0,1 0 0 0 0,0 1 1 0 0,0-1-1 0 0,0 1 0 0 0,0-1 1 0 0,-1 1-1 0 0,1-1 0 0 0,0 1 1 0 0,0-1-1 0 0,0 1 0 0 0,0-1 0 0 0,0 1 1 0 0,0 0-237 0 0,0 0 1 0 0,0 0 0 0 0,0 0-1 0 0,1 0 1 0 0,-1 0 0 0 0,0 0-1 0 0,0 0 1 0 0,1 0 0 0 0,-1-1-1 0 0,0 1 1 0 0,1 0-1 0 0,-1 0 1 0 0,1 0 0 0 0,-1-1-1 0 0,1 1 1 0 0,0 0 0 0 0,-1 0-1 0 0,1-1 1 0 0,0 1 0 0 0,-1-1-1 0 0,1 1 1 0 0,0 0 0 0 0,0-1-1 0 0,0 1 1 0 0,-1-1-1 0 0,1 0 1 0 0,0 1 0 0 0,0-1-1 0 0,0 0 1 0 0,0 1 0 0 0,0-1-1 0 0,0 0 1 0 0,0 0 0 0 0,0 0-1 0 0,0 0 1 0 0,0 0 0 0 0,1 0-1 0 0,7 1-90 0 0,1-1-1 0 0,-1 0 0 0 0,12-2 1 0 0,-6 1-33 0 0,50-1 83 0 0,-1 2 0 0 0,1 3 0 0 0,0 3 0 0 0,-1 2 0 0 0,124 32 0 0 0,-183-39 0 0 0,184 58 0 0 0,-164-49 0 0 0,-1 0 0 0 0,0 2 0 0 0,-1 0 0 0 0,0 2 0 0 0,29 22 0 0 0,-49-34 0 0 0,0 0 0 0 0,0 0 0 0 0,0 1 0 0 0,0-1 0 0 0,-1 1 0 0 0,1-1 0 0 0,-1 1 0 0 0,0 0 0 0 0,0 0 0 0 0,0 0 0 0 0,-1 0 0 0 0,1 0 0 0 0,-1 0 0 0 0,1 1 0 0 0,-1-1 0 0 0,0 0 0 0 0,-1 1 0 0 0,1-1 0 0 0,0 1 0 0 0,-1-1 0 0 0,0 0 0 0 0,0 1 0 0 0,0-1 0 0 0,-1 1 0 0 0,1-1 0 0 0,-1 1 0 0 0,0-1 0 0 0,0 0 0 0 0,0 1 0 0 0,0-1 0 0 0,-1 0 0 0 0,1 0 0 0 0,-1 0 0 0 0,-4 6 0 0 0,-7 7 0 0 0,1 1 0 0 0,-2-2 0 0 0,-1 0 0 0 0,0 0 0 0 0,-1-2 0 0 0,-18 13 0 0 0,-116 70 0 0 0,102-67 0 0 0,-181 115 0 0 0,-126 75 0 0 0,329-204 0 0 0,1 0 0 0 0,-1-2 0 0 0,0 0 0 0 0,-28 10 0 0 0,27-19 0 0 0,16-6 0 0 0,11 2 0 0 0,0 0 0 0 0,-1 0 0 0 0,1-1 0 0 0,0 1 0 0 0,0 0 0 0 0,0 0 0 0 0,0 0 0 0 0,0-1 0 0 0,0 1 0 0 0,0 0 0 0 0,0 0 0 0 0,0-1 0 0 0,0 1 0 0 0,-1 0 0 0 0,1 0 0 0 0,0-1 0 0 0,1 1 0 0 0,-1 0 0 0 0,0 0 0 0 0,0-1 0 0 0,0 1 0 0 0,0 0 0 0 0,0 0 0 0 0,0 0 0 0 0,0-1 0 0 0,0 1 0 0 0,0 0 0 0 0,0 0 0 0 0,1 0 0 0 0,-1-1 0 0 0,0 1 0 0 0,0 0 0 0 0,0 0 0 0 0,0 0 0 0 0,1-1 0 0 0,-1 1 0 0 0,0 0 0 0 0,3-2 6 0 0,0 0 0 0 0,0 0 0 0 0,0 1 0 0 0,0-1 0 0 0,0 1 0 0 0,0 0 0 0 0,0-1 0 0 0,0 1 0 0 0,1 1 0 0 0,-1-1 0 0 0,0 0 0 0 0,6 0 0 0 0,12-3-1357 0 0,50-15-7514 0 0,7 2-11283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37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24 400 0 0,'67'-24'-80'0'0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37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1393 6 2161 0 0,'20'-5'20089'0'0,"-5"8"-9572"0"0,-20 2-10517 0 0,-16 6 0 0 0,-14 17 0 0 0,-31 19 0 0 0,-26 16 0 0 0,8-3 0 0 0,-10 8 0 0 0,-26 13 0 0 0,-30 20 0 0 0,-14 16 0 0 0,4 5 0 0 0,8 13-10277 0 0,19-28-2609 0 0,-18-5 5443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55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0 157 14006 0 0,'1'1'428'0'0,"-1"1"1"0"0,1-1-1 0 0,-1 0 0 0 0,1 0 0 0 0,0 0 0 0 0,-1 0 0 0 0,1 0 0 0 0,0 0 0 0 0,0 0 0 0 0,0 0 0 0 0,-1 0 0 0 0,1-1 0 0 0,0 1 1 0 0,1 0-1 0 0,-1 0 0 0 0,0-1 0 0 0,0 1 0 0 0,0 0 0 0 0,0-1 0 0 0,0 1 0 0 0,1-1 0 0 0,-1 0 0 0 0,0 1 0 0 0,2-1 0 0 0,3 1 987 0 0,-1-1 0 0 0,1 0-1 0 0,-1 0 1 0 0,11-2 0 0 0,2 0-430 0 0,107-8-985 0 0,222-46 0 0 0,-148 17 207 0 0,104-5-1340 0 0,-225 32-5678 0 0,-19 0-9655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56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50 1201 0 0,'-1'-24'4766'0'0,"1"24"-4640"0"0,0-1-1 0 0,0 1 0 0 0,0 0 0 0 0,0 0 1 0 0,0 0-1 0 0,0-1 0 0 0,0 1 1 0 0,0 0-1 0 0,0 0 0 0 0,0-1 0 0 0,0 1 1 0 0,0 0-1 0 0,0 0 0 0 0,0 0 1 0 0,0-1-1 0 0,0 1 0 0 0,0 0 1 0 0,0 0-1 0 0,-1 0 0 0 0,1-1 0 0 0,0 1 1 0 0,0 0-1 0 0,0 0 0 0 0,0 0 1 0 0,0 0-1 0 0,-1-1 0 0 0,1 1 0 0 0,0 0 1 0 0,0 0-1 0 0,0 0 0 0 0,-1 0 1 0 0,1 0-1 0 0,0 0 0 0 0,0 0 0 0 0,-1-1 1 0 0,1 1-1 0 0,0 0 0 0 0,0 0 1 0 0,-1 0-1 0 0,0 2 636 0 0,0-1 1 0 0,-1 0-1 0 0,1 1 1 0 0,0-1-1 0 0,0 1 1 0 0,0-1-1 0 0,1 1 1 0 0,-1 0 0 0 0,0-1-1 0 0,0 3 1 0 0,-51 162 9780 0 0,21-41-7673 0 0,18-74-2869 0 0,7-33 0 0 0,2 0 0 0 0,0 1 0 0 0,-3 35 0 0 0,9-49 0 0 0,2-10 0 0 0,4-16 0 0 0,67-262 0 0 0,-53 184 0 0 0,-22 99 0 0 0,2-9 0 0 0,0 0 0 0 0,1 1 0 0 0,0-1 0 0 0,5-8 0 0 0,-7 20 0 0 0,1-1 0 0 0,-1 1 0 0 0,0 0 0 0 0,0 0 0 0 0,0 0 0 0 0,0 0 0 0 0,0 4 0 0 0,3 9 0 0 0,12 42 0 0 0,11 83 0 0 0,-26-132 0 0 0,-1-6 0 0 0,0 1 0 0 0,0-1 0 0 0,1 0 0 0 0,-1 1 0 0 0,1-1 0 0 0,0 0 0 0 0,0 0 0 0 0,0 0 0 0 0,0 0 0 0 0,1 1 0 0 0,-1-2 0 0 0,1 1 0 0 0,0 0 0 0 0,4 5 0 0 0,-5-8 0 0 0,-1 1 0 0 0,1-1 0 0 0,-1 0 0 0 0,1 0 0 0 0,-1 0 0 0 0,1 0 0 0 0,-1 0 0 0 0,1 0 0 0 0,-1 0 0 0 0,1-1 0 0 0,-1 1 0 0 0,1 0 0 0 0,-1 0 0 0 0,1 0 0 0 0,-1 0 0 0 0,1-1 0 0 0,-1 1 0 0 0,1 0 0 0 0,-1 0 0 0 0,1 0 0 0 0,-1-1 0 0 0,0 1 0 0 0,1 0 0 0 0,-1-1 0 0 0,0 1 0 0 0,1-1 0 0 0,11-12 0 0 0,9-20 0 0 0,-3 0 0 0 0,20-46 0 0 0,-25 48 0 0 0,1 0 0 0 0,2 1 0 0 0,28-39 0 0 0,-43 68 0 0 0,0 0 0 0 0,-1 0 0 0 0,1 0 0 0 0,0 0 0 0 0,-1 1 0 0 0,1-1 0 0 0,0 0 0 0 0,0 0 0 0 0,0 0 0 0 0,0 1 0 0 0,0-1 0 0 0,0 0 0 0 0,0 1 0 0 0,0-1 0 0 0,0 1 0 0 0,0-1 0 0 0,2 1 0 0 0,-3 0 0 0 0,1 0 0 0 0,0 1 0 0 0,0-1 0 0 0,-1 1 0 0 0,1 0 0 0 0,0-1 0 0 0,-1 1 0 0 0,1-1 0 0 0,-1 1 0 0 0,1 0 0 0 0,-1 0 0 0 0,1-1 0 0 0,-1 1 0 0 0,1 0 0 0 0,-1 0 0 0 0,0-1 0 0 0,1 1 0 0 0,-1 0 0 0 0,0 0 0 0 0,0 0 0 0 0,0 0 0 0 0,0-1 0 0 0,0 2 0 0 0,13 62 0 0 0,4 95 0 0 0,-5-32 0 0 0,-9-107-503 0 0,0 0-1 0 0,9 26 1 0 0,-10-41-22 0 0,-1 0-1 0 0,1 0 1 0 0,0 0-1 0 0,1-1 1 0 0,-1 1 0 0 0,1-1-1 0 0,0 1 1 0 0,1-1-1 0 0,-1 0 1 0 0,1 0 0 0 0,0 0-1 0 0,0-1 1 0 0,0 1-1 0 0,5 3 1 0 0,-6-6-1263 0 0,0 0 0 0 0,0 1 0 0 0,0-1 0 0 0,0 0 0 0 0,1-1 0 0 0,-1 1-1 0 0,0 0 1 0 0,5-1 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57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92 2001 0 0,'-17'8'5683'0'0,"4"-2"239"0"0,6-2 1 0 0,7 0 160 0 0,50-4 1072 0 0,76-8-7155 0 0,-10 2 0 0 0,-22 0 0 0 0,-17 0 0 0 0,10 0 0 0 0,19 1 0 0 0,15 1 0 0 0,3-1 0 0 0,-2-1 0 0 0,4-1 0 0 0,5-8-4434 0 0,-6-8-12454 0 0,-8 7 5523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57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64 480 0 0,'-20'2'16008'0'0,"27"13"-561"0"0,1-7-14615 0 0,0-6-832 0 0,1-4 0 0 0,17-18 0 0 0,38-11 0 0 0,10 15 0 0 0,4 14 0 0 0,10 2 0 0 0,3-1 0 0 0,19-1 0 0 0,22 1 0 0 0,11 5 0 0 0,-1-2 0 0 0,-6-8-9636 0 0,-14-3-3490 0 0,-15 3 3921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57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0 400 0 0,'-18'3'12086'0'0,"16"22"1680"0"0,14-11-8564 0 0,11-14-4721 0 0,8-1 351 0 0,8 2-832 0 0,13 0 0 0 0,7 1 0 0 0,12 4 0 0 0,9 2 0 0 0,-4-1 0 0 0,18 2 0 0 0,19-6-2033 0 0,8-10-10052 0 0,-3-7-561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59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6 2881 0 0,'-8'-5'12326'0'0,"-23"29"3841"0"0,-27 4-14774 0 0,-3-12-1393 0 0,7 5 0 0 0,3 8 0 0 0,1 11 0 0 0,3 8 0 0 0,7-1 0 0 0,10-2 0 0 0,17-6 0 0 0,20-2 0 0 0,26-3 0 0 0,38-4 0 0 0,18-1 0 0 0,42-2 0 0 0,31-23-12518 0 0,14-21-1568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59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3 2801 0 0,'-4'-2'4242'0'0,"-2"2"320"0"0,-2 2 160 0 0,-9 2 961 0 0,-91 44 5074 0 0,5 15-10757 0 0,43-7 0 0 0,25 1 0 0 0,19-7 0 0 0,12 1 0 0 0,17 2 0 0 0,22 5 0 0 0,31-6 0 0 0,31-11 0 0 0,30-12 0 0 0,6-20-3233 0 0,-5-31-13895 0 0,-1-10 5522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00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324 13 880 0 0,'2'-13'18394'0'0,"-15"15"-10450"0"0,-17 10-7019 0 0,-1 1 0 0 0,2 1-1 0 0,0 1 1 0 0,1 2 0 0 0,-46 35 0 0 0,65-45-925 0 0,0 1 0 0 0,1 0 0 0 0,0 1 0 0 0,0 0 0 0 0,1 0 0 0 0,0 0 0 0 0,1 1 0 0 0,0 0 0 0 0,-6 14 0 0 0,10-18 0 0 0,0 0 0 0 0,0 1 0 0 0,0 0 0 0 0,1-1 0 0 0,0 1 0 0 0,0 0 0 0 0,1-1 0 0 0,-1 1 0 0 0,2 0 0 0 0,-1 0 0 0 0,1 0 0 0 0,0-1 0 0 0,1 1 0 0 0,0-1 0 0 0,0 1 0 0 0,4 7 0 0 0,-1-4 0 0 0,1 0 0 0 0,0 0 0 0 0,1-1 0 0 0,0 0 0 0 0,0 0 0 0 0,1 0 0 0 0,0-1 0 0 0,1 0 0 0 0,0-1 0 0 0,0 0 0 0 0,1 0 0 0 0,14 7 0 0 0,-8-6 0 0 0,0-1 0 0 0,0-1 0 0 0,0 0 0 0 0,1-1 0 0 0,0-1 0 0 0,0 0 0 0 0,1-1 0 0 0,21 0 0 0 0,9 0-469 0 0,92-7 0 0 0,-9-12-4796 0 0,89-27-9934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6:58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3282 0 0,'7'5'5762'0'0,"22"6"6084"0"0,29-1 31 0 0,-9-12-11877 0 0,2-2 0 0 0,12 4 0 0 0,13-1 0 0 0,3 1 0 0 0,-4-1 0 0 0,8-2 0 0 0,11 3 0 0 0,14 3 0 0 0,7-21-6995 0 0,-13-1-9253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00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382 12 2881 0 0,'0'-1'677'0'0,"-1"0"0"0"0,1 1-1 0 0,0-1 1 0 0,-1 0-1 0 0,1 1 1 0 0,-1-1 0 0 0,1 1-1 0 0,-1-1 1 0 0,0 0-1 0 0,1 1 1 0 0,-1-1 0 0 0,1 1-1 0 0,-1 0 1 0 0,0-1-1 0 0,0 1 1 0 0,1-1 0 0 0,-1 1-1 0 0,0 0 1 0 0,0-1-1 0 0,1 1 1 0 0,-1 0 0 0 0,0 0-1 0 0,0 0 1 0 0,0 0-1 0 0,0-1 1 0 0,-14 4 6190 0 0,-7 4-4762 0 0,1-1-1803 0 0,1 2 0 0 0,0 0 0 0 0,0 2 0 0 0,0 0 0 0 0,1 0 0 0 0,1 2 0 0 0,0 0 0 0 0,1 1 0 0 0,0 0 0 0 0,-20 23 0 0 0,22-19-302 0 0,2-1 0 0 0,0 1 0 0 0,1 1 0 0 0,1 0 0 0 0,-10 22 0 0 0,18-32 0 0 0,0 0 0 0 0,1 0 0 0 0,-1 0 0 0 0,2 0 0 0 0,-1 0 0 0 0,1 0 0 0 0,1 0 0 0 0,0 0 0 0 0,0 1 0 0 0,0-1 0 0 0,1 0 0 0 0,1 0 0 0 0,-1 0 0 0 0,2 0 0 0 0,-1 0 0 0 0,4 8 0 0 0,-1-6 13 0 0,1-1 1 0 0,-1 0-1 0 0,2 0 1 0 0,-1 0-1 0 0,1-1 0 0 0,1 0 1 0 0,-1 0-1 0 0,2-1 1 0 0,-1 1-1 0 0,1-2 0 0 0,0 1 1 0 0,0-1-1 0 0,1 0 1 0 0,0-1-1 0 0,0 0 0 0 0,1-1 1 0 0,-1 0-1 0 0,1 0 1 0 0,16 3-1 0 0,-2-2-180 0 0,0-1-1 0 0,0-1 0 0 0,0-2 1 0 0,0 0-1 0 0,1-1 1 0 0,-1-1-1 0 0,48-8 0 0 0,84-29-6752 0 0,-154 37 6709 0 0,168-45-15068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06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29 152 4482 0 0,'-28'10'21770'0'0,"52"-12"-15255"0"0,39-12-6515 0 0,4 1 0 0 0,6-2 0 0 0,8-2 0 0 0,12 3 0 0 0,-4 1 0 0 0,22-2 0 0 0,25-12-11397 0 0,6-4-5251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06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0 9124 0 0,'-48'55'23643'0'0,"35"-21"-23643"0"0,21-34 0 0 0,2-12 0 0 0,-2-1 0 0 0,23 8 0 0 0,60 0 0 0 0,26-9 0 0 0,-10 1 0 0 0,-23 4 0 0 0,1 10 0 0 0,9 3 0 0 0,-2-14-4434 0 0,1-2-12614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06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19 1281 0 0,'-18'18'21449'0'0,"31"19"-11412"0"0,5-22-10037 0 0,2-26 0 0 0,9-11 0 0 0,12 7 0 0 0,15 11 0 0 0,14 5 0 0 0,4 1 0 0 0,3-1 0 0 0,-11 5 0 0 0,5-10 0 0 0,-4-18-12358 0 0,-9 1-2929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07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6883 0 0,'-1'3'2438'0'0,"-10"34"12101"0"0,14-18-8239 0 0,-3-19-6182 0 0,1 1 1 0 0,-1 0-1 0 0,0-1 1 0 0,1 1-1 0 0,-1 0 1 0 0,1-1-1 0 0,-1 1 1 0 0,1-1-1 0 0,0 1 1 0 0,-1-1-1 0 0,1 1 1 0 0,0-1-1 0 0,-1 1 1 0 0,1-1-1 0 0,0 0 1 0 0,0 1-1 0 0,-1-1 1 0 0,1 0-1 0 0,0 0 1 0 0,0 1 0 0 0,0-1-1 0 0,35 5-118 0 0,0-1 0 0 0,-1-2 0 0 0,61-3 0 0 0,107-20 0 0 0,-19 1 0 0 0,241 22-62 0 0,-324 2-295 0 0,31-4-3607 0 0,-5-7-10920 0 0,-50 1 1864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12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10085 0 0,'-33'12'22010'0'0,"20"0"-21338"0"0,8-6-672 0 0,3-3 0 0 0,4-3 0 0 0,3 0 0 0 0,2-3 0 0 0,91-8 0 0 0,16 9 0 0 0,-19 10 0 0 0,-7 2 0 0 0,-13 0 0 0 0,24-1 0 0 0,23 1 0 0 0,13-10 0 0 0,-8-21-10757 0 0,-27-7-4770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14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97 17688 0 0,'-31'-5'15079'0'0,"39"5"-15079"0"0,43-5 0 0 0,44-12 0 0 0,21-8 0 0 0,7 11 0 0 0,9 13 0 0 0,42-7-9957 0 0,-22-14-6770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49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63 344 1601 0 0,'-1'0'727'0'0,"-1"1"1"0"0,1 0 0 0 0,0-1-1 0 0,-1 1 1 0 0,1-1-1 0 0,-1 0 1 0 0,1 0 0 0 0,0 1-1 0 0,-1-1 1 0 0,1 0 0 0 0,-1 0-1 0 0,1 0 1 0 0,-1 0-1 0 0,1-1 1 0 0,-1 1 0 0 0,1 0-1 0 0,-1-1 1 0 0,1 1 0 0 0,0 0-1 0 0,-1-1 1 0 0,1 0-1 0 0,0 1 1 0 0,-1-1 0 0 0,1 0-1 0 0,0 0 1 0 0,0 0-1 0 0,0 0 1 0 0,-1 0 0 0 0,1 0-1 0 0,0 0 1 0 0,-1-1 0 0 0,-10-21 5504 0 0,6-3-4787 0 0,7 12-1423 0 0,1 0 1 0 0,0 1 0 0 0,1-1 0 0 0,0 1 0 0 0,1-1 0 0 0,1 1 0 0 0,0 0 0 0 0,11-20 0 0 0,-14 29-24 0 0,4-9 1 0 0,1 1 0 0 0,0 0 0 0 0,1 0 0 0 0,0 1 0 0 0,1 0 0 0 0,17-17 0 0 0,-22 24 0 0 0,0 0 0 0 0,1 0 0 0 0,-1 1 0 0 0,1-1 0 0 0,0 1 0 0 0,0 0 0 0 0,0 1 0 0 0,0-1 0 0 0,0 1 0 0 0,1 0 0 0 0,-1 1 0 0 0,1-1 0 0 0,0 1 0 0 0,-1 0 0 0 0,1 0 0 0 0,0 1 0 0 0,-1-1 0 0 0,1 1 0 0 0,10 2 0 0 0,-6 0 0 0 0,0 2 0 0 0,0-1 0 0 0,-1 1 0 0 0,1 1 0 0 0,-1-1 0 0 0,0 2 0 0 0,-1-1 0 0 0,1 1 0 0 0,-1 0 0 0 0,0 1 0 0 0,0 0 0 0 0,-1 0 0 0 0,0 1 0 0 0,0 0 0 0 0,-1 0 0 0 0,8 14 0 0 0,0 1 0 0 0,-2 0 0 0 0,-1 0 0 0 0,-1 1 0 0 0,0 0 0 0 0,9 43 0 0 0,-9-20 0 0 0,-2 0 0 0 0,-3 0 0 0 0,-1 1 0 0 0,-3 0 0 0 0,-5 66 0 0 0,0-81 0 0 0,0 0 0 0 0,-2 0 0 0 0,-2 0 0 0 0,-1-1 0 0 0,-1 0 0 0 0,-2-1 0 0 0,-1 0 0 0 0,-27 46 0 0 0,26-56 0 0 0,0-1 0 0 0,-2-1 0 0 0,0-1 0 0 0,-22 21 0 0 0,27-29 0 0 0,0-1 0 0 0,0-1 0 0 0,-1 0 0 0 0,0 0 0 0 0,0-1 0 0 0,-1-1 0 0 0,0 0 0 0 0,-20 6 0 0 0,30-11 0 0 0,0 0 0 0 0,0 0 0 0 0,0 0 0 0 0,0-1 0 0 0,0 0 0 0 0,-1 1 0 0 0,1-1 0 0 0,0 0 0 0 0,0-1 0 0 0,0 1 0 0 0,0 0 0 0 0,-1-1 0 0 0,1 0 0 0 0,0 0 0 0 0,0 0 0 0 0,-4-2 0 0 0,5 2 0 0 0,-1-1 0 0 0,1 0 0 0 0,0 0 0 0 0,0 0 0 0 0,0 0 0 0 0,1 0 0 0 0,-1-1 0 0 0,0 1 0 0 0,1 0 0 0 0,-1-1 0 0 0,1 1 0 0 0,0-1 0 0 0,0 0 0 0 0,0 1 0 0 0,0-1 0 0 0,0 0 0 0 0,1 0 0 0 0,-1 0 0 0 0,1-3 0 0 0,-1-2 0 0 0,0-1 0 0 0,1 0 0 0 0,0 0 0 0 0,0 0 0 0 0,1 0 0 0 0,0 1 0 0 0,1-1 0 0 0,0 0 0 0 0,0 1 0 0 0,1-1 0 0 0,0 1 0 0 0,0 0 0 0 0,1 0 0 0 0,6-10 0 0 0,-2 6 0 0 0,0 1 0 0 0,1 1 0 0 0,0-1 0 0 0,1 1 0 0 0,0 1 0 0 0,1 0 0 0 0,0 0 0 0 0,18-10 0 0 0,-1 4 0 0 0,2 0 0 0 0,0 2 0 0 0,0 1 0 0 0,1 1 0 0 0,1 2 0 0 0,0 1 0 0 0,40-4 0 0 0,-43 8 0 0 0,51 0 0 0 0,-69 5 0 0 0,0 0 0 0 0,0 0 0 0 0,0 1 0 0 0,0 0 0 0 0,0 1 0 0 0,0 0 0 0 0,17 8 0 0 0,-3 3-1927 0 0,-18-10-668 0 0,0-1 1 0 0,0 1-1 0 0,0-1 0 0 0,10 3 1 0 0,11-4-10631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49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10 1521 0 0,'-28'-9'12085'0'0,"-37"36"7076"0"0,-5 36-19161 0 0,32 30 0 0 0,14-3 0 0 0,2 10 0 0 0,1 20 0 0 0,10 12 0 0 0,18 2 0 0 0,14-6 0 0 0,15-13 0 0 0,19-21 0 0 0,22-22 0 0 0,26-21 0 0 0,14-22-4354 0 0,-3-23-12854 0 0,-10-18 6723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0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1921 0 0,'3'-5'5122'0'0,"11"65"20602"0"0,-2 49-25724 0 0,-5 6 0 0 0,6 25 0 0 0,10 24 0 0 0,8 20 0 0 0,-9-51-10117 0 0,-3-35 513 0 0,-4-10 2321 0 0,-3 8 2160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0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94 7764 0 0,'-25'-46'11605'0'0,"9"13"-1040"0"0,15 19-7732 0 0,31 23-2833 0 0,33 36 0 0 0,16 31 0 0 0,2 31 0 0 0,0 21 0 0 0,-7 6 0 0 0,-13-11 0 0 0,-16-21 0 0 0,-7-35-17800 0 0,-8-37 4034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0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590 26 3522 0 0,'-22'-25'16967'0'0,"-18"36"-4689"0"0,-18 46-12278 0 0,-16 46 0 0 0,-10 43 0 0 0,-6 32 0 0 0,-2 7 0 0 0,18-38 0 0 0,36-67-3874 0 0,23-39-7251 0 0,12-30 2161 0 0,10-28 2481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1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18 8484 0 0,'-5'-3'1305'0'0,"-1"1"0"0"0,0-1 0 0 0,0 1 0 0 0,0 0-1 0 0,0 0 1 0 0,-1 1 0 0 0,1 0 0 0 0,0 0 0 0 0,-1 0 0 0 0,1 1 0 0 0,0 0 0 0 0,-12 2 0 0 0,9-1-573 0 0,1 1 0 0 0,0 1-1 0 0,0-1 1 0 0,0 2 0 0 0,0-1 0 0 0,0 1 0 0 0,1 0 0 0 0,0 0 0 0 0,-11 9 0 0 0,-34 31-732 0 0,-74 79 0 0 0,120-117 0 0 0,-11 12 0 0 0,1-1 0 0 0,1 2 0 0 0,-14 20 0 0 0,26-35 0 0 0,1 1 0 0 0,-1-1 0 0 0,1 0 0 0 0,0 1 0 0 0,0-1 0 0 0,0 1 0 0 0,0 0 0 0 0,1 0 0 0 0,0-1 0 0 0,0 1 0 0 0,0 0 0 0 0,1 0 0 0 0,-1 0 0 0 0,1 0 0 0 0,0 0 0 0 0,1 0 0 0 0,-1 0 0 0 0,1 0 0 0 0,0 0 0 0 0,1 0 0 0 0,1 5 0 0 0,1-3 0 0 0,0 0 0 0 0,1 0 0 0 0,0 0 0 0 0,0-1 0 0 0,0 0 0 0 0,1 0 0 0 0,0 0 0 0 0,0-1 0 0 0,1 0 0 0 0,-1 0 0 0 0,13 7 0 0 0,5 0 0 0 0,0 0 0 0 0,35 10 0 0 0,226 52 0 0 0,-206-58 0 0 0,0 3 0 0 0,108 43 0 0 0,-175-58 0 0 0,0 2 0 0 0,0 0 0 0 0,-1 0 0 0 0,0 1 0 0 0,0 1 0 0 0,11 9 0 0 0,-19-14 0 0 0,-1-1 0 0 0,1 1 0 0 0,0 1 0 0 0,-1-1 0 0 0,0 0 0 0 0,1 1 0 0 0,-1-1 0 0 0,-1 1 0 0 0,1-1 0 0 0,0 1 0 0 0,-1 0 0 0 0,0 0 0 0 0,0 0 0 0 0,0 0 0 0 0,0 0 0 0 0,-1 0 0 0 0,1 0 0 0 0,-1 0 0 0 0,0 0 0 0 0,-1 0 0 0 0,1 0 0 0 0,-1 0 0 0 0,0 5 0 0 0,-3 5 0 0 0,-1-1 0 0 0,0 0 0 0 0,-1 0 0 0 0,0 0 0 0 0,-1-1 0 0 0,-1 1 0 0 0,0-2 0 0 0,-11 14 0 0 0,-84 83 0 0 0,97-103 0 0 0,-50 48 0 0 0,-1-3 0 0 0,-4-2 0 0 0,-71 44 0 0 0,128-90 0 0 0,-9 6 0 0 0,0 0 0 0 0,0-2 0 0 0,-1 0 0 0 0,-21 7 0 0 0,32-12 0 0 0,1 0 0 0 0,-1 0 0 0 0,0-1 0 0 0,0 1 0 0 0,0-1 0 0 0,0 0 0 0 0,1 0 0 0 0,-1 0 0 0 0,0 0 0 0 0,0 0 0 0 0,0-1 0 0 0,0 1 0 0 0,1-1 0 0 0,-1 0 0 0 0,0 0 0 0 0,0 0 0 0 0,1 0 0 0 0,-1 0 0 0 0,1-1 0 0 0,-1 1 0 0 0,1-1 0 0 0,-1 1 0 0 0,1-1 0 0 0,0 0 0 0 0,0 0 0 0 0,0 0 0 0 0,0 0 0 0 0,0 0 0 0 0,1-1 0 0 0,-3-3 0 0 0,-1-3 79 0 0,1-1 0 0 0,0 0 0 0 0,1 0 0 0 0,0 0 0 0 0,0 0 0 0 0,1-1 0 0 0,-1-14 0 0 0,1-84-3202 0 0,2 109 3088 0 0,6-169-12499 0 0,5-25-2132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2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7283 0 0,'22'6'12246'0'0,"15"18"992"0"0,18 2-13238 0 0,37-12 0 0 0,-10-14 0 0 0,14-10 0 0 0,23-7 0 0 0,18-2 0 0 0,15 6 0 0 0,14 3 0 0 0,-14 10 0 0 0,-47 2 0 0 0,-18 4-8996 0 0,-14 7-929 0 0,-10 4 2642 0 0,-7 1 2481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2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282 7 880 0 0,'-9'1'6805'0'0,"-11"-1"5005"0"0,8-2-2580 0 0,12 2-9159 0 0,0 0 0 0 0,0 0 0 0 0,-1 0 0 0 0,1 0 0 0 0,0 0 0 0 0,0 0 0 0 0,0-1-1 0 0,0 1 1 0 0,0 0 0 0 0,0 0 0 0 0,0 0 0 0 0,0 0 0 0 0,0 0 0 0 0,0-1 0 0 0,0 1 0 0 0,0 0 0 0 0,0 0 0 0 0,0 0-1 0 0,0 0 1 0 0,0 0 0 0 0,0-1 0 0 0,0 1 0 0 0,0 0 0 0 0,0 0 0 0 0,0 0 0 0 0,0 0 0 0 0,0 0 0 0 0,0-1 0 0 0,0 1-1 0 0,1 0 1 0 0,-1 0 0 0 0,0 0 0 0 0,0 0 0 0 0,0 0 0 0 0,0 0 0 0 0,0 0 0 0 0,0-1 0 0 0,0 1 0 0 0,1 0 0 0 0,-1 0-1 0 0,0 0 1 0 0,0 0 0 0 0,0 0 0 0 0,0 0 0 0 0,0 0 0 0 0,0 0 0 0 0,1 0 0 0 0,-1 0 0 0 0,0 0 0 0 0,0 0 0 0 0,0 0-1 0 0,0 0 1 0 0,1 0 0 0 0,-1 0 0 0 0,0 0 0 0 0,0 0 0 0 0,-39 11-71 0 0,26-6 0 0 0,1 2 0 0 0,0-1 0 0 0,0 2 0 0 0,0 0 0 0 0,1 0 0 0 0,0 1 0 0 0,1 0 0 0 0,0 0 0 0 0,1 2 0 0 0,0-1 0 0 0,0 1 0 0 0,1 0 0 0 0,0 1 0 0 0,1 0 0 0 0,1 0 0 0 0,0 0 0 0 0,0 1 0 0 0,1 0 0 0 0,1 0 0 0 0,-5 25 0 0 0,2 0 0 0 0,3 0 0 0 0,1 1 0 0 0,1 0 0 0 0,2-1 0 0 0,2 1 0 0 0,2-1 0 0 0,1 1 0 0 0,2-1 0 0 0,2 0 0 0 0,1-1 0 0 0,2 0 0 0 0,33 69 0 0 0,-35-86 0 0 0,1-1 0 0 0,1 0 0 0 0,1-1 0 0 0,1 0 0 0 0,0-1 0 0 0,1 0 0 0 0,1-2 0 0 0,0 0 0 0 0,1 0 0 0 0,1-2 0 0 0,1 0 0 0 0,-1-1 0 0 0,2-1 0 0 0,0 0 0 0 0,0-2 0 0 0,0 0 0 0 0,1-2 0 0 0,1 0 0 0 0,31 6 0 0 0,-2-6-1528 0 0,54 2-1 0 0,-48-8-1708 0 0,0-2 1 0 0,-1-3-1 0 0,0-2 0 0 0,84-21 0 0 0,-66 5-4126 0 0,-16-2 2080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3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67 13446 0 0,'-8'-14'7809'0'0,"-5"-10"598"0"0,-3 1-5302 0 0,11 18-3105 0 0,3 9 0 0 0,3 24 0 0 0,1-17 0 0 0,5 81 0 0 0,12 103 0 0 0,-16-183 0 0 0,0 1 0 0 0,0-1 0 0 0,1 0 0 0 0,1 0 0 0 0,0 0 0 0 0,1-1 0 0 0,0 1 0 0 0,0-1 0 0 0,1-1 0 0 0,1 1 0 0 0,0-1 0 0 0,0-1 0 0 0,1 1 0 0 0,12 9 0 0 0,-14-14 0 0 0,0 1 0 0 0,1-1 0 0 0,-1 0 0 0 0,1-1 0 0 0,0 0 0 0 0,0 0 0 0 0,1-1 0 0 0,-1 0 0 0 0,1 0 0 0 0,-1-1 0 0 0,1 0 0 0 0,0-1 0 0 0,0 0 0 0 0,0 0 0 0 0,0-1 0 0 0,0 0 0 0 0,0 0 0 0 0,0-1 0 0 0,0-1 0 0 0,14-3 0 0 0,-1-3 0 0 0,0 0 0 0 0,-1-2 0 0 0,0 0 0 0 0,0-2 0 0 0,-1 0 0 0 0,-1-1 0 0 0,26-23 0 0 0,-15 9 0 0 0,-1-2 0 0 0,-1 0 0 0 0,35-49 0 0 0,-50 59 0 0 0,1-1 0 0 0,12-28 0 0 0,-23 42 0 0 0,0 0 0 0 0,0-1 0 0 0,-1 1 0 0 0,0-1 0 0 0,0 0 0 0 0,-1 0 0 0 0,0 1 0 0 0,0-1 0 0 0,0 0 0 0 0,-1 0 0 0 0,0 0 0 0 0,-2-8 0 0 0,2 13 0 0 0,0 0 0 0 0,0 1 0 0 0,-1-1 0 0 0,1 1 0 0 0,-1-1 0 0 0,0 1 0 0 0,1-1 0 0 0,-1 1 0 0 0,0-1 0 0 0,0 1 0 0 0,0-1 0 0 0,0 1 0 0 0,-2-2 0 0 0,2 2 0 0 0,0 1 0 0 0,1 0 0 0 0,-1-1 0 0 0,0 1 0 0 0,0 0 0 0 0,0 0 0 0 0,1-1 0 0 0,-1 1 0 0 0,0 0 0 0 0,0 0 0 0 0,0 0 0 0 0,0 0 0 0 0,0 0 0 0 0,1 0 0 0 0,-1 1 0 0 0,0-1 0 0 0,0 0 0 0 0,0 0 0 0 0,1 0 0 0 0,-1 1 0 0 0,0-1 0 0 0,0 1 0 0 0,0-1 0 0 0,1 0 0 0 0,-1 1 0 0 0,0-1 0 0 0,1 1 0 0 0,-1-1 0 0 0,0 1 0 0 0,1 0 0 0 0,-2 1 0 0 0,-9 11 0 0 0,1 0 0 0 0,0 1 0 0 0,1 0 0 0 0,0 1 0 0 0,1 0 0 0 0,-9 25 0 0 0,12-29 0 0 0,-24 55 65 0 0,3 1 0 0 0,-19 76 0 0 0,37-115-173 0 0,2 0-1 0 0,2 1 1 0 0,0 0 0 0 0,2 0 0 0 0,0 0 0 0 0,3 0-1 0 0,0 0 1 0 0,6 30 0 0 0,-5-48-791 0 0,1 0 1 0 0,0-1-1 0 0,1 1 0 0 0,0-1 0 0 0,0 0 1 0 0,9 12-1 0 0,-4-9-3242 0 0,1 0 0 0 0,0-1 0 0 0,14 13 0 0 0,-23-25 4052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6883 0 0,'39'-29'25884'0'0,"0"23"-25884"0"0,3 36 0 0 0,30 35 0 0 0,-1 2 0 0 0,1 14 0 0 0,8 23 0 0 0,3 11 0 0 0,2-6 0 0 0,-5-15 0 0 0,-1-21 0 0 0,-6-27 0 0 0,-16-36-17320 0 0,-14-34 3394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3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862 1 6643 0 0,'-39'74'26124'0'0,"-26"13"-26124"0"0,-20 34 0 0 0,-13 42 0 0 0,-12 24 0 0 0,-5-6 0 0 0,22-49 0 0 0,7-23 0 0 0,13-26 0 0 0,20-28-6435 0 0,19-34-5170 0 0,24-28 2801 0 0,20-22 2961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9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827 126 1841 0 0,'10'-22'2779'0'0,"20"-37"4909"0"0,-27 55-6236 0 0,-1 0 1 0 0,0 1-1 0 0,1-1 1 0 0,0 1 0 0 0,0 0-1 0 0,0 0 1 0 0,0 0 0 0 0,0 0-1 0 0,1 0 1 0 0,-1 1-1 0 0,9-5 1 0 0,-12 7-1390 0 0,0 0 0 0 0,1-1-1 0 0,-1 1 1 0 0,0 0 0 0 0,1 0 0 0 0,-1-1 0 0 0,1 1 0 0 0,-1 0 0 0 0,1 0-1 0 0,-1 0 1 0 0,0 0 0 0 0,1 0 0 0 0,-1-1 0 0 0,1 1 0 0 0,-1 0 0 0 0,1 0-1 0 0,-1 0 1 0 0,1 0 0 0 0,-1 0 0 0 0,1 0 0 0 0,-1 1 0 0 0,0-1-1 0 0,1 0 1 0 0,-1 0 0 0 0,1 0 0 0 0,-1 0 0 0 0,1 0 0 0 0,-1 1 0 0 0,0-1-1 0 0,1 0 1 0 0,-1 0 0 0 0,1 1 0 0 0,-1-1 0 0 0,1 1 0 0 0,-5 15 786 0 0,-20 21-870 0 0,-8 0 21 0 0,-1-2 0 0 0,-2-1 0 0 0,-55 41 0 0 0,6-5 0 0 0,19-11 0 0 0,25-21 0 0 0,-1-1 0 0 0,-2-3 0 0 0,-77 47 0 0 0,103-72 0 0 0,-1 0 0 0 0,-1-2 0 0 0,1 0 0 0 0,-27 5 0 0 0,35-10 0 0 0,0 0 0 0 0,-1 0 0 0 0,1-1 0 0 0,-1-1 0 0 0,1 0 0 0 0,-1 0 0 0 0,1-1 0 0 0,-1-1 0 0 0,-18-4 0 0 0,25 5 0 0 0,0-1 0 0 0,-1 0 0 0 0,1 0 0 0 0,0-1 0 0 0,0 1 0 0 0,0-1 0 0 0,1 0 0 0 0,-1 0 0 0 0,1 0 0 0 0,-1-1 0 0 0,1 1 0 0 0,0-1 0 0 0,0 0 0 0 0,1 1 0 0 0,-1-1 0 0 0,1-1 0 0 0,-1 1 0 0 0,2 0 0 0 0,-1 0 0 0 0,0-1 0 0 0,1 1 0 0 0,0-1 0 0 0,0 0 0 0 0,-1-5 0 0 0,1-2 0 0 0,0 0 0 0 0,0 0 0 0 0,1-1 0 0 0,1 1 0 0 0,0 0 0 0 0,1 0 0 0 0,0 0 0 0 0,4-14 0 0 0,0 9 0 0 0,1 0 0 0 0,1 0 0 0 0,0 0 0 0 0,1 1 0 0 0,0 1 0 0 0,2 0 0 0 0,0 0 0 0 0,0 1 0 0 0,19-18 0 0 0,-7 11 0 0 0,0 1 0 0 0,2 1 0 0 0,0 1 0 0 0,47-25 0 0 0,-65 39 0 0 0,1 0 0 0 0,-1 0 0 0 0,1 1 0 0 0,0 1 0 0 0,0-1 0 0 0,0 1 0 0 0,0 0 0 0 0,0 1 0 0 0,0 0 0 0 0,1 0 0 0 0,15 2 0 0 0,-17 0 0 0 0,-1 0 0 0 0,0 1 0 0 0,1 0 0 0 0,-1 0 0 0 0,0 0 0 0 0,-1 1 0 0 0,1 0 0 0 0,0 0 0 0 0,-1 1 0 0 0,1-1 0 0 0,-1 1 0 0 0,0 0 0 0 0,0 1 0 0 0,-1-1 0 0 0,0 1 0 0 0,6 7 0 0 0,8 15 0 0 0,-1 0 0 0 0,-1 2 0 0 0,-2-1 0 0 0,-1 2 0 0 0,17 58 0 0 0,92 435 0 0 0,-51-180 0 0 0,79 193 0 0 0,-149-535 0 0 0,-1-1 0 0 0,0 1 1 0 0,1-1-1 0 0,-1 1 0 0 0,0 0 0 0 0,1-1 1 0 0,-1 1-1 0 0,0 0 0 0 0,0-1 0 0 0,0 1 0 0 0,0 0 1 0 0,1-1-1 0 0,-1 1 0 0 0,0 0 0 0 0,0-1 0 0 0,0 1 1 0 0,0 0-1 0 0,-1-1 0 0 0,1 1 0 0 0,0 0 1 0 0,0-1-1 0 0,0 1 0 0 0,-1 0 0 0 0,1 1 0 0 0,-18-8-3588 0 0,8 1 315 0 0,-44-19-15515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06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1 206 4482 0 0,'100'-31'20489'0'0,"37"-10"-12693"0"0,-44 8-7796 0 0,-35 7 0 0 0,-17 5 0 0 0,-4-1 0 0 0,-2 2 0 0 0,-6 8 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06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0 204 16568 0 0,'35'0'16199'0'0,"-3"-3"-16199"0"0,13 0 0 0 0,4-7 0 0 0,10-13 0 0 0,4-6 0 0 0,-7-3 0 0 0,-8-1 0 0 0,-14 0-4834 0 0,-27-5-16376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19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56 1040 0 0,'32'-44'26977'0'0,"-23"32"-22227"0"0,-40 51-4750 0 0,13-17 0 0 0,-21 35 0 0 0,14-13 0 0 0,-34 79 0 0 0,51-100 0 0 0,0-1 0 0 0,1 1 0 0 0,2 1 0 0 0,0-1 0 0 0,-3 45 0 0 0,8-60 0 0 0,0-1 0 0 0,1 1 0 0 0,-1-1 0 0 0,1 1 0 0 0,1-1 0 0 0,-1 0 0 0 0,1 1 0 0 0,1-1 0 0 0,-1 0 0 0 0,1 0 0 0 0,0 0 0 0 0,1-1 0 0 0,6 10 0 0 0,-5-9 0 0 0,2 0 0 0 0,-1-1 0 0 0,1 0 0 0 0,0 0 0 0 0,0 0 0 0 0,0-1 0 0 0,1 0 0 0 0,0 0 0 0 0,0-1 0 0 0,17 7 0 0 0,34 8 0 0 0,0-2 0 0 0,65 9 0 0 0,61 18 0 0 0,-159-37 0 0 0,-1 2 0 0 0,0 1 0 0 0,-1 1 0 0 0,45 28 0 0 0,-62-34 0 0 0,1 0 0 0 0,-1 1 0 0 0,0 0 0 0 0,0 1 0 0 0,0-1 0 0 0,-1 1 0 0 0,0 1 0 0 0,0-1 0 0 0,-1 1 0 0 0,0 0 0 0 0,-1 0 0 0 0,1 1 0 0 0,-2-1 0 0 0,1 1 0 0 0,-1 0 0 0 0,0 0 0 0 0,-1 0 0 0 0,2 13 0 0 0,-4-10 0 0 0,1-1 0 0 0,-2 0 0 0 0,0 0 0 0 0,0 1 0 0 0,-1-1 0 0 0,0 0 0 0 0,-1 0 0 0 0,0-1 0 0 0,-1 1 0 0 0,0 0 0 0 0,0-1 0 0 0,-1 0 0 0 0,-1 0 0 0 0,-12 17 0 0 0,8-13 0 0 0,-1-1 0 0 0,0-1 0 0 0,-1 1 0 0 0,-1-2 0 0 0,0 0 0 0 0,0 0 0 0 0,-1-1 0 0 0,-15 8 0 0 0,23-15 0 0 0,0 0 0 0 0,0 0 0 0 0,0 0 0 0 0,0-1 0 0 0,0 0 0 0 0,-1 0 0 0 0,1 0 0 0 0,0-1 0 0 0,-1 0 0 0 0,0-1 0 0 0,1 1 0 0 0,-1-1 0 0 0,1 0 0 0 0,-1-1 0 0 0,1 0 0 0 0,-1 0 0 0 0,1 0 0 0 0,-1-1 0 0 0,1 0 0 0 0,0 0 0 0 0,0 0 0 0 0,0-1 0 0 0,-6-4 0 0 0,5 3 0 0 0,1-1 0 0 0,0-1 0 0 0,1 1 0 0 0,0-1 0 0 0,0 0 0 0 0,0 0 0 0 0,0 0 0 0 0,1-1 0 0 0,0 0 0 0 0,0 0 0 0 0,1 0 0 0 0,0 0 0 0 0,0 0 0 0 0,1-1 0 0 0,0 1 0 0 0,-2-15 0 0 0,0-5 0 0 0,2 0 0 0 0,0 0 0 0 0,4-40 0 0 0,2 19 0 0 0,2 1 0 0 0,18-68 0 0 0,38-88 0 0 0,12-58 0 0 0,-72 249 0 0 0,0-1 0 0 0,0 0 0 0 0,-2 1 0 0 0,1-1 0 0 0,-2 0 0 0 0,0 0 0 0 0,0 1 0 0 0,-1-1 0 0 0,-1 0 0 0 0,-7-21 0 0 0,8 29 0 0 0,0-1 0 0 0,0 1 0 0 0,-1 0 0 0 0,0 0 0 0 0,0 0 0 0 0,0 0 0 0 0,-1 0 0 0 0,1 1 0 0 0,-1-1 0 0 0,0 1 0 0 0,-1 0 0 0 0,1 0 0 0 0,-1 1 0 0 0,1-1 0 0 0,-1 1 0 0 0,0 0 0 0 0,-1 0 0 0 0,1 1 0 0 0,0-1 0 0 0,-1 1 0 0 0,1 0 0 0 0,-1 1 0 0 0,0 0 0 0 0,-10-2 0 0 0,7 3 0 0 0,0 0 0 0 0,0 1 0 0 0,0 0 0 0 0,1 0 0 0 0,-1 1 0 0 0,0 0 0 0 0,1 0 0 0 0,-1 1 0 0 0,1 0 0 0 0,0 1 0 0 0,0 0 0 0 0,0 0 0 0 0,1 1 0 0 0,-1 0 0 0 0,-10 9 0 0 0,-7 8 0 0 0,1 1 0 0 0,-36 46 0 0 0,45-51 0 0 0,4-4 0 0 0,0-1 0 0 0,-14 24 0 0 0,26-36 16 0 0,0-1-1 0 0,0 0 1 0 0,-1 1 0 0 0,1-1 0 0 0,0 0-1 0 0,0 1 1 0 0,0-1 0 0 0,-1 0-1 0 0,1 0 1 0 0,0 0 0 0 0,0 1 0 0 0,0-1-1 0 0,0 0 1 0 0,0 0 0 0 0,0 0-1 0 0,-1-1 1 0 0,1 1 0 0 0,0 0 0 0 0,0 0-1 0 0,0 0 1 0 0,0-1 0 0 0,1 0-1 0 0,28-4-1822 0 0,-20 2-556 0 0,0 0 0 0 0,0 0 0 0 0,12-7 0 0 0,41-30-17425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0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1 1601 0 0,'-14'10'2432'0'0,"1"1"0"0"0,1 0 0 0 0,0 1 0 0 0,0 0 0 0 0,1 1 0 0 0,0 1 0 0 0,2-1-1 0 0,-1 2 1 0 0,2-1 0 0 0,-14 31 0 0 0,15-27-960 0 0,1 1-1 0 0,-7 37 1 0 0,11-38-1472 0 0,0 1 0 0 0,2 0 0 0 0,0-1 0 0 0,1 1 0 0 0,1 0 0 0 0,0-1 0 0 0,2 1 0 0 0,5 18 0 0 0,4 3 0 0 0,1-1 0 0 0,28 53 0 0 0,-32-71 0 0 0,1-1 0 0 0,1 0 0 0 0,1-1 0 0 0,1 0 0 0 0,1-1 0 0 0,0-1 0 0 0,35 30 0 0 0,-42-40 0 0 0,1-1 0 0 0,0 0 0 0 0,0 0 0 0 0,0-1 0 0 0,1 0 0 0 0,-1-1 0 0 0,1 0 0 0 0,0-1 0 0 0,1 0 0 0 0,-1 0 0 0 0,0-1 0 0 0,1 0 0 0 0,-1-1 0 0 0,1 0 0 0 0,0-1 0 0 0,-1 0 0 0 0,1-1 0 0 0,-1 0 0 0 0,16-4 0 0 0,-17 3 0 0 0,0-1 0 0 0,0 0 0 0 0,-1 0 0 0 0,0-1 0 0 0,0 0 0 0 0,0-1 0 0 0,0 1 0 0 0,-1-2 0 0 0,1 1 0 0 0,-1-1 0 0 0,0 0 0 0 0,-1 0 0 0 0,0-1 0 0 0,0 0 0 0 0,0 0 0 0 0,-1 0 0 0 0,0-1 0 0 0,5-9 0 0 0,-5 4 0 0 0,1 0 0 0 0,-2 0 0 0 0,1 0 0 0 0,-2-1 0 0 0,0 0 0 0 0,-1 0 0 0 0,0 1 0 0 0,-1-1 0 0 0,0 0 0 0 0,-1-1 0 0 0,-3-16 0 0 0,-4-19 0 0 0,-3 0 0 0 0,-2 1 0 0 0,-35-93 0 0 0,34 117 0 0 0,13 25 0 0 0,-1-1 0 0 0,1 1 0 0 0,0 0 0 0 0,0 0 0 0 0,0 0 0 0 0,0 0 0 0 0,0-1 0 0 0,-1 1 0 0 0,1 0 0 0 0,0 0 0 0 0,0 0 0 0 0,0 0 0 0 0,-1 0 0 0 0,1 0 0 0 0,0-1 0 0 0,0 1 0 0 0,-1 0 0 0 0,1 0 0 0 0,0 0 0 0 0,0 0 0 0 0,0 0 0 0 0,-1 0 0 0 0,1 0 0 0 0,0 0 0 0 0,0 0 0 0 0,-1 0 0 0 0,1 0 0 0 0,0 0 0 0 0,0 0 0 0 0,-1 0 0 0 0,1 0 0 0 0,0 1 0 0 0,0-1 0 0 0,0 0 0 0 0,-1 0 0 0 0,1 0 0 0 0,0 0 0 0 0,0 0 0 0 0,0 0 0 0 0,-1 1 0 0 0,1-1 0 0 0,0 0 0 0 0,0 0 0 0 0,0 0 0 0 0,-1 1 0 0 0,-1 4 0 0 0,0 0 0 0 0,1 0 0 0 0,-1 0 0 0 0,1 0 0 0 0,0 1 0 0 0,-1 8 0 0 0,-19 156 0 0 0,7 1 0 0 0,14 274 0 0 0,1-419-206 0 0,1 0 0 0 0,1 0 1 0 0,1-1-1 0 0,2 1 0 0 0,0-1 0 0 0,2 0 1 0 0,13 30-1 0 0,-19-51-1154 0 0,0 0 0 0 0,0-1 0 0 0,1 1 0 0 0,-1 0 1 0 0,1-1-1 0 0,5 6 0 0 0,-7-8 0 0 0,1 0 0 0 0,-1 0 0 0 0,1 0 0 0 0,0 0 0 0 0,-1-1 0 0 0,1 1 0 0 0,0-1 0 0 0,-1 1 0 0 0,1-1 0 0 0,0 1 0 0 0,2-1 0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0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332 57 15927 0 0,'-12'30'2806'0'0,"-40"122"7661"0"0,45-124-9575 0 0,1 0 0 0 0,2 0-1 0 0,-2 52 1 0 0,5-22-892 0 0,4-1 0 0 0,10 69 0 0 0,-10-104 0 0 0,2 0 0 0 0,0 0 0 0 0,2-1 0 0 0,0 0 0 0 0,1 0 0 0 0,1-1 0 0 0,1 0 0 0 0,21 31 0 0 0,-27-45 0 0 0,0-1 0 0 0,0-1 0 0 0,0 1 0 0 0,0 0 0 0 0,1-1 0 0 0,-1 0 0 0 0,1 0 0 0 0,0-1 0 0 0,1 1 0 0 0,-1-1 0 0 0,0 0 0 0 0,1 0 0 0 0,0-1 0 0 0,0 0 0 0 0,0 0 0 0 0,0 0 0 0 0,0-1 0 0 0,0 0 0 0 0,0 0 0 0 0,0 0 0 0 0,0-1 0 0 0,1 0 0 0 0,-1 0 0 0 0,0 0 0 0 0,0-1 0 0 0,1 0 0 0 0,-1 0 0 0 0,0-1 0 0 0,0 0 0 0 0,10-4 0 0 0,1-2 0 0 0,-1-1 0 0 0,-1-1 0 0 0,0 0 0 0 0,0 0 0 0 0,-1-2 0 0 0,0 0 0 0 0,-1 0 0 0 0,0-1 0 0 0,-1-1 0 0 0,-1 0 0 0 0,0-1 0 0 0,-1 0 0 0 0,0 0 0 0 0,13-31 0 0 0,-13 22 0 0 0,0 0 0 0 0,-1-1 0 0 0,-2 0 0 0 0,0-1 0 0 0,-2 1 0 0 0,-1-1 0 0 0,-1 0 0 0 0,-1 0 0 0 0,-2-50 0 0 0,-5 36 0 0 0,-2 0 0 0 0,-1 0 0 0 0,-2 0 0 0 0,-2 1 0 0 0,-29-66 0 0 0,36 95 0 0 0,0 0 0 0 0,0 1 0 0 0,-1-1 0 0 0,0 1 0 0 0,-14-16 0 0 0,18 23 0 0 0,0 0 0 0 0,0 0 0 0 0,0 1 0 0 0,0-1 0 0 0,0 1 0 0 0,-1-1 0 0 0,1 1 0 0 0,0 0 0 0 0,-1 0 0 0 0,1 0 0 0 0,-1 0 0 0 0,1 0 0 0 0,-1 0 0 0 0,0 1 0 0 0,1-1 0 0 0,-1 1 0 0 0,0 0 0 0 0,1 0 0 0 0,-1 0 0 0 0,0 0 0 0 0,1 0 0 0 0,-1 1 0 0 0,0-1 0 0 0,1 1 0 0 0,-1 0 0 0 0,1-1 0 0 0,-1 1 0 0 0,1 0 0 0 0,-5 3 0 0 0,-10 7 0 0 0,1 2 0 0 0,0-1 0 0 0,1 2 0 0 0,1 0 0 0 0,0 1 0 0 0,-14 18 0 0 0,15-17 0 0 0,-78 92 325 0 0,-171 185-3056 0 0,204-241-9563 0 0,19-30-3452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7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8 7523 0 0,'-5'-6'8240'0'0,"5"6"-7725"0"0,-1 0 0 0 0,1-1 0 0 0,0 1 0 0 0,-1 0-1 0 0,1 0 1 0 0,-1 0 0 0 0,1 0 0 0 0,-1 0 0 0 0,1 0 0 0 0,-1 0 0 0 0,1 0 0 0 0,-1 0 0 0 0,1 0 0 0 0,-1 0 0 0 0,1 0 0 0 0,-1 0 0 0 0,1 0 0 0 0,-1 0 0 0 0,1 0 0 0 0,-3 2 3604 0 0,2-1-3604 0 0,-6 2 1556 0 0,1-1-2071 0 0,1 1 0 0 0,-1 0 0 0 0,1 0 0 0 0,0 0 0 0 0,0 1 0 0 0,1-1 0 0 0,-1 1 0 0 0,1 0 0 0 0,0 1 0 0 0,0-1 0 0 0,0 1 0 0 0,0 0 0 0 0,-4 8 0 0 0,0-1 0 0 0,-11 14 0 0 0,2 2 0 0 0,2 0 0 0 0,0 1 0 0 0,2 0 0 0 0,1 1 0 0 0,1 0 0 0 0,-9 44 0 0 0,12-36 0 0 0,2 0 0 0 0,2 0 0 0 0,1 1 0 0 0,2-1 0 0 0,8 73 0 0 0,-4-89 0 0 0,0-1 0 0 0,2 0 0 0 0,0 1 0 0 0,17 39 0 0 0,-18-53 0 0 0,1 1 0 0 0,-1-1 0 0 0,1 0 0 0 0,1 0 0 0 0,-1 0 0 0 0,1-1 0 0 0,1 0 0 0 0,-1 0 0 0 0,1 0 0 0 0,0-1 0 0 0,1 0 0 0 0,0-1 0 0 0,15 9 0 0 0,-10-8 0 0 0,0-2 0 0 0,0 0 0 0 0,0 0 0 0 0,1-1 0 0 0,-1-1 0 0 0,1 0 0 0 0,0-1 0 0 0,-1-1 0 0 0,1 0 0 0 0,0-1 0 0 0,0 0 0 0 0,-1-1 0 0 0,26-7 0 0 0,-8 1 0 0 0,-1-2 0 0 0,0-2 0 0 0,0 0 0 0 0,50-31 0 0 0,-54 28 0 0 0,0-2 0 0 0,-2 0 0 0 0,1-2 0 0 0,-2 0 0 0 0,-1-2 0 0 0,25-27 0 0 0,-46 47 0 0 0,0 0 0 0 0,0 0 0 0 0,-1 0 0 0 0,1 0 0 0 0,0 0 0 0 0,0 0 0 0 0,-1 0 0 0 0,1-1 0 0 0,0 1 0 0 0,-1 0 0 0 0,1 0 0 0 0,-1-1 0 0 0,1 1 0 0 0,-1 0 0 0 0,0 0 0 0 0,0-1 0 0 0,0 1 0 0 0,1 0 0 0 0,-1-1 0 0 0,0 1 0 0 0,-1-2 0 0 0,1 2 0 0 0,-1 1 0 0 0,0-1 0 0 0,1 1 0 0 0,-1-1 0 0 0,0 1 0 0 0,0-1 0 0 0,1 1 0 0 0,-1-1 0 0 0,0 1 0 0 0,0 0 0 0 0,0-1 0 0 0,0 1 0 0 0,1 0 0 0 0,-1 0 0 0 0,0 0 0 0 0,0-1 0 0 0,0 1 0 0 0,0 0 0 0 0,0 0 0 0 0,0 0 0 0 0,0 0 0 0 0,-1 1 0 0 0,-11 1 0 0 0,-1 0 0 0 0,-24 9 0 0 0,36-11 0 0 0,-58 22 0 0 0,-104 54 0 0 0,101-44 0 0 0,-87 31 0 0 0,138-59-927 0 0,1 0 0 0 0,-1-2 0 0 0,0 1 0 0 0,-14 0 0 0 0,22-3-41 0 0,-1 0 0 0 0,0 0 0 0 0,0 0-1 0 0,0-1 1 0 0,1 1 0 0 0,-1-1 0 0 0,0-1 0 0 0,1 1 0 0 0,-1 0-1 0 0,1-1 1 0 0,-1 0 0 0 0,-7-5 0 0 0,7 3-1116 0 0,0 0 1 0 0,0-1-1 0 0,0 0 0 0 0,1 0 1 0 0,0 0-1 0 0,-6-10 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7:57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734 1 160 0 0,'-16'10'14068'0'0,"3"-1"-7366"0"0,2 2-2352 0 0,-3 7-2025 0 0,-9 9 1004 0 0,-13 12-1941 0 0,-17 18-1165 0 0,-80 108-1 0 0,61-50-222 0 0,4 3 0 0 0,-80 197 0 0 0,58-77 0 0 0,75-186 0 0 0,1 1 0 0 0,-10 84 0 0 0,22-116 0 0 0,1-1 0 0 0,0 0 0 0 0,2 1 0 0 0,0-1 0 0 0,2 0 0 0 0,6 32 0 0 0,-6-43 0 0 0,0 0 0 0 0,0 0 0 0 0,1 0 0 0 0,0 0 0 0 0,0-1 0 0 0,1 1 0 0 0,1-1 0 0 0,-1-1 0 0 0,1 1 0 0 0,0-1 0 0 0,1 1 0 0 0,0-2 0 0 0,0 1 0 0 0,0-1 0 0 0,15 9 0 0 0,-11-8 0 0 0,1-2 0 0 0,0 1 0 0 0,1-1 0 0 0,-1-1 0 0 0,1 0 0 0 0,0-1 0 0 0,25 3 0 0 0,-10-4 0 0 0,1-1 0 0 0,50-5 0 0 0,-2-6-2102 0 0,-2-3 0 0 0,144-46 0 0 0,137-77-8645 0 0,-209 70 2703 0 0,-25 5 1495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2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0 105 1040 0 0,'20'-65'11526'0'0,"-17"34"-10486"0"0,-11 23-10564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2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1 141 160 0 0,'36'-27'320'0'0,"2"-9"321"0"0,-15 6-561 0 0,-10 4-561 0 0,2 5-159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1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80 2641 0 0,'-32'-37'26893'0'0,"36"42"-23660"0"0,38 12-3233 0 0,23 2 0 0 0,23-10 0 0 0,9-9 0 0 0,-6-8 0 0 0,12 8 0 0 0,1-8 0 0 0,-12-9 0 0 0,-8-7-7395 0 0,-20 2-7492 0 0,-40 8 4722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3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1841 0 0,'11'0'20409'0'0,"34"48"-9892"0"0,30 31-10517 0 0,-9-34 0 0 0,-2-29 0 0 0,8-14 0 0 0,-6-6 0 0 0,4-8 0 0 0,9-6 0 0 0,-7-4 0 0 0,4 8 0 0 0,-19 20-16440 0 0,-70 25 193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8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0 2721 0 0,'-21'43'20570'0'0,"11"44"-11094"0"0,25-1-9476 0 0,6-4 0 0 0,-3-14 0 0 0,-2-1 0 0 0,1 3 0 0 0,-2 0 0 0 0,-1-6 0 0 0,0-7 0 0 0,0-6 0 0 0,0-13-10837 0 0,-1-16-3249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8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 0 2641 0 0,'-11'2'2977'0'0,"1"0"0"0"0,0 0 0 0 0,-1 0 1 0 0,1 2-1 0 0,0-1 0 0 0,1 1 0 0 0,-17 9 0 0 0,-18 6 3332 0 0,19-13-6309 0 0,23-6 0 0 0,0 0 0 0 0,0 0 0 0 0,0 0 0 0 0,0 0 0 0 0,1 1 0 0 0,-1-1 0 0 0,0 0 0 0 0,0 1 0 0 0,1-1 0 0 0,-1 1 0 0 0,0 0 0 0 0,1 0 0 0 0,-1 0 0 0 0,1-1 0 0 0,-1 1 0 0 0,1 1 0 0 0,-1-1 0 0 0,1 0 0 0 0,-1 0 0 0 0,1 0 0 0 0,0 1 0 0 0,0-1 0 0 0,0 1 0 0 0,0-1 0 0 0,0 1 0 0 0,0-1 0 0 0,0 1 0 0 0,0 0 0 0 0,1-1 0 0 0,-2 4 0 0 0,1 16 0 0 0,0 0 0 0 0,1 0 0 0 0,1 0 0 0 0,1-1 0 0 0,0 1 0 0 0,2 0 0 0 0,7 21 0 0 0,-8-28 0 0 0,4 18 0 0 0,1-2 0 0 0,2 1 0 0 0,1-1 0 0 0,2-1 0 0 0,0 0 0 0 0,21 31 0 0 0,-27-49 0 0 0,0-1 0 0 0,0 1 0 0 0,1-2 0 0 0,0 1 0 0 0,1-1 0 0 0,0-1 0 0 0,0 0 0 0 0,1 0 0 0 0,0 0 0 0 0,1-2 0 0 0,-1 1 0 0 0,1-1 0 0 0,1-1 0 0 0,-1 0 0 0 0,1 0 0 0 0,-1-1 0 0 0,1-1 0 0 0,18 3 0 0 0,-19-5 0 0 0,-1-1 0 0 0,1 0 0 0 0,0-1 0 0 0,-1-1 0 0 0,1 0 0 0 0,-1 0 0 0 0,1-1 0 0 0,-1 0 0 0 0,0 0 0 0 0,0-1 0 0 0,-1-1 0 0 0,1 0 0 0 0,-1 0 0 0 0,0-1 0 0 0,0 0 0 0 0,-1 0 0 0 0,1-1 0 0 0,11-13 0 0 0,-14 13 0 0 0,1 1 0 0 0,-2-1 0 0 0,1 0 0 0 0,-1-1 0 0 0,0 1 0 0 0,0-1 0 0 0,-1 0 0 0 0,0 0 0 0 0,-1-1 0 0 0,0 1 0 0 0,0-1 0 0 0,-1 1 0 0 0,0-1 0 0 0,0 0 0 0 0,-1 0 0 0 0,0 0 0 0 0,-1 0 0 0 0,0 0 0 0 0,0 0 0 0 0,-1 0 0 0 0,0 0 0 0 0,-3-12 0 0 0,-1 8 0 0 0,-1 0 0 0 0,0 0 0 0 0,-1 0 0 0 0,-1 1 0 0 0,0 0 0 0 0,0 0 0 0 0,-1 1 0 0 0,-1 0 0 0 0,0 0 0 0 0,0 2 0 0 0,-22-17 0 0 0,2 4 0 0 0,-1 2 0 0 0,0 1 0 0 0,-49-21 0 0 0,54 28 0 0 0,-49-15 0 0 0,69 25 0 0 0,0 0 0 0 0,-1 1 0 0 0,1 0 0 0 0,-1 0 0 0 0,0 1 0 0 0,1-1 0 0 0,-1 1 0 0 0,1 1 0 0 0,-1-1 0 0 0,0 1 0 0 0,1 0 0 0 0,-1 1 0 0 0,-9 3 0 0 0,15-5 36 0 0,0 1 1 0 0,-1-1-1 0 0,1 1 1 0 0,0 0-1 0 0,0 0 1 0 0,-1 0-1 0 0,1 0 1 0 0,0 0-1 0 0,0 0 1 0 0,0 0-1 0 0,0 0 1 0 0,0 0-1 0 0,0 0 1 0 0,0 1-1 0 0,1-1 1 0 0,-1 0-1 0 0,0 1 1 0 0,1-1-1 0 0,-1 0 1 0 0,1 1-1 0 0,-1-1 1 0 0,1 1-1 0 0,0-1 1 0 0,0 1-1 0 0,0-1 1 0 0,-1 2-1 0 0,2 1-652 0 0,-1 0 1 0 0,1 0-1 0 0,0-1 0 0 0,-1 1 1 0 0,2 0-1 0 0,-1-1 0 0 0,3 7 1 0 0,11 13-19088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8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424 1 9604 0 0,'0'0'364'0'0,"1"1"0"0"0,-1-1 0 0 0,1 1 0 0 0,-1 0 0 0 0,1-1 0 0 0,-1 1 0 0 0,0 0 0 0 0,1 0 0 0 0,-1-1 0 0 0,0 1 0 0 0,0 0 0 0 0,0 0 0 0 0,0-1 0 0 0,1 1 0 0 0,-1 0 0 0 0,0 0 0 0 0,0-1 0 0 0,0 1 0 0 0,-1 0 0 0 0,1 0 0 0 0,0-1 0 0 0,0 1 0 0 0,0 0 0 0 0,0 0 0 0 0,-1-1 0 0 0,1 1 0 0 0,0 0 0 0 0,-1-1 0 0 0,1 1 0 0 0,-1 0 0 0 0,1-1 0 0 0,0 1 0 0 0,-1 0 0 0 0,0-1 0 0 0,0 1 0 0 0,-26 22 8564 0 0,17-16-7797 0 0,-57 53-1131 0 0,47-40 0 0 0,-1-1 0 0 0,-1-1 0 0 0,-28 18 0 0 0,14-12 0 0 0,-27 15 0 0 0,57-36 0 0 0,0 0 0 0 0,0 0 0 0 0,0-1 0 0 0,0 0 0 0 0,0 0 0 0 0,0 0 0 0 0,-1-1 0 0 0,-7 1 0 0 0,12-2 0 0 0,0 0 0 0 0,1 0 0 0 0,-1 0 0 0 0,0 0 0 0 0,1 0 0 0 0,-1-1 0 0 0,0 1 0 0 0,1 0 0 0 0,-1-1 0 0 0,1 0 0 0 0,-1 1 0 0 0,1-1 0 0 0,-1 0 0 0 0,1 0 0 0 0,-1 0 0 0 0,1 0 0 0 0,0 0 0 0 0,-1 0 0 0 0,1 0 0 0 0,0 0 0 0 0,0 0 0 0 0,0-1 0 0 0,0 1 0 0 0,0 0 0 0 0,0-1 0 0 0,0 1 0 0 0,1-1 0 0 0,-1 1 0 0 0,0-1 0 0 0,1 1 0 0 0,-1-1 0 0 0,1 0 0 0 0,0 1 0 0 0,-1-1 0 0 0,1 0 0 0 0,0 1 0 0 0,0-3 0 0 0,0-2 0 0 0,0 0 0 0 0,0-1 0 0 0,1 1 0 0 0,0-1 0 0 0,0 1 0 0 0,1 0 0 0 0,-1 0 0 0 0,5-9 0 0 0,0 1 0 0 0,2 1 0 0 0,0 0 0 0 0,0 0 0 0 0,1 1 0 0 0,0 0 0 0 0,1 1 0 0 0,14-13 0 0 0,-17 18 0 0 0,0-1 0 0 0,1 1 0 0 0,0 0 0 0 0,0 0 0 0 0,1 1 0 0 0,0 0 0 0 0,0 1 0 0 0,0 0 0 0 0,0 0 0 0 0,0 1 0 0 0,19-4 0 0 0,-24 7 0 0 0,1-1 0 0 0,-1 1 0 0 0,1 0 0 0 0,0 1 0 0 0,-1-1 0 0 0,1 1 0 0 0,-1 0 0 0 0,1 0 0 0 0,-1 0 0 0 0,1 1 0 0 0,-1-1 0 0 0,0 1 0 0 0,0 0 0 0 0,0 0 0 0 0,5 4 0 0 0,-2-1 0 0 0,-1 1 0 0 0,1 0 0 0 0,-1 0 0 0 0,0 1 0 0 0,-1-1 0 0 0,1 1 0 0 0,6 12 0 0 0,3 11 0 0 0,-1 0 0 0 0,-2 0 0 0 0,12 44 0 0 0,-21-65 0 0 0,21 79 129 0 0,-5 0 0 0 0,14 136 0 0 0,-15 24-588 0 0,-11-84-688 0 0,-5-132 813 0 0,-2-19-1539 0 0,1 14-3831 0 0,-1-25 4867 0 0,0-1 0 0 0,1 1 0 0 0,-1-1 0 0 0,0 1 0 0 0,1 0 0 0 0,-1-1 0 0 0,1 1 0 0 0,0-1 0 0 0,-1 0 0 0 0,1 1 0 0 0,2 2 0 0 0,7-4-7474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8:29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114 405 4882 0 0,'-33'1'10370'0'0,"27"0"-8387"0"0,0-1-1 0 0,0 0 1 0 0,0 0-1 0 0,0-1 1 0 0,-12-1 0 0 0,16 1-1759 0 0,0 0 1 0 0,1 1 0 0 0,-1-1 0 0 0,0 0-1 0 0,1 0 1 0 0,-1 0 0 0 0,1 0 0 0 0,-1 0 0 0 0,1 0-1 0 0,0-1 1 0 0,-1 1 0 0 0,1 0 0 0 0,0-1-1 0 0,0 1 1 0 0,0-1 0 0 0,0 1 0 0 0,0-1 0 0 0,0 0-1 0 0,0 1 1 0 0,1-1 0 0 0,-1 0 0 0 0,1 0-1 0 0,-1 1 1 0 0,0-3 0 0 0,0-7-225 0 0,0 0 0 0 0,0 1 0 0 0,1-1 0 0 0,1 0 0 0 0,0 0 0 0 0,0 1 0 0 0,1-1 0 0 0,0 0 0 0 0,1 1 0 0 0,0 0 0 0 0,1 0 0 0 0,0 0 0 0 0,0 0 0 0 0,1 0 0 0 0,9-12 0 0 0,-5 7 0 0 0,2 0 0 0 0,0 1 0 0 0,1 0 0 0 0,0 1 0 0 0,1 0 0 0 0,1 1 0 0 0,0 0 0 0 0,26-16 0 0 0,-27 20 0 0 0,1 1 0 0 0,0 0 0 0 0,1 1 0 0 0,-1 0 0 0 0,1 1 0 0 0,1 1 0 0 0,-1 1 0 0 0,0 0 0 0 0,1 1 0 0 0,0 0 0 0 0,-1 1 0 0 0,30 3 0 0 0,-35-1 0 0 0,0 1 0 0 0,0 0 0 0 0,0 1 0 0 0,0 0 0 0 0,-1 0 0 0 0,0 1 0 0 0,1 0 0 0 0,-1 1 0 0 0,-1 0 0 0 0,1 1 0 0 0,-1-1 0 0 0,0 1 0 0 0,0 1 0 0 0,-1 0 0 0 0,1 0 0 0 0,-2 0 0 0 0,1 1 0 0 0,-1 0 0 0 0,0 0 0 0 0,-1 1 0 0 0,6 10 0 0 0,-3-2 0 0 0,-1 0 0 0 0,0 1 0 0 0,-1-1 0 0 0,-1 2 0 0 0,-1-1 0 0 0,-1 0 0 0 0,0 1 0 0 0,-1-1 0 0 0,-1 23 0 0 0,-2-13 0 0 0,-2 0 0 0 0,0 0 0 0 0,-2-1 0 0 0,-1 0 0 0 0,-15 43 0 0 0,2-23 0 0 0,-2-1 0 0 0,-2-1 0 0 0,-2-1 0 0 0,-1-1 0 0 0,-3-2 0 0 0,-48 56 0 0 0,-4-12 0 0 0,79-84 0 0 0,4-3 0 0 0,11-10 0 0 0,25-22 0 0 0,-36 33 0 0 0,363-272 0 0 0,-351 263 157 0 0,0 2 1 0 0,0 0-1 0 0,24-9 0 0 0,-31 15-663 0 0,0 0 0 0 0,0 0 0 0 0,0 1 0 0 0,0 0 0 0 0,0 0 0 0 0,8 1 0 0 0,9 3-14061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05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1 127 320 0 0,'4'-4'551'0'0,"4"-5"-665"0"0,-1 1-1 0 0,0-1 0 0 0,0 0 1 0 0,7-14-1 0 0,-13 21 478 0 0,0-1-1 0 0,0 0 1 0 0,0 0 0 0 0,0 0-1 0 0,0 0 1 0 0,0 0 0 0 0,-1 0-1 0 0,1-6 1 0 0,-2 7 512 0 0,1 0-1 0 0,0-1 1 0 0,-1 1 0 0 0,1 0-1 0 0,-1 0 1 0 0,1-1 0 0 0,-1 1-1 0 0,0 0 1 0 0,0 0 0 0 0,0 0-1 0 0,0 0 1 0 0,-1 0 0 0 0,-1-2-1 0 0,9 7 4892 0 0,10 2-2789 0 0,5 2-443 0 0,192 47 1454 0 0,-142-40-3423 0 0,0 4 0 0 0,100 39 0 0 0,-105-26-565 0 0,-1 3 0 0 0,-2 3 0 0 0,-2 3 0 0 0,-1 2 0 0 0,-2 3 0 0 0,57 58 0 0 0,-49-37 0 0 0,-3 3 0 0 0,-3 3 0 0 0,-3 2 0 0 0,66 114 0 0 0,-88-122 0 0 0,-3 1 0 0 0,-3 1 0 0 0,-2 2 0 0 0,-4 0 0 0 0,-3 2 0 0 0,15 97 0 0 0,-19-44 0 0 0,-5 1 0 0 0,-10 231 0 0 0,-9-231 0 0 0,-6 0 0 0 0,-57 230 0 0 0,43-258 0 0 0,-4-1 0 0 0,-4-1 0 0 0,-96 177 0 0 0,110-235-924 0 0,-2-1 1 0 0,-1-2-1 0 0,-52 57 1 0 0,60-74-33 0 0,-1-1 1 0 0,-1-1 0 0 0,-1-1 0 0 0,0-1 0 0 0,-1-1 0 0 0,0 0-1 0 0,-1-2 1 0 0,-25 10 0 0 0,-3-5-1584 0 0,-1-2 0 0 0,0-2 0 0 0,-1-3 0 0 0,1-2 0 0 0,-69 1 0 0 0,-98-6-2063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1:59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97 1761 0 0,'-26'-69'12165'0'0,"-4"42"6676"0"0,24 37-18841 0 0,8 10 0 0 0,0-3 0 0 0,-4 29 0 0 0,-2 63 0 0 0,4 9 0 0 0,8-8 0 0 0,4-26 0 0 0,2-2 0 0 0,4-2 0 0 0,4-3 0 0 0,0-11 0 0 0,6-17 0 0 0,20-21 0 0 0,10-51-17640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1:59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64 640 0 0,'-29'-47'15882'0'0,"27"42"-13809"0"0,1 5-1748 0 0,1-1 0 0 0,0 0 0 0 0,0 1 0 0 0,0-1 1 0 0,-1 0-1 0 0,1 1 0 0 0,-1-1 0 0 0,1 1 0 0 0,0-1 0 0 0,-1 1 0 0 0,1-1 0 0 0,-1 1 0 0 0,1-1 0 0 0,-1 1 0 0 0,1-1 0 0 0,-1 1 0 0 0,1-1 0 0 0,-1 1 0 0 0,0 0 1 0 0,1-1-1 0 0,-1 1 0 0 0,0 0 0 0 0,1 0 0 0 0,-1 0 0 0 0,0-1 0 0 0,1 1 0 0 0,-1 0 0 0 0,0 0 0 0 0,-1 1-9 0 0,0 1 1 0 0,0-1-1 0 0,1 1 0 0 0,-1 0 1 0 0,1-1-1 0 0,-1 1 0 0 0,1 0 1 0 0,0 0-1 0 0,-1 0 0 0 0,1 0 1 0 0,0 0-1 0 0,1 0 0 0 0,-1 0 1 0 0,-1 2-1 0 0,-66 171-316 0 0,64-164 0 0 0,1 1 0 0 0,0-1 0 0 0,0 1 0 0 0,1 0 0 0 0,1 0 0 0 0,0 0 0 0 0,1 17 0 0 0,0-23 0 0 0,1 0 0 0 0,0 0 0 0 0,0-1 0 0 0,1 1 0 0 0,0 0 0 0 0,0-1 0 0 0,0 1 0 0 0,0-1 0 0 0,1 0 0 0 0,0 0 0 0 0,0 0 0 0 0,1 0 0 0 0,-1-1 0 0 0,1 1 0 0 0,0-1 0 0 0,7 7 0 0 0,1-2 0 0 0,0-1 0 0 0,1 0 0 0 0,-1-1 0 0 0,2 0 0 0 0,-1-1 0 0 0,1 0 0 0 0,23 5 0 0 0,110 19 0 0 0,-32-9 0 0 0,-85-13 0 0 0,-1 0 0 0 0,0 2 0 0 0,0 2 0 0 0,-1 0 0 0 0,-1 2 0 0 0,40 26 0 0 0,-57-33 0 0 0,0 0 0 0 0,0 1 0 0 0,-1 0 0 0 0,0 0 0 0 0,-1 1 0 0 0,0 0 0 0 0,0 1 0 0 0,-1 0 0 0 0,0 0 0 0 0,0 0 0 0 0,-1 1 0 0 0,-1 0 0 0 0,0 1 0 0 0,-1-1 0 0 0,0 1 0 0 0,0-1 0 0 0,-1 1 0 0 0,-1 0 0 0 0,2 15 0 0 0,-4-9 0 0 0,-1-1 0 0 0,-1 1 0 0 0,0-1 0 0 0,-1 1 0 0 0,-1-1 0 0 0,-1 0 0 0 0,0 0 0 0 0,-1 0 0 0 0,-1-1 0 0 0,-13 23 0 0 0,7-17 0 0 0,0-1 0 0 0,-2 0 0 0 0,0-2 0 0 0,-1 1 0 0 0,-1-2 0 0 0,-35 30 0 0 0,43-41 0 0 0,0 0 0 0 0,-1-1 0 0 0,0 0 0 0 0,0 0 0 0 0,0-1 0 0 0,-1 0 0 0 0,0-1 0 0 0,0 0 0 0 0,0-1 0 0 0,0 0 0 0 0,-1-1 0 0 0,1 0 0 0 0,-22 0 0 0 0,25-2 0 0 0,0-1 0 0 0,1 0 0 0 0,-1 0 0 0 0,0-1 0 0 0,1 0 0 0 0,0 0 0 0 0,-1-1 0 0 0,1 0 0 0 0,0 0 0 0 0,0-1 0 0 0,0 0 0 0 0,1 0 0 0 0,0 0 0 0 0,-1-1 0 0 0,1 0 0 0 0,1 0 0 0 0,-1 0 0 0 0,1-1 0 0 0,0 0 0 0 0,0 0 0 0 0,-6-11 0 0 0,0-3 210 0 0,0 0 0 0 0,2-1 0 0 0,-11-32 0 0 0,-3-29-4937 0 0,-7-49-14709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1:59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1681 0 0,'36'17'17848'0'0,"-4"24"-4610"0"0,0-8-13238 0 0,18-2 0 0 0,12-16 0 0 0,16-10 0 0 0,28-9 0 0 0,-6-4 0 0 0,6-7 0 0 0,10-5 0 0 0,-4-4 0 0 0,-6 4 0 0 0,-6 5 0 0 0,10 13 0 0 0,4 14 0 0 0,-4 6-19961 0 0,-18-8 8035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1:59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 6 3442 0 0,'-6'-1'4845'0'0,"-3"-1"-1146"0"0,-1 1 0 0 0,1 0-1 0 0,0 0 1 0 0,-15 1 0 0 0,20 1-3034 0 0,1 0 0 0 0,-1-1 0 0 0,0 1 0 0 0,0 1 0 0 0,1-1 1 0 0,-1 1-1 0 0,1-1 0 0 0,-6 4 0 0 0,-3 4-665 0 0,0 1 0 0 0,0 0 0 0 0,1 1 0 0 0,1 0 0 0 0,-12 16 0 0 0,14-18 0 0 0,-25 32 0 0 0,1 1 0 0 0,3 2 0 0 0,1 1 0 0 0,3 0 0 0 0,-33 82 0 0 0,44-91 0 0 0,2 2 0 0 0,2-1 0 0 0,1 2 0 0 0,3-1 0 0 0,0 1 0 0 0,3 0 0 0 0,1 0 0 0 0,5 57 0 0 0,0-68 0 0 0,1-1 0 0 0,1 1 0 0 0,2-1 0 0 0,1-1 0 0 0,1 1 0 0 0,1-1 0 0 0,1-1 0 0 0,1 0 0 0 0,2-1 0 0 0,0 0 0 0 0,35 43 0 0 0,-32-48 0 0 0,0-1 0 0 0,1-1 0 0 0,1 0 0 0 0,1-1 0 0 0,0-2 0 0 0,1 0 0 0 0,0-1 0 0 0,1-1 0 0 0,1 0 0 0 0,0-2 0 0 0,0-1 0 0 0,1-1 0 0 0,35 7 0 0 0,-23-9-89 0 0,-1-3 0 0 0,1 0 0 0 0,0-3 0 0 0,0 0 0 0 0,0-3 0 0 0,-1-1 0 0 0,1-1 0 0 0,-1-2 0 0 0,0-2 0 0 0,-1-1 0 0 0,0-1 0 0 0,0-2 0 0 0,61-34 0 0 0,-77 35-1890 0 0,0 0-1 0 0,-1-1 0 0 0,27-26 1 0 0,37-53-13940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00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694 30 800 0 0,'17'-11'9646'0'0,"-17"11"-9363"0"0,0 0-1 0 0,1 0 1 0 0,-1 0 0 0 0,0 0 0 0 0,1-1 0 0 0,-1 1-1 0 0,0 0 1 0 0,1 0 0 0 0,-1 0 0 0 0,0 0 0 0 0,1 0-1 0 0,-1 0 1 0 0,0 0 0 0 0,1 0 0 0 0,-1 0 0 0 0,1 1 0 0 0,-1-1-1 0 0,0 0 1 0 0,1 0 0 0 0,-1 0 0 0 0,0 0 0 0 0,1 0-1 0 0,-1 1 1 0 0,0-1 0 0 0,0 0 0 0 0,1 0 0 0 0,-1 1-1 0 0,2 2 694 0 0,-1 0-1 0 0,0 0 0 0 0,-1 0 0 0 0,1 0 1 0 0,-1 0-1 0 0,1 0 0 0 0,-1 1 0 0 0,0-1 0 0 0,0 0 1 0 0,0 0-1 0 0,-2 6 0 0 0,0 14-553 0 0,-2 0 0 0 0,-1 0 0 0 0,0 0 0 0 0,-2-1-1 0 0,-1 0 1 0 0,0 0 0 0 0,-16 27 0 0 0,-10 12-760 0 0,-54 71 1 0 0,63-98 337 0 0,-2 0 0 0 0,-1-1 0 0 0,-63 54 0 0 0,75-73 0 0 0,-1-1 0 0 0,-1 0 0 0 0,-1-1 0 0 0,1-1 0 0 0,-2-1 0 0 0,0-1 0 0 0,0 0 0 0 0,0-2 0 0 0,-31 8 0 0 0,46-14 0 0 0,-1 0 0 0 0,1 0 0 0 0,-1-1 0 0 0,1 0 0 0 0,0 1 0 0 0,-1-2 0 0 0,1 1 0 0 0,-1-1 0 0 0,1 0 0 0 0,0 0 0 0 0,-1 0 0 0 0,1-1 0 0 0,0 1 0 0 0,0-1 0 0 0,-8-5 0 0 0,8 4 0 0 0,1-1 0 0 0,1 1 0 0 0,-1-1 0 0 0,0 0 0 0 0,1 0 0 0 0,0 0 0 0 0,0 0 0 0 0,0 0 0 0 0,0-1 0 0 0,1 1 0 0 0,0-1 0 0 0,0 0 0 0 0,0 0 0 0 0,0 0 0 0 0,1 0 0 0 0,-2-9 0 0 0,0-8 0 0 0,1-1 0 0 0,1 1 0 0 0,1-1 0 0 0,1 1 0 0 0,7-44 0 0 0,3 8 0 0 0,21-59 0 0 0,-19 72 0 0 0,2 1 0 0 0,24-48 0 0 0,-34 82 0 0 0,0 0 0 0 0,0 1 0 0 0,1-1 0 0 0,0 1 0 0 0,1 0 0 0 0,0 1 0 0 0,1 0 0 0 0,-1 0 0 0 0,1 0 0 0 0,1 1 0 0 0,0 0 0 0 0,0 1 0 0 0,0 0 0 0 0,17-8 0 0 0,-22 13 0 0 0,1-1 0 0 0,-1 1 0 0 0,0 0 0 0 0,0 1 0 0 0,1-1 0 0 0,-1 1 0 0 0,0 0 0 0 0,1 0 0 0 0,-1 0 0 0 0,1 0 0 0 0,-1 1 0 0 0,0 0 0 0 0,1 0 0 0 0,-1 0 0 0 0,0 0 0 0 0,7 4 0 0 0,1 1 0 0 0,-1 1 0 0 0,-1 0 0 0 0,1 0 0 0 0,13 13 0 0 0,-4-2 0 0 0,-1 2 0 0 0,-1 0 0 0 0,27 37 0 0 0,38 80 0 0 0,36 92 0 0 0,-11 5 0 0 0,97 307 0 0 0,-195-511 8 0 0,5 16-303 0 0,12 57 1 0 0,-24-93-47 0 0,-2 1 1 0 0,1-1-1 0 0,-1 1 0 0 0,-1 0 1 0 0,0-1-1 0 0,0 1 0 0 0,-1 0 1 0 0,-1-1-1 0 0,0 1 0 0 0,0-1 1 0 0,-5 12-1 0 0,6-18-710 0 0,-1-1-1 0 0,0 0 1 0 0,0 0 0 0 0,0 0-1 0 0,0 0 1 0 0,0-1 0 0 0,-3 4-1 0 0,4-5 743 0 0,1-1 0 0 0,-1 1 0 0 0,0 0 0 0 0,1-1 0 0 0,-1 1 0 0 0,1-1 0 0 0,-1 0 0 0 0,0 1 0 0 0,1-1 0 0 0,-1 1 0 0 0,0-1 0 0 0,0 0 0 0 0,1 0 0 0 0,-1 1 0 0 0,0-1 0 0 0,0 0-1 0 0,1 0 1 0 0,-1 0 0 0 0,0 0 0 0 0,0 0 0 0 0,0 0 0 0 0,1 0 0 0 0,-1 0 0 0 0,0 0 0 0 0,0 0 0 0 0,1 0 0 0 0,-1-1 0 0 0,0 1 0 0 0,0 0 0 0 0,1 0 0 0 0,-1-1 0 0 0,0 1 0 0 0,0-1 0 0 0,0 0 0 0 0,-1-2-560 0 0,-1 0 0 0 0,1 0 1 0 0,1 0-1 0 0,-1 0 0 0 0,0-1 0 0 0,1 1 1 0 0,-2-5-1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02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37 1281 0 0,'-10'-9'4889'0'0,"-11"-8"7252"0"0,-3 7-649 0 0,9 10-8528 0 0,15 0-2964 0 0,-1 0 0 0 0,1 0 0 0 0,0 0 0 0 0,0 0 0 0 0,-1 0 0 0 0,1 0 0 0 0,0 0 0 0 0,0 0 0 0 0,0 0 0 0 0,-1 0 0 0 0,1 0 0 0 0,0 0 0 0 0,0 0 0 0 0,0 1 0 0 0,-1-1 0 0 0,1 0 0 0 0,0 0 0 0 0,0 0 0 0 0,0 0 0 0 0,0 0 0 0 0,-1 1 0 0 0,1-1 0 0 0,0 0 0 0 0,0 0 0 0 0,0 0 0 0 0,0 1 0 0 0,0-1 0 0 0,0 0 0 0 0,0 0 0 0 0,0 0 0 0 0,0 1 0 0 0,-1-1 0 0 0,1 0 0 0 0,0 0 0 0 0,0 1 0 0 0,0-1 0 0 0,0 0 0 0 0,0 0 0 0 0,0 0 0 0 0,0 1 0 0 0,1-1 0 0 0,-1 0 0 0 0,0 0 0 0 0,0 1 0 0 0,0-1 0 0 0,0 0 0 0 0,0 0 0 0 0,0 1 0 0 0,11 11 0 0 0,-1-1 0 0 0,-10-9 0 0 0,-2-2 0 0 0,0 0 0 0 0,2-1 0 0 0,-2 0 0 0 0,2 0 0 0 0,0-2 0 0 0,0 3 0 0 0,0 0 0 0 0,-1 0 0 0 0,1-1 0 0 0,0 1 0 0 0,0 0 0 0 0,0-1 0 0 0,0 1 0 0 0,0 0 0 0 0,0 0 0 0 0,0-1 0 0 0,0 1 0 0 0,0 0 0 0 0,0-1 0 0 0,0 1 0 0 0,0 0 0 0 0,1-1 0 0 0,-1 1 0 0 0,0 0 0 0 0,0 0 0 0 0,0-1 0 0 0,0 1 0 0 0,0 0 0 0 0,1 0 0 0 0,-1-1 0 0 0,0 1 0 0 0,0 0 0 0 0,0 0 0 0 0,1 0 0 0 0,-1-1 0 0 0,0 1 0 0 0,0 0 0 0 0,1 0 0 0 0,-1 0 0 0 0,0 0 0 0 0,0-1 0 0 0,1 1 0 0 0,1 0 0 0 0,-4 27 0 0 0,54 347 0 0 0,-29-230 0 0 0,116 614 0 0 0,-136-744 0 0 0,-2-9 0 0 0,0-1 0 0 0,0 1 0 0 0,0 0 0 0 0,-1 0 0 0 0,1 8 0 0 0,-6-16 0 0 0,-2-8 0 0 0,-7-12 0 0 0,-1 1 0 0 0,-22-25 0 0 0,-18-24 0 0 0,24 18-943 0 0,11 14-2481 0 0,-1-4-3567 0 0,-10-24-7652 0 0,31 66 14440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03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0 164 2641 0 0,'33'4'8735'0'0,"17"3"7661"0"0,-14-5-11401 0 0,87-9-4995 0 0,169-30 0 0 0,-19 1 0 0 0,-265 35 0 0 0,62-6 0 0 0,1 3 0 0 0,100 7 0 0 0,-114-4 0 0 0,-57 1 0 0 0,0 0 0 0 0,0 1 0 0 0,0-1 0 0 0,-1 0 0 0 0,1 0 0 0 0,0 0 0 0 0,0 0 0 0 0,0 0 0 0 0,0 0 0 0 0,0 0 0 0 0,0 0 0 0 0,0 0 0 0 0,0 0 0 0 0,0 0 0 0 0,0 1 0 0 0,0-1 0 0 0,0 0 0 0 0,0 0 0 0 0,0 0 0 0 0,0 0 0 0 0,0 0 0 0 0,0 0 0 0 0,0 0 0 0 0,0 0 0 0 0,0 0 0 0 0,0 0 0 0 0,0 0 0 0 0,0 0 0 0 0,1 1 0 0 0,-1-1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0,1 0 0 0 0,-1 0 0 0 0,0 0 0 0 0,0 0 0 0 0,0 0 0 0 0,0 0 0 0 0,0 0 0 0 0,0 0 0 0 0,0 0 0 0 0,-8 6 0 0 0,7-6 0 0 0,0 1 0 0 0,1-1 0 0 0,-1 1 0 0 0,0-1 0 0 0,0 0 0 0 0,0 1 0 0 0,0-1 0 0 0,0 0 0 0 0,0 0 0 0 0,0 0 0 0 0,0 0 0 0 0,1 0 0 0 0,-1 0 0 0 0,0 0 0 0 0,0 0 0 0 0,0 0 0 0 0,0 0 0 0 0,0 0 0 0 0,0-1 0 0 0,0 1 0 0 0,0 0 0 0 0,0-1 0 0 0,1 1 0 0 0,-1 0 0 0 0,0-1 0 0 0,0 1 0 0 0,-1-2 0 0 0,-14-9 0 0 0,-57-29-3727 0 0,-10-3-14908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04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630 1 320 0 0,'-3'8'2174'0'0,"0"1"-1"0"0,-1-1 1 0 0,0 0 0 0 0,-1-1-1 0 0,1 1 1 0 0,-2-1 0 0 0,1 0-1 0 0,-1 0 1 0 0,0 0 0 0 0,0-1-1 0 0,-9 8 1 0 0,-22 23 2663 0 0,0 9-3958 0 0,-59 99 0 0 0,45-63-1111 0 0,-9 12 232 0 0,5 2 0 0 0,-46 111 0 0 0,76-144 0 0 0,2 0 0 0 0,3 2 0 0 0,3 1 0 0 0,-14 108 0 0 0,24-89 0 0 0,4 0 0 0 0,4 0 0 0 0,3 0 0 0 0,5-1 0 0 0,2 0 0 0 0,43 153 0 0 0,-11-106 0 0 0,6-1 0 0 0,108 202 0 0 0,177 219 0 0 0,-224-394-2465 0 0,-59-90-2392 0 0,84 85 1 0 0,-97-116 2174 0 0,0-2-1 0 0,3-1 1 0 0,65 40 0 0 0,-71-52 1259 0 0,2-2-1 0 0,64 24 0 0 0,91 11-3605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09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575 126 80 0 0,'8'-3'1998'0'0,"0"0"0"0"0,0 0-1 0 0,0-1 1 0 0,14-9 0 0 0,-19 12-1197 0 0,-1-1-1 0 0,0 0 1 0 0,0 0 0 0 0,0 0 0 0 0,0 0 0 0 0,0 0-1 0 0,0 0 1 0 0,0-1 0 0 0,-1 1 0 0 0,1-1 0 0 0,-1 1-1 0 0,0-1 1 0 0,0 0 0 0 0,0 1 0 0 0,0-1 0 0 0,0 0-1 0 0,0-4 1 0 0,-1 5-583 0 0,1 1-1 0 0,-1-1 1 0 0,0 0-1 0 0,0 0 1 0 0,-1 0-1 0 0,1 0 1 0 0,0 1-1 0 0,-1-1 1 0 0,1 0-1 0 0,-1 0 1 0 0,1 0-1 0 0,-1 1 1 0 0,0-1-1 0 0,0 0 1 0 0,0 1-1 0 0,0-1 1 0 0,0 1-1 0 0,0-1 1 0 0,0 1-1 0 0,0-1 1 0 0,-1 1-1 0 0,1 0 1 0 0,0 0-1 0 0,-1 0 1 0 0,1 0-1 0 0,-1 0 1 0 0,1 0-1 0 0,-1 0 1 0 0,0 0-1 0 0,1 0 0 0 0,-1 1 1 0 0,-3-2-1 0 0,-1 1-94 0 0,-1-1 0 0 0,1 1 0 0 0,0 0 0 0 0,-1 1 0 0 0,1 0 0 0 0,-1 0 0 0 0,1 0 0 0 0,-9 2 0 0 0,4 0-123 0 0,0 1 0 0 0,1 0 0 0 0,-1 1 0 0 0,1 0 0 0 0,-1 1 0 0 0,1 0 0 0 0,-17 13 0 0 0,-66 55 0 0 0,58-43 0 0 0,9-9 0 0 0,1 2 0 0 0,1 1 0 0 0,1 0 0 0 0,1 2 0 0 0,1 1 0 0 0,1 0 0 0 0,-22 43 0 0 0,21-28 0 0 0,1 1 0 0 0,3 1 0 0 0,1 1 0 0 0,2 1 0 0 0,3 0 0 0 0,1 0 0 0 0,2 1 0 0 0,-2 70 0 0 0,10-89 0 0 0,2 0 0 0 0,0 1 0 0 0,2-1 0 0 0,1 0 0 0 0,1-1 0 0 0,16 45 0 0 0,-14-51 0 0 0,1-1 0 0 0,1-1 0 0 0,1 0 0 0 0,1 0 0 0 0,0-1 0 0 0,1-1 0 0 0,1 0 0 0 0,1-1 0 0 0,23 21 0 0 0,-10-15 0 0 0,1-2 0 0 0,1-1 0 0 0,0-1 0 0 0,1-1 0 0 0,1-2 0 0 0,1-1 0 0 0,49 14 0 0 0,250 44 0 0 0,-241-56 0 0 0,5 3-127 0 0,57 10-1748 0 0,-103-22-1226 0 0,52 1 0 0 0,-7-12-12818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09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824 359 320 0 0,'-1'2'1186'0'0,"0"0"0"0"0,0 0-1 0 0,0 0 1 0 0,0-1 0 0 0,0 1 0 0 0,0 0 0 0 0,0-1-1 0 0,-1 1 1 0 0,1-1 0 0 0,-1 1 0 0 0,1-1 0 0 0,-1 1-1 0 0,1-1 1 0 0,-1 0 0 0 0,0 0 0 0 0,0 0-1 0 0,1 0 1 0 0,-4 1 0 0 0,-16 4 6072 0 0,0-2-4271 0 0,11-3-3734 0 0,-163 34 1222 0 0,105-19-489 0 0,0-3 0 0 0,-1-3 0 0 0,-80 2 0 0 0,133-12 14 0 0,-1-1 0 0 0,0 0 0 0 0,0-2 0 0 0,1 1 0 0 0,-33-11 0 0 0,45 11 0 0 0,-1 0 0 0 0,0 0 0 0 0,0 0 0 0 0,1 0 0 0 0,-1-1 0 0 0,1 0 0 0 0,0 0 0 0 0,0 0 0 0 0,0-1 0 0 0,0 1 0 0 0,1-1 0 0 0,-1 0 0 0 0,1 0 0 0 0,0 0 0 0 0,0-1 0 0 0,0 1 0 0 0,1-1 0 0 0,-1 1 0 0 0,1-1 0 0 0,1 0 0 0 0,-1 0 0 0 0,0 0 0 0 0,0-5 0 0 0,1-6 0 0 0,0 1 0 0 0,0 0 0 0 0,2-1 0 0 0,0 1 0 0 0,1-1 0 0 0,0 1 0 0 0,10-30 0 0 0,-5 23 0 0 0,1 0 0 0 0,0 1 0 0 0,2-1 0 0 0,20-30 0 0 0,-26 45 0 0 0,0 1 0 0 0,1 0 0 0 0,0 0 0 0 0,0 0 0 0 0,1 1 0 0 0,0 0 0 0 0,0 0 0 0 0,0 0 0 0 0,0 1 0 0 0,1 0 0 0 0,-1 0 0 0 0,11-4 0 0 0,-11 6 0 0 0,0 0 0 0 0,0 1 0 0 0,0-1 0 0 0,0 2 0 0 0,0-1 0 0 0,1 0 0 0 0,-1 1 0 0 0,0 0 0 0 0,1 1 0 0 0,-1 0 0 0 0,0-1 0 0 0,0 2 0 0 0,0-1 0 0 0,0 1 0 0 0,0 0 0 0 0,6 3 0 0 0,9 5 0 0 0,-1 1 0 0 0,-1 0 0 0 0,0 2 0 0 0,0 0 0 0 0,-2 2 0 0 0,1 0 0 0 0,29 33 0 0 0,-16-10 0 0 0,-1 2 0 0 0,45 76 0 0 0,-36-41 0 0 0,-2 2 0 0 0,43 133 0 0 0,26 172 0 0 0,-103-368 0 0 0,31 89-35 0 0,-23-74-1816 0 0,-9-25 543 0 0,-1 0-1 0 0,0 0 1 0 0,0 0 0 0 0,0 0-1 0 0,0 0 1 0 0,0 0 0 0 0,-1 5 0 0 0,0-8 792 0 0,0-1 1 0 0,0 1-1 0 0,0-1 1 0 0,0 1 0 0 0,-1-1-1 0 0,1 1 1 0 0,0-1-1 0 0,0 0 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12.8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4562 0 0,'2'17'12006'0'0,"28"79"399"0"0,2 34-8611 0 0,-6-14-3794 0 0,-6 17 0 0 0,2 47 0 0 0,2 21 0 0 0,-2-24 0 0 0,6-34 0 0 0,4-35 0 0 0,4-32 0 0 0,4-31 0 0 0,20-35 0 0 0,2-40-12438 0 0,-20-42-1808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13.0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0 2641 0 0,'-4'31'21530'0'0,"-42"-23"-12934"0"0,4 64-8596 0 0,30 67 0 0 0,22 4 0 0 0,6-22 0 0 0,12 1 0 0 0,12-4 0 0 0,12 0 0 0 0,4 3 0 0 0,12-8 0 0 0,4-19 0 0 0,-18-10-18360 0 0,-40-26 5794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23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831 0 10325 0 0,'-247'106'18097'0'0,"199"-81"-15925"0"0,-56 40 1 0 0,43-18-2173 0 0,2 3 0 0 0,-72 78 0 0 0,99-96 0 0 0,18-18 0 0 0,-5 4 0 0 0,1 1 0 0 0,0 0 0 0 0,1 1 0 0 0,2 1 0 0 0,-25 41 0 0 0,39-59 0 0 0,0-1 0 0 0,0 1 0 0 0,0-1 0 0 0,0 1 0 0 0,0-1 0 0 0,1 1 0 0 0,-1 0 0 0 0,1-1 0 0 0,0 1 0 0 0,0 0 0 0 0,0-1 0 0 0,0 1 0 0 0,0-1 0 0 0,1 1 0 0 0,-1 0 0 0 0,1-1 0 0 0,0 1 0 0 0,-1-1 0 0 0,1 1 0 0 0,0-1 0 0 0,1 1 0 0 0,-1-1 0 0 0,0 0 0 0 0,1 1 0 0 0,-1-1 0 0 0,1 0 0 0 0,0 0 0 0 0,-1 0 0 0 0,1 0 0 0 0,0-1 0 0 0,0 1 0 0 0,1 0 0 0 0,2 1 0 0 0,7 4 0 0 0,1 0 0 0 0,0-1 0 0 0,0-1 0 0 0,1 0 0 0 0,13 3 0 0 0,-11-4 0 0 0,173 53 0 0 0,132 41 0 0 0,-11 23 0 0 0,-268-101 0 0 0,0 2 0 0 0,-2 1 0 0 0,61 47 0 0 0,-84-56 0 0 0,-1 1 0 0 0,0 0 0 0 0,-1 1 0 0 0,-1 0 0 0 0,0 2 0 0 0,-1-1 0 0 0,-1 2 0 0 0,-1 0 0 0 0,17 38 0 0 0,-21-36 0 0 0,0 1 0 0 0,-1 0 0 0 0,-1 0 0 0 0,-1 1 0 0 0,-2-1 0 0 0,0 1 0 0 0,-1 23 0 0 0,-3-13 0 0 0,-1-1 0 0 0,-1 0 0 0 0,-2 0 0 0 0,-14 45 0 0 0,2-28 0 0 0,-1-1 0 0 0,-3-1 0 0 0,-2 0 0 0 0,-1-2 0 0 0,-3-1 0 0 0,-33 41 0 0 0,27-42 0 0 0,-3-1 0 0 0,-44 40 0 0 0,62-65 0 0 0,0-1 0 0 0,-1-1 0 0 0,-1-1 0 0 0,0-1 0 0 0,-1-1 0 0 0,-45 18 0 0 0,57-27 0 0 0,0 0 0 0 0,0 0 0 0 0,0-1 0 0 0,0-1 0 0 0,0 1 0 0 0,-1-2 0 0 0,1 0 0 0 0,0 0 0 0 0,-1 0 0 0 0,1-2 0 0 0,0 1 0 0 0,-1-1 0 0 0,1-1 0 0 0,0 0 0 0 0,1 0 0 0 0,-1-1 0 0 0,0 0 0 0 0,1 0 0 0 0,0-1 0 0 0,0-1 0 0 0,1 0 0 0 0,-16-12 0 0 0,3-2 0 0 0,1-1 0 0 0,0-1 0 0 0,2 0 0 0 0,1-2 0 0 0,0 0 0 0 0,2-1 0 0 0,-12-27 0 0 0,-49-123-2554 0 0,-10-101-7945 0 0,52 159 4871 0 0,-31-83-6617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24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0 646 3121 0 0,'43'-9'9468'0'0,"79"-7"0"0"0,-35 7-859 0 0,-27-1-6508 0 0,583-167-2101 0 0,-377 98 0 0 0,419-123 0 0 0,-536 158-3177 0 0,207-41-12393 0 0,-268 71 7633 0 0,-88 14 8161 0 0,1 0 1 0 0,0 0-1 0 0,-1 0 1 0 0,1 0-1 0 0,0 0 1 0 0,-1 0 0 0 0,1 0-1 0 0,0 0 1 0 0,-1 0-1 0 0,1 0 1 0 0,0 0-1 0 0,-1 0 1 0 0,1 1-1 0 0,-1-1 1 0 0,1 0-1 0 0,0 1 1 0 0,-1-1-1 0 0,1 0 1 0 0,-1 1 0 0 0,1-1-1 0 0,-1 0 1 0 0,1 1-1 0 0,-1-1 1 0 0,1 1-1 0 0,-1-1 1 0 0,0 1-1 0 0,1-1 1 0 0,-1 1-1 0 0,0 0 1 0 0,1-1-1 0 0,-1 1 1 0 0,0-1 0 0 0,0 1-1 0 0,1 0 1 0 0,-1-1-1 0 0,0 1 1 0 0,0 0-1 0 0,0-1 1 0 0,0 1-1 0 0,0 0 1 0 0,0-1-1 0 0,0 1 1 0 0,0-1-1 0 0,0 1 1 0 0,0 0-1 0 0,0-1 1 0 0,-1 1 0 0 0,1 0-1 0 0,0 0 1 0 0,-16 45 11367 0 0,11-33-10027 0 0,-69 192 1232 0 0,40-98-3046 0 0,-21 119 1 0 0,23 6 248 0 0,29-186 0 0 0,2 1 0 0 0,3 0 0 0 0,8 57 0 0 0,-7-81 0 0 0,2 1 0 0 0,1-1 0 0 0,1 0 0 0 0,1-1 0 0 0,1 0 0 0 0,0 0 0 0 0,23 36 0 0 0,-22-43 0 0 0,1-1 0 0 0,0-1 0 0 0,1 0 0 0 0,1 0 0 0 0,0-1 0 0 0,0-1 0 0 0,1 0 0 0 0,1-1 0 0 0,-1 0 0 0 0,2-1 0 0 0,27 11 0 0 0,-17-11 0 0 0,0-1 0 0 0,1-1 0 0 0,-1-1 0 0 0,1-2 0 0 0,1 0 0 0 0,-1-2 0 0 0,0-1 0 0 0,1-2 0 0 0,-1 0 0 0 0,0-2 0 0 0,0-1 0 0 0,37-9 0 0 0,-16 0 0 0 0,-2-2 0 0 0,0-2 0 0 0,-1-2 0 0 0,0-1 0 0 0,-2-3 0 0 0,43-30 0 0 0,-62 38 0 0 0,-1-2 0 0 0,-1-1 0 0 0,-1-1 0 0 0,-1 0 0 0 0,0-2 0 0 0,-2 0 0 0 0,21-31 0 0 0,-31 40 0 0 0,-1 0 0 0 0,0-1 0 0 0,-1 1 0 0 0,-1-1 0 0 0,0-1 0 0 0,-1 1 0 0 0,0-1 0 0 0,-1 0 0 0 0,0 1 0 0 0,-1-1 0 0 0,-1-1 0 0 0,0 1 0 0 0,-1 0 0 0 0,-1 0 0 0 0,0 0 0 0 0,-5-20 0 0 0,-1 6 0 0 0,-2 1 0 0 0,-1 0 0 0 0,-1 0 0 0 0,-1 2 0 0 0,-1-1 0 0 0,-1 2 0 0 0,-2-1 0 0 0,-28-33 0 0 0,21 31 0 0 0,0 2 0 0 0,-2 0 0 0 0,-1 2 0 0 0,0 1 0 0 0,-2 1 0 0 0,-49-29 0 0 0,52 37 0 0 0,-1 2 0 0 0,-1 0 0 0 0,0 2 0 0 0,0 1 0 0 0,-1 1 0 0 0,0 1 0 0 0,0 1 0 0 0,-32 0 0 0 0,-6 3 0 0 0,1 4 0 0 0,-91 13 0 0 0,99-11 631 0 0,34-1-827 0 0,70 2-3446 0 0,52-2-12392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25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53 240 0 0,'-45'-48'9938'0'0,"43"47"-9151"0"0,-1 0 0 0 0,1 1-1 0 0,0-1 1 0 0,0 1 0 0 0,0-1 0 0 0,0 1 0 0 0,-1 0-1 0 0,1 0 1 0 0,0 0 0 0 0,0 0 0 0 0,-1 0 0 0 0,1 0-1 0 0,0 1 1 0 0,0-1 0 0 0,0 1 0 0 0,0-1 0 0 0,-1 1-1 0 0,1 0 1 0 0,0 0 0 0 0,0 0 0 0 0,0 0 0 0 0,-3 3-1 0 0,-22 5 3707 0 0,19-7-4493 0 0,-1 0 0 0 0,1 1 0 0 0,-1 0 0 0 0,1 0 0 0 0,0 1 0 0 0,0 0 0 0 0,0 0 0 0 0,1 1 0 0 0,-1 0 0 0 0,1 0 0 0 0,0 1 0 0 0,1-1 0 0 0,-1 2 0 0 0,-10 12 0 0 0,5-1 0 0 0,1 1 0 0 0,1-1 0 0 0,0 2 0 0 0,2-1 0 0 0,0 1 0 0 0,1 1 0 0 0,-7 34 0 0 0,11-45 0 0 0,-25 106 0 0 0,4 2 0 0 0,-15 232 0 0 0,37-250 0 0 0,18 184 0 0 0,7-150 0 0 0,-14-98 0 0 0,1 0 0 0 0,2-1 0 0 0,23 49 0 0 0,-26-65 0 0 0,1-1 0 0 0,1 0 0 0 0,0-1 0 0 0,1 0 0 0 0,1-1 0 0 0,0-1 0 0 0,2 0 0 0 0,0 0 0 0 0,0-2 0 0 0,1 0 0 0 0,1 0 0 0 0,0-2 0 0 0,0 0 0 0 0,24 10 0 0 0,-19-12 0 0 0,-1-2 0 0 0,1 0 0 0 0,0-1 0 0 0,1-1 0 0 0,-1-2 0 0 0,1 0 0 0 0,0-1 0 0 0,0-1 0 0 0,0-2 0 0 0,29-3 0 0 0,-25 0 0 0 0,1-1 0 0 0,-1-1 0 0 0,0-2 0 0 0,-1-1 0 0 0,0-1 0 0 0,0-1 0 0 0,-1-1 0 0 0,29-18 0 0 0,-35 17 0 0 0,0-1 0 0 0,0 0 0 0 0,-1-2 0 0 0,-1 0 0 0 0,-1 0 0 0 0,0-2 0 0 0,-1 0 0 0 0,-1-1 0 0 0,21-38 0 0 0,-26 41 0 0 0,-2-1 0 0 0,0-1 0 0 0,-1 1 0 0 0,0-1 0 0 0,-2-1 0 0 0,0 1 0 0 0,-1 0 0 0 0,-1-1 0 0 0,0 0 0 0 0,-2 1 0 0 0,0-1 0 0 0,-1 0 0 0 0,-5-22 0 0 0,3 21 0 0 0,-2 1 0 0 0,0-1 0 0 0,-1 1 0 0 0,-1 0 0 0 0,-1 0 0 0 0,0 1 0 0 0,-22-34 0 0 0,24 44 0 0 0,-1-1 0 0 0,1 1 0 0 0,-2 0 0 0 0,1 1 0 0 0,-1 0 0 0 0,0 0 0 0 0,0 0 0 0 0,-1 1 0 0 0,0 1 0 0 0,0-1 0 0 0,0 1 0 0 0,-1 1 0 0 0,0 0 0 0 0,0 0 0 0 0,0 1 0 0 0,0 0 0 0 0,-11-1 0 0 0,3 2 0 0 0,0 2 0 0 0,1 0 0 0 0,-1 1 0 0 0,0 0 0 0 0,1 2 0 0 0,-1 0 0 0 0,1 1 0 0 0,0 1 0 0 0,0 0 0 0 0,1 1 0 0 0,-1 1 0 0 0,-20 12 0 0 0,2 1 0 0 0,1 1 0 0 0,2 2 0 0 0,0 2 0 0 0,-40 38 0 0 0,44-36 0 0 0,2 2 0 0 0,-29 37 0 0 0,47-55 0 0 0,1 0 0 0 0,0 0 0 0 0,0 1 0 0 0,1 0 0 0 0,1 1 0 0 0,0-1 0 0 0,1 1 0 0 0,0 0 0 0 0,-4 25 0 0 0,7-33-162 0 0,1-1-1 0 0,0 1 1 0 0,0 0-1 0 0,0-1 1 0 0,1 1 0 0 0,0 0-1 0 0,0-1 1 0 0,0 1-1 0 0,0-1 1 0 0,0 1 0 0 0,1-1-1 0 0,0 1 1 0 0,0-1-1 0 0,0 0 1 0 0,1 0-1 0 0,-1 0 1 0 0,1 0 0 0 0,0-1-1 0 0,0 1 1 0 0,0-1-1 0 0,1 1 1 0 0,-1-1 0 0 0,6 3-1 0 0,0 0-1111 0 0,0-1-1 0 0,1 0 1 0 0,0 0 0 0 0,0-1-1 0 0,1 0 1 0 0,-1-1 0 0 0,1 0-1 0 0,18 2 1 0 0,81 3-13645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25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797 327 640 0 0,'-10'-21'8307'0'0,"10"21"-8039"0"0,-1 0 1 0 0,1 0 0 0 0,0-1 0 0 0,0 1 0 0 0,-1 0 0 0 0,1 0 0 0 0,0 0 0 0 0,-1 0 0 0 0,1-1 0 0 0,0 1-1 0 0,0 0 1 0 0,-1 0 0 0 0,1 0 0 0 0,0 0 0 0 0,-1 0 0 0 0,1 0 0 0 0,0 0 0 0 0,-1 0 0 0 0,1 0 0 0 0,0 0-1 0 0,-1 0 1 0 0,1 0 0 0 0,0 0 0 0 0,-1 0 0 0 0,1 1 0 0 0,0-1 0 0 0,0 0 0 0 0,-1 0 0 0 0,1 0 0 0 0,0 0-1 0 0,-1 1 1 0 0,1-1 0 0 0,0 0 0 0 0,0 0 0 0 0,0 0 0 0 0,-1 1 0 0 0,1-1 0 0 0,-14 27 10578 0 0,6 4-8092 0 0,-1 4-2755 0 0,-81 411 0 0 0,80-376 0 0 0,4-1 0 0 0,2 2 0 0 0,3-1 0 0 0,15 113 0 0 0,-10-159 0 0 0,1-1 0 0 0,1 0 0 0 0,1 0 0 0 0,1 0 0 0 0,1-1 0 0 0,1 0 0 0 0,1-1 0 0 0,1 0 0 0 0,28 38 0 0 0,-33-51 0 0 0,0 1 0 0 0,0-1 0 0 0,1 0 0 0 0,1-1 0 0 0,-1 1 0 0 0,1-2 0 0 0,0 1 0 0 0,0-1 0 0 0,1-1 0 0 0,0 0 0 0 0,0 0 0 0 0,0-1 0 0 0,1 0 0 0 0,-1-1 0 0 0,1 0 0 0 0,0-1 0 0 0,0 0 0 0 0,0 0 0 0 0,0-2 0 0 0,0 1 0 0 0,0-1 0 0 0,0-1 0 0 0,16-2 0 0 0,-9-2 0 0 0,0 0 0 0 0,-1-2 0 0 0,0 0 0 0 0,0 0 0 0 0,-1-2 0 0 0,1 0 0 0 0,-2-1 0 0 0,0 0 0 0 0,0-2 0 0 0,17-16 0 0 0,12-14 0 0 0,68-87 0 0 0,-77 83 0 0 0,-1-2 0 0 0,-2 0 0 0 0,-3-3 0 0 0,-2 0 0 0 0,-2-2 0 0 0,-2 0 0 0 0,-3-2 0 0 0,-2-1 0 0 0,-2 0 0 0 0,-4 0 0 0 0,-1-2 0 0 0,-3 1 0 0 0,-3-1 0 0 0,-2-1 0 0 0,-7-98 0 0 0,1 127 0 0 0,-2 1 0 0 0,0 0 0 0 0,-2 0 0 0 0,-1 1 0 0 0,-1-1 0 0 0,-20-41 0 0 0,23 58 0 0 0,-1 0 0 0 0,-1 0 0 0 0,1 1 0 0 0,-2 0 0 0 0,0 0 0 0 0,0 1 0 0 0,0 0 0 0 0,-2 1 0 0 0,1 0 0 0 0,-1 0 0 0 0,0 1 0 0 0,-1 1 0 0 0,0 0 0 0 0,0 0 0 0 0,-1 1 0 0 0,-15-5 0 0 0,7 6 0 0 0,0 0 0 0 0,0 1 0 0 0,0 1 0 0 0,0 1 0 0 0,-1 1 0 0 0,1 0 0 0 0,0 2 0 0 0,-1 1 0 0 0,-22 4 0 0 0,-10 5 0 0 0,1 3 0 0 0,-72 28 0 0 0,-1 9-2099 0 0,-148 84 0 0 0,-104 88-9950 0 0,218-118-3110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7T09:02:27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255 959 80 0 0,'-56'3'4710'0'0,"-15"1"3356"0"0,-33-5 8310 0 0,81-2-14255 0 0,30 1-1080 0 0,49 3-668 0 0,40 0-373 0 0,144-15 0 0 0,113-35 0 0 0,-344 48 0 0 0,853-148 0 0 0,-203 33 0 0 0,850-130 0 0 0,11 28 0 0 0,-419 95 0 0 0,-439 82 0 0 0,-227 37 0 0 0,-360 4 0 0 0,0 3 0 0 0,0 3 0 0 0,119 27 0 0 0,-178-28 0 0 0,-1 1 0 0 0,0 0 0 0 0,0 1 0 0 0,0 1 0 0 0,-1 0 0 0 0,0 1 0 0 0,0 0 0 0 0,-1 2 0 0 0,-1-1 0 0 0,1 1 0 0 0,-2 1 0 0 0,0 0 0 0 0,17 25 0 0 0,1 7 0 0 0,-1 2 0 0 0,40 95 0 0 0,-37-63 0 0 0,-3 0 0 0 0,30 141 0 0 0,7 172 0 0 0,-5 38 0 0 0,20 144 0 0 0,-64-472 0 0 0,59 525 0 0 0,-77-462 0 0 0,-2-116 0 0 0,-2-1 0 0 0,-3 1 0 0 0,-1-1 0 0 0,-3 0 0 0 0,-1-2 0 0 0,-3 1 0 0 0,-1-2 0 0 0,-2 0 0 0 0,-2-1 0 0 0,-3-1 0 0 0,-36 49 0 0 0,5-20 0 0 0,-2-3 0 0 0,-4-2 0 0 0,-2-3 0 0 0,-128 97 0 0 0,132-117 0 0 0,-2-4 0 0 0,-1-2 0 0 0,-2-3 0 0 0,-2-3 0 0 0,-1-3 0 0 0,-95 27 0 0 0,-500 63 0 0 0,472-91 0 0 0,-148 22 0 0 0,-1334 178 0 0 0,-970 141 0 0 0,2478-342 0 0 0,-473 62 0 0 0,518-78 0 0 0,1-6 0 0 0,-1-4 0 0 0,-151-21 0 0 0,242 17 0 0 0,0-2 0 0 0,0 0 0 0 0,0-2 0 0 0,1-1 0 0 0,1-2 0 0 0,0 0 0 0 0,-37-22 0 0 0,49 23 0 0 0,-1-1 0 0 0,2 0 0 0 0,0-1 0 0 0,0 0 0 0 0,1-1 0 0 0,1-1 0 0 0,0 0 0 0 0,1-1 0 0 0,0 0 0 0 0,1-1 0 0 0,1 0 0 0 0,-13-32 0 0 0,8 10 0 0 0,2-1 0 0 0,2-1 0 0 0,1 0 0 0 0,2 0 0 0 0,-1-43 0 0 0,5-210 0 0 0,4 269 0 0 0,59-1083 0 0 0,15 366 0 0 0,102-300 0 0 0,-76 632 0 0 0,-24 141 0 0 0,13-14 0 0 0,-80 245 50 0 0,-10 37-53 0 0,0-1-1 0 0,0 1 1 0 0,0 0 0 0 0,0 0-1 0 0,1-1 1 0 0,-1 1 0 0 0,0 0-1 0 0,0 0 1 0 0,0-1 0 0 0,0 1-1 0 0,0 0 1 0 0,0 0 0 0 0,0 0 0 0 0,0-1-1 0 0,0 1 1 0 0,0 0 0 0 0,-1 0-1 0 0,1-1 1 0 0,0 1 0 0 0,0 0-1 0 0,0 0 1 0 0,0 0 0 0 0,0-1-1 0 0,0 1 1 0 0,0 0 0 0 0,0 0-1 0 0,-1 0 1 0 0,1-1 0 0 0,0 1-1 0 0,0 0 1 0 0,0 0 0 0 0,0 0-1 0 0,-1 0 1 0 0,1-1 0 0 0,0 1-1 0 0,0 0 1 0 0,0 0 0 0 0,-1 0 0 0 0,1 0-1 0 0,0 0 1 0 0,0 0 0 0 0,-1 0-1 0 0,1 0 1 0 0,0 0 0 0 0,0 0-1 0 0,-1 0 1 0 0,1 0 0 0 0,0 0-1 0 0,0 0 1 0 0,0 0 0 0 0,-1 0-1 0 0,1 0 1 0 0,-7 4-494 0 0,1 1-1 0 0,0-1 1 0 0,0 1-1 0 0,0 1 1 0 0,-5 6-1 0 0,3-4-446 0 0,-89 92-10485 0 0,-5 12 3737 0 0,-43 52 982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6850" y="539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6850" y="1079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96850" y="1619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96850" y="2159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96850" y="2698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96850" y="3238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96850" y="3778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96850" y="4318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96850" y="4857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96850" y="5397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96850" y="5937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96850" y="6477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96850" y="7016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96850" y="7556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96850" y="8096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96850" y="8636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96850" y="9175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96850" y="9715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96850" y="10255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89" Type="http://schemas.openxmlformats.org/officeDocument/2006/relationships/customXml" Target="../ink/ink2.xml"/><Relationship Id="rId16" Type="http://schemas.openxmlformats.org/officeDocument/2006/relationships/image" Target="../media/image15.png"/><Relationship Id="rId11" Type="http://schemas.openxmlformats.org/officeDocument/2006/relationships/image" Target="../media/image10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png"/><Relationship Id="rId5" Type="http://schemas.openxmlformats.org/officeDocument/2006/relationships/image" Target="../media/image4.png"/><Relationship Id="rId90" Type="http://schemas.openxmlformats.org/officeDocument/2006/relationships/image" Target="../media/image87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77" Type="http://schemas.openxmlformats.org/officeDocument/2006/relationships/image" Target="../media/image76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85" Type="http://schemas.openxmlformats.org/officeDocument/2006/relationships/image" Target="../media/image84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png"/><Relationship Id="rId83" Type="http://schemas.openxmlformats.org/officeDocument/2006/relationships/image" Target="../media/image82.png"/><Relationship Id="rId88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73" Type="http://schemas.openxmlformats.org/officeDocument/2006/relationships/image" Target="../media/image72.png"/><Relationship Id="rId78" Type="http://schemas.openxmlformats.org/officeDocument/2006/relationships/image" Target="../media/image77.png"/><Relationship Id="rId81" Type="http://schemas.openxmlformats.org/officeDocument/2006/relationships/image" Target="../media/image80.png"/><Relationship Id="rId86" Type="http://schemas.openxmlformats.org/officeDocument/2006/relationships/image" Target="../media/image8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6" Type="http://schemas.openxmlformats.org/officeDocument/2006/relationships/image" Target="../media/image75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Relationship Id="rId2" Type="http://schemas.openxmlformats.org/officeDocument/2006/relationships/image" Target="../media/image1.jpg"/><Relationship Id="rId29" Type="http://schemas.openxmlformats.org/officeDocument/2006/relationships/image" Target="../media/image28.pn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66" Type="http://schemas.openxmlformats.org/officeDocument/2006/relationships/image" Target="../media/image65.png"/><Relationship Id="rId87" Type="http://schemas.openxmlformats.org/officeDocument/2006/relationships/customXml" Target="../ink/ink1.xml"/><Relationship Id="rId61" Type="http://schemas.openxmlformats.org/officeDocument/2006/relationships/image" Target="../media/image60.png"/><Relationship Id="rId82" Type="http://schemas.openxmlformats.org/officeDocument/2006/relationships/image" Target="../media/image81.png"/><Relationship Id="rId1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0.png"/><Relationship Id="rId21" Type="http://schemas.openxmlformats.org/officeDocument/2006/relationships/image" Target="../media/image105.png"/><Relationship Id="rId34" Type="http://schemas.openxmlformats.org/officeDocument/2006/relationships/image" Target="../media/image118.png"/><Relationship Id="rId42" Type="http://schemas.openxmlformats.org/officeDocument/2006/relationships/image" Target="../media/image126.png"/><Relationship Id="rId47" Type="http://schemas.openxmlformats.org/officeDocument/2006/relationships/image" Target="../media/image131.png"/><Relationship Id="rId50" Type="http://schemas.openxmlformats.org/officeDocument/2006/relationships/image" Target="../media/image134.png"/><Relationship Id="rId55" Type="http://schemas.openxmlformats.org/officeDocument/2006/relationships/image" Target="../media/image139.png"/><Relationship Id="rId63" Type="http://schemas.openxmlformats.org/officeDocument/2006/relationships/image" Target="../media/image147.png"/><Relationship Id="rId7" Type="http://schemas.openxmlformats.org/officeDocument/2006/relationships/image" Target="../media/image91.png"/><Relationship Id="rId2" Type="http://schemas.openxmlformats.org/officeDocument/2006/relationships/image" Target="../media/image86.jpg"/><Relationship Id="rId16" Type="http://schemas.openxmlformats.org/officeDocument/2006/relationships/image" Target="../media/image100.png"/><Relationship Id="rId29" Type="http://schemas.openxmlformats.org/officeDocument/2006/relationships/image" Target="../media/image113.png"/><Relationship Id="rId11" Type="http://schemas.openxmlformats.org/officeDocument/2006/relationships/image" Target="../media/image95.png"/><Relationship Id="rId24" Type="http://schemas.openxmlformats.org/officeDocument/2006/relationships/image" Target="../media/image108.png"/><Relationship Id="rId32" Type="http://schemas.openxmlformats.org/officeDocument/2006/relationships/image" Target="../media/image116.png"/><Relationship Id="rId37" Type="http://schemas.openxmlformats.org/officeDocument/2006/relationships/image" Target="../media/image121.png"/><Relationship Id="rId40" Type="http://schemas.openxmlformats.org/officeDocument/2006/relationships/image" Target="../media/image124.png"/><Relationship Id="rId45" Type="http://schemas.openxmlformats.org/officeDocument/2006/relationships/image" Target="../media/image129.png"/><Relationship Id="rId53" Type="http://schemas.openxmlformats.org/officeDocument/2006/relationships/image" Target="../media/image137.png"/><Relationship Id="rId58" Type="http://schemas.openxmlformats.org/officeDocument/2006/relationships/image" Target="../media/image142.png"/><Relationship Id="rId66" Type="http://schemas.openxmlformats.org/officeDocument/2006/relationships/customXml" Target="../ink/ink3.xml"/><Relationship Id="rId5" Type="http://schemas.openxmlformats.org/officeDocument/2006/relationships/image" Target="../media/image89.png"/><Relationship Id="rId61" Type="http://schemas.openxmlformats.org/officeDocument/2006/relationships/image" Target="../media/image145.png"/><Relationship Id="rId19" Type="http://schemas.openxmlformats.org/officeDocument/2006/relationships/image" Target="../media/image103.pn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Relationship Id="rId27" Type="http://schemas.openxmlformats.org/officeDocument/2006/relationships/image" Target="../media/image111.png"/><Relationship Id="rId30" Type="http://schemas.openxmlformats.org/officeDocument/2006/relationships/image" Target="../media/image114.png"/><Relationship Id="rId35" Type="http://schemas.openxmlformats.org/officeDocument/2006/relationships/image" Target="../media/image119.png"/><Relationship Id="rId43" Type="http://schemas.openxmlformats.org/officeDocument/2006/relationships/image" Target="../media/image127.png"/><Relationship Id="rId48" Type="http://schemas.openxmlformats.org/officeDocument/2006/relationships/image" Target="../media/image132.png"/><Relationship Id="rId56" Type="http://schemas.openxmlformats.org/officeDocument/2006/relationships/image" Target="../media/image140.png"/><Relationship Id="rId64" Type="http://schemas.openxmlformats.org/officeDocument/2006/relationships/image" Target="../media/image148.png"/><Relationship Id="rId8" Type="http://schemas.openxmlformats.org/officeDocument/2006/relationships/image" Target="../media/image92.png"/><Relationship Id="rId51" Type="http://schemas.openxmlformats.org/officeDocument/2006/relationships/image" Target="../media/image135.png"/><Relationship Id="rId3" Type="http://schemas.openxmlformats.org/officeDocument/2006/relationships/image" Target="../media/image87.jp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5" Type="http://schemas.openxmlformats.org/officeDocument/2006/relationships/image" Target="../media/image109.png"/><Relationship Id="rId33" Type="http://schemas.openxmlformats.org/officeDocument/2006/relationships/image" Target="../media/image117.png"/><Relationship Id="rId38" Type="http://schemas.openxmlformats.org/officeDocument/2006/relationships/image" Target="../media/image122.png"/><Relationship Id="rId46" Type="http://schemas.openxmlformats.org/officeDocument/2006/relationships/image" Target="../media/image130.png"/><Relationship Id="rId59" Type="http://schemas.openxmlformats.org/officeDocument/2006/relationships/image" Target="../media/image143.png"/><Relationship Id="rId67" Type="http://schemas.openxmlformats.org/officeDocument/2006/relationships/image" Target="../media/image150.png"/><Relationship Id="rId20" Type="http://schemas.openxmlformats.org/officeDocument/2006/relationships/image" Target="../media/image104.png"/><Relationship Id="rId41" Type="http://schemas.openxmlformats.org/officeDocument/2006/relationships/image" Target="../media/image125.png"/><Relationship Id="rId54" Type="http://schemas.openxmlformats.org/officeDocument/2006/relationships/image" Target="../media/image138.png"/><Relationship Id="rId62" Type="http://schemas.openxmlformats.org/officeDocument/2006/relationships/image" Target="../media/image1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0.png"/><Relationship Id="rId15" Type="http://schemas.openxmlformats.org/officeDocument/2006/relationships/image" Target="../media/image99.png"/><Relationship Id="rId23" Type="http://schemas.openxmlformats.org/officeDocument/2006/relationships/image" Target="../media/image107.png"/><Relationship Id="rId28" Type="http://schemas.openxmlformats.org/officeDocument/2006/relationships/image" Target="../media/image112.png"/><Relationship Id="rId36" Type="http://schemas.openxmlformats.org/officeDocument/2006/relationships/image" Target="../media/image120.png"/><Relationship Id="rId49" Type="http://schemas.openxmlformats.org/officeDocument/2006/relationships/image" Target="../media/image133.png"/><Relationship Id="rId57" Type="http://schemas.openxmlformats.org/officeDocument/2006/relationships/image" Target="../media/image141.png"/><Relationship Id="rId10" Type="http://schemas.openxmlformats.org/officeDocument/2006/relationships/image" Target="../media/image94.png"/><Relationship Id="rId31" Type="http://schemas.openxmlformats.org/officeDocument/2006/relationships/image" Target="../media/image115.png"/><Relationship Id="rId44" Type="http://schemas.openxmlformats.org/officeDocument/2006/relationships/image" Target="../media/image128.png"/><Relationship Id="rId52" Type="http://schemas.openxmlformats.org/officeDocument/2006/relationships/image" Target="../media/image136.png"/><Relationship Id="rId60" Type="http://schemas.openxmlformats.org/officeDocument/2006/relationships/image" Target="../media/image144.png"/><Relationship Id="rId65" Type="http://schemas.openxmlformats.org/officeDocument/2006/relationships/image" Target="../media/image149.png"/><Relationship Id="rId4" Type="http://schemas.openxmlformats.org/officeDocument/2006/relationships/image" Target="../media/image88.jpg"/><Relationship Id="rId9" Type="http://schemas.openxmlformats.org/officeDocument/2006/relationships/image" Target="../media/image93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9" Type="http://schemas.openxmlformats.org/officeDocument/2006/relationships/image" Target="../media/image123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3.png"/><Relationship Id="rId21" Type="http://schemas.openxmlformats.org/officeDocument/2006/relationships/customXml" Target="../ink/ink13.xml"/><Relationship Id="rId42" Type="http://schemas.openxmlformats.org/officeDocument/2006/relationships/image" Target="../media/image171.png"/><Relationship Id="rId47" Type="http://schemas.openxmlformats.org/officeDocument/2006/relationships/customXml" Target="../ink/ink26.xml"/><Relationship Id="rId63" Type="http://schemas.openxmlformats.org/officeDocument/2006/relationships/customXml" Target="../ink/ink34.xml"/><Relationship Id="rId68" Type="http://schemas.openxmlformats.org/officeDocument/2006/relationships/image" Target="../media/image184.png"/><Relationship Id="rId16" Type="http://schemas.openxmlformats.org/officeDocument/2006/relationships/image" Target="../media/image158.png"/><Relationship Id="rId11" Type="http://schemas.openxmlformats.org/officeDocument/2006/relationships/customXml" Target="../ink/ink8.xml"/><Relationship Id="rId24" Type="http://schemas.openxmlformats.org/officeDocument/2006/relationships/image" Target="../media/image162.png"/><Relationship Id="rId32" Type="http://schemas.openxmlformats.org/officeDocument/2006/relationships/image" Target="../media/image166.png"/><Relationship Id="rId37" Type="http://schemas.openxmlformats.org/officeDocument/2006/relationships/customXml" Target="../ink/ink21.xml"/><Relationship Id="rId40" Type="http://schemas.openxmlformats.org/officeDocument/2006/relationships/image" Target="../media/image170.png"/><Relationship Id="rId45" Type="http://schemas.openxmlformats.org/officeDocument/2006/relationships/customXml" Target="../ink/ink25.xml"/><Relationship Id="rId53" Type="http://schemas.openxmlformats.org/officeDocument/2006/relationships/customXml" Target="../ink/ink29.xml"/><Relationship Id="rId58" Type="http://schemas.openxmlformats.org/officeDocument/2006/relationships/image" Target="../media/image179.png"/><Relationship Id="rId66" Type="http://schemas.openxmlformats.org/officeDocument/2006/relationships/image" Target="../media/image183.png"/><Relationship Id="rId74" Type="http://schemas.openxmlformats.org/officeDocument/2006/relationships/image" Target="../media/image187.png"/><Relationship Id="rId5" Type="http://schemas.openxmlformats.org/officeDocument/2006/relationships/customXml" Target="../ink/ink5.xml"/><Relationship Id="rId61" Type="http://schemas.openxmlformats.org/officeDocument/2006/relationships/customXml" Target="../ink/ink33.xml"/><Relationship Id="rId19" Type="http://schemas.openxmlformats.org/officeDocument/2006/relationships/customXml" Target="../ink/ink12.xml"/><Relationship Id="rId14" Type="http://schemas.openxmlformats.org/officeDocument/2006/relationships/image" Target="../media/image157.png"/><Relationship Id="rId22" Type="http://schemas.openxmlformats.org/officeDocument/2006/relationships/image" Target="../media/image161.png"/><Relationship Id="rId27" Type="http://schemas.openxmlformats.org/officeDocument/2006/relationships/customXml" Target="../ink/ink16.xml"/><Relationship Id="rId30" Type="http://schemas.openxmlformats.org/officeDocument/2006/relationships/image" Target="../media/image165.png"/><Relationship Id="rId35" Type="http://schemas.openxmlformats.org/officeDocument/2006/relationships/customXml" Target="../ink/ink20.xml"/><Relationship Id="rId43" Type="http://schemas.openxmlformats.org/officeDocument/2006/relationships/customXml" Target="../ink/ink24.xml"/><Relationship Id="rId48" Type="http://schemas.openxmlformats.org/officeDocument/2006/relationships/image" Target="../media/image174.png"/><Relationship Id="rId56" Type="http://schemas.openxmlformats.org/officeDocument/2006/relationships/image" Target="../media/image178.png"/><Relationship Id="rId64" Type="http://schemas.openxmlformats.org/officeDocument/2006/relationships/image" Target="../media/image182.png"/><Relationship Id="rId69" Type="http://schemas.openxmlformats.org/officeDocument/2006/relationships/customXml" Target="../ink/ink37.xml"/><Relationship Id="rId77" Type="http://schemas.openxmlformats.org/officeDocument/2006/relationships/customXml" Target="../ink/ink41.xml"/><Relationship Id="rId8" Type="http://schemas.openxmlformats.org/officeDocument/2006/relationships/image" Target="../media/image154.png"/><Relationship Id="rId51" Type="http://schemas.openxmlformats.org/officeDocument/2006/relationships/customXml" Target="../ink/ink28.xml"/><Relationship Id="rId72" Type="http://schemas.openxmlformats.org/officeDocument/2006/relationships/image" Target="../media/image186.png"/><Relationship Id="rId3" Type="http://schemas.openxmlformats.org/officeDocument/2006/relationships/customXml" Target="../ink/ink4.xml"/><Relationship Id="rId12" Type="http://schemas.openxmlformats.org/officeDocument/2006/relationships/image" Target="../media/image156.png"/><Relationship Id="rId17" Type="http://schemas.openxmlformats.org/officeDocument/2006/relationships/customXml" Target="../ink/ink11.xml"/><Relationship Id="rId25" Type="http://schemas.openxmlformats.org/officeDocument/2006/relationships/customXml" Target="../ink/ink15.xml"/><Relationship Id="rId33" Type="http://schemas.openxmlformats.org/officeDocument/2006/relationships/customXml" Target="../ink/ink19.xml"/><Relationship Id="rId38" Type="http://schemas.openxmlformats.org/officeDocument/2006/relationships/image" Target="../media/image169.png"/><Relationship Id="rId46" Type="http://schemas.openxmlformats.org/officeDocument/2006/relationships/image" Target="../media/image173.png"/><Relationship Id="rId59" Type="http://schemas.openxmlformats.org/officeDocument/2006/relationships/customXml" Target="../ink/ink32.xml"/><Relationship Id="rId67" Type="http://schemas.openxmlformats.org/officeDocument/2006/relationships/customXml" Target="../ink/ink36.xml"/><Relationship Id="rId20" Type="http://schemas.openxmlformats.org/officeDocument/2006/relationships/image" Target="../media/image160.png"/><Relationship Id="rId41" Type="http://schemas.openxmlformats.org/officeDocument/2006/relationships/customXml" Target="../ink/ink23.xml"/><Relationship Id="rId54" Type="http://schemas.openxmlformats.org/officeDocument/2006/relationships/image" Target="../media/image177.png"/><Relationship Id="rId62" Type="http://schemas.openxmlformats.org/officeDocument/2006/relationships/image" Target="../media/image181.png"/><Relationship Id="rId70" Type="http://schemas.openxmlformats.org/officeDocument/2006/relationships/image" Target="../media/image185.png"/><Relationship Id="rId75" Type="http://schemas.openxmlformats.org/officeDocument/2006/relationships/customXml" Target="../ink/ink4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15" Type="http://schemas.openxmlformats.org/officeDocument/2006/relationships/customXml" Target="../ink/ink10.xml"/><Relationship Id="rId23" Type="http://schemas.openxmlformats.org/officeDocument/2006/relationships/customXml" Target="../ink/ink14.xml"/><Relationship Id="rId28" Type="http://schemas.openxmlformats.org/officeDocument/2006/relationships/image" Target="../media/image164.png"/><Relationship Id="rId36" Type="http://schemas.openxmlformats.org/officeDocument/2006/relationships/image" Target="../media/image168.png"/><Relationship Id="rId49" Type="http://schemas.openxmlformats.org/officeDocument/2006/relationships/customXml" Target="../ink/ink27.xml"/><Relationship Id="rId57" Type="http://schemas.openxmlformats.org/officeDocument/2006/relationships/customXml" Target="../ink/ink31.xml"/><Relationship Id="rId10" Type="http://schemas.openxmlformats.org/officeDocument/2006/relationships/image" Target="../media/image155.png"/><Relationship Id="rId31" Type="http://schemas.openxmlformats.org/officeDocument/2006/relationships/customXml" Target="../ink/ink18.xml"/><Relationship Id="rId44" Type="http://schemas.openxmlformats.org/officeDocument/2006/relationships/image" Target="../media/image172.png"/><Relationship Id="rId52" Type="http://schemas.openxmlformats.org/officeDocument/2006/relationships/image" Target="../media/image176.png"/><Relationship Id="rId60" Type="http://schemas.openxmlformats.org/officeDocument/2006/relationships/image" Target="../media/image180.png"/><Relationship Id="rId65" Type="http://schemas.openxmlformats.org/officeDocument/2006/relationships/customXml" Target="../ink/ink35.xml"/><Relationship Id="rId73" Type="http://schemas.openxmlformats.org/officeDocument/2006/relationships/customXml" Target="../ink/ink39.xml"/><Relationship Id="rId78" Type="http://schemas.openxmlformats.org/officeDocument/2006/relationships/image" Target="../media/image189.png"/><Relationship Id="rId4" Type="http://schemas.openxmlformats.org/officeDocument/2006/relationships/image" Target="../media/image152.png"/><Relationship Id="rId9" Type="http://schemas.openxmlformats.org/officeDocument/2006/relationships/customXml" Target="../ink/ink7.xml"/><Relationship Id="rId13" Type="http://schemas.openxmlformats.org/officeDocument/2006/relationships/customXml" Target="../ink/ink9.xml"/><Relationship Id="rId18" Type="http://schemas.openxmlformats.org/officeDocument/2006/relationships/image" Target="../media/image159.png"/><Relationship Id="rId39" Type="http://schemas.openxmlformats.org/officeDocument/2006/relationships/customXml" Target="../ink/ink22.xml"/><Relationship Id="rId34" Type="http://schemas.openxmlformats.org/officeDocument/2006/relationships/image" Target="../media/image167.png"/><Relationship Id="rId50" Type="http://schemas.openxmlformats.org/officeDocument/2006/relationships/image" Target="../media/image175.png"/><Relationship Id="rId55" Type="http://schemas.openxmlformats.org/officeDocument/2006/relationships/customXml" Target="../ink/ink30.xml"/><Relationship Id="rId76" Type="http://schemas.openxmlformats.org/officeDocument/2006/relationships/image" Target="../media/image188.png"/><Relationship Id="rId7" Type="http://schemas.openxmlformats.org/officeDocument/2006/relationships/customXml" Target="../ink/ink6.xml"/><Relationship Id="rId71" Type="http://schemas.openxmlformats.org/officeDocument/2006/relationships/customXml" Target="../ink/ink38.xml"/><Relationship Id="rId2" Type="http://schemas.openxmlformats.org/officeDocument/2006/relationships/image" Target="../media/image88.jpg"/><Relationship Id="rId29" Type="http://schemas.openxmlformats.org/officeDocument/2006/relationships/customXml" Target="../ink/ink1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0.png"/><Relationship Id="rId18" Type="http://schemas.openxmlformats.org/officeDocument/2006/relationships/image" Target="../media/image205.png"/><Relationship Id="rId26" Type="http://schemas.openxmlformats.org/officeDocument/2006/relationships/image" Target="../media/image213.png"/><Relationship Id="rId39" Type="http://schemas.openxmlformats.org/officeDocument/2006/relationships/image" Target="../media/image226.png"/><Relationship Id="rId21" Type="http://schemas.openxmlformats.org/officeDocument/2006/relationships/image" Target="../media/image208.png"/><Relationship Id="rId34" Type="http://schemas.openxmlformats.org/officeDocument/2006/relationships/image" Target="../media/image221.png"/><Relationship Id="rId42" Type="http://schemas.openxmlformats.org/officeDocument/2006/relationships/image" Target="../media/image229.png"/><Relationship Id="rId47" Type="http://schemas.openxmlformats.org/officeDocument/2006/relationships/image" Target="../media/image234.png"/><Relationship Id="rId50" Type="http://schemas.openxmlformats.org/officeDocument/2006/relationships/image" Target="../media/image237.png"/><Relationship Id="rId55" Type="http://schemas.openxmlformats.org/officeDocument/2006/relationships/image" Target="../media/image242.png"/><Relationship Id="rId7" Type="http://schemas.openxmlformats.org/officeDocument/2006/relationships/image" Target="../media/image194.png"/><Relationship Id="rId2" Type="http://schemas.openxmlformats.org/officeDocument/2006/relationships/image" Target="../media/image151.png"/><Relationship Id="rId16" Type="http://schemas.openxmlformats.org/officeDocument/2006/relationships/image" Target="../media/image203.png"/><Relationship Id="rId29" Type="http://schemas.openxmlformats.org/officeDocument/2006/relationships/image" Target="../media/image216.png"/><Relationship Id="rId11" Type="http://schemas.openxmlformats.org/officeDocument/2006/relationships/image" Target="../media/image198.png"/><Relationship Id="rId24" Type="http://schemas.openxmlformats.org/officeDocument/2006/relationships/image" Target="../media/image211.png"/><Relationship Id="rId32" Type="http://schemas.openxmlformats.org/officeDocument/2006/relationships/image" Target="../media/image219.png"/><Relationship Id="rId37" Type="http://schemas.openxmlformats.org/officeDocument/2006/relationships/image" Target="../media/image224.png"/><Relationship Id="rId40" Type="http://schemas.openxmlformats.org/officeDocument/2006/relationships/image" Target="../media/image227.png"/><Relationship Id="rId45" Type="http://schemas.openxmlformats.org/officeDocument/2006/relationships/image" Target="../media/image232.png"/><Relationship Id="rId53" Type="http://schemas.openxmlformats.org/officeDocument/2006/relationships/image" Target="../media/image240.png"/><Relationship Id="rId58" Type="http://schemas.openxmlformats.org/officeDocument/2006/relationships/image" Target="../media/image245.png"/><Relationship Id="rId5" Type="http://schemas.openxmlformats.org/officeDocument/2006/relationships/image" Target="../media/image192.png"/><Relationship Id="rId61" Type="http://schemas.openxmlformats.org/officeDocument/2006/relationships/image" Target="../media/image248.png"/><Relationship Id="rId19" Type="http://schemas.openxmlformats.org/officeDocument/2006/relationships/image" Target="../media/image206.png"/><Relationship Id="rId14" Type="http://schemas.openxmlformats.org/officeDocument/2006/relationships/image" Target="../media/image201.png"/><Relationship Id="rId22" Type="http://schemas.openxmlformats.org/officeDocument/2006/relationships/image" Target="../media/image209.png"/><Relationship Id="rId27" Type="http://schemas.openxmlformats.org/officeDocument/2006/relationships/image" Target="../media/image214.png"/><Relationship Id="rId30" Type="http://schemas.openxmlformats.org/officeDocument/2006/relationships/image" Target="../media/image217.png"/><Relationship Id="rId35" Type="http://schemas.openxmlformats.org/officeDocument/2006/relationships/image" Target="../media/image222.png"/><Relationship Id="rId43" Type="http://schemas.openxmlformats.org/officeDocument/2006/relationships/image" Target="../media/image230.png"/><Relationship Id="rId48" Type="http://schemas.openxmlformats.org/officeDocument/2006/relationships/image" Target="../media/image235.png"/><Relationship Id="rId56" Type="http://schemas.openxmlformats.org/officeDocument/2006/relationships/image" Target="../media/image243.png"/><Relationship Id="rId8" Type="http://schemas.openxmlformats.org/officeDocument/2006/relationships/image" Target="../media/image195.png"/><Relationship Id="rId51" Type="http://schemas.openxmlformats.org/officeDocument/2006/relationships/image" Target="../media/image238.png"/><Relationship Id="rId3" Type="http://schemas.openxmlformats.org/officeDocument/2006/relationships/image" Target="../media/image190.png"/><Relationship Id="rId12" Type="http://schemas.openxmlformats.org/officeDocument/2006/relationships/image" Target="../media/image199.png"/><Relationship Id="rId17" Type="http://schemas.openxmlformats.org/officeDocument/2006/relationships/image" Target="../media/image204.png"/><Relationship Id="rId25" Type="http://schemas.openxmlformats.org/officeDocument/2006/relationships/image" Target="../media/image212.png"/><Relationship Id="rId33" Type="http://schemas.openxmlformats.org/officeDocument/2006/relationships/image" Target="../media/image220.png"/><Relationship Id="rId38" Type="http://schemas.openxmlformats.org/officeDocument/2006/relationships/image" Target="../media/image225.png"/><Relationship Id="rId46" Type="http://schemas.openxmlformats.org/officeDocument/2006/relationships/image" Target="../media/image233.png"/><Relationship Id="rId59" Type="http://schemas.openxmlformats.org/officeDocument/2006/relationships/image" Target="../media/image246.png"/><Relationship Id="rId20" Type="http://schemas.openxmlformats.org/officeDocument/2006/relationships/image" Target="../media/image207.png"/><Relationship Id="rId41" Type="http://schemas.openxmlformats.org/officeDocument/2006/relationships/image" Target="../media/image228.png"/><Relationship Id="rId54" Type="http://schemas.openxmlformats.org/officeDocument/2006/relationships/image" Target="../media/image241.png"/><Relationship Id="rId62" Type="http://schemas.openxmlformats.org/officeDocument/2006/relationships/image" Target="../media/image2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3.png"/><Relationship Id="rId15" Type="http://schemas.openxmlformats.org/officeDocument/2006/relationships/image" Target="../media/image202.png"/><Relationship Id="rId23" Type="http://schemas.openxmlformats.org/officeDocument/2006/relationships/image" Target="../media/image210.png"/><Relationship Id="rId28" Type="http://schemas.openxmlformats.org/officeDocument/2006/relationships/image" Target="../media/image215.png"/><Relationship Id="rId36" Type="http://schemas.openxmlformats.org/officeDocument/2006/relationships/image" Target="../media/image223.png"/><Relationship Id="rId49" Type="http://schemas.openxmlformats.org/officeDocument/2006/relationships/image" Target="../media/image236.png"/><Relationship Id="rId57" Type="http://schemas.openxmlformats.org/officeDocument/2006/relationships/image" Target="../media/image244.png"/><Relationship Id="rId10" Type="http://schemas.openxmlformats.org/officeDocument/2006/relationships/image" Target="../media/image197.png"/><Relationship Id="rId31" Type="http://schemas.openxmlformats.org/officeDocument/2006/relationships/image" Target="../media/image218.png"/><Relationship Id="rId44" Type="http://schemas.openxmlformats.org/officeDocument/2006/relationships/image" Target="../media/image231.png"/><Relationship Id="rId52" Type="http://schemas.openxmlformats.org/officeDocument/2006/relationships/image" Target="../media/image239.png"/><Relationship Id="rId60" Type="http://schemas.openxmlformats.org/officeDocument/2006/relationships/image" Target="../media/image24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4.xml"/><Relationship Id="rId21" Type="http://schemas.openxmlformats.org/officeDocument/2006/relationships/image" Target="../media/image260.png"/><Relationship Id="rId42" Type="http://schemas.openxmlformats.org/officeDocument/2006/relationships/customXml" Target="../ink/ink62.xml"/><Relationship Id="rId47" Type="http://schemas.openxmlformats.org/officeDocument/2006/relationships/image" Target="../media/image250.png"/><Relationship Id="rId63" Type="http://schemas.openxmlformats.org/officeDocument/2006/relationships/image" Target="../media/image280.png"/><Relationship Id="rId68" Type="http://schemas.openxmlformats.org/officeDocument/2006/relationships/customXml" Target="../ink/ink75.xml"/><Relationship Id="rId84" Type="http://schemas.openxmlformats.org/officeDocument/2006/relationships/customXml" Target="../ink/ink83.xml"/><Relationship Id="rId89" Type="http://schemas.openxmlformats.org/officeDocument/2006/relationships/image" Target="../media/image293.png"/><Relationship Id="rId112" Type="http://schemas.openxmlformats.org/officeDocument/2006/relationships/customXml" Target="../ink/ink97.xml"/><Relationship Id="rId16" Type="http://schemas.openxmlformats.org/officeDocument/2006/relationships/customXml" Target="../ink/ink49.xml"/><Relationship Id="rId107" Type="http://schemas.openxmlformats.org/officeDocument/2006/relationships/image" Target="../media/image302.png"/><Relationship Id="rId11" Type="http://schemas.openxmlformats.org/officeDocument/2006/relationships/image" Target="../media/image255.png"/><Relationship Id="rId32" Type="http://schemas.openxmlformats.org/officeDocument/2006/relationships/customXml" Target="../ink/ink57.xml"/><Relationship Id="rId37" Type="http://schemas.openxmlformats.org/officeDocument/2006/relationships/image" Target="../media/image268.png"/><Relationship Id="rId53" Type="http://schemas.openxmlformats.org/officeDocument/2006/relationships/image" Target="../media/image275.png"/><Relationship Id="rId58" Type="http://schemas.openxmlformats.org/officeDocument/2006/relationships/customXml" Target="../ink/ink70.xml"/><Relationship Id="rId74" Type="http://schemas.openxmlformats.org/officeDocument/2006/relationships/customXml" Target="../ink/ink78.xml"/><Relationship Id="rId79" Type="http://schemas.openxmlformats.org/officeDocument/2006/relationships/image" Target="../media/image288.png"/><Relationship Id="rId102" Type="http://schemas.openxmlformats.org/officeDocument/2006/relationships/customXml" Target="../ink/ink92.xml"/><Relationship Id="rId5" Type="http://schemas.openxmlformats.org/officeDocument/2006/relationships/image" Target="../media/image252.png"/><Relationship Id="rId90" Type="http://schemas.openxmlformats.org/officeDocument/2006/relationships/customXml" Target="../ink/ink86.xml"/><Relationship Id="rId95" Type="http://schemas.openxmlformats.org/officeDocument/2006/relationships/image" Target="../media/image296.png"/><Relationship Id="rId22" Type="http://schemas.openxmlformats.org/officeDocument/2006/relationships/customXml" Target="../ink/ink52.xml"/><Relationship Id="rId27" Type="http://schemas.openxmlformats.org/officeDocument/2006/relationships/image" Target="../media/image263.png"/><Relationship Id="rId43" Type="http://schemas.openxmlformats.org/officeDocument/2006/relationships/image" Target="../media/image271.png"/><Relationship Id="rId48" Type="http://schemas.openxmlformats.org/officeDocument/2006/relationships/customXml" Target="../ink/ink65.xml"/><Relationship Id="rId64" Type="http://schemas.openxmlformats.org/officeDocument/2006/relationships/customXml" Target="../ink/ink73.xml"/><Relationship Id="rId69" Type="http://schemas.openxmlformats.org/officeDocument/2006/relationships/image" Target="../media/image283.png"/><Relationship Id="rId113" Type="http://schemas.openxmlformats.org/officeDocument/2006/relationships/image" Target="../media/image305.png"/><Relationship Id="rId80" Type="http://schemas.openxmlformats.org/officeDocument/2006/relationships/customXml" Target="../ink/ink81.xml"/><Relationship Id="rId85" Type="http://schemas.openxmlformats.org/officeDocument/2006/relationships/image" Target="../media/image291.png"/><Relationship Id="rId12" Type="http://schemas.openxmlformats.org/officeDocument/2006/relationships/customXml" Target="../ink/ink47.xml"/><Relationship Id="rId17" Type="http://schemas.openxmlformats.org/officeDocument/2006/relationships/image" Target="../media/image258.png"/><Relationship Id="rId33" Type="http://schemas.openxmlformats.org/officeDocument/2006/relationships/image" Target="../media/image266.png"/><Relationship Id="rId38" Type="http://schemas.openxmlformats.org/officeDocument/2006/relationships/customXml" Target="../ink/ink60.xml"/><Relationship Id="rId59" Type="http://schemas.openxmlformats.org/officeDocument/2006/relationships/image" Target="../media/image278.png"/><Relationship Id="rId103" Type="http://schemas.openxmlformats.org/officeDocument/2006/relationships/image" Target="../media/image300.png"/><Relationship Id="rId108" Type="http://schemas.openxmlformats.org/officeDocument/2006/relationships/customXml" Target="../ink/ink95.xml"/><Relationship Id="rId54" Type="http://schemas.openxmlformats.org/officeDocument/2006/relationships/customXml" Target="../ink/ink68.xml"/><Relationship Id="rId70" Type="http://schemas.openxmlformats.org/officeDocument/2006/relationships/customXml" Target="../ink/ink76.xml"/><Relationship Id="rId75" Type="http://schemas.openxmlformats.org/officeDocument/2006/relationships/image" Target="../media/image286.png"/><Relationship Id="rId91" Type="http://schemas.openxmlformats.org/officeDocument/2006/relationships/image" Target="../media/image294.png"/><Relationship Id="rId96" Type="http://schemas.openxmlformats.org/officeDocument/2006/relationships/customXml" Target="../ink/ink89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4.xml"/><Relationship Id="rId15" Type="http://schemas.openxmlformats.org/officeDocument/2006/relationships/image" Target="../media/image257.png"/><Relationship Id="rId23" Type="http://schemas.openxmlformats.org/officeDocument/2006/relationships/image" Target="../media/image261.png"/><Relationship Id="rId28" Type="http://schemas.openxmlformats.org/officeDocument/2006/relationships/customXml" Target="../ink/ink55.xml"/><Relationship Id="rId36" Type="http://schemas.openxmlformats.org/officeDocument/2006/relationships/customXml" Target="../ink/ink59.xml"/><Relationship Id="rId49" Type="http://schemas.openxmlformats.org/officeDocument/2006/relationships/image" Target="../media/image273.png"/><Relationship Id="rId57" Type="http://schemas.openxmlformats.org/officeDocument/2006/relationships/image" Target="../media/image277.png"/><Relationship Id="rId106" Type="http://schemas.openxmlformats.org/officeDocument/2006/relationships/customXml" Target="../ink/ink94.xml"/><Relationship Id="rId10" Type="http://schemas.openxmlformats.org/officeDocument/2006/relationships/customXml" Target="../ink/ink46.xml"/><Relationship Id="rId31" Type="http://schemas.openxmlformats.org/officeDocument/2006/relationships/image" Target="../media/image265.png"/><Relationship Id="rId44" Type="http://schemas.openxmlformats.org/officeDocument/2006/relationships/customXml" Target="../ink/ink63.xml"/><Relationship Id="rId52" Type="http://schemas.openxmlformats.org/officeDocument/2006/relationships/customXml" Target="../ink/ink67.xml"/><Relationship Id="rId60" Type="http://schemas.openxmlformats.org/officeDocument/2006/relationships/customXml" Target="../ink/ink71.xml"/><Relationship Id="rId65" Type="http://schemas.openxmlformats.org/officeDocument/2006/relationships/image" Target="../media/image281.png"/><Relationship Id="rId73" Type="http://schemas.openxmlformats.org/officeDocument/2006/relationships/image" Target="../media/image285.png"/><Relationship Id="rId78" Type="http://schemas.openxmlformats.org/officeDocument/2006/relationships/customXml" Target="../ink/ink80.xml"/><Relationship Id="rId81" Type="http://schemas.openxmlformats.org/officeDocument/2006/relationships/image" Target="../media/image289.png"/><Relationship Id="rId86" Type="http://schemas.openxmlformats.org/officeDocument/2006/relationships/customXml" Target="../ink/ink84.xml"/><Relationship Id="rId94" Type="http://schemas.openxmlformats.org/officeDocument/2006/relationships/customXml" Target="../ink/ink88.xml"/><Relationship Id="rId99" Type="http://schemas.openxmlformats.org/officeDocument/2006/relationships/image" Target="../media/image298.png"/><Relationship Id="rId101" Type="http://schemas.openxmlformats.org/officeDocument/2006/relationships/image" Target="../media/image299.png"/><Relationship Id="rId4" Type="http://schemas.openxmlformats.org/officeDocument/2006/relationships/customXml" Target="../ink/ink43.xml"/><Relationship Id="rId9" Type="http://schemas.openxmlformats.org/officeDocument/2006/relationships/image" Target="../media/image254.png"/><Relationship Id="rId13" Type="http://schemas.openxmlformats.org/officeDocument/2006/relationships/image" Target="../media/image256.png"/><Relationship Id="rId18" Type="http://schemas.openxmlformats.org/officeDocument/2006/relationships/customXml" Target="../ink/ink50.xml"/><Relationship Id="rId39" Type="http://schemas.openxmlformats.org/officeDocument/2006/relationships/image" Target="../media/image269.png"/><Relationship Id="rId109" Type="http://schemas.openxmlformats.org/officeDocument/2006/relationships/image" Target="../media/image303.png"/><Relationship Id="rId34" Type="http://schemas.openxmlformats.org/officeDocument/2006/relationships/customXml" Target="../ink/ink58.xml"/><Relationship Id="rId50" Type="http://schemas.openxmlformats.org/officeDocument/2006/relationships/customXml" Target="../ink/ink66.xml"/><Relationship Id="rId55" Type="http://schemas.openxmlformats.org/officeDocument/2006/relationships/image" Target="../media/image276.png"/><Relationship Id="rId76" Type="http://schemas.openxmlformats.org/officeDocument/2006/relationships/customXml" Target="../ink/ink79.xml"/><Relationship Id="rId97" Type="http://schemas.openxmlformats.org/officeDocument/2006/relationships/image" Target="../media/image297.png"/><Relationship Id="rId104" Type="http://schemas.openxmlformats.org/officeDocument/2006/relationships/customXml" Target="../ink/ink93.xml"/><Relationship Id="rId7" Type="http://schemas.openxmlformats.org/officeDocument/2006/relationships/image" Target="../media/image253.png"/><Relationship Id="rId71" Type="http://schemas.openxmlformats.org/officeDocument/2006/relationships/image" Target="../media/image284.png"/><Relationship Id="rId92" Type="http://schemas.openxmlformats.org/officeDocument/2006/relationships/customXml" Target="../ink/ink87.xml"/><Relationship Id="rId2" Type="http://schemas.openxmlformats.org/officeDocument/2006/relationships/customXml" Target="../ink/ink42.xml"/><Relationship Id="rId29" Type="http://schemas.openxmlformats.org/officeDocument/2006/relationships/image" Target="../media/image264.png"/><Relationship Id="rId24" Type="http://schemas.openxmlformats.org/officeDocument/2006/relationships/customXml" Target="../ink/ink53.xml"/><Relationship Id="rId40" Type="http://schemas.openxmlformats.org/officeDocument/2006/relationships/customXml" Target="../ink/ink61.xml"/><Relationship Id="rId45" Type="http://schemas.openxmlformats.org/officeDocument/2006/relationships/image" Target="../media/image272.png"/><Relationship Id="rId66" Type="http://schemas.openxmlformats.org/officeDocument/2006/relationships/customXml" Target="../ink/ink74.xml"/><Relationship Id="rId87" Type="http://schemas.openxmlformats.org/officeDocument/2006/relationships/image" Target="../media/image292.png"/><Relationship Id="rId110" Type="http://schemas.openxmlformats.org/officeDocument/2006/relationships/customXml" Target="../ink/ink96.xml"/><Relationship Id="rId61" Type="http://schemas.openxmlformats.org/officeDocument/2006/relationships/image" Target="../media/image279.png"/><Relationship Id="rId82" Type="http://schemas.openxmlformats.org/officeDocument/2006/relationships/customXml" Target="../ink/ink82.xml"/><Relationship Id="rId19" Type="http://schemas.openxmlformats.org/officeDocument/2006/relationships/image" Target="../media/image259.png"/><Relationship Id="rId14" Type="http://schemas.openxmlformats.org/officeDocument/2006/relationships/customXml" Target="../ink/ink48.xml"/><Relationship Id="rId30" Type="http://schemas.openxmlformats.org/officeDocument/2006/relationships/customXml" Target="../ink/ink56.xml"/><Relationship Id="rId35" Type="http://schemas.openxmlformats.org/officeDocument/2006/relationships/image" Target="../media/image267.png"/><Relationship Id="rId56" Type="http://schemas.openxmlformats.org/officeDocument/2006/relationships/customXml" Target="../ink/ink69.xml"/><Relationship Id="rId77" Type="http://schemas.openxmlformats.org/officeDocument/2006/relationships/image" Target="../media/image287.png"/><Relationship Id="rId100" Type="http://schemas.openxmlformats.org/officeDocument/2006/relationships/customXml" Target="../ink/ink91.xml"/><Relationship Id="rId105" Type="http://schemas.openxmlformats.org/officeDocument/2006/relationships/image" Target="../media/image301.png"/><Relationship Id="rId8" Type="http://schemas.openxmlformats.org/officeDocument/2006/relationships/customXml" Target="../ink/ink45.xml"/><Relationship Id="rId51" Type="http://schemas.openxmlformats.org/officeDocument/2006/relationships/image" Target="../media/image274.png"/><Relationship Id="rId72" Type="http://schemas.openxmlformats.org/officeDocument/2006/relationships/customXml" Target="../ink/ink77.xml"/><Relationship Id="rId93" Type="http://schemas.openxmlformats.org/officeDocument/2006/relationships/image" Target="../media/image295.png"/><Relationship Id="rId98" Type="http://schemas.openxmlformats.org/officeDocument/2006/relationships/customXml" Target="../ink/ink90.xml"/><Relationship Id="rId3" Type="http://schemas.openxmlformats.org/officeDocument/2006/relationships/image" Target="../media/image251.png"/><Relationship Id="rId25" Type="http://schemas.openxmlformats.org/officeDocument/2006/relationships/image" Target="../media/image262.png"/><Relationship Id="rId46" Type="http://schemas.openxmlformats.org/officeDocument/2006/relationships/customXml" Target="../ink/ink64.xml"/><Relationship Id="rId67" Type="http://schemas.openxmlformats.org/officeDocument/2006/relationships/image" Target="../media/image282.png"/><Relationship Id="rId20" Type="http://schemas.openxmlformats.org/officeDocument/2006/relationships/customXml" Target="../ink/ink51.xml"/><Relationship Id="rId41" Type="http://schemas.openxmlformats.org/officeDocument/2006/relationships/image" Target="../media/image270.png"/><Relationship Id="rId62" Type="http://schemas.openxmlformats.org/officeDocument/2006/relationships/customXml" Target="../ink/ink72.xml"/><Relationship Id="rId83" Type="http://schemas.openxmlformats.org/officeDocument/2006/relationships/image" Target="../media/image290.png"/><Relationship Id="rId88" Type="http://schemas.openxmlformats.org/officeDocument/2006/relationships/customXml" Target="../ink/ink85.xml"/><Relationship Id="rId111" Type="http://schemas.openxmlformats.org/officeDocument/2006/relationships/image" Target="../media/image30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7.png"/><Relationship Id="rId18" Type="http://schemas.openxmlformats.org/officeDocument/2006/relationships/image" Target="../media/image322.png"/><Relationship Id="rId26" Type="http://schemas.openxmlformats.org/officeDocument/2006/relationships/image" Target="../media/image330.png"/><Relationship Id="rId39" Type="http://schemas.openxmlformats.org/officeDocument/2006/relationships/image" Target="../media/image343.png"/><Relationship Id="rId21" Type="http://schemas.openxmlformats.org/officeDocument/2006/relationships/image" Target="../media/image325.png"/><Relationship Id="rId34" Type="http://schemas.openxmlformats.org/officeDocument/2006/relationships/image" Target="../media/image338.png"/><Relationship Id="rId42" Type="http://schemas.openxmlformats.org/officeDocument/2006/relationships/image" Target="../media/image346.png"/><Relationship Id="rId47" Type="http://schemas.openxmlformats.org/officeDocument/2006/relationships/image" Target="../media/image351.png"/><Relationship Id="rId50" Type="http://schemas.openxmlformats.org/officeDocument/2006/relationships/image" Target="../media/image354.png"/><Relationship Id="rId55" Type="http://schemas.openxmlformats.org/officeDocument/2006/relationships/image" Target="../media/image359.png"/><Relationship Id="rId7" Type="http://schemas.openxmlformats.org/officeDocument/2006/relationships/image" Target="../media/image311.png"/><Relationship Id="rId2" Type="http://schemas.openxmlformats.org/officeDocument/2006/relationships/image" Target="../media/image306.jpg"/><Relationship Id="rId16" Type="http://schemas.openxmlformats.org/officeDocument/2006/relationships/image" Target="../media/image320.png"/><Relationship Id="rId29" Type="http://schemas.openxmlformats.org/officeDocument/2006/relationships/image" Target="../media/image333.png"/><Relationship Id="rId11" Type="http://schemas.openxmlformats.org/officeDocument/2006/relationships/image" Target="../media/image315.png"/><Relationship Id="rId24" Type="http://schemas.openxmlformats.org/officeDocument/2006/relationships/image" Target="../media/image328.png"/><Relationship Id="rId32" Type="http://schemas.openxmlformats.org/officeDocument/2006/relationships/image" Target="../media/image336.png"/><Relationship Id="rId37" Type="http://schemas.openxmlformats.org/officeDocument/2006/relationships/image" Target="../media/image341.png"/><Relationship Id="rId40" Type="http://schemas.openxmlformats.org/officeDocument/2006/relationships/image" Target="../media/image344.png"/><Relationship Id="rId45" Type="http://schemas.openxmlformats.org/officeDocument/2006/relationships/image" Target="../media/image349.png"/><Relationship Id="rId53" Type="http://schemas.openxmlformats.org/officeDocument/2006/relationships/image" Target="../media/image357.png"/><Relationship Id="rId58" Type="http://schemas.openxmlformats.org/officeDocument/2006/relationships/image" Target="../media/image362.png"/><Relationship Id="rId5" Type="http://schemas.openxmlformats.org/officeDocument/2006/relationships/image" Target="../media/image309.png"/><Relationship Id="rId19" Type="http://schemas.openxmlformats.org/officeDocument/2006/relationships/image" Target="../media/image323.png"/><Relationship Id="rId4" Type="http://schemas.openxmlformats.org/officeDocument/2006/relationships/image" Target="../media/image308.png"/><Relationship Id="rId9" Type="http://schemas.openxmlformats.org/officeDocument/2006/relationships/image" Target="../media/image313.png"/><Relationship Id="rId14" Type="http://schemas.openxmlformats.org/officeDocument/2006/relationships/image" Target="../media/image318.png"/><Relationship Id="rId22" Type="http://schemas.openxmlformats.org/officeDocument/2006/relationships/image" Target="../media/image326.png"/><Relationship Id="rId27" Type="http://schemas.openxmlformats.org/officeDocument/2006/relationships/image" Target="../media/image331.png"/><Relationship Id="rId30" Type="http://schemas.openxmlformats.org/officeDocument/2006/relationships/image" Target="../media/image334.png"/><Relationship Id="rId35" Type="http://schemas.openxmlformats.org/officeDocument/2006/relationships/image" Target="../media/image339.png"/><Relationship Id="rId43" Type="http://schemas.openxmlformats.org/officeDocument/2006/relationships/image" Target="../media/image347.png"/><Relationship Id="rId48" Type="http://schemas.openxmlformats.org/officeDocument/2006/relationships/image" Target="../media/image352.png"/><Relationship Id="rId56" Type="http://schemas.openxmlformats.org/officeDocument/2006/relationships/image" Target="../media/image360.png"/><Relationship Id="rId8" Type="http://schemas.openxmlformats.org/officeDocument/2006/relationships/image" Target="../media/image312.png"/><Relationship Id="rId51" Type="http://schemas.openxmlformats.org/officeDocument/2006/relationships/image" Target="../media/image355.png"/><Relationship Id="rId3" Type="http://schemas.openxmlformats.org/officeDocument/2006/relationships/image" Target="../media/image307.jpg"/><Relationship Id="rId12" Type="http://schemas.openxmlformats.org/officeDocument/2006/relationships/image" Target="../media/image316.png"/><Relationship Id="rId17" Type="http://schemas.openxmlformats.org/officeDocument/2006/relationships/image" Target="../media/image321.png"/><Relationship Id="rId25" Type="http://schemas.openxmlformats.org/officeDocument/2006/relationships/image" Target="../media/image329.png"/><Relationship Id="rId33" Type="http://schemas.openxmlformats.org/officeDocument/2006/relationships/image" Target="../media/image337.png"/><Relationship Id="rId38" Type="http://schemas.openxmlformats.org/officeDocument/2006/relationships/image" Target="../media/image342.png"/><Relationship Id="rId46" Type="http://schemas.openxmlformats.org/officeDocument/2006/relationships/image" Target="../media/image350.png"/><Relationship Id="rId59" Type="http://schemas.openxmlformats.org/officeDocument/2006/relationships/image" Target="../media/image363.png"/><Relationship Id="rId20" Type="http://schemas.openxmlformats.org/officeDocument/2006/relationships/image" Target="../media/image324.png"/><Relationship Id="rId41" Type="http://schemas.openxmlformats.org/officeDocument/2006/relationships/image" Target="../media/image345.png"/><Relationship Id="rId54" Type="http://schemas.openxmlformats.org/officeDocument/2006/relationships/image" Target="../media/image3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0.png"/><Relationship Id="rId15" Type="http://schemas.openxmlformats.org/officeDocument/2006/relationships/image" Target="../media/image319.png"/><Relationship Id="rId23" Type="http://schemas.openxmlformats.org/officeDocument/2006/relationships/image" Target="../media/image327.png"/><Relationship Id="rId28" Type="http://schemas.openxmlformats.org/officeDocument/2006/relationships/image" Target="../media/image332.png"/><Relationship Id="rId36" Type="http://schemas.openxmlformats.org/officeDocument/2006/relationships/image" Target="../media/image340.png"/><Relationship Id="rId49" Type="http://schemas.openxmlformats.org/officeDocument/2006/relationships/image" Target="../media/image353.png"/><Relationship Id="rId57" Type="http://schemas.openxmlformats.org/officeDocument/2006/relationships/image" Target="../media/image361.png"/><Relationship Id="rId10" Type="http://schemas.openxmlformats.org/officeDocument/2006/relationships/image" Target="../media/image314.png"/><Relationship Id="rId31" Type="http://schemas.openxmlformats.org/officeDocument/2006/relationships/image" Target="../media/image335.png"/><Relationship Id="rId44" Type="http://schemas.openxmlformats.org/officeDocument/2006/relationships/image" Target="../media/image348.png"/><Relationship Id="rId52" Type="http://schemas.openxmlformats.org/officeDocument/2006/relationships/image" Target="../media/image356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20.png"/><Relationship Id="rId299" Type="http://schemas.openxmlformats.org/officeDocument/2006/relationships/image" Target="../media/image511.png"/><Relationship Id="rId21" Type="http://schemas.openxmlformats.org/officeDocument/2006/relationships/customXml" Target="../ink/ink107.xml"/><Relationship Id="rId63" Type="http://schemas.openxmlformats.org/officeDocument/2006/relationships/image" Target="../media/image393.png"/><Relationship Id="rId159" Type="http://schemas.openxmlformats.org/officeDocument/2006/relationships/image" Target="../media/image441.png"/><Relationship Id="rId324" Type="http://schemas.openxmlformats.org/officeDocument/2006/relationships/customXml" Target="../ink/ink259.xml"/><Relationship Id="rId170" Type="http://schemas.openxmlformats.org/officeDocument/2006/relationships/customXml" Target="../ink/ink182.xml"/><Relationship Id="rId226" Type="http://schemas.openxmlformats.org/officeDocument/2006/relationships/customXml" Target="../ink/ink210.xml"/><Relationship Id="rId268" Type="http://schemas.openxmlformats.org/officeDocument/2006/relationships/customXml" Target="../ink/ink231.xml"/><Relationship Id="rId32" Type="http://schemas.openxmlformats.org/officeDocument/2006/relationships/image" Target="../media/image378.png"/><Relationship Id="rId74" Type="http://schemas.openxmlformats.org/officeDocument/2006/relationships/customXml" Target="../ink/ink134.xml"/><Relationship Id="rId128" Type="http://schemas.openxmlformats.org/officeDocument/2006/relationships/customXml" Target="../ink/ink161.xml"/><Relationship Id="rId335" Type="http://schemas.openxmlformats.org/officeDocument/2006/relationships/image" Target="../media/image529.png"/><Relationship Id="rId5" Type="http://schemas.openxmlformats.org/officeDocument/2006/relationships/customXml" Target="../ink/ink99.xml"/><Relationship Id="rId181" Type="http://schemas.openxmlformats.org/officeDocument/2006/relationships/image" Target="../media/image452.png"/><Relationship Id="rId237" Type="http://schemas.openxmlformats.org/officeDocument/2006/relationships/image" Target="../media/image480.png"/><Relationship Id="rId279" Type="http://schemas.openxmlformats.org/officeDocument/2006/relationships/image" Target="../media/image501.png"/><Relationship Id="rId43" Type="http://schemas.openxmlformats.org/officeDocument/2006/relationships/customXml" Target="../ink/ink118.xml"/><Relationship Id="rId139" Type="http://schemas.openxmlformats.org/officeDocument/2006/relationships/image" Target="../media/image431.png"/><Relationship Id="rId290" Type="http://schemas.openxmlformats.org/officeDocument/2006/relationships/customXml" Target="../ink/ink242.xml"/><Relationship Id="rId304" Type="http://schemas.openxmlformats.org/officeDocument/2006/relationships/customXml" Target="../ink/ink249.xml"/><Relationship Id="rId85" Type="http://schemas.openxmlformats.org/officeDocument/2006/relationships/image" Target="../media/image404.png"/><Relationship Id="rId150" Type="http://schemas.openxmlformats.org/officeDocument/2006/relationships/customXml" Target="../ink/ink172.xml"/><Relationship Id="rId192" Type="http://schemas.openxmlformats.org/officeDocument/2006/relationships/customXml" Target="../ink/ink193.xml"/><Relationship Id="rId206" Type="http://schemas.openxmlformats.org/officeDocument/2006/relationships/customXml" Target="../ink/ink200.xml"/><Relationship Id="rId248" Type="http://schemas.openxmlformats.org/officeDocument/2006/relationships/customXml" Target="../ink/ink221.xml"/><Relationship Id="rId12" Type="http://schemas.openxmlformats.org/officeDocument/2006/relationships/image" Target="../media/image368.png"/><Relationship Id="rId108" Type="http://schemas.openxmlformats.org/officeDocument/2006/relationships/customXml" Target="../ink/ink151.xml"/><Relationship Id="rId315" Type="http://schemas.openxmlformats.org/officeDocument/2006/relationships/image" Target="../media/image519.png"/><Relationship Id="rId54" Type="http://schemas.openxmlformats.org/officeDocument/2006/relationships/customXml" Target="../ink/ink124.xml"/><Relationship Id="rId96" Type="http://schemas.openxmlformats.org/officeDocument/2006/relationships/customXml" Target="../ink/ink145.xml"/><Relationship Id="rId161" Type="http://schemas.openxmlformats.org/officeDocument/2006/relationships/image" Target="../media/image442.png"/><Relationship Id="rId217" Type="http://schemas.openxmlformats.org/officeDocument/2006/relationships/image" Target="../media/image470.png"/><Relationship Id="rId259" Type="http://schemas.openxmlformats.org/officeDocument/2006/relationships/image" Target="../media/image491.png"/><Relationship Id="rId23" Type="http://schemas.openxmlformats.org/officeDocument/2006/relationships/customXml" Target="../ink/ink108.xml"/><Relationship Id="rId119" Type="http://schemas.openxmlformats.org/officeDocument/2006/relationships/image" Target="../media/image421.png"/><Relationship Id="rId270" Type="http://schemas.openxmlformats.org/officeDocument/2006/relationships/customXml" Target="../ink/ink232.xml"/><Relationship Id="rId326" Type="http://schemas.openxmlformats.org/officeDocument/2006/relationships/customXml" Target="../ink/ink260.xml"/><Relationship Id="rId65" Type="http://schemas.openxmlformats.org/officeDocument/2006/relationships/image" Target="../media/image394.png"/><Relationship Id="rId130" Type="http://schemas.openxmlformats.org/officeDocument/2006/relationships/customXml" Target="../ink/ink162.xml"/><Relationship Id="rId172" Type="http://schemas.openxmlformats.org/officeDocument/2006/relationships/customXml" Target="../ink/ink183.xml"/><Relationship Id="rId228" Type="http://schemas.openxmlformats.org/officeDocument/2006/relationships/customXml" Target="../ink/ink211.xml"/><Relationship Id="rId281" Type="http://schemas.openxmlformats.org/officeDocument/2006/relationships/image" Target="../media/image502.png"/><Relationship Id="rId337" Type="http://schemas.openxmlformats.org/officeDocument/2006/relationships/image" Target="../media/image530.png"/><Relationship Id="rId34" Type="http://schemas.openxmlformats.org/officeDocument/2006/relationships/image" Target="../media/image379.png"/><Relationship Id="rId76" Type="http://schemas.openxmlformats.org/officeDocument/2006/relationships/customXml" Target="../ink/ink135.xml"/><Relationship Id="rId141" Type="http://schemas.openxmlformats.org/officeDocument/2006/relationships/image" Target="../media/image432.png"/><Relationship Id="rId7" Type="http://schemas.openxmlformats.org/officeDocument/2006/relationships/customXml" Target="../ink/ink100.xml"/><Relationship Id="rId183" Type="http://schemas.openxmlformats.org/officeDocument/2006/relationships/image" Target="../media/image453.png"/><Relationship Id="rId239" Type="http://schemas.openxmlformats.org/officeDocument/2006/relationships/image" Target="../media/image481.png"/><Relationship Id="rId250" Type="http://schemas.openxmlformats.org/officeDocument/2006/relationships/customXml" Target="../ink/ink222.xml"/><Relationship Id="rId292" Type="http://schemas.openxmlformats.org/officeDocument/2006/relationships/customXml" Target="../ink/ink243.xml"/><Relationship Id="rId306" Type="http://schemas.openxmlformats.org/officeDocument/2006/relationships/customXml" Target="../ink/ink250.xml"/><Relationship Id="rId45" Type="http://schemas.openxmlformats.org/officeDocument/2006/relationships/customXml" Target="../ink/ink119.xml"/><Relationship Id="rId87" Type="http://schemas.openxmlformats.org/officeDocument/2006/relationships/image" Target="../media/image405.png"/><Relationship Id="rId110" Type="http://schemas.openxmlformats.org/officeDocument/2006/relationships/customXml" Target="../ink/ink152.xml"/><Relationship Id="rId152" Type="http://schemas.openxmlformats.org/officeDocument/2006/relationships/customXml" Target="../ink/ink173.xml"/><Relationship Id="rId194" Type="http://schemas.openxmlformats.org/officeDocument/2006/relationships/customXml" Target="../ink/ink194.xml"/><Relationship Id="rId208" Type="http://schemas.openxmlformats.org/officeDocument/2006/relationships/customXml" Target="../ink/ink201.xml"/><Relationship Id="rId240" Type="http://schemas.openxmlformats.org/officeDocument/2006/relationships/customXml" Target="../ink/ink217.xml"/><Relationship Id="rId261" Type="http://schemas.openxmlformats.org/officeDocument/2006/relationships/image" Target="../media/image492.png"/><Relationship Id="rId14" Type="http://schemas.openxmlformats.org/officeDocument/2006/relationships/image" Target="../media/image369.png"/><Relationship Id="rId35" Type="http://schemas.openxmlformats.org/officeDocument/2006/relationships/customXml" Target="../ink/ink114.xml"/><Relationship Id="rId56" Type="http://schemas.openxmlformats.org/officeDocument/2006/relationships/customXml" Target="../ink/ink125.xml"/><Relationship Id="rId77" Type="http://schemas.openxmlformats.org/officeDocument/2006/relationships/image" Target="../media/image400.png"/><Relationship Id="rId100" Type="http://schemas.openxmlformats.org/officeDocument/2006/relationships/customXml" Target="../ink/ink147.xml"/><Relationship Id="rId282" Type="http://schemas.openxmlformats.org/officeDocument/2006/relationships/customXml" Target="../ink/ink238.xml"/><Relationship Id="rId317" Type="http://schemas.openxmlformats.org/officeDocument/2006/relationships/image" Target="../media/image520.png"/><Relationship Id="rId338" Type="http://schemas.openxmlformats.org/officeDocument/2006/relationships/customXml" Target="../ink/ink266.xml"/><Relationship Id="rId8" Type="http://schemas.openxmlformats.org/officeDocument/2006/relationships/image" Target="../media/image366.png"/><Relationship Id="rId98" Type="http://schemas.openxmlformats.org/officeDocument/2006/relationships/customXml" Target="../ink/ink146.xml"/><Relationship Id="rId121" Type="http://schemas.openxmlformats.org/officeDocument/2006/relationships/image" Target="../media/image422.png"/><Relationship Id="rId142" Type="http://schemas.openxmlformats.org/officeDocument/2006/relationships/customXml" Target="../ink/ink168.xml"/><Relationship Id="rId163" Type="http://schemas.openxmlformats.org/officeDocument/2006/relationships/image" Target="../media/image443.png"/><Relationship Id="rId184" Type="http://schemas.openxmlformats.org/officeDocument/2006/relationships/customXml" Target="../ink/ink189.xml"/><Relationship Id="rId219" Type="http://schemas.openxmlformats.org/officeDocument/2006/relationships/image" Target="../media/image471.png"/><Relationship Id="rId230" Type="http://schemas.openxmlformats.org/officeDocument/2006/relationships/customXml" Target="../ink/ink212.xml"/><Relationship Id="rId251" Type="http://schemas.openxmlformats.org/officeDocument/2006/relationships/image" Target="../media/image487.png"/><Relationship Id="rId25" Type="http://schemas.openxmlformats.org/officeDocument/2006/relationships/customXml" Target="../ink/ink109.xml"/><Relationship Id="rId46" Type="http://schemas.openxmlformats.org/officeDocument/2006/relationships/customXml" Target="../ink/ink120.xml"/><Relationship Id="rId67" Type="http://schemas.openxmlformats.org/officeDocument/2006/relationships/image" Target="../media/image395.png"/><Relationship Id="rId272" Type="http://schemas.openxmlformats.org/officeDocument/2006/relationships/customXml" Target="../ink/ink233.xml"/><Relationship Id="rId293" Type="http://schemas.openxmlformats.org/officeDocument/2006/relationships/image" Target="../media/image508.png"/><Relationship Id="rId307" Type="http://schemas.openxmlformats.org/officeDocument/2006/relationships/image" Target="../media/image515.png"/><Relationship Id="rId328" Type="http://schemas.openxmlformats.org/officeDocument/2006/relationships/customXml" Target="../ink/ink261.xml"/><Relationship Id="rId88" Type="http://schemas.openxmlformats.org/officeDocument/2006/relationships/customXml" Target="../ink/ink141.xml"/><Relationship Id="rId111" Type="http://schemas.openxmlformats.org/officeDocument/2006/relationships/image" Target="../media/image417.png"/><Relationship Id="rId132" Type="http://schemas.openxmlformats.org/officeDocument/2006/relationships/customXml" Target="../ink/ink163.xml"/><Relationship Id="rId153" Type="http://schemas.openxmlformats.org/officeDocument/2006/relationships/image" Target="../media/image438.png"/><Relationship Id="rId174" Type="http://schemas.openxmlformats.org/officeDocument/2006/relationships/customXml" Target="../ink/ink184.xml"/><Relationship Id="rId195" Type="http://schemas.openxmlformats.org/officeDocument/2006/relationships/image" Target="../media/image459.png"/><Relationship Id="rId209" Type="http://schemas.openxmlformats.org/officeDocument/2006/relationships/image" Target="../media/image466.png"/><Relationship Id="rId220" Type="http://schemas.openxmlformats.org/officeDocument/2006/relationships/customXml" Target="../ink/ink207.xml"/><Relationship Id="rId241" Type="http://schemas.openxmlformats.org/officeDocument/2006/relationships/image" Target="../media/image482.png"/><Relationship Id="rId15" Type="http://schemas.openxmlformats.org/officeDocument/2006/relationships/customXml" Target="../ink/ink104.xml"/><Relationship Id="rId36" Type="http://schemas.openxmlformats.org/officeDocument/2006/relationships/image" Target="../media/image380.png"/><Relationship Id="rId57" Type="http://schemas.openxmlformats.org/officeDocument/2006/relationships/image" Target="../media/image390.png"/><Relationship Id="rId262" Type="http://schemas.openxmlformats.org/officeDocument/2006/relationships/customXml" Target="../ink/ink228.xml"/><Relationship Id="rId283" Type="http://schemas.openxmlformats.org/officeDocument/2006/relationships/image" Target="../media/image503.png"/><Relationship Id="rId318" Type="http://schemas.openxmlformats.org/officeDocument/2006/relationships/customXml" Target="../ink/ink256.xml"/><Relationship Id="rId339" Type="http://schemas.openxmlformats.org/officeDocument/2006/relationships/image" Target="../media/image531.png"/><Relationship Id="rId78" Type="http://schemas.openxmlformats.org/officeDocument/2006/relationships/customXml" Target="../ink/ink136.xml"/><Relationship Id="rId99" Type="http://schemas.openxmlformats.org/officeDocument/2006/relationships/image" Target="../media/image411.png"/><Relationship Id="rId101" Type="http://schemas.openxmlformats.org/officeDocument/2006/relationships/image" Target="../media/image412.png"/><Relationship Id="rId122" Type="http://schemas.openxmlformats.org/officeDocument/2006/relationships/customXml" Target="../ink/ink158.xml"/><Relationship Id="rId143" Type="http://schemas.openxmlformats.org/officeDocument/2006/relationships/image" Target="../media/image433.png"/><Relationship Id="rId164" Type="http://schemas.openxmlformats.org/officeDocument/2006/relationships/customXml" Target="../ink/ink179.xml"/><Relationship Id="rId185" Type="http://schemas.openxmlformats.org/officeDocument/2006/relationships/image" Target="../media/image454.png"/><Relationship Id="rId9" Type="http://schemas.openxmlformats.org/officeDocument/2006/relationships/customXml" Target="../ink/ink101.xml"/><Relationship Id="rId210" Type="http://schemas.openxmlformats.org/officeDocument/2006/relationships/customXml" Target="../ink/ink202.xml"/><Relationship Id="rId26" Type="http://schemas.openxmlformats.org/officeDocument/2006/relationships/image" Target="../media/image375.png"/><Relationship Id="rId231" Type="http://schemas.openxmlformats.org/officeDocument/2006/relationships/image" Target="../media/image477.png"/><Relationship Id="rId252" Type="http://schemas.openxmlformats.org/officeDocument/2006/relationships/customXml" Target="../ink/ink223.xml"/><Relationship Id="rId273" Type="http://schemas.openxmlformats.org/officeDocument/2006/relationships/image" Target="../media/image498.png"/><Relationship Id="rId294" Type="http://schemas.openxmlformats.org/officeDocument/2006/relationships/customXml" Target="../ink/ink244.xml"/><Relationship Id="rId308" Type="http://schemas.openxmlformats.org/officeDocument/2006/relationships/customXml" Target="../ink/ink251.xml"/><Relationship Id="rId329" Type="http://schemas.openxmlformats.org/officeDocument/2006/relationships/image" Target="../media/image526.png"/><Relationship Id="rId47" Type="http://schemas.openxmlformats.org/officeDocument/2006/relationships/image" Target="../media/image385.png"/><Relationship Id="rId68" Type="http://schemas.openxmlformats.org/officeDocument/2006/relationships/customXml" Target="../ink/ink131.xml"/><Relationship Id="rId89" Type="http://schemas.openxmlformats.org/officeDocument/2006/relationships/image" Target="../media/image406.png"/><Relationship Id="rId112" Type="http://schemas.openxmlformats.org/officeDocument/2006/relationships/customXml" Target="../ink/ink153.xml"/><Relationship Id="rId133" Type="http://schemas.openxmlformats.org/officeDocument/2006/relationships/image" Target="../media/image428.png"/><Relationship Id="rId154" Type="http://schemas.openxmlformats.org/officeDocument/2006/relationships/customXml" Target="../ink/ink174.xml"/><Relationship Id="rId175" Type="http://schemas.openxmlformats.org/officeDocument/2006/relationships/image" Target="../media/image449.png"/><Relationship Id="rId340" Type="http://schemas.openxmlformats.org/officeDocument/2006/relationships/customXml" Target="../ink/ink267.xml"/><Relationship Id="rId196" Type="http://schemas.openxmlformats.org/officeDocument/2006/relationships/customXml" Target="../ink/ink195.xml"/><Relationship Id="rId200" Type="http://schemas.openxmlformats.org/officeDocument/2006/relationships/customXml" Target="../ink/ink197.xml"/><Relationship Id="rId16" Type="http://schemas.openxmlformats.org/officeDocument/2006/relationships/image" Target="../media/image370.png"/><Relationship Id="rId221" Type="http://schemas.openxmlformats.org/officeDocument/2006/relationships/image" Target="../media/image472.png"/><Relationship Id="rId242" Type="http://schemas.openxmlformats.org/officeDocument/2006/relationships/customXml" Target="../ink/ink218.xml"/><Relationship Id="rId263" Type="http://schemas.openxmlformats.org/officeDocument/2006/relationships/image" Target="../media/image493.png"/><Relationship Id="rId284" Type="http://schemas.openxmlformats.org/officeDocument/2006/relationships/customXml" Target="../ink/ink239.xml"/><Relationship Id="rId319" Type="http://schemas.openxmlformats.org/officeDocument/2006/relationships/image" Target="../media/image521.png"/><Relationship Id="rId37" Type="http://schemas.openxmlformats.org/officeDocument/2006/relationships/customXml" Target="../ink/ink115.xml"/><Relationship Id="rId58" Type="http://schemas.openxmlformats.org/officeDocument/2006/relationships/customXml" Target="../ink/ink126.xml"/><Relationship Id="rId79" Type="http://schemas.openxmlformats.org/officeDocument/2006/relationships/image" Target="../media/image401.png"/><Relationship Id="rId102" Type="http://schemas.openxmlformats.org/officeDocument/2006/relationships/customXml" Target="../ink/ink148.xml"/><Relationship Id="rId123" Type="http://schemas.openxmlformats.org/officeDocument/2006/relationships/image" Target="../media/image423.png"/><Relationship Id="rId144" Type="http://schemas.openxmlformats.org/officeDocument/2006/relationships/customXml" Target="../ink/ink169.xml"/><Relationship Id="rId330" Type="http://schemas.openxmlformats.org/officeDocument/2006/relationships/customXml" Target="../ink/ink262.xml"/><Relationship Id="rId90" Type="http://schemas.openxmlformats.org/officeDocument/2006/relationships/customXml" Target="../ink/ink142.xml"/><Relationship Id="rId165" Type="http://schemas.openxmlformats.org/officeDocument/2006/relationships/image" Target="../media/image444.png"/><Relationship Id="rId186" Type="http://schemas.openxmlformats.org/officeDocument/2006/relationships/customXml" Target="../ink/ink190.xml"/><Relationship Id="rId211" Type="http://schemas.openxmlformats.org/officeDocument/2006/relationships/image" Target="../media/image467.png"/><Relationship Id="rId232" Type="http://schemas.openxmlformats.org/officeDocument/2006/relationships/customXml" Target="../ink/ink213.xml"/><Relationship Id="rId253" Type="http://schemas.openxmlformats.org/officeDocument/2006/relationships/image" Target="../media/image488.png"/><Relationship Id="rId274" Type="http://schemas.openxmlformats.org/officeDocument/2006/relationships/customXml" Target="../ink/ink234.xml"/><Relationship Id="rId295" Type="http://schemas.openxmlformats.org/officeDocument/2006/relationships/image" Target="../media/image509.png"/><Relationship Id="rId309" Type="http://schemas.openxmlformats.org/officeDocument/2006/relationships/image" Target="../media/image516.png"/><Relationship Id="rId27" Type="http://schemas.openxmlformats.org/officeDocument/2006/relationships/customXml" Target="../ink/ink110.xml"/><Relationship Id="rId48" Type="http://schemas.openxmlformats.org/officeDocument/2006/relationships/customXml" Target="../ink/ink121.xml"/><Relationship Id="rId69" Type="http://schemas.openxmlformats.org/officeDocument/2006/relationships/image" Target="../media/image396.png"/><Relationship Id="rId113" Type="http://schemas.openxmlformats.org/officeDocument/2006/relationships/image" Target="../media/image418.png"/><Relationship Id="rId134" Type="http://schemas.openxmlformats.org/officeDocument/2006/relationships/customXml" Target="../ink/ink164.xml"/><Relationship Id="rId320" Type="http://schemas.openxmlformats.org/officeDocument/2006/relationships/customXml" Target="../ink/ink257.xml"/><Relationship Id="rId80" Type="http://schemas.openxmlformats.org/officeDocument/2006/relationships/customXml" Target="../ink/ink137.xml"/><Relationship Id="rId155" Type="http://schemas.openxmlformats.org/officeDocument/2006/relationships/image" Target="../media/image439.png"/><Relationship Id="rId176" Type="http://schemas.openxmlformats.org/officeDocument/2006/relationships/customXml" Target="../ink/ink185.xml"/><Relationship Id="rId197" Type="http://schemas.openxmlformats.org/officeDocument/2006/relationships/image" Target="../media/image460.png"/><Relationship Id="rId341" Type="http://schemas.openxmlformats.org/officeDocument/2006/relationships/image" Target="../media/image532.png"/><Relationship Id="rId201" Type="http://schemas.openxmlformats.org/officeDocument/2006/relationships/image" Target="../media/image462.png"/><Relationship Id="rId222" Type="http://schemas.openxmlformats.org/officeDocument/2006/relationships/customXml" Target="../ink/ink208.xml"/><Relationship Id="rId243" Type="http://schemas.openxmlformats.org/officeDocument/2006/relationships/image" Target="../media/image483.png"/><Relationship Id="rId264" Type="http://schemas.openxmlformats.org/officeDocument/2006/relationships/customXml" Target="../ink/ink229.xml"/><Relationship Id="rId285" Type="http://schemas.openxmlformats.org/officeDocument/2006/relationships/image" Target="../media/image504.png"/><Relationship Id="rId17" Type="http://schemas.openxmlformats.org/officeDocument/2006/relationships/customXml" Target="../ink/ink105.xml"/><Relationship Id="rId38" Type="http://schemas.openxmlformats.org/officeDocument/2006/relationships/image" Target="../media/image381.png"/><Relationship Id="rId59" Type="http://schemas.openxmlformats.org/officeDocument/2006/relationships/image" Target="../media/image391.png"/><Relationship Id="rId103" Type="http://schemas.openxmlformats.org/officeDocument/2006/relationships/image" Target="../media/image413.png"/><Relationship Id="rId124" Type="http://schemas.openxmlformats.org/officeDocument/2006/relationships/customXml" Target="../ink/ink159.xml"/><Relationship Id="rId310" Type="http://schemas.openxmlformats.org/officeDocument/2006/relationships/customXml" Target="../ink/ink252.xml"/><Relationship Id="rId70" Type="http://schemas.openxmlformats.org/officeDocument/2006/relationships/customXml" Target="../ink/ink132.xml"/><Relationship Id="rId91" Type="http://schemas.openxmlformats.org/officeDocument/2006/relationships/image" Target="../media/image407.png"/><Relationship Id="rId145" Type="http://schemas.openxmlformats.org/officeDocument/2006/relationships/image" Target="../media/image434.png"/><Relationship Id="rId166" Type="http://schemas.openxmlformats.org/officeDocument/2006/relationships/customXml" Target="../ink/ink180.xml"/><Relationship Id="rId187" Type="http://schemas.openxmlformats.org/officeDocument/2006/relationships/image" Target="../media/image455.png"/><Relationship Id="rId331" Type="http://schemas.openxmlformats.org/officeDocument/2006/relationships/image" Target="../media/image527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203.xml"/><Relationship Id="rId233" Type="http://schemas.openxmlformats.org/officeDocument/2006/relationships/image" Target="../media/image478.png"/><Relationship Id="rId254" Type="http://schemas.openxmlformats.org/officeDocument/2006/relationships/customXml" Target="../ink/ink224.xml"/><Relationship Id="rId28" Type="http://schemas.openxmlformats.org/officeDocument/2006/relationships/image" Target="../media/image376.png"/><Relationship Id="rId49" Type="http://schemas.openxmlformats.org/officeDocument/2006/relationships/image" Target="../media/image386.png"/><Relationship Id="rId114" Type="http://schemas.openxmlformats.org/officeDocument/2006/relationships/customXml" Target="../ink/ink154.xml"/><Relationship Id="rId275" Type="http://schemas.openxmlformats.org/officeDocument/2006/relationships/image" Target="../media/image499.png"/><Relationship Id="rId296" Type="http://schemas.openxmlformats.org/officeDocument/2006/relationships/customXml" Target="../ink/ink245.xml"/><Relationship Id="rId300" Type="http://schemas.openxmlformats.org/officeDocument/2006/relationships/customXml" Target="../ink/ink247.xml"/><Relationship Id="rId60" Type="http://schemas.openxmlformats.org/officeDocument/2006/relationships/customXml" Target="../ink/ink127.xml"/><Relationship Id="rId81" Type="http://schemas.openxmlformats.org/officeDocument/2006/relationships/image" Target="../media/image402.png"/><Relationship Id="rId135" Type="http://schemas.openxmlformats.org/officeDocument/2006/relationships/image" Target="../media/image429.png"/><Relationship Id="rId156" Type="http://schemas.openxmlformats.org/officeDocument/2006/relationships/customXml" Target="../ink/ink175.xml"/><Relationship Id="rId177" Type="http://schemas.openxmlformats.org/officeDocument/2006/relationships/image" Target="../media/image450.png"/><Relationship Id="rId198" Type="http://schemas.openxmlformats.org/officeDocument/2006/relationships/customXml" Target="../ink/ink196.xml"/><Relationship Id="rId321" Type="http://schemas.openxmlformats.org/officeDocument/2006/relationships/image" Target="../media/image522.png"/><Relationship Id="rId202" Type="http://schemas.openxmlformats.org/officeDocument/2006/relationships/customXml" Target="../ink/ink198.xml"/><Relationship Id="rId223" Type="http://schemas.openxmlformats.org/officeDocument/2006/relationships/image" Target="../media/image473.png"/><Relationship Id="rId244" Type="http://schemas.openxmlformats.org/officeDocument/2006/relationships/customXml" Target="../ink/ink219.xml"/><Relationship Id="rId18" Type="http://schemas.openxmlformats.org/officeDocument/2006/relationships/image" Target="../media/image371.png"/><Relationship Id="rId39" Type="http://schemas.openxmlformats.org/officeDocument/2006/relationships/customXml" Target="../ink/ink116.xml"/><Relationship Id="rId265" Type="http://schemas.openxmlformats.org/officeDocument/2006/relationships/image" Target="../media/image494.png"/><Relationship Id="rId286" Type="http://schemas.openxmlformats.org/officeDocument/2006/relationships/customXml" Target="../ink/ink240.xml"/><Relationship Id="rId50" Type="http://schemas.openxmlformats.org/officeDocument/2006/relationships/customXml" Target="../ink/ink122.xml"/><Relationship Id="rId104" Type="http://schemas.openxmlformats.org/officeDocument/2006/relationships/customXml" Target="../ink/ink149.xml"/><Relationship Id="rId125" Type="http://schemas.openxmlformats.org/officeDocument/2006/relationships/image" Target="../media/image424.png"/><Relationship Id="rId146" Type="http://schemas.openxmlformats.org/officeDocument/2006/relationships/customXml" Target="../ink/ink170.xml"/><Relationship Id="rId167" Type="http://schemas.openxmlformats.org/officeDocument/2006/relationships/image" Target="../media/image445.png"/><Relationship Id="rId188" Type="http://schemas.openxmlformats.org/officeDocument/2006/relationships/customXml" Target="../ink/ink191.xml"/><Relationship Id="rId311" Type="http://schemas.openxmlformats.org/officeDocument/2006/relationships/image" Target="../media/image517.png"/><Relationship Id="rId332" Type="http://schemas.openxmlformats.org/officeDocument/2006/relationships/customXml" Target="../ink/ink263.xml"/><Relationship Id="rId71" Type="http://schemas.openxmlformats.org/officeDocument/2006/relationships/image" Target="../media/image397.png"/><Relationship Id="rId92" Type="http://schemas.openxmlformats.org/officeDocument/2006/relationships/customXml" Target="../ink/ink143.xml"/><Relationship Id="rId213" Type="http://schemas.openxmlformats.org/officeDocument/2006/relationships/image" Target="../media/image468.png"/><Relationship Id="rId234" Type="http://schemas.openxmlformats.org/officeDocument/2006/relationships/customXml" Target="../ink/ink214.xml"/><Relationship Id="rId2" Type="http://schemas.openxmlformats.org/officeDocument/2006/relationships/image" Target="../media/image307.jpg"/><Relationship Id="rId29" Type="http://schemas.openxmlformats.org/officeDocument/2006/relationships/customXml" Target="../ink/ink111.xml"/><Relationship Id="rId255" Type="http://schemas.openxmlformats.org/officeDocument/2006/relationships/image" Target="../media/image489.png"/><Relationship Id="rId276" Type="http://schemas.openxmlformats.org/officeDocument/2006/relationships/customXml" Target="../ink/ink235.xml"/><Relationship Id="rId297" Type="http://schemas.openxmlformats.org/officeDocument/2006/relationships/image" Target="../media/image510.png"/><Relationship Id="rId40" Type="http://schemas.openxmlformats.org/officeDocument/2006/relationships/image" Target="../media/image382.png"/><Relationship Id="rId115" Type="http://schemas.openxmlformats.org/officeDocument/2006/relationships/image" Target="../media/image419.png"/><Relationship Id="rId136" Type="http://schemas.openxmlformats.org/officeDocument/2006/relationships/customXml" Target="../ink/ink165.xml"/><Relationship Id="rId157" Type="http://schemas.openxmlformats.org/officeDocument/2006/relationships/image" Target="../media/image440.png"/><Relationship Id="rId178" Type="http://schemas.openxmlformats.org/officeDocument/2006/relationships/customXml" Target="../ink/ink186.xml"/><Relationship Id="rId301" Type="http://schemas.openxmlformats.org/officeDocument/2006/relationships/image" Target="../media/image512.png"/><Relationship Id="rId322" Type="http://schemas.openxmlformats.org/officeDocument/2006/relationships/customXml" Target="../ink/ink258.xml"/><Relationship Id="rId61" Type="http://schemas.openxmlformats.org/officeDocument/2006/relationships/image" Target="../media/image392.png"/><Relationship Id="rId82" Type="http://schemas.openxmlformats.org/officeDocument/2006/relationships/customXml" Target="../ink/ink138.xml"/><Relationship Id="rId199" Type="http://schemas.openxmlformats.org/officeDocument/2006/relationships/image" Target="../media/image461.png"/><Relationship Id="rId203" Type="http://schemas.openxmlformats.org/officeDocument/2006/relationships/image" Target="../media/image463.png"/><Relationship Id="rId19" Type="http://schemas.openxmlformats.org/officeDocument/2006/relationships/customXml" Target="../ink/ink106.xml"/><Relationship Id="rId224" Type="http://schemas.openxmlformats.org/officeDocument/2006/relationships/customXml" Target="../ink/ink209.xml"/><Relationship Id="rId245" Type="http://schemas.openxmlformats.org/officeDocument/2006/relationships/image" Target="../media/image484.png"/><Relationship Id="rId266" Type="http://schemas.openxmlformats.org/officeDocument/2006/relationships/customXml" Target="../ink/ink230.xml"/><Relationship Id="rId287" Type="http://schemas.openxmlformats.org/officeDocument/2006/relationships/image" Target="../media/image505.png"/><Relationship Id="rId30" Type="http://schemas.openxmlformats.org/officeDocument/2006/relationships/image" Target="../media/image377.png"/><Relationship Id="rId105" Type="http://schemas.openxmlformats.org/officeDocument/2006/relationships/image" Target="../media/image414.png"/><Relationship Id="rId126" Type="http://schemas.openxmlformats.org/officeDocument/2006/relationships/customXml" Target="../ink/ink160.xml"/><Relationship Id="rId147" Type="http://schemas.openxmlformats.org/officeDocument/2006/relationships/image" Target="../media/image435.png"/><Relationship Id="rId168" Type="http://schemas.openxmlformats.org/officeDocument/2006/relationships/customXml" Target="../ink/ink181.xml"/><Relationship Id="rId312" Type="http://schemas.openxmlformats.org/officeDocument/2006/relationships/customXml" Target="../ink/ink253.xml"/><Relationship Id="rId333" Type="http://schemas.openxmlformats.org/officeDocument/2006/relationships/image" Target="../media/image528.png"/><Relationship Id="rId51" Type="http://schemas.openxmlformats.org/officeDocument/2006/relationships/image" Target="../media/image387.png"/><Relationship Id="rId72" Type="http://schemas.openxmlformats.org/officeDocument/2006/relationships/customXml" Target="../ink/ink133.xml"/><Relationship Id="rId93" Type="http://schemas.openxmlformats.org/officeDocument/2006/relationships/image" Target="../media/image408.png"/><Relationship Id="rId189" Type="http://schemas.openxmlformats.org/officeDocument/2006/relationships/image" Target="../media/image456.png"/><Relationship Id="rId3" Type="http://schemas.openxmlformats.org/officeDocument/2006/relationships/customXml" Target="../ink/ink98.xml"/><Relationship Id="rId214" Type="http://schemas.openxmlformats.org/officeDocument/2006/relationships/customXml" Target="../ink/ink204.xml"/><Relationship Id="rId235" Type="http://schemas.openxmlformats.org/officeDocument/2006/relationships/image" Target="../media/image479.png"/><Relationship Id="rId256" Type="http://schemas.openxmlformats.org/officeDocument/2006/relationships/customXml" Target="../ink/ink225.xml"/><Relationship Id="rId277" Type="http://schemas.openxmlformats.org/officeDocument/2006/relationships/image" Target="../media/image500.png"/><Relationship Id="rId298" Type="http://schemas.openxmlformats.org/officeDocument/2006/relationships/customXml" Target="../ink/ink246.xml"/><Relationship Id="rId116" Type="http://schemas.openxmlformats.org/officeDocument/2006/relationships/customXml" Target="../ink/ink155.xml"/><Relationship Id="rId137" Type="http://schemas.openxmlformats.org/officeDocument/2006/relationships/image" Target="../media/image430.png"/><Relationship Id="rId158" Type="http://schemas.openxmlformats.org/officeDocument/2006/relationships/customXml" Target="../ink/ink176.xml"/><Relationship Id="rId302" Type="http://schemas.openxmlformats.org/officeDocument/2006/relationships/customXml" Target="../ink/ink248.xml"/><Relationship Id="rId323" Type="http://schemas.openxmlformats.org/officeDocument/2006/relationships/image" Target="../media/image523.png"/><Relationship Id="rId20" Type="http://schemas.openxmlformats.org/officeDocument/2006/relationships/image" Target="../media/image372.png"/><Relationship Id="rId41" Type="http://schemas.openxmlformats.org/officeDocument/2006/relationships/customXml" Target="../ink/ink117.xml"/><Relationship Id="rId62" Type="http://schemas.openxmlformats.org/officeDocument/2006/relationships/customXml" Target="../ink/ink128.xml"/><Relationship Id="rId83" Type="http://schemas.openxmlformats.org/officeDocument/2006/relationships/image" Target="../media/image403.png"/><Relationship Id="rId179" Type="http://schemas.openxmlformats.org/officeDocument/2006/relationships/image" Target="../media/image451.png"/><Relationship Id="rId190" Type="http://schemas.openxmlformats.org/officeDocument/2006/relationships/customXml" Target="../ink/ink192.xml"/><Relationship Id="rId204" Type="http://schemas.openxmlformats.org/officeDocument/2006/relationships/customXml" Target="../ink/ink199.xml"/><Relationship Id="rId225" Type="http://schemas.openxmlformats.org/officeDocument/2006/relationships/image" Target="../media/image474.png"/><Relationship Id="rId246" Type="http://schemas.openxmlformats.org/officeDocument/2006/relationships/customXml" Target="../ink/ink220.xml"/><Relationship Id="rId267" Type="http://schemas.openxmlformats.org/officeDocument/2006/relationships/image" Target="../media/image495.png"/><Relationship Id="rId288" Type="http://schemas.openxmlformats.org/officeDocument/2006/relationships/customXml" Target="../ink/ink241.xml"/><Relationship Id="rId106" Type="http://schemas.openxmlformats.org/officeDocument/2006/relationships/customXml" Target="../ink/ink150.xml"/><Relationship Id="rId127" Type="http://schemas.openxmlformats.org/officeDocument/2006/relationships/image" Target="../media/image425.png"/><Relationship Id="rId313" Type="http://schemas.openxmlformats.org/officeDocument/2006/relationships/image" Target="../media/image518.png"/><Relationship Id="rId10" Type="http://schemas.openxmlformats.org/officeDocument/2006/relationships/image" Target="../media/image367.png"/><Relationship Id="rId31" Type="http://schemas.openxmlformats.org/officeDocument/2006/relationships/customXml" Target="../ink/ink112.xml"/><Relationship Id="rId52" Type="http://schemas.openxmlformats.org/officeDocument/2006/relationships/customXml" Target="../ink/ink123.xml"/><Relationship Id="rId73" Type="http://schemas.openxmlformats.org/officeDocument/2006/relationships/image" Target="../media/image398.png"/><Relationship Id="rId94" Type="http://schemas.openxmlformats.org/officeDocument/2006/relationships/customXml" Target="../ink/ink144.xml"/><Relationship Id="rId148" Type="http://schemas.openxmlformats.org/officeDocument/2006/relationships/customXml" Target="../ink/ink171.xml"/><Relationship Id="rId169" Type="http://schemas.openxmlformats.org/officeDocument/2006/relationships/image" Target="../media/image446.png"/><Relationship Id="rId334" Type="http://schemas.openxmlformats.org/officeDocument/2006/relationships/customXml" Target="../ink/ink264.xml"/><Relationship Id="rId4" Type="http://schemas.openxmlformats.org/officeDocument/2006/relationships/image" Target="../media/image364.png"/><Relationship Id="rId180" Type="http://schemas.openxmlformats.org/officeDocument/2006/relationships/customXml" Target="../ink/ink187.xml"/><Relationship Id="rId215" Type="http://schemas.openxmlformats.org/officeDocument/2006/relationships/image" Target="../media/image469.png"/><Relationship Id="rId236" Type="http://schemas.openxmlformats.org/officeDocument/2006/relationships/customXml" Target="../ink/ink215.xml"/><Relationship Id="rId257" Type="http://schemas.openxmlformats.org/officeDocument/2006/relationships/image" Target="../media/image490.png"/><Relationship Id="rId278" Type="http://schemas.openxmlformats.org/officeDocument/2006/relationships/customXml" Target="../ink/ink236.xml"/><Relationship Id="rId303" Type="http://schemas.openxmlformats.org/officeDocument/2006/relationships/image" Target="../media/image513.png"/><Relationship Id="rId42" Type="http://schemas.openxmlformats.org/officeDocument/2006/relationships/image" Target="../media/image383.png"/><Relationship Id="rId84" Type="http://schemas.openxmlformats.org/officeDocument/2006/relationships/customXml" Target="../ink/ink139.xml"/><Relationship Id="rId138" Type="http://schemas.openxmlformats.org/officeDocument/2006/relationships/customXml" Target="../ink/ink166.xml"/><Relationship Id="rId191" Type="http://schemas.openxmlformats.org/officeDocument/2006/relationships/image" Target="../media/image457.png"/><Relationship Id="rId205" Type="http://schemas.openxmlformats.org/officeDocument/2006/relationships/image" Target="../media/image464.png"/><Relationship Id="rId247" Type="http://schemas.openxmlformats.org/officeDocument/2006/relationships/image" Target="../media/image485.png"/><Relationship Id="rId107" Type="http://schemas.openxmlformats.org/officeDocument/2006/relationships/image" Target="../media/image415.png"/><Relationship Id="rId289" Type="http://schemas.openxmlformats.org/officeDocument/2006/relationships/image" Target="../media/image506.png"/><Relationship Id="rId11" Type="http://schemas.openxmlformats.org/officeDocument/2006/relationships/customXml" Target="../ink/ink102.xml"/><Relationship Id="rId53" Type="http://schemas.openxmlformats.org/officeDocument/2006/relationships/image" Target="../media/image388.png"/><Relationship Id="rId149" Type="http://schemas.openxmlformats.org/officeDocument/2006/relationships/image" Target="../media/image436.png"/><Relationship Id="rId314" Type="http://schemas.openxmlformats.org/officeDocument/2006/relationships/customXml" Target="../ink/ink254.xml"/><Relationship Id="rId95" Type="http://schemas.openxmlformats.org/officeDocument/2006/relationships/image" Target="../media/image409.png"/><Relationship Id="rId160" Type="http://schemas.openxmlformats.org/officeDocument/2006/relationships/customXml" Target="../ink/ink177.xml"/><Relationship Id="rId216" Type="http://schemas.openxmlformats.org/officeDocument/2006/relationships/customXml" Target="../ink/ink205.xml"/><Relationship Id="rId258" Type="http://schemas.openxmlformats.org/officeDocument/2006/relationships/customXml" Target="../ink/ink226.xml"/><Relationship Id="rId22" Type="http://schemas.openxmlformats.org/officeDocument/2006/relationships/image" Target="../media/image373.png"/><Relationship Id="rId64" Type="http://schemas.openxmlformats.org/officeDocument/2006/relationships/customXml" Target="../ink/ink129.xml"/><Relationship Id="rId118" Type="http://schemas.openxmlformats.org/officeDocument/2006/relationships/customXml" Target="../ink/ink156.xml"/><Relationship Id="rId325" Type="http://schemas.openxmlformats.org/officeDocument/2006/relationships/image" Target="../media/image524.png"/><Relationship Id="rId171" Type="http://schemas.openxmlformats.org/officeDocument/2006/relationships/image" Target="../media/image447.png"/><Relationship Id="rId227" Type="http://schemas.openxmlformats.org/officeDocument/2006/relationships/image" Target="../media/image475.png"/><Relationship Id="rId269" Type="http://schemas.openxmlformats.org/officeDocument/2006/relationships/image" Target="../media/image496.png"/><Relationship Id="rId33" Type="http://schemas.openxmlformats.org/officeDocument/2006/relationships/customXml" Target="../ink/ink113.xml"/><Relationship Id="rId129" Type="http://schemas.openxmlformats.org/officeDocument/2006/relationships/image" Target="../media/image426.png"/><Relationship Id="rId280" Type="http://schemas.openxmlformats.org/officeDocument/2006/relationships/customXml" Target="../ink/ink237.xml"/><Relationship Id="rId336" Type="http://schemas.openxmlformats.org/officeDocument/2006/relationships/customXml" Target="../ink/ink265.xml"/><Relationship Id="rId75" Type="http://schemas.openxmlformats.org/officeDocument/2006/relationships/image" Target="../media/image399.png"/><Relationship Id="rId140" Type="http://schemas.openxmlformats.org/officeDocument/2006/relationships/customXml" Target="../ink/ink167.xml"/><Relationship Id="rId182" Type="http://schemas.openxmlformats.org/officeDocument/2006/relationships/customXml" Target="../ink/ink188.xml"/><Relationship Id="rId6" Type="http://schemas.openxmlformats.org/officeDocument/2006/relationships/image" Target="../media/image365.png"/><Relationship Id="rId238" Type="http://schemas.openxmlformats.org/officeDocument/2006/relationships/customXml" Target="../ink/ink216.xml"/><Relationship Id="rId291" Type="http://schemas.openxmlformats.org/officeDocument/2006/relationships/image" Target="../media/image507.png"/><Relationship Id="rId305" Type="http://schemas.openxmlformats.org/officeDocument/2006/relationships/image" Target="../media/image514.png"/><Relationship Id="rId44" Type="http://schemas.openxmlformats.org/officeDocument/2006/relationships/image" Target="../media/image384.png"/><Relationship Id="rId86" Type="http://schemas.openxmlformats.org/officeDocument/2006/relationships/customXml" Target="../ink/ink140.xml"/><Relationship Id="rId151" Type="http://schemas.openxmlformats.org/officeDocument/2006/relationships/image" Target="../media/image437.png"/><Relationship Id="rId193" Type="http://schemas.openxmlformats.org/officeDocument/2006/relationships/image" Target="../media/image458.png"/><Relationship Id="rId207" Type="http://schemas.openxmlformats.org/officeDocument/2006/relationships/image" Target="../media/image465.png"/><Relationship Id="rId249" Type="http://schemas.openxmlformats.org/officeDocument/2006/relationships/image" Target="../media/image486.png"/><Relationship Id="rId13" Type="http://schemas.openxmlformats.org/officeDocument/2006/relationships/customXml" Target="../ink/ink103.xml"/><Relationship Id="rId109" Type="http://schemas.openxmlformats.org/officeDocument/2006/relationships/image" Target="../media/image416.png"/><Relationship Id="rId260" Type="http://schemas.openxmlformats.org/officeDocument/2006/relationships/customXml" Target="../ink/ink227.xml"/><Relationship Id="rId316" Type="http://schemas.openxmlformats.org/officeDocument/2006/relationships/customXml" Target="../ink/ink255.xml"/><Relationship Id="rId55" Type="http://schemas.openxmlformats.org/officeDocument/2006/relationships/image" Target="../media/image389.png"/><Relationship Id="rId97" Type="http://schemas.openxmlformats.org/officeDocument/2006/relationships/image" Target="../media/image410.png"/><Relationship Id="rId120" Type="http://schemas.openxmlformats.org/officeDocument/2006/relationships/customXml" Target="../ink/ink157.xml"/><Relationship Id="rId162" Type="http://schemas.openxmlformats.org/officeDocument/2006/relationships/customXml" Target="../ink/ink178.xml"/><Relationship Id="rId218" Type="http://schemas.openxmlformats.org/officeDocument/2006/relationships/customXml" Target="../ink/ink206.xml"/><Relationship Id="rId271" Type="http://schemas.openxmlformats.org/officeDocument/2006/relationships/image" Target="../media/image497.png"/><Relationship Id="rId24" Type="http://schemas.openxmlformats.org/officeDocument/2006/relationships/image" Target="../media/image374.png"/><Relationship Id="rId66" Type="http://schemas.openxmlformats.org/officeDocument/2006/relationships/customXml" Target="../ink/ink130.xml"/><Relationship Id="rId131" Type="http://schemas.openxmlformats.org/officeDocument/2006/relationships/image" Target="../media/image427.png"/><Relationship Id="rId327" Type="http://schemas.openxmlformats.org/officeDocument/2006/relationships/image" Target="../media/image525.png"/><Relationship Id="rId173" Type="http://schemas.openxmlformats.org/officeDocument/2006/relationships/image" Target="../media/image448.png"/><Relationship Id="rId229" Type="http://schemas.openxmlformats.org/officeDocument/2006/relationships/image" Target="../media/image476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4.png"/><Relationship Id="rId18" Type="http://schemas.openxmlformats.org/officeDocument/2006/relationships/image" Target="../media/image549.png"/><Relationship Id="rId26" Type="http://schemas.openxmlformats.org/officeDocument/2006/relationships/image" Target="../media/image557.png"/><Relationship Id="rId39" Type="http://schemas.openxmlformats.org/officeDocument/2006/relationships/image" Target="../media/image570.png"/><Relationship Id="rId21" Type="http://schemas.openxmlformats.org/officeDocument/2006/relationships/image" Target="../media/image552.png"/><Relationship Id="rId34" Type="http://schemas.openxmlformats.org/officeDocument/2006/relationships/image" Target="../media/image565.png"/><Relationship Id="rId7" Type="http://schemas.openxmlformats.org/officeDocument/2006/relationships/image" Target="../media/image538.png"/><Relationship Id="rId2" Type="http://schemas.openxmlformats.org/officeDocument/2006/relationships/image" Target="../media/image533.png"/><Relationship Id="rId16" Type="http://schemas.openxmlformats.org/officeDocument/2006/relationships/image" Target="../media/image547.png"/><Relationship Id="rId20" Type="http://schemas.openxmlformats.org/officeDocument/2006/relationships/image" Target="../media/image551.png"/><Relationship Id="rId29" Type="http://schemas.openxmlformats.org/officeDocument/2006/relationships/image" Target="../media/image560.png"/><Relationship Id="rId41" Type="http://schemas.openxmlformats.org/officeDocument/2006/relationships/image" Target="../media/image5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7.png"/><Relationship Id="rId11" Type="http://schemas.openxmlformats.org/officeDocument/2006/relationships/image" Target="../media/image542.png"/><Relationship Id="rId24" Type="http://schemas.openxmlformats.org/officeDocument/2006/relationships/image" Target="../media/image555.png"/><Relationship Id="rId32" Type="http://schemas.openxmlformats.org/officeDocument/2006/relationships/image" Target="../media/image563.png"/><Relationship Id="rId37" Type="http://schemas.openxmlformats.org/officeDocument/2006/relationships/image" Target="../media/image568.png"/><Relationship Id="rId40" Type="http://schemas.openxmlformats.org/officeDocument/2006/relationships/image" Target="../media/image571.png"/><Relationship Id="rId5" Type="http://schemas.openxmlformats.org/officeDocument/2006/relationships/image" Target="../media/image536.png"/><Relationship Id="rId15" Type="http://schemas.openxmlformats.org/officeDocument/2006/relationships/image" Target="../media/image546.png"/><Relationship Id="rId23" Type="http://schemas.openxmlformats.org/officeDocument/2006/relationships/image" Target="../media/image554.png"/><Relationship Id="rId28" Type="http://schemas.openxmlformats.org/officeDocument/2006/relationships/image" Target="../media/image559.png"/><Relationship Id="rId36" Type="http://schemas.openxmlformats.org/officeDocument/2006/relationships/image" Target="../media/image567.png"/><Relationship Id="rId10" Type="http://schemas.openxmlformats.org/officeDocument/2006/relationships/image" Target="../media/image541.png"/><Relationship Id="rId19" Type="http://schemas.openxmlformats.org/officeDocument/2006/relationships/image" Target="../media/image550.png"/><Relationship Id="rId31" Type="http://schemas.openxmlformats.org/officeDocument/2006/relationships/image" Target="../media/image562.png"/><Relationship Id="rId4" Type="http://schemas.openxmlformats.org/officeDocument/2006/relationships/image" Target="../media/image535.png"/><Relationship Id="rId9" Type="http://schemas.openxmlformats.org/officeDocument/2006/relationships/image" Target="../media/image540.png"/><Relationship Id="rId14" Type="http://schemas.openxmlformats.org/officeDocument/2006/relationships/image" Target="../media/image545.png"/><Relationship Id="rId22" Type="http://schemas.openxmlformats.org/officeDocument/2006/relationships/image" Target="../media/image553.png"/><Relationship Id="rId27" Type="http://schemas.openxmlformats.org/officeDocument/2006/relationships/image" Target="../media/image558.png"/><Relationship Id="rId30" Type="http://schemas.openxmlformats.org/officeDocument/2006/relationships/image" Target="../media/image561.png"/><Relationship Id="rId35" Type="http://schemas.openxmlformats.org/officeDocument/2006/relationships/image" Target="../media/image566.png"/><Relationship Id="rId8" Type="http://schemas.openxmlformats.org/officeDocument/2006/relationships/image" Target="../media/image539.png"/><Relationship Id="rId3" Type="http://schemas.openxmlformats.org/officeDocument/2006/relationships/image" Target="../media/image534.jpg"/><Relationship Id="rId12" Type="http://schemas.openxmlformats.org/officeDocument/2006/relationships/image" Target="../media/image543.png"/><Relationship Id="rId17" Type="http://schemas.openxmlformats.org/officeDocument/2006/relationships/image" Target="../media/image548.png"/><Relationship Id="rId25" Type="http://schemas.openxmlformats.org/officeDocument/2006/relationships/image" Target="../media/image556.png"/><Relationship Id="rId33" Type="http://schemas.openxmlformats.org/officeDocument/2006/relationships/image" Target="../media/image564.png"/><Relationship Id="rId38" Type="http://schemas.openxmlformats.org/officeDocument/2006/relationships/image" Target="../media/image569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4.png"/><Relationship Id="rId117" Type="http://schemas.openxmlformats.org/officeDocument/2006/relationships/customXml" Target="../ink/ink325.xml"/><Relationship Id="rId21" Type="http://schemas.openxmlformats.org/officeDocument/2006/relationships/customXml" Target="../ink/ink277.xml"/><Relationship Id="rId42" Type="http://schemas.openxmlformats.org/officeDocument/2006/relationships/image" Target="../media/image592.png"/><Relationship Id="rId47" Type="http://schemas.openxmlformats.org/officeDocument/2006/relationships/customXml" Target="../ink/ink290.xml"/><Relationship Id="rId63" Type="http://schemas.openxmlformats.org/officeDocument/2006/relationships/customXml" Target="../ink/ink298.xml"/><Relationship Id="rId68" Type="http://schemas.openxmlformats.org/officeDocument/2006/relationships/image" Target="../media/image605.png"/><Relationship Id="rId84" Type="http://schemas.openxmlformats.org/officeDocument/2006/relationships/image" Target="../media/image613.png"/><Relationship Id="rId89" Type="http://schemas.openxmlformats.org/officeDocument/2006/relationships/customXml" Target="../ink/ink311.xml"/><Relationship Id="rId112" Type="http://schemas.openxmlformats.org/officeDocument/2006/relationships/image" Target="../media/image627.png"/><Relationship Id="rId16" Type="http://schemas.openxmlformats.org/officeDocument/2006/relationships/image" Target="../media/image579.png"/><Relationship Id="rId107" Type="http://schemas.openxmlformats.org/officeDocument/2006/relationships/customXml" Target="../ink/ink320.xml"/><Relationship Id="rId11" Type="http://schemas.openxmlformats.org/officeDocument/2006/relationships/customXml" Target="../ink/ink272.xml"/><Relationship Id="rId32" Type="http://schemas.openxmlformats.org/officeDocument/2006/relationships/image" Target="../media/image587.png"/><Relationship Id="rId37" Type="http://schemas.openxmlformats.org/officeDocument/2006/relationships/customXml" Target="../ink/ink285.xml"/><Relationship Id="rId53" Type="http://schemas.openxmlformats.org/officeDocument/2006/relationships/customXml" Target="../ink/ink293.xml"/><Relationship Id="rId58" Type="http://schemas.openxmlformats.org/officeDocument/2006/relationships/image" Target="../media/image600.png"/><Relationship Id="rId74" Type="http://schemas.openxmlformats.org/officeDocument/2006/relationships/image" Target="../media/image608.png"/><Relationship Id="rId79" Type="http://schemas.openxmlformats.org/officeDocument/2006/relationships/customXml" Target="../ink/ink306.xml"/><Relationship Id="rId102" Type="http://schemas.openxmlformats.org/officeDocument/2006/relationships/image" Target="../media/image622.png"/><Relationship Id="rId123" Type="http://schemas.openxmlformats.org/officeDocument/2006/relationships/customXml" Target="../ink/ink328.xml"/><Relationship Id="rId5" Type="http://schemas.openxmlformats.org/officeDocument/2006/relationships/customXml" Target="../ink/ink269.xml"/><Relationship Id="rId90" Type="http://schemas.openxmlformats.org/officeDocument/2006/relationships/image" Target="../media/image616.png"/><Relationship Id="rId95" Type="http://schemas.openxmlformats.org/officeDocument/2006/relationships/customXml" Target="../ink/ink314.xml"/><Relationship Id="rId22" Type="http://schemas.openxmlformats.org/officeDocument/2006/relationships/image" Target="../media/image582.png"/><Relationship Id="rId27" Type="http://schemas.openxmlformats.org/officeDocument/2006/relationships/customXml" Target="../ink/ink280.xml"/><Relationship Id="rId43" Type="http://schemas.openxmlformats.org/officeDocument/2006/relationships/customXml" Target="../ink/ink288.xml"/><Relationship Id="rId48" Type="http://schemas.openxmlformats.org/officeDocument/2006/relationships/image" Target="../media/image595.png"/><Relationship Id="rId64" Type="http://schemas.openxmlformats.org/officeDocument/2006/relationships/image" Target="../media/image603.png"/><Relationship Id="rId69" Type="http://schemas.openxmlformats.org/officeDocument/2006/relationships/customXml" Target="../ink/ink301.xml"/><Relationship Id="rId113" Type="http://schemas.openxmlformats.org/officeDocument/2006/relationships/customXml" Target="../ink/ink323.xml"/><Relationship Id="rId118" Type="http://schemas.openxmlformats.org/officeDocument/2006/relationships/image" Target="../media/image630.png"/><Relationship Id="rId80" Type="http://schemas.openxmlformats.org/officeDocument/2006/relationships/image" Target="../media/image611.png"/><Relationship Id="rId85" Type="http://schemas.openxmlformats.org/officeDocument/2006/relationships/customXml" Target="../ink/ink309.xml"/><Relationship Id="rId12" Type="http://schemas.openxmlformats.org/officeDocument/2006/relationships/image" Target="../media/image577.png"/><Relationship Id="rId17" Type="http://schemas.openxmlformats.org/officeDocument/2006/relationships/customXml" Target="../ink/ink275.xml"/><Relationship Id="rId33" Type="http://schemas.openxmlformats.org/officeDocument/2006/relationships/customXml" Target="../ink/ink283.xml"/><Relationship Id="rId38" Type="http://schemas.openxmlformats.org/officeDocument/2006/relationships/image" Target="../media/image590.png"/><Relationship Id="rId59" Type="http://schemas.openxmlformats.org/officeDocument/2006/relationships/customXml" Target="../ink/ink296.xml"/><Relationship Id="rId103" Type="http://schemas.openxmlformats.org/officeDocument/2006/relationships/customXml" Target="../ink/ink318.xml"/><Relationship Id="rId108" Type="http://schemas.openxmlformats.org/officeDocument/2006/relationships/image" Target="../media/image625.png"/><Relationship Id="rId124" Type="http://schemas.openxmlformats.org/officeDocument/2006/relationships/image" Target="../media/image633.png"/><Relationship Id="rId54" Type="http://schemas.openxmlformats.org/officeDocument/2006/relationships/image" Target="../media/image598.png"/><Relationship Id="rId70" Type="http://schemas.openxmlformats.org/officeDocument/2006/relationships/image" Target="../media/image606.png"/><Relationship Id="rId75" Type="http://schemas.openxmlformats.org/officeDocument/2006/relationships/customXml" Target="../ink/ink304.xml"/><Relationship Id="rId91" Type="http://schemas.openxmlformats.org/officeDocument/2006/relationships/customXml" Target="../ink/ink312.xml"/><Relationship Id="rId96" Type="http://schemas.openxmlformats.org/officeDocument/2006/relationships/image" Target="../media/image6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4.png"/><Relationship Id="rId23" Type="http://schemas.openxmlformats.org/officeDocument/2006/relationships/customXml" Target="../ink/ink278.xml"/><Relationship Id="rId28" Type="http://schemas.openxmlformats.org/officeDocument/2006/relationships/image" Target="../media/image585.png"/><Relationship Id="rId49" Type="http://schemas.openxmlformats.org/officeDocument/2006/relationships/customXml" Target="../ink/ink291.xml"/><Relationship Id="rId114" Type="http://schemas.openxmlformats.org/officeDocument/2006/relationships/image" Target="../media/image628.png"/><Relationship Id="rId119" Type="http://schemas.openxmlformats.org/officeDocument/2006/relationships/customXml" Target="../ink/ink326.xml"/><Relationship Id="rId44" Type="http://schemas.openxmlformats.org/officeDocument/2006/relationships/image" Target="../media/image593.png"/><Relationship Id="rId60" Type="http://schemas.openxmlformats.org/officeDocument/2006/relationships/image" Target="../media/image601.png"/><Relationship Id="rId65" Type="http://schemas.openxmlformats.org/officeDocument/2006/relationships/customXml" Target="../ink/ink299.xml"/><Relationship Id="rId81" Type="http://schemas.openxmlformats.org/officeDocument/2006/relationships/customXml" Target="../ink/ink307.xml"/><Relationship Id="rId86" Type="http://schemas.openxmlformats.org/officeDocument/2006/relationships/image" Target="../media/image614.png"/><Relationship Id="rId13" Type="http://schemas.openxmlformats.org/officeDocument/2006/relationships/customXml" Target="../ink/ink273.xml"/><Relationship Id="rId18" Type="http://schemas.openxmlformats.org/officeDocument/2006/relationships/image" Target="../media/image580.png"/><Relationship Id="rId39" Type="http://schemas.openxmlformats.org/officeDocument/2006/relationships/customXml" Target="../ink/ink286.xml"/><Relationship Id="rId109" Type="http://schemas.openxmlformats.org/officeDocument/2006/relationships/customXml" Target="../ink/ink321.xml"/><Relationship Id="rId34" Type="http://schemas.openxmlformats.org/officeDocument/2006/relationships/image" Target="../media/image588.png"/><Relationship Id="rId50" Type="http://schemas.openxmlformats.org/officeDocument/2006/relationships/image" Target="../media/image596.png"/><Relationship Id="rId55" Type="http://schemas.openxmlformats.org/officeDocument/2006/relationships/customXml" Target="../ink/ink294.xml"/><Relationship Id="rId76" Type="http://schemas.openxmlformats.org/officeDocument/2006/relationships/image" Target="../media/image609.png"/><Relationship Id="rId97" Type="http://schemas.openxmlformats.org/officeDocument/2006/relationships/customXml" Target="../ink/ink315.xml"/><Relationship Id="rId104" Type="http://schemas.openxmlformats.org/officeDocument/2006/relationships/image" Target="../media/image623.png"/><Relationship Id="rId120" Type="http://schemas.openxmlformats.org/officeDocument/2006/relationships/image" Target="../media/image631.png"/><Relationship Id="rId125" Type="http://schemas.openxmlformats.org/officeDocument/2006/relationships/customXml" Target="../ink/ink329.xml"/><Relationship Id="rId7" Type="http://schemas.openxmlformats.org/officeDocument/2006/relationships/customXml" Target="../ink/ink270.xml"/><Relationship Id="rId71" Type="http://schemas.openxmlformats.org/officeDocument/2006/relationships/customXml" Target="../ink/ink302.xml"/><Relationship Id="rId92" Type="http://schemas.openxmlformats.org/officeDocument/2006/relationships/image" Target="../media/image617.png"/><Relationship Id="rId2" Type="http://schemas.openxmlformats.org/officeDocument/2006/relationships/image" Target="../media/image533.png"/><Relationship Id="rId29" Type="http://schemas.openxmlformats.org/officeDocument/2006/relationships/customXml" Target="../ink/ink281.xml"/><Relationship Id="rId24" Type="http://schemas.openxmlformats.org/officeDocument/2006/relationships/image" Target="../media/image583.png"/><Relationship Id="rId40" Type="http://schemas.openxmlformats.org/officeDocument/2006/relationships/image" Target="../media/image591.png"/><Relationship Id="rId45" Type="http://schemas.openxmlformats.org/officeDocument/2006/relationships/customXml" Target="../ink/ink289.xml"/><Relationship Id="rId66" Type="http://schemas.openxmlformats.org/officeDocument/2006/relationships/image" Target="../media/image604.png"/><Relationship Id="rId87" Type="http://schemas.openxmlformats.org/officeDocument/2006/relationships/customXml" Target="../ink/ink310.xml"/><Relationship Id="rId110" Type="http://schemas.openxmlformats.org/officeDocument/2006/relationships/image" Target="../media/image626.png"/><Relationship Id="rId115" Type="http://schemas.openxmlformats.org/officeDocument/2006/relationships/customXml" Target="../ink/ink324.xml"/><Relationship Id="rId61" Type="http://schemas.openxmlformats.org/officeDocument/2006/relationships/customXml" Target="../ink/ink297.xml"/><Relationship Id="rId82" Type="http://schemas.openxmlformats.org/officeDocument/2006/relationships/image" Target="../media/image612.png"/><Relationship Id="rId19" Type="http://schemas.openxmlformats.org/officeDocument/2006/relationships/customXml" Target="../ink/ink276.xml"/><Relationship Id="rId14" Type="http://schemas.openxmlformats.org/officeDocument/2006/relationships/image" Target="../media/image578.png"/><Relationship Id="rId30" Type="http://schemas.openxmlformats.org/officeDocument/2006/relationships/image" Target="../media/image586.png"/><Relationship Id="rId35" Type="http://schemas.openxmlformats.org/officeDocument/2006/relationships/customXml" Target="../ink/ink284.xml"/><Relationship Id="rId56" Type="http://schemas.openxmlformats.org/officeDocument/2006/relationships/image" Target="../media/image599.png"/><Relationship Id="rId77" Type="http://schemas.openxmlformats.org/officeDocument/2006/relationships/customXml" Target="../ink/ink305.xml"/><Relationship Id="rId100" Type="http://schemas.openxmlformats.org/officeDocument/2006/relationships/image" Target="../media/image621.png"/><Relationship Id="rId105" Type="http://schemas.openxmlformats.org/officeDocument/2006/relationships/customXml" Target="../ink/ink319.xml"/><Relationship Id="rId126" Type="http://schemas.openxmlformats.org/officeDocument/2006/relationships/image" Target="../media/image634.png"/><Relationship Id="rId8" Type="http://schemas.openxmlformats.org/officeDocument/2006/relationships/image" Target="../media/image575.png"/><Relationship Id="rId51" Type="http://schemas.openxmlformats.org/officeDocument/2006/relationships/customXml" Target="../ink/ink292.xml"/><Relationship Id="rId72" Type="http://schemas.openxmlformats.org/officeDocument/2006/relationships/image" Target="../media/image607.png"/><Relationship Id="rId93" Type="http://schemas.openxmlformats.org/officeDocument/2006/relationships/customXml" Target="../ink/ink313.xml"/><Relationship Id="rId98" Type="http://schemas.openxmlformats.org/officeDocument/2006/relationships/image" Target="../media/image620.png"/><Relationship Id="rId121" Type="http://schemas.openxmlformats.org/officeDocument/2006/relationships/customXml" Target="../ink/ink327.xml"/><Relationship Id="rId3" Type="http://schemas.openxmlformats.org/officeDocument/2006/relationships/customXml" Target="../ink/ink268.xml"/><Relationship Id="rId25" Type="http://schemas.openxmlformats.org/officeDocument/2006/relationships/customXml" Target="../ink/ink279.xml"/><Relationship Id="rId46" Type="http://schemas.openxmlformats.org/officeDocument/2006/relationships/image" Target="../media/image594.png"/><Relationship Id="rId67" Type="http://schemas.openxmlformats.org/officeDocument/2006/relationships/customXml" Target="../ink/ink300.xml"/><Relationship Id="rId116" Type="http://schemas.openxmlformats.org/officeDocument/2006/relationships/image" Target="../media/image629.png"/><Relationship Id="rId20" Type="http://schemas.openxmlformats.org/officeDocument/2006/relationships/image" Target="../media/image581.png"/><Relationship Id="rId41" Type="http://schemas.openxmlformats.org/officeDocument/2006/relationships/customXml" Target="../ink/ink287.xml"/><Relationship Id="rId62" Type="http://schemas.openxmlformats.org/officeDocument/2006/relationships/image" Target="../media/image602.png"/><Relationship Id="rId83" Type="http://schemas.openxmlformats.org/officeDocument/2006/relationships/customXml" Target="../ink/ink308.xml"/><Relationship Id="rId88" Type="http://schemas.openxmlformats.org/officeDocument/2006/relationships/image" Target="../media/image615.png"/><Relationship Id="rId111" Type="http://schemas.openxmlformats.org/officeDocument/2006/relationships/customXml" Target="../ink/ink322.xml"/><Relationship Id="rId15" Type="http://schemas.openxmlformats.org/officeDocument/2006/relationships/customXml" Target="../ink/ink274.xml"/><Relationship Id="rId36" Type="http://schemas.openxmlformats.org/officeDocument/2006/relationships/image" Target="../media/image589.png"/><Relationship Id="rId57" Type="http://schemas.openxmlformats.org/officeDocument/2006/relationships/customXml" Target="../ink/ink295.xml"/><Relationship Id="rId106" Type="http://schemas.openxmlformats.org/officeDocument/2006/relationships/image" Target="../media/image624.png"/><Relationship Id="rId10" Type="http://schemas.openxmlformats.org/officeDocument/2006/relationships/image" Target="../media/image576.png"/><Relationship Id="rId31" Type="http://schemas.openxmlformats.org/officeDocument/2006/relationships/customXml" Target="../ink/ink282.xml"/><Relationship Id="rId52" Type="http://schemas.openxmlformats.org/officeDocument/2006/relationships/image" Target="../media/image597.png"/><Relationship Id="rId73" Type="http://schemas.openxmlformats.org/officeDocument/2006/relationships/customXml" Target="../ink/ink303.xml"/><Relationship Id="rId78" Type="http://schemas.openxmlformats.org/officeDocument/2006/relationships/image" Target="../media/image610.png"/><Relationship Id="rId94" Type="http://schemas.openxmlformats.org/officeDocument/2006/relationships/image" Target="../media/image618.png"/><Relationship Id="rId99" Type="http://schemas.openxmlformats.org/officeDocument/2006/relationships/customXml" Target="../ink/ink316.xml"/><Relationship Id="rId101" Type="http://schemas.openxmlformats.org/officeDocument/2006/relationships/customXml" Target="../ink/ink317.xml"/><Relationship Id="rId122" Type="http://schemas.openxmlformats.org/officeDocument/2006/relationships/image" Target="../media/image632.png"/><Relationship Id="rId4" Type="http://schemas.openxmlformats.org/officeDocument/2006/relationships/image" Target="../media/image573.png"/><Relationship Id="rId9" Type="http://schemas.openxmlformats.org/officeDocument/2006/relationships/customXml" Target="../ink/ink271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9.png"/><Relationship Id="rId21" Type="http://schemas.openxmlformats.org/officeDocument/2006/relationships/image" Target="../media/image654.png"/><Relationship Id="rId42" Type="http://schemas.openxmlformats.org/officeDocument/2006/relationships/image" Target="../media/image674.png"/><Relationship Id="rId47" Type="http://schemas.openxmlformats.org/officeDocument/2006/relationships/customXml" Target="../ink/ink333.xml"/><Relationship Id="rId63" Type="http://schemas.openxmlformats.org/officeDocument/2006/relationships/customXml" Target="../ink/ink341.xml"/><Relationship Id="rId68" Type="http://schemas.openxmlformats.org/officeDocument/2006/relationships/image" Target="../media/image686.png"/><Relationship Id="rId16" Type="http://schemas.openxmlformats.org/officeDocument/2006/relationships/image" Target="../media/image649.png"/><Relationship Id="rId11" Type="http://schemas.openxmlformats.org/officeDocument/2006/relationships/image" Target="../media/image644.png"/><Relationship Id="rId32" Type="http://schemas.openxmlformats.org/officeDocument/2006/relationships/image" Target="../media/image665.png"/><Relationship Id="rId37" Type="http://schemas.openxmlformats.org/officeDocument/2006/relationships/image" Target="../media/image670.png"/><Relationship Id="rId53" Type="http://schemas.openxmlformats.org/officeDocument/2006/relationships/customXml" Target="../ink/ink336.xml"/><Relationship Id="rId58" Type="http://schemas.openxmlformats.org/officeDocument/2006/relationships/image" Target="../media/image681.png"/><Relationship Id="rId74" Type="http://schemas.openxmlformats.org/officeDocument/2006/relationships/image" Target="../media/image689.png"/><Relationship Id="rId79" Type="http://schemas.openxmlformats.org/officeDocument/2006/relationships/customXml" Target="../ink/ink349.xml"/><Relationship Id="rId5" Type="http://schemas.openxmlformats.org/officeDocument/2006/relationships/image" Target="../media/image638.png"/><Relationship Id="rId61" Type="http://schemas.openxmlformats.org/officeDocument/2006/relationships/customXml" Target="../ink/ink340.xml"/><Relationship Id="rId82" Type="http://schemas.openxmlformats.org/officeDocument/2006/relationships/image" Target="../media/image693.png"/><Relationship Id="rId19" Type="http://schemas.openxmlformats.org/officeDocument/2006/relationships/image" Target="../media/image652.png"/><Relationship Id="rId14" Type="http://schemas.openxmlformats.org/officeDocument/2006/relationships/image" Target="../media/image647.png"/><Relationship Id="rId22" Type="http://schemas.openxmlformats.org/officeDocument/2006/relationships/image" Target="../media/image655.png"/><Relationship Id="rId27" Type="http://schemas.openxmlformats.org/officeDocument/2006/relationships/image" Target="../media/image660.png"/><Relationship Id="rId30" Type="http://schemas.openxmlformats.org/officeDocument/2006/relationships/image" Target="../media/image663.png"/><Relationship Id="rId35" Type="http://schemas.openxmlformats.org/officeDocument/2006/relationships/image" Target="../media/image668.png"/><Relationship Id="rId43" Type="http://schemas.openxmlformats.org/officeDocument/2006/relationships/customXml" Target="../ink/ink331.xml"/><Relationship Id="rId48" Type="http://schemas.openxmlformats.org/officeDocument/2006/relationships/image" Target="../media/image376.png"/><Relationship Id="rId56" Type="http://schemas.openxmlformats.org/officeDocument/2006/relationships/image" Target="../media/image680.png"/><Relationship Id="rId64" Type="http://schemas.openxmlformats.org/officeDocument/2006/relationships/image" Target="../media/image684.png"/><Relationship Id="rId69" Type="http://schemas.openxmlformats.org/officeDocument/2006/relationships/customXml" Target="../ink/ink344.xml"/><Relationship Id="rId77" Type="http://schemas.openxmlformats.org/officeDocument/2006/relationships/customXml" Target="../ink/ink348.xml"/><Relationship Id="rId8" Type="http://schemas.openxmlformats.org/officeDocument/2006/relationships/image" Target="../media/image641.png"/><Relationship Id="rId51" Type="http://schemas.openxmlformats.org/officeDocument/2006/relationships/customXml" Target="../ink/ink335.xml"/><Relationship Id="rId72" Type="http://schemas.openxmlformats.org/officeDocument/2006/relationships/image" Target="../media/image688.png"/><Relationship Id="rId80" Type="http://schemas.openxmlformats.org/officeDocument/2006/relationships/image" Target="../media/image692.png"/><Relationship Id="rId3" Type="http://schemas.openxmlformats.org/officeDocument/2006/relationships/image" Target="../media/image636.png"/><Relationship Id="rId12" Type="http://schemas.openxmlformats.org/officeDocument/2006/relationships/image" Target="../media/image645.png"/><Relationship Id="rId17" Type="http://schemas.openxmlformats.org/officeDocument/2006/relationships/image" Target="../media/image650.png"/><Relationship Id="rId25" Type="http://schemas.openxmlformats.org/officeDocument/2006/relationships/image" Target="../media/image658.png"/><Relationship Id="rId33" Type="http://schemas.openxmlformats.org/officeDocument/2006/relationships/image" Target="../media/image666.png"/><Relationship Id="rId38" Type="http://schemas.openxmlformats.org/officeDocument/2006/relationships/image" Target="../media/image671.png"/><Relationship Id="rId46" Type="http://schemas.openxmlformats.org/officeDocument/2006/relationships/image" Target="../media/image676.png"/><Relationship Id="rId59" Type="http://schemas.openxmlformats.org/officeDocument/2006/relationships/customXml" Target="../ink/ink339.xml"/><Relationship Id="rId67" Type="http://schemas.openxmlformats.org/officeDocument/2006/relationships/customXml" Target="../ink/ink343.xml"/><Relationship Id="rId20" Type="http://schemas.openxmlformats.org/officeDocument/2006/relationships/image" Target="../media/image653.png"/><Relationship Id="rId41" Type="http://schemas.openxmlformats.org/officeDocument/2006/relationships/customXml" Target="../ink/ink330.xml"/><Relationship Id="rId54" Type="http://schemas.openxmlformats.org/officeDocument/2006/relationships/image" Target="../media/image679.png"/><Relationship Id="rId62" Type="http://schemas.openxmlformats.org/officeDocument/2006/relationships/image" Target="../media/image683.png"/><Relationship Id="rId70" Type="http://schemas.openxmlformats.org/officeDocument/2006/relationships/image" Target="../media/image687.png"/><Relationship Id="rId75" Type="http://schemas.openxmlformats.org/officeDocument/2006/relationships/customXml" Target="../ink/ink34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9.png"/><Relationship Id="rId15" Type="http://schemas.openxmlformats.org/officeDocument/2006/relationships/image" Target="../media/image648.png"/><Relationship Id="rId23" Type="http://schemas.openxmlformats.org/officeDocument/2006/relationships/image" Target="../media/image656.png"/><Relationship Id="rId28" Type="http://schemas.openxmlformats.org/officeDocument/2006/relationships/image" Target="../media/image661.png"/><Relationship Id="rId36" Type="http://schemas.openxmlformats.org/officeDocument/2006/relationships/image" Target="../media/image669.png"/><Relationship Id="rId49" Type="http://schemas.openxmlformats.org/officeDocument/2006/relationships/customXml" Target="../ink/ink334.xml"/><Relationship Id="rId57" Type="http://schemas.openxmlformats.org/officeDocument/2006/relationships/customXml" Target="../ink/ink338.xml"/><Relationship Id="rId10" Type="http://schemas.openxmlformats.org/officeDocument/2006/relationships/image" Target="../media/image643.png"/><Relationship Id="rId31" Type="http://schemas.openxmlformats.org/officeDocument/2006/relationships/image" Target="../media/image664.png"/><Relationship Id="rId44" Type="http://schemas.openxmlformats.org/officeDocument/2006/relationships/image" Target="../media/image675.png"/><Relationship Id="rId52" Type="http://schemas.openxmlformats.org/officeDocument/2006/relationships/image" Target="../media/image678.png"/><Relationship Id="rId60" Type="http://schemas.openxmlformats.org/officeDocument/2006/relationships/image" Target="../media/image682.png"/><Relationship Id="rId65" Type="http://schemas.openxmlformats.org/officeDocument/2006/relationships/customXml" Target="../ink/ink342.xml"/><Relationship Id="rId73" Type="http://schemas.openxmlformats.org/officeDocument/2006/relationships/customXml" Target="../ink/ink346.xml"/><Relationship Id="rId78" Type="http://schemas.openxmlformats.org/officeDocument/2006/relationships/image" Target="../media/image691.png"/><Relationship Id="rId81" Type="http://schemas.openxmlformats.org/officeDocument/2006/relationships/customXml" Target="../ink/ink350.xml"/><Relationship Id="rId4" Type="http://schemas.openxmlformats.org/officeDocument/2006/relationships/image" Target="../media/image637.png"/><Relationship Id="rId9" Type="http://schemas.openxmlformats.org/officeDocument/2006/relationships/image" Target="../media/image642.png"/><Relationship Id="rId13" Type="http://schemas.openxmlformats.org/officeDocument/2006/relationships/image" Target="../media/image646.png"/><Relationship Id="rId18" Type="http://schemas.openxmlformats.org/officeDocument/2006/relationships/image" Target="../media/image651.png"/><Relationship Id="rId39" Type="http://schemas.openxmlformats.org/officeDocument/2006/relationships/image" Target="../media/image672.png"/><Relationship Id="rId34" Type="http://schemas.openxmlformats.org/officeDocument/2006/relationships/image" Target="../media/image667.png"/><Relationship Id="rId50" Type="http://schemas.openxmlformats.org/officeDocument/2006/relationships/image" Target="../media/image677.png"/><Relationship Id="rId55" Type="http://schemas.openxmlformats.org/officeDocument/2006/relationships/customXml" Target="../ink/ink337.xml"/><Relationship Id="rId76" Type="http://schemas.openxmlformats.org/officeDocument/2006/relationships/image" Target="../media/image690.png"/><Relationship Id="rId7" Type="http://schemas.openxmlformats.org/officeDocument/2006/relationships/image" Target="../media/image640.png"/><Relationship Id="rId71" Type="http://schemas.openxmlformats.org/officeDocument/2006/relationships/customXml" Target="../ink/ink345.xml"/><Relationship Id="rId2" Type="http://schemas.openxmlformats.org/officeDocument/2006/relationships/image" Target="../media/image635.jpg"/><Relationship Id="rId29" Type="http://schemas.openxmlformats.org/officeDocument/2006/relationships/image" Target="../media/image662.png"/><Relationship Id="rId24" Type="http://schemas.openxmlformats.org/officeDocument/2006/relationships/image" Target="../media/image657.png"/><Relationship Id="rId40" Type="http://schemas.openxmlformats.org/officeDocument/2006/relationships/image" Target="../media/image673.png"/><Relationship Id="rId45" Type="http://schemas.openxmlformats.org/officeDocument/2006/relationships/customXml" Target="../ink/ink332.xml"/><Relationship Id="rId66" Type="http://schemas.openxmlformats.org/officeDocument/2006/relationships/image" Target="../media/image68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6.png"/><Relationship Id="rId13" Type="http://schemas.openxmlformats.org/officeDocument/2006/relationships/customXml" Target="../ink/ink356.xml"/><Relationship Id="rId18" Type="http://schemas.openxmlformats.org/officeDocument/2006/relationships/image" Target="../media/image701.png"/><Relationship Id="rId26" Type="http://schemas.openxmlformats.org/officeDocument/2006/relationships/image" Target="../media/image705.png"/><Relationship Id="rId3" Type="http://schemas.openxmlformats.org/officeDocument/2006/relationships/customXml" Target="../ink/ink351.xml"/><Relationship Id="rId21" Type="http://schemas.openxmlformats.org/officeDocument/2006/relationships/customXml" Target="../ink/ink360.xml"/><Relationship Id="rId7" Type="http://schemas.openxmlformats.org/officeDocument/2006/relationships/customXml" Target="../ink/ink353.xml"/><Relationship Id="rId12" Type="http://schemas.openxmlformats.org/officeDocument/2006/relationships/image" Target="../media/image698.png"/><Relationship Id="rId17" Type="http://schemas.openxmlformats.org/officeDocument/2006/relationships/customXml" Target="../ink/ink358.xml"/><Relationship Id="rId25" Type="http://schemas.openxmlformats.org/officeDocument/2006/relationships/customXml" Target="../ink/ink362.xml"/><Relationship Id="rId2" Type="http://schemas.openxmlformats.org/officeDocument/2006/relationships/image" Target="../media/image635.jpg"/><Relationship Id="rId16" Type="http://schemas.openxmlformats.org/officeDocument/2006/relationships/image" Target="../media/image700.png"/><Relationship Id="rId20" Type="http://schemas.openxmlformats.org/officeDocument/2006/relationships/image" Target="../media/image702.png"/><Relationship Id="rId29" Type="http://schemas.openxmlformats.org/officeDocument/2006/relationships/customXml" Target="../ink/ink36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5.png"/><Relationship Id="rId11" Type="http://schemas.openxmlformats.org/officeDocument/2006/relationships/customXml" Target="../ink/ink355.xml"/><Relationship Id="rId24" Type="http://schemas.openxmlformats.org/officeDocument/2006/relationships/image" Target="../media/image704.png"/><Relationship Id="rId32" Type="http://schemas.openxmlformats.org/officeDocument/2006/relationships/image" Target="../media/image708.png"/><Relationship Id="rId5" Type="http://schemas.openxmlformats.org/officeDocument/2006/relationships/customXml" Target="../ink/ink352.xml"/><Relationship Id="rId15" Type="http://schemas.openxmlformats.org/officeDocument/2006/relationships/customXml" Target="../ink/ink357.xml"/><Relationship Id="rId23" Type="http://schemas.openxmlformats.org/officeDocument/2006/relationships/customXml" Target="../ink/ink361.xml"/><Relationship Id="rId28" Type="http://schemas.openxmlformats.org/officeDocument/2006/relationships/image" Target="../media/image706.png"/><Relationship Id="rId10" Type="http://schemas.openxmlformats.org/officeDocument/2006/relationships/image" Target="../media/image697.png"/><Relationship Id="rId19" Type="http://schemas.openxmlformats.org/officeDocument/2006/relationships/customXml" Target="../ink/ink359.xml"/><Relationship Id="rId31" Type="http://schemas.openxmlformats.org/officeDocument/2006/relationships/customXml" Target="../ink/ink365.xml"/><Relationship Id="rId4" Type="http://schemas.openxmlformats.org/officeDocument/2006/relationships/image" Target="../media/image694.png"/><Relationship Id="rId9" Type="http://schemas.openxmlformats.org/officeDocument/2006/relationships/customXml" Target="../ink/ink354.xml"/><Relationship Id="rId14" Type="http://schemas.openxmlformats.org/officeDocument/2006/relationships/image" Target="../media/image699.png"/><Relationship Id="rId22" Type="http://schemas.openxmlformats.org/officeDocument/2006/relationships/image" Target="../media/image703.png"/><Relationship Id="rId27" Type="http://schemas.openxmlformats.org/officeDocument/2006/relationships/customXml" Target="../ink/ink363.xml"/><Relationship Id="rId30" Type="http://schemas.openxmlformats.org/officeDocument/2006/relationships/image" Target="../media/image707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0.png"/><Relationship Id="rId18" Type="http://schemas.openxmlformats.org/officeDocument/2006/relationships/image" Target="../media/image725.png"/><Relationship Id="rId26" Type="http://schemas.openxmlformats.org/officeDocument/2006/relationships/image" Target="../media/image733.png"/><Relationship Id="rId39" Type="http://schemas.openxmlformats.org/officeDocument/2006/relationships/image" Target="../media/image746.png"/><Relationship Id="rId21" Type="http://schemas.openxmlformats.org/officeDocument/2006/relationships/image" Target="../media/image728.png"/><Relationship Id="rId34" Type="http://schemas.openxmlformats.org/officeDocument/2006/relationships/image" Target="../media/image741.png"/><Relationship Id="rId7" Type="http://schemas.openxmlformats.org/officeDocument/2006/relationships/image" Target="../media/image714.png"/><Relationship Id="rId2" Type="http://schemas.openxmlformats.org/officeDocument/2006/relationships/image" Target="../media/image709.jpg"/><Relationship Id="rId16" Type="http://schemas.openxmlformats.org/officeDocument/2006/relationships/image" Target="../media/image723.png"/><Relationship Id="rId20" Type="http://schemas.openxmlformats.org/officeDocument/2006/relationships/image" Target="../media/image727.png"/><Relationship Id="rId29" Type="http://schemas.openxmlformats.org/officeDocument/2006/relationships/image" Target="../media/image736.png"/><Relationship Id="rId41" Type="http://schemas.openxmlformats.org/officeDocument/2006/relationships/image" Target="../media/image7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13.png"/><Relationship Id="rId11" Type="http://schemas.openxmlformats.org/officeDocument/2006/relationships/image" Target="../media/image718.png"/><Relationship Id="rId24" Type="http://schemas.openxmlformats.org/officeDocument/2006/relationships/image" Target="../media/image731.png"/><Relationship Id="rId32" Type="http://schemas.openxmlformats.org/officeDocument/2006/relationships/image" Target="../media/image739.png"/><Relationship Id="rId37" Type="http://schemas.openxmlformats.org/officeDocument/2006/relationships/image" Target="../media/image744.png"/><Relationship Id="rId40" Type="http://schemas.openxmlformats.org/officeDocument/2006/relationships/image" Target="../media/image747.png"/><Relationship Id="rId5" Type="http://schemas.openxmlformats.org/officeDocument/2006/relationships/image" Target="../media/image712.png"/><Relationship Id="rId15" Type="http://schemas.openxmlformats.org/officeDocument/2006/relationships/image" Target="../media/image722.png"/><Relationship Id="rId23" Type="http://schemas.openxmlformats.org/officeDocument/2006/relationships/image" Target="../media/image730.png"/><Relationship Id="rId28" Type="http://schemas.openxmlformats.org/officeDocument/2006/relationships/image" Target="../media/image735.png"/><Relationship Id="rId36" Type="http://schemas.openxmlformats.org/officeDocument/2006/relationships/image" Target="../media/image743.png"/><Relationship Id="rId10" Type="http://schemas.openxmlformats.org/officeDocument/2006/relationships/image" Target="../media/image717.png"/><Relationship Id="rId19" Type="http://schemas.openxmlformats.org/officeDocument/2006/relationships/image" Target="../media/image726.png"/><Relationship Id="rId31" Type="http://schemas.openxmlformats.org/officeDocument/2006/relationships/image" Target="../media/image738.png"/><Relationship Id="rId4" Type="http://schemas.openxmlformats.org/officeDocument/2006/relationships/image" Target="../media/image711.jpg"/><Relationship Id="rId9" Type="http://schemas.openxmlformats.org/officeDocument/2006/relationships/image" Target="../media/image716.png"/><Relationship Id="rId14" Type="http://schemas.openxmlformats.org/officeDocument/2006/relationships/image" Target="../media/image721.png"/><Relationship Id="rId22" Type="http://schemas.openxmlformats.org/officeDocument/2006/relationships/image" Target="../media/image729.png"/><Relationship Id="rId27" Type="http://schemas.openxmlformats.org/officeDocument/2006/relationships/image" Target="../media/image734.png"/><Relationship Id="rId30" Type="http://schemas.openxmlformats.org/officeDocument/2006/relationships/image" Target="../media/image737.png"/><Relationship Id="rId35" Type="http://schemas.openxmlformats.org/officeDocument/2006/relationships/image" Target="../media/image742.png"/><Relationship Id="rId8" Type="http://schemas.openxmlformats.org/officeDocument/2006/relationships/image" Target="../media/image715.png"/><Relationship Id="rId3" Type="http://schemas.openxmlformats.org/officeDocument/2006/relationships/image" Target="../media/image710.jpg"/><Relationship Id="rId12" Type="http://schemas.openxmlformats.org/officeDocument/2006/relationships/image" Target="../media/image719.png"/><Relationship Id="rId17" Type="http://schemas.openxmlformats.org/officeDocument/2006/relationships/image" Target="../media/image724.png"/><Relationship Id="rId25" Type="http://schemas.openxmlformats.org/officeDocument/2006/relationships/image" Target="../media/image732.png"/><Relationship Id="rId33" Type="http://schemas.openxmlformats.org/officeDocument/2006/relationships/image" Target="../media/image740.png"/><Relationship Id="rId38" Type="http://schemas.openxmlformats.org/officeDocument/2006/relationships/image" Target="../media/image74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1.xml"/><Relationship Id="rId18" Type="http://schemas.openxmlformats.org/officeDocument/2006/relationships/image" Target="../media/image756.png"/><Relationship Id="rId26" Type="http://schemas.openxmlformats.org/officeDocument/2006/relationships/image" Target="../media/image760.png"/><Relationship Id="rId39" Type="http://schemas.openxmlformats.org/officeDocument/2006/relationships/customXml" Target="../ink/ink384.xml"/><Relationship Id="rId21" Type="http://schemas.openxmlformats.org/officeDocument/2006/relationships/customXml" Target="../ink/ink375.xml"/><Relationship Id="rId34" Type="http://schemas.openxmlformats.org/officeDocument/2006/relationships/image" Target="../media/image764.png"/><Relationship Id="rId42" Type="http://schemas.openxmlformats.org/officeDocument/2006/relationships/image" Target="../media/image768.png"/><Relationship Id="rId47" Type="http://schemas.openxmlformats.org/officeDocument/2006/relationships/customXml" Target="../ink/ink388.xml"/><Relationship Id="rId50" Type="http://schemas.openxmlformats.org/officeDocument/2006/relationships/image" Target="../media/image772.png"/><Relationship Id="rId55" Type="http://schemas.openxmlformats.org/officeDocument/2006/relationships/customXml" Target="../ink/ink392.xml"/><Relationship Id="rId63" Type="http://schemas.openxmlformats.org/officeDocument/2006/relationships/customXml" Target="../ink/ink396.xml"/><Relationship Id="rId7" Type="http://schemas.openxmlformats.org/officeDocument/2006/relationships/customXml" Target="../ink/ink368.xml"/><Relationship Id="rId2" Type="http://schemas.openxmlformats.org/officeDocument/2006/relationships/image" Target="../media/image711.jpg"/><Relationship Id="rId16" Type="http://schemas.openxmlformats.org/officeDocument/2006/relationships/image" Target="../media/image755.png"/><Relationship Id="rId29" Type="http://schemas.openxmlformats.org/officeDocument/2006/relationships/customXml" Target="../ink/ink379.xml"/><Relationship Id="rId11" Type="http://schemas.openxmlformats.org/officeDocument/2006/relationships/customXml" Target="../ink/ink370.xml"/><Relationship Id="rId24" Type="http://schemas.openxmlformats.org/officeDocument/2006/relationships/image" Target="../media/image759.png"/><Relationship Id="rId32" Type="http://schemas.openxmlformats.org/officeDocument/2006/relationships/image" Target="../media/image763.png"/><Relationship Id="rId37" Type="http://schemas.openxmlformats.org/officeDocument/2006/relationships/customXml" Target="../ink/ink383.xml"/><Relationship Id="rId40" Type="http://schemas.openxmlformats.org/officeDocument/2006/relationships/image" Target="../media/image767.png"/><Relationship Id="rId45" Type="http://schemas.openxmlformats.org/officeDocument/2006/relationships/customXml" Target="../ink/ink387.xml"/><Relationship Id="rId53" Type="http://schemas.openxmlformats.org/officeDocument/2006/relationships/customXml" Target="../ink/ink391.xml"/><Relationship Id="rId58" Type="http://schemas.openxmlformats.org/officeDocument/2006/relationships/image" Target="../media/image776.png"/><Relationship Id="rId5" Type="http://schemas.openxmlformats.org/officeDocument/2006/relationships/customXml" Target="../ink/ink367.xml"/><Relationship Id="rId61" Type="http://schemas.openxmlformats.org/officeDocument/2006/relationships/customXml" Target="../ink/ink395.xml"/><Relationship Id="rId19" Type="http://schemas.openxmlformats.org/officeDocument/2006/relationships/customXml" Target="../ink/ink374.xml"/><Relationship Id="rId14" Type="http://schemas.openxmlformats.org/officeDocument/2006/relationships/image" Target="../media/image754.png"/><Relationship Id="rId22" Type="http://schemas.openxmlformats.org/officeDocument/2006/relationships/image" Target="../media/image758.png"/><Relationship Id="rId27" Type="http://schemas.openxmlformats.org/officeDocument/2006/relationships/customXml" Target="../ink/ink378.xml"/><Relationship Id="rId30" Type="http://schemas.openxmlformats.org/officeDocument/2006/relationships/image" Target="../media/image762.png"/><Relationship Id="rId35" Type="http://schemas.openxmlformats.org/officeDocument/2006/relationships/customXml" Target="../ink/ink382.xml"/><Relationship Id="rId43" Type="http://schemas.openxmlformats.org/officeDocument/2006/relationships/customXml" Target="../ink/ink386.xml"/><Relationship Id="rId48" Type="http://schemas.openxmlformats.org/officeDocument/2006/relationships/image" Target="../media/image771.png"/><Relationship Id="rId56" Type="http://schemas.openxmlformats.org/officeDocument/2006/relationships/image" Target="../media/image775.png"/><Relationship Id="rId64" Type="http://schemas.openxmlformats.org/officeDocument/2006/relationships/image" Target="../media/image779.png"/><Relationship Id="rId8" Type="http://schemas.openxmlformats.org/officeDocument/2006/relationships/image" Target="../media/image751.png"/><Relationship Id="rId51" Type="http://schemas.openxmlformats.org/officeDocument/2006/relationships/customXml" Target="../ink/ink390.xml"/><Relationship Id="rId3" Type="http://schemas.openxmlformats.org/officeDocument/2006/relationships/customXml" Target="../ink/ink366.xml"/><Relationship Id="rId12" Type="http://schemas.openxmlformats.org/officeDocument/2006/relationships/image" Target="../media/image753.png"/><Relationship Id="rId17" Type="http://schemas.openxmlformats.org/officeDocument/2006/relationships/customXml" Target="../ink/ink373.xml"/><Relationship Id="rId25" Type="http://schemas.openxmlformats.org/officeDocument/2006/relationships/customXml" Target="../ink/ink377.xml"/><Relationship Id="rId33" Type="http://schemas.openxmlformats.org/officeDocument/2006/relationships/customXml" Target="../ink/ink381.xml"/><Relationship Id="rId38" Type="http://schemas.openxmlformats.org/officeDocument/2006/relationships/image" Target="../media/image766.png"/><Relationship Id="rId46" Type="http://schemas.openxmlformats.org/officeDocument/2006/relationships/image" Target="../media/image770.png"/><Relationship Id="rId59" Type="http://schemas.openxmlformats.org/officeDocument/2006/relationships/customXml" Target="../ink/ink394.xml"/><Relationship Id="rId20" Type="http://schemas.openxmlformats.org/officeDocument/2006/relationships/image" Target="../media/image757.png"/><Relationship Id="rId41" Type="http://schemas.openxmlformats.org/officeDocument/2006/relationships/customXml" Target="../ink/ink385.xml"/><Relationship Id="rId54" Type="http://schemas.openxmlformats.org/officeDocument/2006/relationships/image" Target="../media/image774.png"/><Relationship Id="rId62" Type="http://schemas.openxmlformats.org/officeDocument/2006/relationships/image" Target="../media/image77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0.png"/><Relationship Id="rId15" Type="http://schemas.openxmlformats.org/officeDocument/2006/relationships/customXml" Target="../ink/ink372.xml"/><Relationship Id="rId23" Type="http://schemas.openxmlformats.org/officeDocument/2006/relationships/customXml" Target="../ink/ink376.xml"/><Relationship Id="rId28" Type="http://schemas.openxmlformats.org/officeDocument/2006/relationships/image" Target="../media/image761.png"/><Relationship Id="rId36" Type="http://schemas.openxmlformats.org/officeDocument/2006/relationships/image" Target="../media/image765.png"/><Relationship Id="rId49" Type="http://schemas.openxmlformats.org/officeDocument/2006/relationships/customXml" Target="../ink/ink389.xml"/><Relationship Id="rId57" Type="http://schemas.openxmlformats.org/officeDocument/2006/relationships/customXml" Target="../ink/ink393.xml"/><Relationship Id="rId10" Type="http://schemas.openxmlformats.org/officeDocument/2006/relationships/image" Target="../media/image752.png"/><Relationship Id="rId31" Type="http://schemas.openxmlformats.org/officeDocument/2006/relationships/customXml" Target="../ink/ink380.xml"/><Relationship Id="rId44" Type="http://schemas.openxmlformats.org/officeDocument/2006/relationships/image" Target="../media/image769.png"/><Relationship Id="rId52" Type="http://schemas.openxmlformats.org/officeDocument/2006/relationships/image" Target="../media/image773.png"/><Relationship Id="rId60" Type="http://schemas.openxmlformats.org/officeDocument/2006/relationships/image" Target="../media/image777.png"/><Relationship Id="rId4" Type="http://schemas.openxmlformats.org/officeDocument/2006/relationships/image" Target="../media/image749.png"/><Relationship Id="rId9" Type="http://schemas.openxmlformats.org/officeDocument/2006/relationships/customXml" Target="../ink/ink369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04.png"/><Relationship Id="rId21" Type="http://schemas.openxmlformats.org/officeDocument/2006/relationships/image" Target="../media/image799.png"/><Relationship Id="rId42" Type="http://schemas.openxmlformats.org/officeDocument/2006/relationships/image" Target="../media/image820.png"/><Relationship Id="rId47" Type="http://schemas.openxmlformats.org/officeDocument/2006/relationships/image" Target="../media/image825.png"/><Relationship Id="rId63" Type="http://schemas.openxmlformats.org/officeDocument/2006/relationships/image" Target="../media/image841.png"/><Relationship Id="rId68" Type="http://schemas.openxmlformats.org/officeDocument/2006/relationships/image" Target="../media/image846.png"/><Relationship Id="rId7" Type="http://schemas.openxmlformats.org/officeDocument/2006/relationships/image" Target="../media/image785.png"/><Relationship Id="rId71" Type="http://schemas.openxmlformats.org/officeDocument/2006/relationships/image" Target="../media/image849.png"/><Relationship Id="rId2" Type="http://schemas.openxmlformats.org/officeDocument/2006/relationships/image" Target="../media/image780.jpg"/><Relationship Id="rId16" Type="http://schemas.openxmlformats.org/officeDocument/2006/relationships/image" Target="../media/image794.png"/><Relationship Id="rId29" Type="http://schemas.openxmlformats.org/officeDocument/2006/relationships/image" Target="../media/image807.png"/><Relationship Id="rId11" Type="http://schemas.openxmlformats.org/officeDocument/2006/relationships/image" Target="../media/image789.png"/><Relationship Id="rId24" Type="http://schemas.openxmlformats.org/officeDocument/2006/relationships/image" Target="../media/image802.png"/><Relationship Id="rId32" Type="http://schemas.openxmlformats.org/officeDocument/2006/relationships/image" Target="../media/image810.png"/><Relationship Id="rId37" Type="http://schemas.openxmlformats.org/officeDocument/2006/relationships/image" Target="../media/image815.png"/><Relationship Id="rId40" Type="http://schemas.openxmlformats.org/officeDocument/2006/relationships/image" Target="../media/image818.png"/><Relationship Id="rId45" Type="http://schemas.openxmlformats.org/officeDocument/2006/relationships/image" Target="../media/image823.png"/><Relationship Id="rId53" Type="http://schemas.openxmlformats.org/officeDocument/2006/relationships/image" Target="../media/image831.png"/><Relationship Id="rId58" Type="http://schemas.openxmlformats.org/officeDocument/2006/relationships/image" Target="../media/image836.png"/><Relationship Id="rId66" Type="http://schemas.openxmlformats.org/officeDocument/2006/relationships/image" Target="../media/image844.png"/><Relationship Id="rId5" Type="http://schemas.openxmlformats.org/officeDocument/2006/relationships/image" Target="../media/image783.png"/><Relationship Id="rId61" Type="http://schemas.openxmlformats.org/officeDocument/2006/relationships/image" Target="../media/image839.png"/><Relationship Id="rId19" Type="http://schemas.openxmlformats.org/officeDocument/2006/relationships/image" Target="../media/image797.png"/><Relationship Id="rId14" Type="http://schemas.openxmlformats.org/officeDocument/2006/relationships/image" Target="../media/image792.png"/><Relationship Id="rId22" Type="http://schemas.openxmlformats.org/officeDocument/2006/relationships/image" Target="../media/image800.png"/><Relationship Id="rId27" Type="http://schemas.openxmlformats.org/officeDocument/2006/relationships/image" Target="../media/image805.png"/><Relationship Id="rId30" Type="http://schemas.openxmlformats.org/officeDocument/2006/relationships/image" Target="../media/image808.png"/><Relationship Id="rId35" Type="http://schemas.openxmlformats.org/officeDocument/2006/relationships/image" Target="../media/image813.png"/><Relationship Id="rId43" Type="http://schemas.openxmlformats.org/officeDocument/2006/relationships/image" Target="../media/image821.png"/><Relationship Id="rId48" Type="http://schemas.openxmlformats.org/officeDocument/2006/relationships/image" Target="../media/image826.png"/><Relationship Id="rId56" Type="http://schemas.openxmlformats.org/officeDocument/2006/relationships/image" Target="../media/image834.png"/><Relationship Id="rId64" Type="http://schemas.openxmlformats.org/officeDocument/2006/relationships/image" Target="../media/image842.png"/><Relationship Id="rId69" Type="http://schemas.openxmlformats.org/officeDocument/2006/relationships/image" Target="../media/image847.png"/><Relationship Id="rId8" Type="http://schemas.openxmlformats.org/officeDocument/2006/relationships/image" Target="../media/image786.png"/><Relationship Id="rId51" Type="http://schemas.openxmlformats.org/officeDocument/2006/relationships/image" Target="../media/image829.png"/><Relationship Id="rId3" Type="http://schemas.openxmlformats.org/officeDocument/2006/relationships/image" Target="../media/image781.png"/><Relationship Id="rId12" Type="http://schemas.openxmlformats.org/officeDocument/2006/relationships/image" Target="../media/image790.png"/><Relationship Id="rId17" Type="http://schemas.openxmlformats.org/officeDocument/2006/relationships/image" Target="../media/image795.png"/><Relationship Id="rId25" Type="http://schemas.openxmlformats.org/officeDocument/2006/relationships/image" Target="../media/image803.png"/><Relationship Id="rId33" Type="http://schemas.openxmlformats.org/officeDocument/2006/relationships/image" Target="../media/image811.png"/><Relationship Id="rId38" Type="http://schemas.openxmlformats.org/officeDocument/2006/relationships/image" Target="../media/image816.png"/><Relationship Id="rId46" Type="http://schemas.openxmlformats.org/officeDocument/2006/relationships/image" Target="../media/image824.png"/><Relationship Id="rId59" Type="http://schemas.openxmlformats.org/officeDocument/2006/relationships/image" Target="../media/image837.png"/><Relationship Id="rId67" Type="http://schemas.openxmlformats.org/officeDocument/2006/relationships/image" Target="../media/image845.png"/><Relationship Id="rId20" Type="http://schemas.openxmlformats.org/officeDocument/2006/relationships/image" Target="../media/image798.png"/><Relationship Id="rId41" Type="http://schemas.openxmlformats.org/officeDocument/2006/relationships/image" Target="../media/image819.png"/><Relationship Id="rId54" Type="http://schemas.openxmlformats.org/officeDocument/2006/relationships/image" Target="../media/image832.png"/><Relationship Id="rId62" Type="http://schemas.openxmlformats.org/officeDocument/2006/relationships/image" Target="../media/image840.png"/><Relationship Id="rId70" Type="http://schemas.openxmlformats.org/officeDocument/2006/relationships/image" Target="../media/image8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4.png"/><Relationship Id="rId15" Type="http://schemas.openxmlformats.org/officeDocument/2006/relationships/image" Target="../media/image793.png"/><Relationship Id="rId23" Type="http://schemas.openxmlformats.org/officeDocument/2006/relationships/image" Target="../media/image801.png"/><Relationship Id="rId28" Type="http://schemas.openxmlformats.org/officeDocument/2006/relationships/image" Target="../media/image806.png"/><Relationship Id="rId36" Type="http://schemas.openxmlformats.org/officeDocument/2006/relationships/image" Target="../media/image814.png"/><Relationship Id="rId49" Type="http://schemas.openxmlformats.org/officeDocument/2006/relationships/image" Target="../media/image827.png"/><Relationship Id="rId57" Type="http://schemas.openxmlformats.org/officeDocument/2006/relationships/image" Target="../media/image835.png"/><Relationship Id="rId10" Type="http://schemas.openxmlformats.org/officeDocument/2006/relationships/image" Target="../media/image788.png"/><Relationship Id="rId31" Type="http://schemas.openxmlformats.org/officeDocument/2006/relationships/image" Target="../media/image809.png"/><Relationship Id="rId44" Type="http://schemas.openxmlformats.org/officeDocument/2006/relationships/image" Target="../media/image822.png"/><Relationship Id="rId52" Type="http://schemas.openxmlformats.org/officeDocument/2006/relationships/image" Target="../media/image830.png"/><Relationship Id="rId60" Type="http://schemas.openxmlformats.org/officeDocument/2006/relationships/image" Target="../media/image838.png"/><Relationship Id="rId65" Type="http://schemas.openxmlformats.org/officeDocument/2006/relationships/image" Target="../media/image843.png"/><Relationship Id="rId4" Type="http://schemas.openxmlformats.org/officeDocument/2006/relationships/image" Target="../media/image782.jpg"/><Relationship Id="rId9" Type="http://schemas.openxmlformats.org/officeDocument/2006/relationships/image" Target="../media/image787.png"/><Relationship Id="rId13" Type="http://schemas.openxmlformats.org/officeDocument/2006/relationships/image" Target="../media/image791.png"/><Relationship Id="rId18" Type="http://schemas.openxmlformats.org/officeDocument/2006/relationships/image" Target="../media/image796.png"/><Relationship Id="rId39" Type="http://schemas.openxmlformats.org/officeDocument/2006/relationships/image" Target="../media/image817.png"/><Relationship Id="rId34" Type="http://schemas.openxmlformats.org/officeDocument/2006/relationships/image" Target="../media/image812.png"/><Relationship Id="rId50" Type="http://schemas.openxmlformats.org/officeDocument/2006/relationships/image" Target="../media/image828.png"/><Relationship Id="rId55" Type="http://schemas.openxmlformats.org/officeDocument/2006/relationships/image" Target="../media/image833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54.xml"/><Relationship Id="rId21" Type="http://schemas.openxmlformats.org/officeDocument/2006/relationships/customXml" Target="../ink/ink406.xml"/><Relationship Id="rId63" Type="http://schemas.openxmlformats.org/officeDocument/2006/relationships/customXml" Target="../ink/ink427.xml"/><Relationship Id="rId159" Type="http://schemas.openxmlformats.org/officeDocument/2006/relationships/customXml" Target="../ink/ink475.xml"/><Relationship Id="rId170" Type="http://schemas.openxmlformats.org/officeDocument/2006/relationships/image" Target="../media/image932.png"/><Relationship Id="rId226" Type="http://schemas.openxmlformats.org/officeDocument/2006/relationships/image" Target="../media/image960.png"/><Relationship Id="rId268" Type="http://schemas.openxmlformats.org/officeDocument/2006/relationships/image" Target="../media/image981.png"/><Relationship Id="rId32" Type="http://schemas.openxmlformats.org/officeDocument/2006/relationships/image" Target="../media/image864.png"/><Relationship Id="rId74" Type="http://schemas.openxmlformats.org/officeDocument/2006/relationships/image" Target="../media/image884.png"/><Relationship Id="rId128" Type="http://schemas.openxmlformats.org/officeDocument/2006/relationships/image" Target="../media/image911.png"/><Relationship Id="rId5" Type="http://schemas.openxmlformats.org/officeDocument/2006/relationships/customXml" Target="../ink/ink398.xml"/><Relationship Id="rId95" Type="http://schemas.openxmlformats.org/officeDocument/2006/relationships/customXml" Target="../ink/ink443.xml"/><Relationship Id="rId160" Type="http://schemas.openxmlformats.org/officeDocument/2006/relationships/image" Target="../media/image927.png"/><Relationship Id="rId181" Type="http://schemas.openxmlformats.org/officeDocument/2006/relationships/customXml" Target="../ink/ink486.xml"/><Relationship Id="rId216" Type="http://schemas.openxmlformats.org/officeDocument/2006/relationships/image" Target="../media/image955.png"/><Relationship Id="rId237" Type="http://schemas.openxmlformats.org/officeDocument/2006/relationships/customXml" Target="../ink/ink514.xml"/><Relationship Id="rId258" Type="http://schemas.openxmlformats.org/officeDocument/2006/relationships/image" Target="../media/image976.png"/><Relationship Id="rId22" Type="http://schemas.openxmlformats.org/officeDocument/2006/relationships/image" Target="../media/image859.png"/><Relationship Id="rId43" Type="http://schemas.openxmlformats.org/officeDocument/2006/relationships/customXml" Target="../ink/ink417.xml"/><Relationship Id="rId64" Type="http://schemas.openxmlformats.org/officeDocument/2006/relationships/image" Target="../media/image879.png"/><Relationship Id="rId118" Type="http://schemas.openxmlformats.org/officeDocument/2006/relationships/image" Target="../media/image906.png"/><Relationship Id="rId139" Type="http://schemas.openxmlformats.org/officeDocument/2006/relationships/customXml" Target="../ink/ink465.xml"/><Relationship Id="rId85" Type="http://schemas.openxmlformats.org/officeDocument/2006/relationships/customXml" Target="../ink/ink438.xml"/><Relationship Id="rId150" Type="http://schemas.openxmlformats.org/officeDocument/2006/relationships/image" Target="../media/image922.png"/><Relationship Id="rId171" Type="http://schemas.openxmlformats.org/officeDocument/2006/relationships/customXml" Target="../ink/ink481.xml"/><Relationship Id="rId192" Type="http://schemas.openxmlformats.org/officeDocument/2006/relationships/image" Target="../media/image943.png"/><Relationship Id="rId206" Type="http://schemas.openxmlformats.org/officeDocument/2006/relationships/image" Target="../media/image950.png"/><Relationship Id="rId227" Type="http://schemas.openxmlformats.org/officeDocument/2006/relationships/customXml" Target="../ink/ink509.xml"/><Relationship Id="rId248" Type="http://schemas.openxmlformats.org/officeDocument/2006/relationships/image" Target="../media/image971.png"/><Relationship Id="rId269" Type="http://schemas.openxmlformats.org/officeDocument/2006/relationships/customXml" Target="../ink/ink530.xml"/><Relationship Id="rId12" Type="http://schemas.openxmlformats.org/officeDocument/2006/relationships/image" Target="../media/image854.png"/><Relationship Id="rId33" Type="http://schemas.openxmlformats.org/officeDocument/2006/relationships/customXml" Target="../ink/ink412.xml"/><Relationship Id="rId108" Type="http://schemas.openxmlformats.org/officeDocument/2006/relationships/image" Target="../media/image901.png"/><Relationship Id="rId129" Type="http://schemas.openxmlformats.org/officeDocument/2006/relationships/customXml" Target="../ink/ink460.xml"/><Relationship Id="rId54" Type="http://schemas.openxmlformats.org/officeDocument/2006/relationships/image" Target="../media/image874.png"/><Relationship Id="rId75" Type="http://schemas.openxmlformats.org/officeDocument/2006/relationships/customXml" Target="../ink/ink433.xml"/><Relationship Id="rId96" Type="http://schemas.openxmlformats.org/officeDocument/2006/relationships/image" Target="../media/image895.png"/><Relationship Id="rId140" Type="http://schemas.openxmlformats.org/officeDocument/2006/relationships/image" Target="../media/image917.png"/><Relationship Id="rId161" Type="http://schemas.openxmlformats.org/officeDocument/2006/relationships/customXml" Target="../ink/ink476.xml"/><Relationship Id="rId182" Type="http://schemas.openxmlformats.org/officeDocument/2006/relationships/image" Target="../media/image938.png"/><Relationship Id="rId217" Type="http://schemas.openxmlformats.org/officeDocument/2006/relationships/customXml" Target="../ink/ink504.xml"/><Relationship Id="rId6" Type="http://schemas.openxmlformats.org/officeDocument/2006/relationships/image" Target="../media/image851.png"/><Relationship Id="rId238" Type="http://schemas.openxmlformats.org/officeDocument/2006/relationships/image" Target="../media/image966.png"/><Relationship Id="rId259" Type="http://schemas.openxmlformats.org/officeDocument/2006/relationships/customXml" Target="../ink/ink525.xml"/><Relationship Id="rId23" Type="http://schemas.openxmlformats.org/officeDocument/2006/relationships/customXml" Target="../ink/ink407.xml"/><Relationship Id="rId119" Type="http://schemas.openxmlformats.org/officeDocument/2006/relationships/customXml" Target="../ink/ink455.xml"/><Relationship Id="rId270" Type="http://schemas.openxmlformats.org/officeDocument/2006/relationships/image" Target="../media/image982.png"/><Relationship Id="rId44" Type="http://schemas.openxmlformats.org/officeDocument/2006/relationships/image" Target="../media/image869.png"/><Relationship Id="rId65" Type="http://schemas.openxmlformats.org/officeDocument/2006/relationships/customXml" Target="../ink/ink428.xml"/><Relationship Id="rId86" Type="http://schemas.openxmlformats.org/officeDocument/2006/relationships/image" Target="../media/image890.png"/><Relationship Id="rId130" Type="http://schemas.openxmlformats.org/officeDocument/2006/relationships/image" Target="../media/image912.png"/><Relationship Id="rId151" Type="http://schemas.openxmlformats.org/officeDocument/2006/relationships/customXml" Target="../ink/ink471.xml"/><Relationship Id="rId172" Type="http://schemas.openxmlformats.org/officeDocument/2006/relationships/image" Target="../media/image933.png"/><Relationship Id="rId193" Type="http://schemas.openxmlformats.org/officeDocument/2006/relationships/customXml" Target="../ink/ink492.xml"/><Relationship Id="rId207" Type="http://schemas.openxmlformats.org/officeDocument/2006/relationships/customXml" Target="../ink/ink499.xml"/><Relationship Id="rId228" Type="http://schemas.openxmlformats.org/officeDocument/2006/relationships/image" Target="../media/image961.png"/><Relationship Id="rId249" Type="http://schemas.openxmlformats.org/officeDocument/2006/relationships/customXml" Target="../ink/ink520.xml"/><Relationship Id="rId13" Type="http://schemas.openxmlformats.org/officeDocument/2006/relationships/customXml" Target="../ink/ink402.xml"/><Relationship Id="rId109" Type="http://schemas.openxmlformats.org/officeDocument/2006/relationships/customXml" Target="../ink/ink450.xml"/><Relationship Id="rId260" Type="http://schemas.openxmlformats.org/officeDocument/2006/relationships/image" Target="../media/image977.png"/><Relationship Id="rId34" Type="http://schemas.openxmlformats.org/officeDocument/2006/relationships/image" Target="../media/image865.png"/><Relationship Id="rId55" Type="http://schemas.openxmlformats.org/officeDocument/2006/relationships/customXml" Target="../ink/ink423.xml"/><Relationship Id="rId76" Type="http://schemas.openxmlformats.org/officeDocument/2006/relationships/image" Target="../media/image885.png"/><Relationship Id="rId97" Type="http://schemas.openxmlformats.org/officeDocument/2006/relationships/customXml" Target="../ink/ink444.xml"/><Relationship Id="rId120" Type="http://schemas.openxmlformats.org/officeDocument/2006/relationships/image" Target="../media/image907.png"/><Relationship Id="rId141" Type="http://schemas.openxmlformats.org/officeDocument/2006/relationships/customXml" Target="../ink/ink466.xml"/><Relationship Id="rId7" Type="http://schemas.openxmlformats.org/officeDocument/2006/relationships/customXml" Target="../ink/ink399.xml"/><Relationship Id="rId162" Type="http://schemas.openxmlformats.org/officeDocument/2006/relationships/image" Target="../media/image928.png"/><Relationship Id="rId183" Type="http://schemas.openxmlformats.org/officeDocument/2006/relationships/customXml" Target="../ink/ink487.xml"/><Relationship Id="rId218" Type="http://schemas.openxmlformats.org/officeDocument/2006/relationships/image" Target="../media/image956.png"/><Relationship Id="rId239" Type="http://schemas.openxmlformats.org/officeDocument/2006/relationships/customXml" Target="../ink/ink515.xml"/><Relationship Id="rId250" Type="http://schemas.openxmlformats.org/officeDocument/2006/relationships/image" Target="../media/image972.png"/><Relationship Id="rId271" Type="http://schemas.openxmlformats.org/officeDocument/2006/relationships/customXml" Target="../ink/ink531.xml"/><Relationship Id="rId24" Type="http://schemas.openxmlformats.org/officeDocument/2006/relationships/image" Target="../media/image860.png"/><Relationship Id="rId45" Type="http://schemas.openxmlformats.org/officeDocument/2006/relationships/customXml" Target="../ink/ink418.xml"/><Relationship Id="rId66" Type="http://schemas.openxmlformats.org/officeDocument/2006/relationships/image" Target="../media/image880.png"/><Relationship Id="rId87" Type="http://schemas.openxmlformats.org/officeDocument/2006/relationships/customXml" Target="../ink/ink439.xml"/><Relationship Id="rId110" Type="http://schemas.openxmlformats.org/officeDocument/2006/relationships/image" Target="../media/image902.png"/><Relationship Id="rId131" Type="http://schemas.openxmlformats.org/officeDocument/2006/relationships/customXml" Target="../ink/ink461.xml"/><Relationship Id="rId152" Type="http://schemas.openxmlformats.org/officeDocument/2006/relationships/image" Target="../media/image923.png"/><Relationship Id="rId173" Type="http://schemas.openxmlformats.org/officeDocument/2006/relationships/customXml" Target="../ink/ink482.xml"/><Relationship Id="rId194" Type="http://schemas.openxmlformats.org/officeDocument/2006/relationships/image" Target="../media/image944.png"/><Relationship Id="rId208" Type="http://schemas.openxmlformats.org/officeDocument/2006/relationships/image" Target="../media/image951.png"/><Relationship Id="rId229" Type="http://schemas.openxmlformats.org/officeDocument/2006/relationships/customXml" Target="../ink/ink510.xml"/><Relationship Id="rId240" Type="http://schemas.openxmlformats.org/officeDocument/2006/relationships/image" Target="../media/image967.png"/><Relationship Id="rId261" Type="http://schemas.openxmlformats.org/officeDocument/2006/relationships/customXml" Target="../ink/ink526.xml"/><Relationship Id="rId14" Type="http://schemas.openxmlformats.org/officeDocument/2006/relationships/image" Target="../media/image855.png"/><Relationship Id="rId35" Type="http://schemas.openxmlformats.org/officeDocument/2006/relationships/customXml" Target="../ink/ink413.xml"/><Relationship Id="rId56" Type="http://schemas.openxmlformats.org/officeDocument/2006/relationships/image" Target="../media/image875.png"/><Relationship Id="rId77" Type="http://schemas.openxmlformats.org/officeDocument/2006/relationships/customXml" Target="../ink/ink434.xml"/><Relationship Id="rId100" Type="http://schemas.openxmlformats.org/officeDocument/2006/relationships/image" Target="../media/image897.png"/><Relationship Id="rId8" Type="http://schemas.openxmlformats.org/officeDocument/2006/relationships/image" Target="../media/image852.png"/><Relationship Id="rId98" Type="http://schemas.openxmlformats.org/officeDocument/2006/relationships/image" Target="../media/image896.png"/><Relationship Id="rId121" Type="http://schemas.openxmlformats.org/officeDocument/2006/relationships/customXml" Target="../ink/ink456.xml"/><Relationship Id="rId142" Type="http://schemas.openxmlformats.org/officeDocument/2006/relationships/image" Target="../media/image918.png"/><Relationship Id="rId163" Type="http://schemas.openxmlformats.org/officeDocument/2006/relationships/customXml" Target="../ink/ink477.xml"/><Relationship Id="rId184" Type="http://schemas.openxmlformats.org/officeDocument/2006/relationships/image" Target="../media/image939.png"/><Relationship Id="rId219" Type="http://schemas.openxmlformats.org/officeDocument/2006/relationships/customXml" Target="../ink/ink505.xml"/><Relationship Id="rId230" Type="http://schemas.openxmlformats.org/officeDocument/2006/relationships/image" Target="../media/image962.png"/><Relationship Id="rId251" Type="http://schemas.openxmlformats.org/officeDocument/2006/relationships/customXml" Target="../ink/ink521.xml"/><Relationship Id="rId25" Type="http://schemas.openxmlformats.org/officeDocument/2006/relationships/customXml" Target="../ink/ink408.xml"/><Relationship Id="rId46" Type="http://schemas.openxmlformats.org/officeDocument/2006/relationships/image" Target="../media/image870.png"/><Relationship Id="rId67" Type="http://schemas.openxmlformats.org/officeDocument/2006/relationships/customXml" Target="../ink/ink429.xml"/><Relationship Id="rId272" Type="http://schemas.openxmlformats.org/officeDocument/2006/relationships/image" Target="../media/image983.png"/><Relationship Id="rId88" Type="http://schemas.openxmlformats.org/officeDocument/2006/relationships/image" Target="../media/image891.png"/><Relationship Id="rId111" Type="http://schemas.openxmlformats.org/officeDocument/2006/relationships/customXml" Target="../ink/ink451.xml"/><Relationship Id="rId132" Type="http://schemas.openxmlformats.org/officeDocument/2006/relationships/image" Target="../media/image913.png"/><Relationship Id="rId153" Type="http://schemas.openxmlformats.org/officeDocument/2006/relationships/customXml" Target="../ink/ink472.xml"/><Relationship Id="rId174" Type="http://schemas.openxmlformats.org/officeDocument/2006/relationships/image" Target="../media/image934.png"/><Relationship Id="rId195" Type="http://schemas.openxmlformats.org/officeDocument/2006/relationships/customXml" Target="../ink/ink493.xml"/><Relationship Id="rId209" Type="http://schemas.openxmlformats.org/officeDocument/2006/relationships/customXml" Target="../ink/ink500.xml"/><Relationship Id="rId220" Type="http://schemas.openxmlformats.org/officeDocument/2006/relationships/image" Target="../media/image957.png"/><Relationship Id="rId241" Type="http://schemas.openxmlformats.org/officeDocument/2006/relationships/customXml" Target="../ink/ink516.xml"/><Relationship Id="rId15" Type="http://schemas.openxmlformats.org/officeDocument/2006/relationships/customXml" Target="../ink/ink403.xml"/><Relationship Id="rId36" Type="http://schemas.openxmlformats.org/officeDocument/2006/relationships/image" Target="../media/image866.png"/><Relationship Id="rId57" Type="http://schemas.openxmlformats.org/officeDocument/2006/relationships/customXml" Target="../ink/ink424.xml"/><Relationship Id="rId262" Type="http://schemas.openxmlformats.org/officeDocument/2006/relationships/image" Target="../media/image978.png"/><Relationship Id="rId78" Type="http://schemas.openxmlformats.org/officeDocument/2006/relationships/image" Target="../media/image886.png"/><Relationship Id="rId99" Type="http://schemas.openxmlformats.org/officeDocument/2006/relationships/customXml" Target="../ink/ink445.xml"/><Relationship Id="rId101" Type="http://schemas.openxmlformats.org/officeDocument/2006/relationships/customXml" Target="../ink/ink446.xml"/><Relationship Id="rId122" Type="http://schemas.openxmlformats.org/officeDocument/2006/relationships/image" Target="../media/image908.png"/><Relationship Id="rId143" Type="http://schemas.openxmlformats.org/officeDocument/2006/relationships/customXml" Target="../ink/ink467.xml"/><Relationship Id="rId164" Type="http://schemas.openxmlformats.org/officeDocument/2006/relationships/image" Target="../media/image929.png"/><Relationship Id="rId185" Type="http://schemas.openxmlformats.org/officeDocument/2006/relationships/customXml" Target="../ink/ink488.xml"/><Relationship Id="rId9" Type="http://schemas.openxmlformats.org/officeDocument/2006/relationships/customXml" Target="../ink/ink400.xml"/><Relationship Id="rId210" Type="http://schemas.openxmlformats.org/officeDocument/2006/relationships/image" Target="../media/image952.png"/><Relationship Id="rId26" Type="http://schemas.openxmlformats.org/officeDocument/2006/relationships/image" Target="../media/image861.png"/><Relationship Id="rId231" Type="http://schemas.openxmlformats.org/officeDocument/2006/relationships/customXml" Target="../ink/ink511.xml"/><Relationship Id="rId252" Type="http://schemas.openxmlformats.org/officeDocument/2006/relationships/image" Target="../media/image973.png"/><Relationship Id="rId273" Type="http://schemas.openxmlformats.org/officeDocument/2006/relationships/customXml" Target="../ink/ink532.xml"/><Relationship Id="rId47" Type="http://schemas.openxmlformats.org/officeDocument/2006/relationships/customXml" Target="../ink/ink419.xml"/><Relationship Id="rId68" Type="http://schemas.openxmlformats.org/officeDocument/2006/relationships/image" Target="../media/image881.png"/><Relationship Id="rId89" Type="http://schemas.openxmlformats.org/officeDocument/2006/relationships/customXml" Target="../ink/ink440.xml"/><Relationship Id="rId112" Type="http://schemas.openxmlformats.org/officeDocument/2006/relationships/image" Target="../media/image903.png"/><Relationship Id="rId133" Type="http://schemas.openxmlformats.org/officeDocument/2006/relationships/customXml" Target="../ink/ink462.xml"/><Relationship Id="rId154" Type="http://schemas.openxmlformats.org/officeDocument/2006/relationships/image" Target="../media/image924.png"/><Relationship Id="rId175" Type="http://schemas.openxmlformats.org/officeDocument/2006/relationships/customXml" Target="../ink/ink483.xml"/><Relationship Id="rId196" Type="http://schemas.openxmlformats.org/officeDocument/2006/relationships/image" Target="../media/image945.png"/><Relationship Id="rId200" Type="http://schemas.openxmlformats.org/officeDocument/2006/relationships/image" Target="../media/image947.png"/><Relationship Id="rId16" Type="http://schemas.openxmlformats.org/officeDocument/2006/relationships/image" Target="../media/image856.png"/><Relationship Id="rId221" Type="http://schemas.openxmlformats.org/officeDocument/2006/relationships/customXml" Target="../ink/ink506.xml"/><Relationship Id="rId242" Type="http://schemas.openxmlformats.org/officeDocument/2006/relationships/image" Target="../media/image968.png"/><Relationship Id="rId263" Type="http://schemas.openxmlformats.org/officeDocument/2006/relationships/customXml" Target="../ink/ink527.xml"/><Relationship Id="rId37" Type="http://schemas.openxmlformats.org/officeDocument/2006/relationships/customXml" Target="../ink/ink414.xml"/><Relationship Id="rId58" Type="http://schemas.openxmlformats.org/officeDocument/2006/relationships/image" Target="../media/image876.png"/><Relationship Id="rId79" Type="http://schemas.openxmlformats.org/officeDocument/2006/relationships/customXml" Target="../ink/ink435.xml"/><Relationship Id="rId102" Type="http://schemas.openxmlformats.org/officeDocument/2006/relationships/image" Target="../media/image898.png"/><Relationship Id="rId123" Type="http://schemas.openxmlformats.org/officeDocument/2006/relationships/customXml" Target="../ink/ink457.xml"/><Relationship Id="rId144" Type="http://schemas.openxmlformats.org/officeDocument/2006/relationships/image" Target="../media/image919.png"/><Relationship Id="rId90" Type="http://schemas.openxmlformats.org/officeDocument/2006/relationships/image" Target="../media/image892.png"/><Relationship Id="rId165" Type="http://schemas.openxmlformats.org/officeDocument/2006/relationships/customXml" Target="../ink/ink478.xml"/><Relationship Id="rId186" Type="http://schemas.openxmlformats.org/officeDocument/2006/relationships/image" Target="../media/image940.png"/><Relationship Id="rId211" Type="http://schemas.openxmlformats.org/officeDocument/2006/relationships/customXml" Target="../ink/ink501.xml"/><Relationship Id="rId232" Type="http://schemas.openxmlformats.org/officeDocument/2006/relationships/image" Target="../media/image963.png"/><Relationship Id="rId253" Type="http://schemas.openxmlformats.org/officeDocument/2006/relationships/customXml" Target="../ink/ink522.xml"/><Relationship Id="rId274" Type="http://schemas.openxmlformats.org/officeDocument/2006/relationships/image" Target="../media/image984.png"/><Relationship Id="rId27" Type="http://schemas.openxmlformats.org/officeDocument/2006/relationships/customXml" Target="../ink/ink409.xml"/><Relationship Id="rId48" Type="http://schemas.openxmlformats.org/officeDocument/2006/relationships/image" Target="../media/image871.png"/><Relationship Id="rId69" Type="http://schemas.openxmlformats.org/officeDocument/2006/relationships/customXml" Target="../ink/ink430.xml"/><Relationship Id="rId113" Type="http://schemas.openxmlformats.org/officeDocument/2006/relationships/customXml" Target="../ink/ink452.xml"/><Relationship Id="rId134" Type="http://schemas.openxmlformats.org/officeDocument/2006/relationships/image" Target="../media/image914.png"/><Relationship Id="rId80" Type="http://schemas.openxmlformats.org/officeDocument/2006/relationships/image" Target="../media/image887.png"/><Relationship Id="rId155" Type="http://schemas.openxmlformats.org/officeDocument/2006/relationships/customXml" Target="../ink/ink473.xml"/><Relationship Id="rId176" Type="http://schemas.openxmlformats.org/officeDocument/2006/relationships/image" Target="../media/image935.png"/><Relationship Id="rId197" Type="http://schemas.openxmlformats.org/officeDocument/2006/relationships/customXml" Target="../ink/ink494.xml"/><Relationship Id="rId201" Type="http://schemas.openxmlformats.org/officeDocument/2006/relationships/customXml" Target="../ink/ink496.xml"/><Relationship Id="rId222" Type="http://schemas.openxmlformats.org/officeDocument/2006/relationships/image" Target="../media/image958.png"/><Relationship Id="rId243" Type="http://schemas.openxmlformats.org/officeDocument/2006/relationships/customXml" Target="../ink/ink517.xml"/><Relationship Id="rId264" Type="http://schemas.openxmlformats.org/officeDocument/2006/relationships/image" Target="../media/image979.png"/><Relationship Id="rId17" Type="http://schemas.openxmlformats.org/officeDocument/2006/relationships/customXml" Target="../ink/ink404.xml"/><Relationship Id="rId38" Type="http://schemas.openxmlformats.org/officeDocument/2006/relationships/image" Target="../media/image867.png"/><Relationship Id="rId59" Type="http://schemas.openxmlformats.org/officeDocument/2006/relationships/customXml" Target="../ink/ink425.xml"/><Relationship Id="rId103" Type="http://schemas.openxmlformats.org/officeDocument/2006/relationships/customXml" Target="../ink/ink447.xml"/><Relationship Id="rId124" Type="http://schemas.openxmlformats.org/officeDocument/2006/relationships/image" Target="../media/image909.png"/><Relationship Id="rId70" Type="http://schemas.openxmlformats.org/officeDocument/2006/relationships/image" Target="../media/image882.png"/><Relationship Id="rId91" Type="http://schemas.openxmlformats.org/officeDocument/2006/relationships/customXml" Target="../ink/ink441.xml"/><Relationship Id="rId145" Type="http://schemas.openxmlformats.org/officeDocument/2006/relationships/customXml" Target="../ink/ink468.xml"/><Relationship Id="rId166" Type="http://schemas.openxmlformats.org/officeDocument/2006/relationships/image" Target="../media/image930.png"/><Relationship Id="rId187" Type="http://schemas.openxmlformats.org/officeDocument/2006/relationships/customXml" Target="../ink/ink489.xml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953.png"/><Relationship Id="rId233" Type="http://schemas.openxmlformats.org/officeDocument/2006/relationships/customXml" Target="../ink/ink512.xml"/><Relationship Id="rId254" Type="http://schemas.openxmlformats.org/officeDocument/2006/relationships/image" Target="../media/image974.png"/><Relationship Id="rId28" Type="http://schemas.openxmlformats.org/officeDocument/2006/relationships/image" Target="../media/image862.png"/><Relationship Id="rId49" Type="http://schemas.openxmlformats.org/officeDocument/2006/relationships/customXml" Target="../ink/ink420.xml"/><Relationship Id="rId114" Type="http://schemas.openxmlformats.org/officeDocument/2006/relationships/image" Target="../media/image904.png"/><Relationship Id="rId60" Type="http://schemas.openxmlformats.org/officeDocument/2006/relationships/image" Target="../media/image877.png"/><Relationship Id="rId81" Type="http://schemas.openxmlformats.org/officeDocument/2006/relationships/customXml" Target="../ink/ink436.xml"/><Relationship Id="rId135" Type="http://schemas.openxmlformats.org/officeDocument/2006/relationships/customXml" Target="../ink/ink463.xml"/><Relationship Id="rId156" Type="http://schemas.openxmlformats.org/officeDocument/2006/relationships/image" Target="../media/image925.png"/><Relationship Id="rId177" Type="http://schemas.openxmlformats.org/officeDocument/2006/relationships/customXml" Target="../ink/ink484.xml"/><Relationship Id="rId198" Type="http://schemas.openxmlformats.org/officeDocument/2006/relationships/image" Target="../media/image946.png"/><Relationship Id="rId202" Type="http://schemas.openxmlformats.org/officeDocument/2006/relationships/image" Target="../media/image948.png"/><Relationship Id="rId223" Type="http://schemas.openxmlformats.org/officeDocument/2006/relationships/customXml" Target="../ink/ink507.xml"/><Relationship Id="rId244" Type="http://schemas.openxmlformats.org/officeDocument/2006/relationships/image" Target="../media/image969.png"/><Relationship Id="rId18" Type="http://schemas.openxmlformats.org/officeDocument/2006/relationships/image" Target="../media/image857.png"/><Relationship Id="rId39" Type="http://schemas.openxmlformats.org/officeDocument/2006/relationships/customXml" Target="../ink/ink415.xml"/><Relationship Id="rId265" Type="http://schemas.openxmlformats.org/officeDocument/2006/relationships/customXml" Target="../ink/ink528.xml"/><Relationship Id="rId50" Type="http://schemas.openxmlformats.org/officeDocument/2006/relationships/image" Target="../media/image872.png"/><Relationship Id="rId104" Type="http://schemas.openxmlformats.org/officeDocument/2006/relationships/image" Target="../media/image899.png"/><Relationship Id="rId125" Type="http://schemas.openxmlformats.org/officeDocument/2006/relationships/customXml" Target="../ink/ink458.xml"/><Relationship Id="rId146" Type="http://schemas.openxmlformats.org/officeDocument/2006/relationships/image" Target="../media/image920.png"/><Relationship Id="rId167" Type="http://schemas.openxmlformats.org/officeDocument/2006/relationships/customXml" Target="../ink/ink479.xml"/><Relationship Id="rId188" Type="http://schemas.openxmlformats.org/officeDocument/2006/relationships/image" Target="../media/image941.png"/><Relationship Id="rId71" Type="http://schemas.openxmlformats.org/officeDocument/2006/relationships/customXml" Target="../ink/ink431.xml"/><Relationship Id="rId92" Type="http://schemas.openxmlformats.org/officeDocument/2006/relationships/image" Target="../media/image893.png"/><Relationship Id="rId213" Type="http://schemas.openxmlformats.org/officeDocument/2006/relationships/customXml" Target="../ink/ink502.xml"/><Relationship Id="rId234" Type="http://schemas.openxmlformats.org/officeDocument/2006/relationships/image" Target="../media/image964.png"/><Relationship Id="rId2" Type="http://schemas.openxmlformats.org/officeDocument/2006/relationships/image" Target="../media/image780.jpg"/><Relationship Id="rId29" Type="http://schemas.openxmlformats.org/officeDocument/2006/relationships/customXml" Target="../ink/ink410.xml"/><Relationship Id="rId255" Type="http://schemas.openxmlformats.org/officeDocument/2006/relationships/customXml" Target="../ink/ink523.xml"/><Relationship Id="rId40" Type="http://schemas.openxmlformats.org/officeDocument/2006/relationships/image" Target="../media/image868.png"/><Relationship Id="rId115" Type="http://schemas.openxmlformats.org/officeDocument/2006/relationships/customXml" Target="../ink/ink453.xml"/><Relationship Id="rId136" Type="http://schemas.openxmlformats.org/officeDocument/2006/relationships/image" Target="../media/image915.png"/><Relationship Id="rId157" Type="http://schemas.openxmlformats.org/officeDocument/2006/relationships/customXml" Target="../ink/ink474.xml"/><Relationship Id="rId178" Type="http://schemas.openxmlformats.org/officeDocument/2006/relationships/image" Target="../media/image936.png"/><Relationship Id="rId61" Type="http://schemas.openxmlformats.org/officeDocument/2006/relationships/customXml" Target="../ink/ink426.xml"/><Relationship Id="rId82" Type="http://schemas.openxmlformats.org/officeDocument/2006/relationships/image" Target="../media/image888.png"/><Relationship Id="rId199" Type="http://schemas.openxmlformats.org/officeDocument/2006/relationships/customXml" Target="../ink/ink495.xml"/><Relationship Id="rId203" Type="http://schemas.openxmlformats.org/officeDocument/2006/relationships/customXml" Target="../ink/ink497.xml"/><Relationship Id="rId19" Type="http://schemas.openxmlformats.org/officeDocument/2006/relationships/customXml" Target="../ink/ink405.xml"/><Relationship Id="rId224" Type="http://schemas.openxmlformats.org/officeDocument/2006/relationships/image" Target="../media/image959.png"/><Relationship Id="rId245" Type="http://schemas.openxmlformats.org/officeDocument/2006/relationships/customXml" Target="../ink/ink518.xml"/><Relationship Id="rId266" Type="http://schemas.openxmlformats.org/officeDocument/2006/relationships/image" Target="../media/image980.png"/><Relationship Id="rId30" Type="http://schemas.openxmlformats.org/officeDocument/2006/relationships/image" Target="../media/image863.png"/><Relationship Id="rId105" Type="http://schemas.openxmlformats.org/officeDocument/2006/relationships/customXml" Target="../ink/ink448.xml"/><Relationship Id="rId126" Type="http://schemas.openxmlformats.org/officeDocument/2006/relationships/image" Target="../media/image910.png"/><Relationship Id="rId147" Type="http://schemas.openxmlformats.org/officeDocument/2006/relationships/customXml" Target="../ink/ink469.xml"/><Relationship Id="rId168" Type="http://schemas.openxmlformats.org/officeDocument/2006/relationships/image" Target="../media/image931.png"/><Relationship Id="rId51" Type="http://schemas.openxmlformats.org/officeDocument/2006/relationships/customXml" Target="../ink/ink421.xml"/><Relationship Id="rId72" Type="http://schemas.openxmlformats.org/officeDocument/2006/relationships/image" Target="../media/image883.png"/><Relationship Id="rId93" Type="http://schemas.openxmlformats.org/officeDocument/2006/relationships/customXml" Target="../ink/ink442.xml"/><Relationship Id="rId189" Type="http://schemas.openxmlformats.org/officeDocument/2006/relationships/customXml" Target="../ink/ink490.xml"/><Relationship Id="rId3" Type="http://schemas.openxmlformats.org/officeDocument/2006/relationships/customXml" Target="../ink/ink397.xml"/><Relationship Id="rId214" Type="http://schemas.openxmlformats.org/officeDocument/2006/relationships/image" Target="../media/image954.png"/><Relationship Id="rId235" Type="http://schemas.openxmlformats.org/officeDocument/2006/relationships/customXml" Target="../ink/ink513.xml"/><Relationship Id="rId256" Type="http://schemas.openxmlformats.org/officeDocument/2006/relationships/image" Target="../media/image975.png"/><Relationship Id="rId116" Type="http://schemas.openxmlformats.org/officeDocument/2006/relationships/image" Target="../media/image905.png"/><Relationship Id="rId137" Type="http://schemas.openxmlformats.org/officeDocument/2006/relationships/customXml" Target="../ink/ink464.xml"/><Relationship Id="rId158" Type="http://schemas.openxmlformats.org/officeDocument/2006/relationships/image" Target="../media/image926.png"/><Relationship Id="rId20" Type="http://schemas.openxmlformats.org/officeDocument/2006/relationships/image" Target="../media/image858.png"/><Relationship Id="rId41" Type="http://schemas.openxmlformats.org/officeDocument/2006/relationships/customXml" Target="../ink/ink416.xml"/><Relationship Id="rId62" Type="http://schemas.openxmlformats.org/officeDocument/2006/relationships/image" Target="../media/image878.png"/><Relationship Id="rId83" Type="http://schemas.openxmlformats.org/officeDocument/2006/relationships/customXml" Target="../ink/ink437.xml"/><Relationship Id="rId179" Type="http://schemas.openxmlformats.org/officeDocument/2006/relationships/customXml" Target="../ink/ink485.xml"/><Relationship Id="rId190" Type="http://schemas.openxmlformats.org/officeDocument/2006/relationships/image" Target="../media/image942.png"/><Relationship Id="rId204" Type="http://schemas.openxmlformats.org/officeDocument/2006/relationships/image" Target="../media/image949.png"/><Relationship Id="rId225" Type="http://schemas.openxmlformats.org/officeDocument/2006/relationships/customXml" Target="../ink/ink508.xml"/><Relationship Id="rId246" Type="http://schemas.openxmlformats.org/officeDocument/2006/relationships/image" Target="../media/image970.png"/><Relationship Id="rId267" Type="http://schemas.openxmlformats.org/officeDocument/2006/relationships/customXml" Target="../ink/ink529.xml"/><Relationship Id="rId106" Type="http://schemas.openxmlformats.org/officeDocument/2006/relationships/image" Target="../media/image900.png"/><Relationship Id="rId127" Type="http://schemas.openxmlformats.org/officeDocument/2006/relationships/customXml" Target="../ink/ink459.xml"/><Relationship Id="rId10" Type="http://schemas.openxmlformats.org/officeDocument/2006/relationships/image" Target="../media/image853.png"/><Relationship Id="rId31" Type="http://schemas.openxmlformats.org/officeDocument/2006/relationships/customXml" Target="../ink/ink411.xml"/><Relationship Id="rId52" Type="http://schemas.openxmlformats.org/officeDocument/2006/relationships/image" Target="../media/image873.png"/><Relationship Id="rId73" Type="http://schemas.openxmlformats.org/officeDocument/2006/relationships/customXml" Target="../ink/ink432.xml"/><Relationship Id="rId94" Type="http://schemas.openxmlformats.org/officeDocument/2006/relationships/image" Target="../media/image894.png"/><Relationship Id="rId148" Type="http://schemas.openxmlformats.org/officeDocument/2006/relationships/image" Target="../media/image921.png"/><Relationship Id="rId169" Type="http://schemas.openxmlformats.org/officeDocument/2006/relationships/customXml" Target="../ink/ink480.xml"/><Relationship Id="rId4" Type="http://schemas.openxmlformats.org/officeDocument/2006/relationships/image" Target="../media/image850.png"/><Relationship Id="rId180" Type="http://schemas.openxmlformats.org/officeDocument/2006/relationships/image" Target="../media/image937.png"/><Relationship Id="rId215" Type="http://schemas.openxmlformats.org/officeDocument/2006/relationships/customXml" Target="../ink/ink503.xml"/><Relationship Id="rId236" Type="http://schemas.openxmlformats.org/officeDocument/2006/relationships/image" Target="../media/image965.png"/><Relationship Id="rId257" Type="http://schemas.openxmlformats.org/officeDocument/2006/relationships/customXml" Target="../ink/ink524.xml"/><Relationship Id="rId42" Type="http://schemas.openxmlformats.org/officeDocument/2006/relationships/image" Target="../media/image376.png"/><Relationship Id="rId84" Type="http://schemas.openxmlformats.org/officeDocument/2006/relationships/image" Target="../media/image889.png"/><Relationship Id="rId138" Type="http://schemas.openxmlformats.org/officeDocument/2006/relationships/image" Target="../media/image916.png"/><Relationship Id="rId191" Type="http://schemas.openxmlformats.org/officeDocument/2006/relationships/customXml" Target="../ink/ink491.xml"/><Relationship Id="rId205" Type="http://schemas.openxmlformats.org/officeDocument/2006/relationships/customXml" Target="../ink/ink498.xml"/><Relationship Id="rId247" Type="http://schemas.openxmlformats.org/officeDocument/2006/relationships/customXml" Target="../ink/ink519.xml"/><Relationship Id="rId107" Type="http://schemas.openxmlformats.org/officeDocument/2006/relationships/customXml" Target="../ink/ink449.xml"/><Relationship Id="rId11" Type="http://schemas.openxmlformats.org/officeDocument/2006/relationships/customXml" Target="../ink/ink401.xml"/><Relationship Id="rId53" Type="http://schemas.openxmlformats.org/officeDocument/2006/relationships/customXml" Target="../ink/ink422.xml"/><Relationship Id="rId149" Type="http://schemas.openxmlformats.org/officeDocument/2006/relationships/customXml" Target="../ink/ink470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0.xml"/><Relationship Id="rId21" Type="http://schemas.openxmlformats.org/officeDocument/2006/relationships/customXml" Target="../ink/ink542.xml"/><Relationship Id="rId42" Type="http://schemas.openxmlformats.org/officeDocument/2006/relationships/image" Target="../media/image1003.png"/><Relationship Id="rId63" Type="http://schemas.openxmlformats.org/officeDocument/2006/relationships/customXml" Target="../ink/ink563.xml"/><Relationship Id="rId84" Type="http://schemas.openxmlformats.org/officeDocument/2006/relationships/image" Target="../media/image1024.png"/><Relationship Id="rId138" Type="http://schemas.openxmlformats.org/officeDocument/2006/relationships/image" Target="../media/image1051.png"/><Relationship Id="rId159" Type="http://schemas.openxmlformats.org/officeDocument/2006/relationships/customXml" Target="../ink/ink611.xml"/><Relationship Id="rId170" Type="http://schemas.openxmlformats.org/officeDocument/2006/relationships/image" Target="../media/image1067.png"/><Relationship Id="rId191" Type="http://schemas.openxmlformats.org/officeDocument/2006/relationships/customXml" Target="../ink/ink627.xml"/><Relationship Id="rId205" Type="http://schemas.openxmlformats.org/officeDocument/2006/relationships/customXml" Target="../ink/ink634.xml"/><Relationship Id="rId226" Type="http://schemas.openxmlformats.org/officeDocument/2006/relationships/image" Target="../media/image1095.png"/><Relationship Id="rId107" Type="http://schemas.openxmlformats.org/officeDocument/2006/relationships/customXml" Target="../ink/ink585.xml"/><Relationship Id="rId11" Type="http://schemas.openxmlformats.org/officeDocument/2006/relationships/customXml" Target="../ink/ink537.xml"/><Relationship Id="rId32" Type="http://schemas.openxmlformats.org/officeDocument/2006/relationships/image" Target="../media/image998.png"/><Relationship Id="rId53" Type="http://schemas.openxmlformats.org/officeDocument/2006/relationships/customXml" Target="../ink/ink558.xml"/><Relationship Id="rId74" Type="http://schemas.openxmlformats.org/officeDocument/2006/relationships/image" Target="../media/image1019.png"/><Relationship Id="rId128" Type="http://schemas.openxmlformats.org/officeDocument/2006/relationships/image" Target="../media/image1046.png"/><Relationship Id="rId149" Type="http://schemas.openxmlformats.org/officeDocument/2006/relationships/customXml" Target="../ink/ink606.xml"/><Relationship Id="rId5" Type="http://schemas.openxmlformats.org/officeDocument/2006/relationships/customXml" Target="../ink/ink534.xml"/><Relationship Id="rId95" Type="http://schemas.openxmlformats.org/officeDocument/2006/relationships/customXml" Target="../ink/ink579.xml"/><Relationship Id="rId160" Type="http://schemas.openxmlformats.org/officeDocument/2006/relationships/image" Target="../media/image1062.png"/><Relationship Id="rId181" Type="http://schemas.openxmlformats.org/officeDocument/2006/relationships/customXml" Target="../ink/ink622.xml"/><Relationship Id="rId216" Type="http://schemas.openxmlformats.org/officeDocument/2006/relationships/image" Target="../media/image1090.png"/><Relationship Id="rId22" Type="http://schemas.openxmlformats.org/officeDocument/2006/relationships/image" Target="../media/image993.png"/><Relationship Id="rId43" Type="http://schemas.openxmlformats.org/officeDocument/2006/relationships/customXml" Target="../ink/ink553.xml"/><Relationship Id="rId64" Type="http://schemas.openxmlformats.org/officeDocument/2006/relationships/image" Target="../media/image1014.png"/><Relationship Id="rId118" Type="http://schemas.openxmlformats.org/officeDocument/2006/relationships/image" Target="../media/image1041.png"/><Relationship Id="rId139" Type="http://schemas.openxmlformats.org/officeDocument/2006/relationships/customXml" Target="../ink/ink601.xml"/><Relationship Id="rId85" Type="http://schemas.openxmlformats.org/officeDocument/2006/relationships/customXml" Target="../ink/ink574.xml"/><Relationship Id="rId150" Type="http://schemas.openxmlformats.org/officeDocument/2006/relationships/image" Target="../media/image1057.png"/><Relationship Id="rId171" Type="http://schemas.openxmlformats.org/officeDocument/2006/relationships/customXml" Target="../ink/ink617.xml"/><Relationship Id="rId192" Type="http://schemas.openxmlformats.org/officeDocument/2006/relationships/image" Target="../media/image1078.png"/><Relationship Id="rId206" Type="http://schemas.openxmlformats.org/officeDocument/2006/relationships/image" Target="../media/image1085.png"/><Relationship Id="rId227" Type="http://schemas.openxmlformats.org/officeDocument/2006/relationships/customXml" Target="../ink/ink645.xml"/><Relationship Id="rId12" Type="http://schemas.openxmlformats.org/officeDocument/2006/relationships/image" Target="../media/image989.png"/><Relationship Id="rId33" Type="http://schemas.openxmlformats.org/officeDocument/2006/relationships/customXml" Target="../ink/ink548.xml"/><Relationship Id="rId108" Type="http://schemas.openxmlformats.org/officeDocument/2006/relationships/image" Target="../media/image1036.png"/><Relationship Id="rId129" Type="http://schemas.openxmlformats.org/officeDocument/2006/relationships/customXml" Target="../ink/ink596.xml"/><Relationship Id="rId54" Type="http://schemas.openxmlformats.org/officeDocument/2006/relationships/image" Target="../media/image1009.png"/><Relationship Id="rId75" Type="http://schemas.openxmlformats.org/officeDocument/2006/relationships/customXml" Target="../ink/ink569.xml"/><Relationship Id="rId96" Type="http://schemas.openxmlformats.org/officeDocument/2006/relationships/image" Target="../media/image1030.png"/><Relationship Id="rId140" Type="http://schemas.openxmlformats.org/officeDocument/2006/relationships/image" Target="../media/image1052.png"/><Relationship Id="rId161" Type="http://schemas.openxmlformats.org/officeDocument/2006/relationships/customXml" Target="../ink/ink612.xml"/><Relationship Id="rId182" Type="http://schemas.openxmlformats.org/officeDocument/2006/relationships/image" Target="../media/image1073.png"/><Relationship Id="rId217" Type="http://schemas.openxmlformats.org/officeDocument/2006/relationships/customXml" Target="../ink/ink640.xml"/><Relationship Id="rId6" Type="http://schemas.openxmlformats.org/officeDocument/2006/relationships/image" Target="../media/image986.png"/><Relationship Id="rId23" Type="http://schemas.openxmlformats.org/officeDocument/2006/relationships/customXml" Target="../ink/ink543.xml"/><Relationship Id="rId119" Type="http://schemas.openxmlformats.org/officeDocument/2006/relationships/customXml" Target="../ink/ink591.xml"/><Relationship Id="rId44" Type="http://schemas.openxmlformats.org/officeDocument/2006/relationships/image" Target="../media/image1004.png"/><Relationship Id="rId65" Type="http://schemas.openxmlformats.org/officeDocument/2006/relationships/customXml" Target="../ink/ink564.xml"/><Relationship Id="rId86" Type="http://schemas.openxmlformats.org/officeDocument/2006/relationships/image" Target="../media/image1025.png"/><Relationship Id="rId130" Type="http://schemas.openxmlformats.org/officeDocument/2006/relationships/image" Target="../media/image1047.png"/><Relationship Id="rId151" Type="http://schemas.openxmlformats.org/officeDocument/2006/relationships/customXml" Target="../ink/ink607.xml"/><Relationship Id="rId172" Type="http://schemas.openxmlformats.org/officeDocument/2006/relationships/image" Target="../media/image1068.png"/><Relationship Id="rId193" Type="http://schemas.openxmlformats.org/officeDocument/2006/relationships/customXml" Target="../ink/ink628.xml"/><Relationship Id="rId207" Type="http://schemas.openxmlformats.org/officeDocument/2006/relationships/customXml" Target="../ink/ink635.xml"/><Relationship Id="rId228" Type="http://schemas.openxmlformats.org/officeDocument/2006/relationships/image" Target="../media/image1096.png"/><Relationship Id="rId13" Type="http://schemas.openxmlformats.org/officeDocument/2006/relationships/customXml" Target="../ink/ink538.xml"/><Relationship Id="rId109" Type="http://schemas.openxmlformats.org/officeDocument/2006/relationships/customXml" Target="../ink/ink586.xml"/><Relationship Id="rId34" Type="http://schemas.openxmlformats.org/officeDocument/2006/relationships/image" Target="../media/image999.png"/><Relationship Id="rId55" Type="http://schemas.openxmlformats.org/officeDocument/2006/relationships/customXml" Target="../ink/ink559.xml"/><Relationship Id="rId76" Type="http://schemas.openxmlformats.org/officeDocument/2006/relationships/image" Target="../media/image1020.png"/><Relationship Id="rId97" Type="http://schemas.openxmlformats.org/officeDocument/2006/relationships/customXml" Target="../ink/ink580.xml"/><Relationship Id="rId120" Type="http://schemas.openxmlformats.org/officeDocument/2006/relationships/image" Target="../media/image1042.png"/><Relationship Id="rId141" Type="http://schemas.openxmlformats.org/officeDocument/2006/relationships/customXml" Target="../ink/ink602.xml"/><Relationship Id="rId7" Type="http://schemas.openxmlformats.org/officeDocument/2006/relationships/customXml" Target="../ink/ink535.xml"/><Relationship Id="rId162" Type="http://schemas.openxmlformats.org/officeDocument/2006/relationships/image" Target="../media/image1063.png"/><Relationship Id="rId183" Type="http://schemas.openxmlformats.org/officeDocument/2006/relationships/customXml" Target="../ink/ink623.xml"/><Relationship Id="rId218" Type="http://schemas.openxmlformats.org/officeDocument/2006/relationships/image" Target="../media/image1091.png"/><Relationship Id="rId24" Type="http://schemas.openxmlformats.org/officeDocument/2006/relationships/image" Target="../media/image994.png"/><Relationship Id="rId45" Type="http://schemas.openxmlformats.org/officeDocument/2006/relationships/customXml" Target="../ink/ink554.xml"/><Relationship Id="rId66" Type="http://schemas.openxmlformats.org/officeDocument/2006/relationships/image" Target="../media/image1015.png"/><Relationship Id="rId87" Type="http://schemas.openxmlformats.org/officeDocument/2006/relationships/customXml" Target="../ink/ink575.xml"/><Relationship Id="rId110" Type="http://schemas.openxmlformats.org/officeDocument/2006/relationships/image" Target="../media/image1037.png"/><Relationship Id="rId131" Type="http://schemas.openxmlformats.org/officeDocument/2006/relationships/customXml" Target="../ink/ink597.xml"/><Relationship Id="rId152" Type="http://schemas.openxmlformats.org/officeDocument/2006/relationships/image" Target="../media/image1058.png"/><Relationship Id="rId173" Type="http://schemas.openxmlformats.org/officeDocument/2006/relationships/customXml" Target="../ink/ink618.xml"/><Relationship Id="rId194" Type="http://schemas.openxmlformats.org/officeDocument/2006/relationships/image" Target="../media/image1079.png"/><Relationship Id="rId208" Type="http://schemas.openxmlformats.org/officeDocument/2006/relationships/image" Target="../media/image1086.png"/><Relationship Id="rId229" Type="http://schemas.openxmlformats.org/officeDocument/2006/relationships/customXml" Target="../ink/ink646.xml"/><Relationship Id="rId14" Type="http://schemas.openxmlformats.org/officeDocument/2006/relationships/image" Target="../media/image990.png"/><Relationship Id="rId35" Type="http://schemas.openxmlformats.org/officeDocument/2006/relationships/customXml" Target="../ink/ink549.xml"/><Relationship Id="rId56" Type="http://schemas.openxmlformats.org/officeDocument/2006/relationships/image" Target="../media/image1010.png"/><Relationship Id="rId77" Type="http://schemas.openxmlformats.org/officeDocument/2006/relationships/customXml" Target="../ink/ink570.xml"/><Relationship Id="rId100" Type="http://schemas.openxmlformats.org/officeDocument/2006/relationships/image" Target="../media/image1032.png"/><Relationship Id="rId8" Type="http://schemas.openxmlformats.org/officeDocument/2006/relationships/image" Target="../media/image987.png"/><Relationship Id="rId98" Type="http://schemas.openxmlformats.org/officeDocument/2006/relationships/image" Target="../media/image1031.png"/><Relationship Id="rId121" Type="http://schemas.openxmlformats.org/officeDocument/2006/relationships/customXml" Target="../ink/ink592.xml"/><Relationship Id="rId142" Type="http://schemas.openxmlformats.org/officeDocument/2006/relationships/image" Target="../media/image1053.png"/><Relationship Id="rId163" Type="http://schemas.openxmlformats.org/officeDocument/2006/relationships/customXml" Target="../ink/ink613.xml"/><Relationship Id="rId184" Type="http://schemas.openxmlformats.org/officeDocument/2006/relationships/image" Target="../media/image1074.png"/><Relationship Id="rId219" Type="http://schemas.openxmlformats.org/officeDocument/2006/relationships/customXml" Target="../ink/ink641.xml"/><Relationship Id="rId230" Type="http://schemas.openxmlformats.org/officeDocument/2006/relationships/image" Target="../media/image1097.png"/><Relationship Id="rId25" Type="http://schemas.openxmlformats.org/officeDocument/2006/relationships/customXml" Target="../ink/ink544.xml"/><Relationship Id="rId46" Type="http://schemas.openxmlformats.org/officeDocument/2006/relationships/image" Target="../media/image1005.png"/><Relationship Id="rId67" Type="http://schemas.openxmlformats.org/officeDocument/2006/relationships/customXml" Target="../ink/ink565.xml"/><Relationship Id="rId116" Type="http://schemas.openxmlformats.org/officeDocument/2006/relationships/image" Target="../media/image1040.png"/><Relationship Id="rId137" Type="http://schemas.openxmlformats.org/officeDocument/2006/relationships/customXml" Target="../ink/ink600.xml"/><Relationship Id="rId158" Type="http://schemas.openxmlformats.org/officeDocument/2006/relationships/image" Target="../media/image1061.png"/><Relationship Id="rId20" Type="http://schemas.openxmlformats.org/officeDocument/2006/relationships/image" Target="../media/image376.png"/><Relationship Id="rId41" Type="http://schemas.openxmlformats.org/officeDocument/2006/relationships/customXml" Target="../ink/ink552.xml"/><Relationship Id="rId62" Type="http://schemas.openxmlformats.org/officeDocument/2006/relationships/image" Target="../media/image1013.png"/><Relationship Id="rId83" Type="http://schemas.openxmlformats.org/officeDocument/2006/relationships/customXml" Target="../ink/ink573.xml"/><Relationship Id="rId88" Type="http://schemas.openxmlformats.org/officeDocument/2006/relationships/image" Target="../media/image1026.png"/><Relationship Id="rId111" Type="http://schemas.openxmlformats.org/officeDocument/2006/relationships/customXml" Target="../ink/ink587.xml"/><Relationship Id="rId132" Type="http://schemas.openxmlformats.org/officeDocument/2006/relationships/image" Target="../media/image1048.png"/><Relationship Id="rId153" Type="http://schemas.openxmlformats.org/officeDocument/2006/relationships/customXml" Target="../ink/ink608.xml"/><Relationship Id="rId174" Type="http://schemas.openxmlformats.org/officeDocument/2006/relationships/image" Target="../media/image1069.png"/><Relationship Id="rId179" Type="http://schemas.openxmlformats.org/officeDocument/2006/relationships/customXml" Target="../ink/ink621.xml"/><Relationship Id="rId195" Type="http://schemas.openxmlformats.org/officeDocument/2006/relationships/customXml" Target="../ink/ink629.xml"/><Relationship Id="rId209" Type="http://schemas.openxmlformats.org/officeDocument/2006/relationships/customXml" Target="../ink/ink636.xml"/><Relationship Id="rId190" Type="http://schemas.openxmlformats.org/officeDocument/2006/relationships/image" Target="../media/image1077.png"/><Relationship Id="rId204" Type="http://schemas.openxmlformats.org/officeDocument/2006/relationships/image" Target="../media/image1084.png"/><Relationship Id="rId220" Type="http://schemas.openxmlformats.org/officeDocument/2006/relationships/image" Target="../media/image1092.png"/><Relationship Id="rId225" Type="http://schemas.openxmlformats.org/officeDocument/2006/relationships/customXml" Target="../ink/ink644.xml"/><Relationship Id="rId15" Type="http://schemas.openxmlformats.org/officeDocument/2006/relationships/customXml" Target="../ink/ink539.xml"/><Relationship Id="rId36" Type="http://schemas.openxmlformats.org/officeDocument/2006/relationships/image" Target="../media/image1000.png"/><Relationship Id="rId57" Type="http://schemas.openxmlformats.org/officeDocument/2006/relationships/customXml" Target="../ink/ink560.xml"/><Relationship Id="rId106" Type="http://schemas.openxmlformats.org/officeDocument/2006/relationships/image" Target="../media/image1035.png"/><Relationship Id="rId127" Type="http://schemas.openxmlformats.org/officeDocument/2006/relationships/customXml" Target="../ink/ink595.xml"/><Relationship Id="rId10" Type="http://schemas.openxmlformats.org/officeDocument/2006/relationships/image" Target="../media/image988.png"/><Relationship Id="rId31" Type="http://schemas.openxmlformats.org/officeDocument/2006/relationships/customXml" Target="../ink/ink547.xml"/><Relationship Id="rId52" Type="http://schemas.openxmlformats.org/officeDocument/2006/relationships/image" Target="../media/image1008.png"/><Relationship Id="rId73" Type="http://schemas.openxmlformats.org/officeDocument/2006/relationships/customXml" Target="../ink/ink568.xml"/><Relationship Id="rId78" Type="http://schemas.openxmlformats.org/officeDocument/2006/relationships/image" Target="../media/image1021.png"/><Relationship Id="rId94" Type="http://schemas.openxmlformats.org/officeDocument/2006/relationships/image" Target="../media/image1029.png"/><Relationship Id="rId99" Type="http://schemas.openxmlformats.org/officeDocument/2006/relationships/customXml" Target="../ink/ink581.xml"/><Relationship Id="rId101" Type="http://schemas.openxmlformats.org/officeDocument/2006/relationships/customXml" Target="../ink/ink582.xml"/><Relationship Id="rId122" Type="http://schemas.openxmlformats.org/officeDocument/2006/relationships/image" Target="../media/image1043.png"/><Relationship Id="rId143" Type="http://schemas.openxmlformats.org/officeDocument/2006/relationships/customXml" Target="../ink/ink603.xml"/><Relationship Id="rId148" Type="http://schemas.openxmlformats.org/officeDocument/2006/relationships/image" Target="../media/image1056.png"/><Relationship Id="rId164" Type="http://schemas.openxmlformats.org/officeDocument/2006/relationships/image" Target="../media/image1064.png"/><Relationship Id="rId169" Type="http://schemas.openxmlformats.org/officeDocument/2006/relationships/customXml" Target="../ink/ink616.xml"/><Relationship Id="rId185" Type="http://schemas.openxmlformats.org/officeDocument/2006/relationships/customXml" Target="../ink/ink624.xml"/><Relationship Id="rId4" Type="http://schemas.openxmlformats.org/officeDocument/2006/relationships/image" Target="../media/image985.png"/><Relationship Id="rId9" Type="http://schemas.openxmlformats.org/officeDocument/2006/relationships/customXml" Target="../ink/ink536.xml"/><Relationship Id="rId180" Type="http://schemas.openxmlformats.org/officeDocument/2006/relationships/image" Target="../media/image1072.png"/><Relationship Id="rId210" Type="http://schemas.openxmlformats.org/officeDocument/2006/relationships/image" Target="../media/image1087.png"/><Relationship Id="rId215" Type="http://schemas.openxmlformats.org/officeDocument/2006/relationships/customXml" Target="../ink/ink639.xml"/><Relationship Id="rId26" Type="http://schemas.openxmlformats.org/officeDocument/2006/relationships/image" Target="../media/image995.png"/><Relationship Id="rId47" Type="http://schemas.openxmlformats.org/officeDocument/2006/relationships/customXml" Target="../ink/ink555.xml"/><Relationship Id="rId68" Type="http://schemas.openxmlformats.org/officeDocument/2006/relationships/image" Target="../media/image1016.png"/><Relationship Id="rId89" Type="http://schemas.openxmlformats.org/officeDocument/2006/relationships/customXml" Target="../ink/ink576.xml"/><Relationship Id="rId112" Type="http://schemas.openxmlformats.org/officeDocument/2006/relationships/image" Target="../media/image1038.png"/><Relationship Id="rId133" Type="http://schemas.openxmlformats.org/officeDocument/2006/relationships/customXml" Target="../ink/ink598.xml"/><Relationship Id="rId154" Type="http://schemas.openxmlformats.org/officeDocument/2006/relationships/image" Target="../media/image1059.png"/><Relationship Id="rId175" Type="http://schemas.openxmlformats.org/officeDocument/2006/relationships/customXml" Target="../ink/ink619.xml"/><Relationship Id="rId196" Type="http://schemas.openxmlformats.org/officeDocument/2006/relationships/image" Target="../media/image1080.png"/><Relationship Id="rId200" Type="http://schemas.openxmlformats.org/officeDocument/2006/relationships/image" Target="../media/image1082.png"/><Relationship Id="rId16" Type="http://schemas.openxmlformats.org/officeDocument/2006/relationships/image" Target="../media/image991.png"/><Relationship Id="rId221" Type="http://schemas.openxmlformats.org/officeDocument/2006/relationships/customXml" Target="../ink/ink642.xml"/><Relationship Id="rId37" Type="http://schemas.openxmlformats.org/officeDocument/2006/relationships/customXml" Target="../ink/ink550.xml"/><Relationship Id="rId58" Type="http://schemas.openxmlformats.org/officeDocument/2006/relationships/image" Target="../media/image1011.png"/><Relationship Id="rId79" Type="http://schemas.openxmlformats.org/officeDocument/2006/relationships/customXml" Target="../ink/ink571.xml"/><Relationship Id="rId102" Type="http://schemas.openxmlformats.org/officeDocument/2006/relationships/image" Target="../media/image1033.png"/><Relationship Id="rId123" Type="http://schemas.openxmlformats.org/officeDocument/2006/relationships/customXml" Target="../ink/ink593.xml"/><Relationship Id="rId144" Type="http://schemas.openxmlformats.org/officeDocument/2006/relationships/image" Target="../media/image1054.png"/><Relationship Id="rId90" Type="http://schemas.openxmlformats.org/officeDocument/2006/relationships/image" Target="../media/image1027.png"/><Relationship Id="rId165" Type="http://schemas.openxmlformats.org/officeDocument/2006/relationships/customXml" Target="../ink/ink614.xml"/><Relationship Id="rId186" Type="http://schemas.openxmlformats.org/officeDocument/2006/relationships/image" Target="../media/image1075.png"/><Relationship Id="rId211" Type="http://schemas.openxmlformats.org/officeDocument/2006/relationships/customXml" Target="../ink/ink637.xml"/><Relationship Id="rId27" Type="http://schemas.openxmlformats.org/officeDocument/2006/relationships/customXml" Target="../ink/ink545.xml"/><Relationship Id="rId48" Type="http://schemas.openxmlformats.org/officeDocument/2006/relationships/image" Target="../media/image1006.png"/><Relationship Id="rId69" Type="http://schemas.openxmlformats.org/officeDocument/2006/relationships/customXml" Target="../ink/ink566.xml"/><Relationship Id="rId113" Type="http://schemas.openxmlformats.org/officeDocument/2006/relationships/customXml" Target="../ink/ink588.xml"/><Relationship Id="rId134" Type="http://schemas.openxmlformats.org/officeDocument/2006/relationships/image" Target="../media/image1049.png"/><Relationship Id="rId80" Type="http://schemas.openxmlformats.org/officeDocument/2006/relationships/image" Target="../media/image1022.png"/><Relationship Id="rId155" Type="http://schemas.openxmlformats.org/officeDocument/2006/relationships/customXml" Target="../ink/ink609.xml"/><Relationship Id="rId176" Type="http://schemas.openxmlformats.org/officeDocument/2006/relationships/image" Target="../media/image1070.png"/><Relationship Id="rId197" Type="http://schemas.openxmlformats.org/officeDocument/2006/relationships/customXml" Target="../ink/ink630.xml"/><Relationship Id="rId201" Type="http://schemas.openxmlformats.org/officeDocument/2006/relationships/customXml" Target="../ink/ink632.xml"/><Relationship Id="rId222" Type="http://schemas.openxmlformats.org/officeDocument/2006/relationships/image" Target="../media/image1093.png"/><Relationship Id="rId17" Type="http://schemas.openxmlformats.org/officeDocument/2006/relationships/customXml" Target="../ink/ink540.xml"/><Relationship Id="rId38" Type="http://schemas.openxmlformats.org/officeDocument/2006/relationships/image" Target="../media/image1001.png"/><Relationship Id="rId59" Type="http://schemas.openxmlformats.org/officeDocument/2006/relationships/customXml" Target="../ink/ink561.xml"/><Relationship Id="rId103" Type="http://schemas.openxmlformats.org/officeDocument/2006/relationships/customXml" Target="../ink/ink583.xml"/><Relationship Id="rId124" Type="http://schemas.openxmlformats.org/officeDocument/2006/relationships/image" Target="../media/image1044.png"/><Relationship Id="rId70" Type="http://schemas.openxmlformats.org/officeDocument/2006/relationships/image" Target="../media/image1017.png"/><Relationship Id="rId91" Type="http://schemas.openxmlformats.org/officeDocument/2006/relationships/customXml" Target="../ink/ink577.xml"/><Relationship Id="rId145" Type="http://schemas.openxmlformats.org/officeDocument/2006/relationships/customXml" Target="../ink/ink604.xml"/><Relationship Id="rId166" Type="http://schemas.openxmlformats.org/officeDocument/2006/relationships/image" Target="../media/image1065.png"/><Relationship Id="rId187" Type="http://schemas.openxmlformats.org/officeDocument/2006/relationships/customXml" Target="../ink/ink625.xml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1088.png"/><Relationship Id="rId28" Type="http://schemas.openxmlformats.org/officeDocument/2006/relationships/image" Target="../media/image996.png"/><Relationship Id="rId49" Type="http://schemas.openxmlformats.org/officeDocument/2006/relationships/customXml" Target="../ink/ink556.xml"/><Relationship Id="rId114" Type="http://schemas.openxmlformats.org/officeDocument/2006/relationships/image" Target="../media/image1039.png"/><Relationship Id="rId60" Type="http://schemas.openxmlformats.org/officeDocument/2006/relationships/image" Target="../media/image1012.png"/><Relationship Id="rId81" Type="http://schemas.openxmlformats.org/officeDocument/2006/relationships/customXml" Target="../ink/ink572.xml"/><Relationship Id="rId135" Type="http://schemas.openxmlformats.org/officeDocument/2006/relationships/customXml" Target="../ink/ink599.xml"/><Relationship Id="rId156" Type="http://schemas.openxmlformats.org/officeDocument/2006/relationships/image" Target="../media/image1060.png"/><Relationship Id="rId177" Type="http://schemas.openxmlformats.org/officeDocument/2006/relationships/customXml" Target="../ink/ink620.xml"/><Relationship Id="rId198" Type="http://schemas.openxmlformats.org/officeDocument/2006/relationships/image" Target="../media/image1081.png"/><Relationship Id="rId202" Type="http://schemas.openxmlformats.org/officeDocument/2006/relationships/image" Target="../media/image1083.png"/><Relationship Id="rId223" Type="http://schemas.openxmlformats.org/officeDocument/2006/relationships/customXml" Target="../ink/ink643.xml"/><Relationship Id="rId18" Type="http://schemas.openxmlformats.org/officeDocument/2006/relationships/image" Target="../media/image992.png"/><Relationship Id="rId39" Type="http://schemas.openxmlformats.org/officeDocument/2006/relationships/customXml" Target="../ink/ink551.xml"/><Relationship Id="rId50" Type="http://schemas.openxmlformats.org/officeDocument/2006/relationships/image" Target="../media/image1007.png"/><Relationship Id="rId104" Type="http://schemas.openxmlformats.org/officeDocument/2006/relationships/image" Target="../media/image1034.png"/><Relationship Id="rId125" Type="http://schemas.openxmlformats.org/officeDocument/2006/relationships/customXml" Target="../ink/ink594.xml"/><Relationship Id="rId146" Type="http://schemas.openxmlformats.org/officeDocument/2006/relationships/image" Target="../media/image1055.png"/><Relationship Id="rId167" Type="http://schemas.openxmlformats.org/officeDocument/2006/relationships/customXml" Target="../ink/ink615.xml"/><Relationship Id="rId188" Type="http://schemas.openxmlformats.org/officeDocument/2006/relationships/image" Target="../media/image1076.png"/><Relationship Id="rId71" Type="http://schemas.openxmlformats.org/officeDocument/2006/relationships/customXml" Target="../ink/ink567.xml"/><Relationship Id="rId92" Type="http://schemas.openxmlformats.org/officeDocument/2006/relationships/image" Target="../media/image1028.png"/><Relationship Id="rId213" Type="http://schemas.openxmlformats.org/officeDocument/2006/relationships/customXml" Target="../ink/ink638.xml"/><Relationship Id="rId2" Type="http://schemas.openxmlformats.org/officeDocument/2006/relationships/image" Target="../media/image782.jpg"/><Relationship Id="rId29" Type="http://schemas.openxmlformats.org/officeDocument/2006/relationships/customXml" Target="../ink/ink546.xml"/><Relationship Id="rId40" Type="http://schemas.openxmlformats.org/officeDocument/2006/relationships/image" Target="../media/image1002.png"/><Relationship Id="rId115" Type="http://schemas.openxmlformats.org/officeDocument/2006/relationships/customXml" Target="../ink/ink589.xml"/><Relationship Id="rId136" Type="http://schemas.openxmlformats.org/officeDocument/2006/relationships/image" Target="../media/image1050.png"/><Relationship Id="rId157" Type="http://schemas.openxmlformats.org/officeDocument/2006/relationships/customXml" Target="../ink/ink610.xml"/><Relationship Id="rId178" Type="http://schemas.openxmlformats.org/officeDocument/2006/relationships/image" Target="../media/image1071.png"/><Relationship Id="rId61" Type="http://schemas.openxmlformats.org/officeDocument/2006/relationships/customXml" Target="../ink/ink562.xml"/><Relationship Id="rId82" Type="http://schemas.openxmlformats.org/officeDocument/2006/relationships/image" Target="../media/image1023.png"/><Relationship Id="rId199" Type="http://schemas.openxmlformats.org/officeDocument/2006/relationships/customXml" Target="../ink/ink631.xml"/><Relationship Id="rId203" Type="http://schemas.openxmlformats.org/officeDocument/2006/relationships/customXml" Target="../ink/ink633.xml"/><Relationship Id="rId19" Type="http://schemas.openxmlformats.org/officeDocument/2006/relationships/customXml" Target="../ink/ink541.xml"/><Relationship Id="rId224" Type="http://schemas.openxmlformats.org/officeDocument/2006/relationships/image" Target="../media/image1094.png"/><Relationship Id="rId30" Type="http://schemas.openxmlformats.org/officeDocument/2006/relationships/image" Target="../media/image997.png"/><Relationship Id="rId105" Type="http://schemas.openxmlformats.org/officeDocument/2006/relationships/customXml" Target="../ink/ink584.xml"/><Relationship Id="rId126" Type="http://schemas.openxmlformats.org/officeDocument/2006/relationships/image" Target="../media/image1045.png"/><Relationship Id="rId147" Type="http://schemas.openxmlformats.org/officeDocument/2006/relationships/customXml" Target="../ink/ink605.xml"/><Relationship Id="rId168" Type="http://schemas.openxmlformats.org/officeDocument/2006/relationships/image" Target="../media/image1066.png"/><Relationship Id="rId51" Type="http://schemas.openxmlformats.org/officeDocument/2006/relationships/customXml" Target="../ink/ink557.xml"/><Relationship Id="rId72" Type="http://schemas.openxmlformats.org/officeDocument/2006/relationships/image" Target="../media/image1018.png"/><Relationship Id="rId93" Type="http://schemas.openxmlformats.org/officeDocument/2006/relationships/customXml" Target="../ink/ink578.xml"/><Relationship Id="rId189" Type="http://schemas.openxmlformats.org/officeDocument/2006/relationships/customXml" Target="../ink/ink626.xml"/><Relationship Id="rId3" Type="http://schemas.openxmlformats.org/officeDocument/2006/relationships/customXml" Target="../ink/ink533.xml"/><Relationship Id="rId214" Type="http://schemas.openxmlformats.org/officeDocument/2006/relationships/image" Target="../media/image1089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9.png"/><Relationship Id="rId18" Type="http://schemas.openxmlformats.org/officeDocument/2006/relationships/image" Target="../media/image1114.png"/><Relationship Id="rId26" Type="http://schemas.openxmlformats.org/officeDocument/2006/relationships/image" Target="../media/image1122.png"/><Relationship Id="rId39" Type="http://schemas.openxmlformats.org/officeDocument/2006/relationships/image" Target="../media/image1135.png"/><Relationship Id="rId21" Type="http://schemas.openxmlformats.org/officeDocument/2006/relationships/image" Target="../media/image1117.png"/><Relationship Id="rId34" Type="http://schemas.openxmlformats.org/officeDocument/2006/relationships/image" Target="../media/image1130.png"/><Relationship Id="rId42" Type="http://schemas.openxmlformats.org/officeDocument/2006/relationships/image" Target="../media/image1138.png"/><Relationship Id="rId7" Type="http://schemas.openxmlformats.org/officeDocument/2006/relationships/image" Target="../media/image1103.png"/><Relationship Id="rId2" Type="http://schemas.openxmlformats.org/officeDocument/2006/relationships/image" Target="../media/image1098.jpg"/><Relationship Id="rId16" Type="http://schemas.openxmlformats.org/officeDocument/2006/relationships/image" Target="../media/image1112.png"/><Relationship Id="rId29" Type="http://schemas.openxmlformats.org/officeDocument/2006/relationships/image" Target="../media/image11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02.png"/><Relationship Id="rId11" Type="http://schemas.openxmlformats.org/officeDocument/2006/relationships/image" Target="../media/image1107.png"/><Relationship Id="rId24" Type="http://schemas.openxmlformats.org/officeDocument/2006/relationships/image" Target="../media/image1120.png"/><Relationship Id="rId32" Type="http://schemas.openxmlformats.org/officeDocument/2006/relationships/image" Target="../media/image1128.png"/><Relationship Id="rId37" Type="http://schemas.openxmlformats.org/officeDocument/2006/relationships/image" Target="../media/image1133.png"/><Relationship Id="rId40" Type="http://schemas.openxmlformats.org/officeDocument/2006/relationships/image" Target="../media/image1136.png"/><Relationship Id="rId45" Type="http://schemas.openxmlformats.org/officeDocument/2006/relationships/image" Target="../media/image1141.png"/><Relationship Id="rId5" Type="http://schemas.openxmlformats.org/officeDocument/2006/relationships/image" Target="../media/image1101.png"/><Relationship Id="rId15" Type="http://schemas.openxmlformats.org/officeDocument/2006/relationships/image" Target="../media/image1111.png"/><Relationship Id="rId23" Type="http://schemas.openxmlformats.org/officeDocument/2006/relationships/image" Target="../media/image1119.png"/><Relationship Id="rId28" Type="http://schemas.openxmlformats.org/officeDocument/2006/relationships/image" Target="../media/image1124.png"/><Relationship Id="rId36" Type="http://schemas.openxmlformats.org/officeDocument/2006/relationships/image" Target="../media/image1132.png"/><Relationship Id="rId10" Type="http://schemas.openxmlformats.org/officeDocument/2006/relationships/image" Target="../media/image1106.png"/><Relationship Id="rId19" Type="http://schemas.openxmlformats.org/officeDocument/2006/relationships/image" Target="../media/image1115.png"/><Relationship Id="rId31" Type="http://schemas.openxmlformats.org/officeDocument/2006/relationships/image" Target="../media/image1127.png"/><Relationship Id="rId44" Type="http://schemas.openxmlformats.org/officeDocument/2006/relationships/image" Target="../media/image1140.png"/><Relationship Id="rId4" Type="http://schemas.openxmlformats.org/officeDocument/2006/relationships/image" Target="../media/image1100.png"/><Relationship Id="rId9" Type="http://schemas.openxmlformats.org/officeDocument/2006/relationships/image" Target="../media/image1105.png"/><Relationship Id="rId14" Type="http://schemas.openxmlformats.org/officeDocument/2006/relationships/image" Target="../media/image1110.png"/><Relationship Id="rId22" Type="http://schemas.openxmlformats.org/officeDocument/2006/relationships/image" Target="../media/image1118.png"/><Relationship Id="rId27" Type="http://schemas.openxmlformats.org/officeDocument/2006/relationships/image" Target="../media/image1123.png"/><Relationship Id="rId30" Type="http://schemas.openxmlformats.org/officeDocument/2006/relationships/image" Target="../media/image1126.png"/><Relationship Id="rId35" Type="http://schemas.openxmlformats.org/officeDocument/2006/relationships/image" Target="../media/image1131.png"/><Relationship Id="rId43" Type="http://schemas.openxmlformats.org/officeDocument/2006/relationships/image" Target="../media/image1139.png"/><Relationship Id="rId8" Type="http://schemas.openxmlformats.org/officeDocument/2006/relationships/image" Target="../media/image1104.png"/><Relationship Id="rId3" Type="http://schemas.openxmlformats.org/officeDocument/2006/relationships/image" Target="../media/image1099.png"/><Relationship Id="rId12" Type="http://schemas.openxmlformats.org/officeDocument/2006/relationships/image" Target="../media/image1108.png"/><Relationship Id="rId17" Type="http://schemas.openxmlformats.org/officeDocument/2006/relationships/image" Target="../media/image1113.png"/><Relationship Id="rId25" Type="http://schemas.openxmlformats.org/officeDocument/2006/relationships/image" Target="../media/image1121.png"/><Relationship Id="rId33" Type="http://schemas.openxmlformats.org/officeDocument/2006/relationships/image" Target="../media/image1129.png"/><Relationship Id="rId38" Type="http://schemas.openxmlformats.org/officeDocument/2006/relationships/image" Target="../media/image1134.png"/><Relationship Id="rId20" Type="http://schemas.openxmlformats.org/officeDocument/2006/relationships/image" Target="../media/image1116.png"/><Relationship Id="rId41" Type="http://schemas.openxmlformats.org/officeDocument/2006/relationships/image" Target="../media/image11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8.png"/><Relationship Id="rId13" Type="http://schemas.openxmlformats.org/officeDocument/2006/relationships/image" Target="../media/image1153.png"/><Relationship Id="rId18" Type="http://schemas.openxmlformats.org/officeDocument/2006/relationships/image" Target="../media/image1158.png"/><Relationship Id="rId26" Type="http://schemas.openxmlformats.org/officeDocument/2006/relationships/image" Target="../media/image1166.png"/><Relationship Id="rId3" Type="http://schemas.openxmlformats.org/officeDocument/2006/relationships/image" Target="../media/image1143.jpg"/><Relationship Id="rId21" Type="http://schemas.openxmlformats.org/officeDocument/2006/relationships/image" Target="../media/image1161.png"/><Relationship Id="rId7" Type="http://schemas.openxmlformats.org/officeDocument/2006/relationships/image" Target="../media/image1147.png"/><Relationship Id="rId12" Type="http://schemas.openxmlformats.org/officeDocument/2006/relationships/image" Target="../media/image1152.png"/><Relationship Id="rId17" Type="http://schemas.openxmlformats.org/officeDocument/2006/relationships/image" Target="../media/image1157.png"/><Relationship Id="rId25" Type="http://schemas.openxmlformats.org/officeDocument/2006/relationships/image" Target="../media/image1165.png"/><Relationship Id="rId2" Type="http://schemas.openxmlformats.org/officeDocument/2006/relationships/image" Target="../media/image1142.jpg"/><Relationship Id="rId16" Type="http://schemas.openxmlformats.org/officeDocument/2006/relationships/image" Target="../media/image1156.png"/><Relationship Id="rId20" Type="http://schemas.openxmlformats.org/officeDocument/2006/relationships/image" Target="../media/image1160.png"/><Relationship Id="rId29" Type="http://schemas.openxmlformats.org/officeDocument/2006/relationships/image" Target="../media/image11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46.png"/><Relationship Id="rId11" Type="http://schemas.openxmlformats.org/officeDocument/2006/relationships/image" Target="../media/image1151.png"/><Relationship Id="rId24" Type="http://schemas.openxmlformats.org/officeDocument/2006/relationships/image" Target="../media/image1164.png"/><Relationship Id="rId5" Type="http://schemas.openxmlformats.org/officeDocument/2006/relationships/image" Target="../media/image1145.png"/><Relationship Id="rId15" Type="http://schemas.openxmlformats.org/officeDocument/2006/relationships/image" Target="../media/image1155.png"/><Relationship Id="rId23" Type="http://schemas.openxmlformats.org/officeDocument/2006/relationships/image" Target="../media/image1163.png"/><Relationship Id="rId28" Type="http://schemas.openxmlformats.org/officeDocument/2006/relationships/image" Target="../media/image1168.png"/><Relationship Id="rId10" Type="http://schemas.openxmlformats.org/officeDocument/2006/relationships/image" Target="../media/image1150.png"/><Relationship Id="rId19" Type="http://schemas.openxmlformats.org/officeDocument/2006/relationships/image" Target="../media/image1159.png"/><Relationship Id="rId4" Type="http://schemas.openxmlformats.org/officeDocument/2006/relationships/image" Target="../media/image1144.png"/><Relationship Id="rId9" Type="http://schemas.openxmlformats.org/officeDocument/2006/relationships/image" Target="../media/image1149.png"/><Relationship Id="rId14" Type="http://schemas.openxmlformats.org/officeDocument/2006/relationships/image" Target="../media/image1154.png"/><Relationship Id="rId22" Type="http://schemas.openxmlformats.org/officeDocument/2006/relationships/image" Target="../media/image1162.png"/><Relationship Id="rId27" Type="http://schemas.openxmlformats.org/officeDocument/2006/relationships/image" Target="../media/image1167.png"/><Relationship Id="rId30" Type="http://schemas.openxmlformats.org/officeDocument/2006/relationships/image" Target="../media/image1170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52.xml"/><Relationship Id="rId18" Type="http://schemas.openxmlformats.org/officeDocument/2006/relationships/image" Target="../media/image1178.png"/><Relationship Id="rId26" Type="http://schemas.openxmlformats.org/officeDocument/2006/relationships/image" Target="../media/image1182.png"/><Relationship Id="rId21" Type="http://schemas.openxmlformats.org/officeDocument/2006/relationships/customXml" Target="../ink/ink656.xml"/><Relationship Id="rId34" Type="http://schemas.openxmlformats.org/officeDocument/2006/relationships/image" Target="../media/image1186.png"/><Relationship Id="rId7" Type="http://schemas.openxmlformats.org/officeDocument/2006/relationships/customXml" Target="../ink/ink649.xml"/><Relationship Id="rId12" Type="http://schemas.openxmlformats.org/officeDocument/2006/relationships/image" Target="../media/image1175.png"/><Relationship Id="rId17" Type="http://schemas.openxmlformats.org/officeDocument/2006/relationships/customXml" Target="../ink/ink654.xml"/><Relationship Id="rId25" Type="http://schemas.openxmlformats.org/officeDocument/2006/relationships/customXml" Target="../ink/ink658.xml"/><Relationship Id="rId33" Type="http://schemas.openxmlformats.org/officeDocument/2006/relationships/customXml" Target="../ink/ink662.xml"/><Relationship Id="rId38" Type="http://schemas.openxmlformats.org/officeDocument/2006/relationships/image" Target="../media/image1188.png"/><Relationship Id="rId2" Type="http://schemas.openxmlformats.org/officeDocument/2006/relationships/image" Target="../media/image1143.jpg"/><Relationship Id="rId16" Type="http://schemas.openxmlformats.org/officeDocument/2006/relationships/image" Target="../media/image1177.png"/><Relationship Id="rId20" Type="http://schemas.openxmlformats.org/officeDocument/2006/relationships/image" Target="../media/image1179.png"/><Relationship Id="rId29" Type="http://schemas.openxmlformats.org/officeDocument/2006/relationships/customXml" Target="../ink/ink66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72.png"/><Relationship Id="rId11" Type="http://schemas.openxmlformats.org/officeDocument/2006/relationships/customXml" Target="../ink/ink651.xml"/><Relationship Id="rId24" Type="http://schemas.openxmlformats.org/officeDocument/2006/relationships/image" Target="../media/image1181.png"/><Relationship Id="rId32" Type="http://schemas.openxmlformats.org/officeDocument/2006/relationships/image" Target="../media/image1185.png"/><Relationship Id="rId37" Type="http://schemas.openxmlformats.org/officeDocument/2006/relationships/customXml" Target="../ink/ink664.xml"/><Relationship Id="rId5" Type="http://schemas.openxmlformats.org/officeDocument/2006/relationships/customXml" Target="../ink/ink648.xml"/><Relationship Id="rId15" Type="http://schemas.openxmlformats.org/officeDocument/2006/relationships/customXml" Target="../ink/ink653.xml"/><Relationship Id="rId23" Type="http://schemas.openxmlformats.org/officeDocument/2006/relationships/customXml" Target="../ink/ink657.xml"/><Relationship Id="rId28" Type="http://schemas.openxmlformats.org/officeDocument/2006/relationships/image" Target="../media/image1183.png"/><Relationship Id="rId36" Type="http://schemas.openxmlformats.org/officeDocument/2006/relationships/image" Target="../media/image1187.png"/><Relationship Id="rId10" Type="http://schemas.openxmlformats.org/officeDocument/2006/relationships/image" Target="../media/image1174.png"/><Relationship Id="rId19" Type="http://schemas.openxmlformats.org/officeDocument/2006/relationships/customXml" Target="../ink/ink655.xml"/><Relationship Id="rId31" Type="http://schemas.openxmlformats.org/officeDocument/2006/relationships/customXml" Target="../ink/ink661.xml"/><Relationship Id="rId4" Type="http://schemas.openxmlformats.org/officeDocument/2006/relationships/image" Target="../media/image1171.png"/><Relationship Id="rId9" Type="http://schemas.openxmlformats.org/officeDocument/2006/relationships/customXml" Target="../ink/ink650.xml"/><Relationship Id="rId14" Type="http://schemas.openxmlformats.org/officeDocument/2006/relationships/image" Target="../media/image1176.png"/><Relationship Id="rId22" Type="http://schemas.openxmlformats.org/officeDocument/2006/relationships/image" Target="../media/image1180.png"/><Relationship Id="rId27" Type="http://schemas.openxmlformats.org/officeDocument/2006/relationships/customXml" Target="../ink/ink659.xml"/><Relationship Id="rId30" Type="http://schemas.openxmlformats.org/officeDocument/2006/relationships/image" Target="../media/image1184.png"/><Relationship Id="rId35" Type="http://schemas.openxmlformats.org/officeDocument/2006/relationships/customXml" Target="../ink/ink663.xml"/><Relationship Id="rId8" Type="http://schemas.openxmlformats.org/officeDocument/2006/relationships/image" Target="../media/image1173.png"/><Relationship Id="rId3" Type="http://schemas.openxmlformats.org/officeDocument/2006/relationships/customXml" Target="../ink/ink6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914" y="7610002"/>
            <a:ext cx="6971153" cy="4677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397594" y="1025118"/>
            <a:ext cx="16510" cy="16510"/>
          </a:xfrm>
          <a:custGeom>
            <a:avLst/>
            <a:gdLst/>
            <a:ahLst/>
            <a:cxnLst/>
            <a:rect l="l" t="t" r="r" b="b"/>
            <a:pathLst>
              <a:path w="16510" h="16509">
                <a:moveTo>
                  <a:pt x="9056" y="0"/>
                </a:moveTo>
                <a:lnTo>
                  <a:pt x="6936" y="0"/>
                </a:lnTo>
                <a:lnTo>
                  <a:pt x="5915" y="203"/>
                </a:lnTo>
                <a:lnTo>
                  <a:pt x="0" y="6936"/>
                </a:lnTo>
                <a:lnTo>
                  <a:pt x="0" y="9056"/>
                </a:lnTo>
                <a:lnTo>
                  <a:pt x="6936" y="15993"/>
                </a:lnTo>
                <a:lnTo>
                  <a:pt x="9056" y="15993"/>
                </a:lnTo>
                <a:lnTo>
                  <a:pt x="15994" y="7997"/>
                </a:lnTo>
                <a:lnTo>
                  <a:pt x="15993" y="6936"/>
                </a:lnTo>
                <a:lnTo>
                  <a:pt x="9056" y="0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1914" y="116612"/>
            <a:ext cx="1516444" cy="3644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9218" y="250503"/>
            <a:ext cx="285388" cy="2773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11099" y="198095"/>
            <a:ext cx="1590002" cy="343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8170" y="1196122"/>
            <a:ext cx="1165858" cy="35199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58703" y="1630304"/>
            <a:ext cx="1268730" cy="16510"/>
          </a:xfrm>
          <a:custGeom>
            <a:avLst/>
            <a:gdLst/>
            <a:ahLst/>
            <a:cxnLst/>
            <a:rect l="l" t="t" r="r" b="b"/>
            <a:pathLst>
              <a:path w="1268730" h="16510">
                <a:moveTo>
                  <a:pt x="1261593" y="0"/>
                </a:moveTo>
                <a:lnTo>
                  <a:pt x="6936" y="0"/>
                </a:lnTo>
                <a:lnTo>
                  <a:pt x="5915" y="201"/>
                </a:lnTo>
                <a:lnTo>
                  <a:pt x="0" y="6935"/>
                </a:lnTo>
                <a:lnTo>
                  <a:pt x="0" y="9056"/>
                </a:lnTo>
                <a:lnTo>
                  <a:pt x="6949" y="15994"/>
                </a:lnTo>
                <a:lnTo>
                  <a:pt x="1261580" y="15994"/>
                </a:lnTo>
                <a:lnTo>
                  <a:pt x="1268528" y="9056"/>
                </a:lnTo>
                <a:lnTo>
                  <a:pt x="1268528" y="6935"/>
                </a:lnTo>
                <a:lnTo>
                  <a:pt x="1261593" y="0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499" y="1774893"/>
            <a:ext cx="722682" cy="3363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7678" y="1951300"/>
            <a:ext cx="41204" cy="13689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98160" y="2018628"/>
            <a:ext cx="66870" cy="121241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572917" y="1797509"/>
            <a:ext cx="179705" cy="349885"/>
            <a:chOff x="1572917" y="1797509"/>
            <a:chExt cx="179705" cy="349885"/>
          </a:xfrm>
        </p:grpSpPr>
        <p:sp>
          <p:nvSpPr>
            <p:cNvPr id="13" name="object 13"/>
            <p:cNvSpPr/>
            <p:nvPr/>
          </p:nvSpPr>
          <p:spPr>
            <a:xfrm>
              <a:off x="1572917" y="1797509"/>
              <a:ext cx="24765" cy="320675"/>
            </a:xfrm>
            <a:custGeom>
              <a:avLst/>
              <a:gdLst/>
              <a:ahLst/>
              <a:cxnLst/>
              <a:rect l="l" t="t" r="r" b="b"/>
              <a:pathLst>
                <a:path w="24765" h="320675">
                  <a:moveTo>
                    <a:pt x="18537" y="0"/>
                  </a:moveTo>
                  <a:lnTo>
                    <a:pt x="15029" y="0"/>
                  </a:lnTo>
                  <a:lnTo>
                    <a:pt x="13040" y="737"/>
                  </a:lnTo>
                  <a:lnTo>
                    <a:pt x="1351" y="42433"/>
                  </a:lnTo>
                  <a:lnTo>
                    <a:pt x="1337" y="262277"/>
                  </a:lnTo>
                  <a:lnTo>
                    <a:pt x="1019" y="298413"/>
                  </a:lnTo>
                  <a:lnTo>
                    <a:pt x="0" y="312017"/>
                  </a:lnTo>
                  <a:lnTo>
                    <a:pt x="102" y="314271"/>
                  </a:lnTo>
                  <a:lnTo>
                    <a:pt x="711" y="316122"/>
                  </a:lnTo>
                  <a:lnTo>
                    <a:pt x="6434" y="320542"/>
                  </a:lnTo>
                  <a:lnTo>
                    <a:pt x="9467" y="320542"/>
                  </a:lnTo>
                  <a:lnTo>
                    <a:pt x="17334" y="262277"/>
                  </a:lnTo>
                  <a:lnTo>
                    <a:pt x="17375" y="42433"/>
                  </a:lnTo>
                  <a:lnTo>
                    <a:pt x="18166" y="28839"/>
                  </a:lnTo>
                  <a:lnTo>
                    <a:pt x="18012" y="28839"/>
                  </a:lnTo>
                  <a:lnTo>
                    <a:pt x="18210" y="28076"/>
                  </a:lnTo>
                  <a:lnTo>
                    <a:pt x="18256" y="27292"/>
                  </a:lnTo>
                  <a:lnTo>
                    <a:pt x="18414" y="27292"/>
                  </a:lnTo>
                  <a:lnTo>
                    <a:pt x="20819" y="18039"/>
                  </a:lnTo>
                  <a:lnTo>
                    <a:pt x="20954" y="18039"/>
                  </a:lnTo>
                  <a:lnTo>
                    <a:pt x="24530" y="10233"/>
                  </a:lnTo>
                  <a:lnTo>
                    <a:pt x="24770" y="9221"/>
                  </a:lnTo>
                  <a:lnTo>
                    <a:pt x="24683" y="6074"/>
                  </a:lnTo>
                  <a:lnTo>
                    <a:pt x="19187" y="154"/>
                  </a:lnTo>
                  <a:lnTo>
                    <a:pt x="18537" y="0"/>
                  </a:lnTo>
                  <a:close/>
                </a:path>
                <a:path w="24765" h="320675">
                  <a:moveTo>
                    <a:pt x="18210" y="28076"/>
                  </a:moveTo>
                  <a:lnTo>
                    <a:pt x="18012" y="28839"/>
                  </a:lnTo>
                  <a:lnTo>
                    <a:pt x="18166" y="28839"/>
                  </a:lnTo>
                  <a:lnTo>
                    <a:pt x="18210" y="28076"/>
                  </a:lnTo>
                  <a:close/>
                </a:path>
                <a:path w="24765" h="320675">
                  <a:moveTo>
                    <a:pt x="18414" y="27292"/>
                  </a:moveTo>
                  <a:lnTo>
                    <a:pt x="18256" y="27292"/>
                  </a:lnTo>
                  <a:lnTo>
                    <a:pt x="18210" y="28076"/>
                  </a:lnTo>
                  <a:lnTo>
                    <a:pt x="18414" y="27292"/>
                  </a:lnTo>
                  <a:close/>
                </a:path>
                <a:path w="24765" h="320675">
                  <a:moveTo>
                    <a:pt x="20954" y="18039"/>
                  </a:moveTo>
                  <a:lnTo>
                    <a:pt x="20819" y="18039"/>
                  </a:lnTo>
                  <a:lnTo>
                    <a:pt x="20641" y="18723"/>
                  </a:lnTo>
                  <a:lnTo>
                    <a:pt x="20954" y="18039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82532" y="1807119"/>
              <a:ext cx="90343" cy="1743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68147" y="2018588"/>
              <a:ext cx="83872" cy="128775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1923554" y="1954618"/>
            <a:ext cx="128270" cy="79375"/>
          </a:xfrm>
          <a:custGeom>
            <a:avLst/>
            <a:gdLst/>
            <a:ahLst/>
            <a:cxnLst/>
            <a:rect l="l" t="t" r="r" b="b"/>
            <a:pathLst>
              <a:path w="128269" h="79375">
                <a:moveTo>
                  <a:pt x="113499" y="69964"/>
                </a:moveTo>
                <a:lnTo>
                  <a:pt x="88023" y="60210"/>
                </a:lnTo>
                <a:lnTo>
                  <a:pt x="89636" y="60210"/>
                </a:lnTo>
                <a:lnTo>
                  <a:pt x="60756" y="58623"/>
                </a:lnTo>
                <a:lnTo>
                  <a:pt x="27546" y="58623"/>
                </a:lnTo>
                <a:lnTo>
                  <a:pt x="20701" y="67906"/>
                </a:lnTo>
                <a:lnTo>
                  <a:pt x="20866" y="68694"/>
                </a:lnTo>
                <a:lnTo>
                  <a:pt x="27597" y="74612"/>
                </a:lnTo>
                <a:lnTo>
                  <a:pt x="60083" y="74612"/>
                </a:lnTo>
                <a:lnTo>
                  <a:pt x="85610" y="76022"/>
                </a:lnTo>
                <a:lnTo>
                  <a:pt x="105371" y="78943"/>
                </a:lnTo>
                <a:lnTo>
                  <a:pt x="106210" y="78943"/>
                </a:lnTo>
                <a:lnTo>
                  <a:pt x="113474" y="71513"/>
                </a:lnTo>
                <a:lnTo>
                  <a:pt x="113499" y="69964"/>
                </a:lnTo>
                <a:close/>
              </a:path>
              <a:path w="128269" h="79375">
                <a:moveTo>
                  <a:pt x="127698" y="11430"/>
                </a:moveTo>
                <a:lnTo>
                  <a:pt x="120916" y="4559"/>
                </a:lnTo>
                <a:lnTo>
                  <a:pt x="118592" y="4559"/>
                </a:lnTo>
                <a:lnTo>
                  <a:pt x="117386" y="4787"/>
                </a:lnTo>
                <a:lnTo>
                  <a:pt x="117589" y="4787"/>
                </a:lnTo>
                <a:lnTo>
                  <a:pt x="115798" y="5499"/>
                </a:lnTo>
                <a:lnTo>
                  <a:pt x="114922" y="6057"/>
                </a:lnTo>
                <a:lnTo>
                  <a:pt x="114198" y="6769"/>
                </a:lnTo>
                <a:lnTo>
                  <a:pt x="114198" y="7747"/>
                </a:lnTo>
                <a:lnTo>
                  <a:pt x="112649" y="8267"/>
                </a:lnTo>
                <a:lnTo>
                  <a:pt x="111785" y="8547"/>
                </a:lnTo>
                <a:lnTo>
                  <a:pt x="112661" y="8242"/>
                </a:lnTo>
                <a:lnTo>
                  <a:pt x="114084" y="7747"/>
                </a:lnTo>
                <a:lnTo>
                  <a:pt x="114198" y="6769"/>
                </a:lnTo>
                <a:lnTo>
                  <a:pt x="113182" y="7747"/>
                </a:lnTo>
                <a:lnTo>
                  <a:pt x="81064" y="7747"/>
                </a:lnTo>
                <a:lnTo>
                  <a:pt x="73926" y="7442"/>
                </a:lnTo>
                <a:lnTo>
                  <a:pt x="73367" y="7442"/>
                </a:lnTo>
                <a:lnTo>
                  <a:pt x="56007" y="5359"/>
                </a:lnTo>
                <a:lnTo>
                  <a:pt x="36449" y="2120"/>
                </a:lnTo>
                <a:lnTo>
                  <a:pt x="20193" y="0"/>
                </a:lnTo>
                <a:lnTo>
                  <a:pt x="9385" y="0"/>
                </a:lnTo>
                <a:lnTo>
                  <a:pt x="5842" y="508"/>
                </a:lnTo>
                <a:lnTo>
                  <a:pt x="0" y="7442"/>
                </a:lnTo>
                <a:lnTo>
                  <a:pt x="114" y="9461"/>
                </a:lnTo>
                <a:lnTo>
                  <a:pt x="5346" y="15913"/>
                </a:lnTo>
                <a:lnTo>
                  <a:pt x="5626" y="15913"/>
                </a:lnTo>
                <a:lnTo>
                  <a:pt x="7061" y="16281"/>
                </a:lnTo>
                <a:lnTo>
                  <a:pt x="8509" y="16281"/>
                </a:lnTo>
                <a:lnTo>
                  <a:pt x="11087" y="15913"/>
                </a:lnTo>
                <a:lnTo>
                  <a:pt x="18529" y="15913"/>
                </a:lnTo>
                <a:lnTo>
                  <a:pt x="34353" y="17983"/>
                </a:lnTo>
                <a:lnTo>
                  <a:pt x="53670" y="21196"/>
                </a:lnTo>
                <a:lnTo>
                  <a:pt x="71882" y="23380"/>
                </a:lnTo>
                <a:lnTo>
                  <a:pt x="89331" y="24104"/>
                </a:lnTo>
                <a:lnTo>
                  <a:pt x="114388" y="24104"/>
                </a:lnTo>
                <a:lnTo>
                  <a:pt x="127635" y="14033"/>
                </a:lnTo>
                <a:lnTo>
                  <a:pt x="127698" y="11430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10350" y="1936868"/>
            <a:ext cx="111602" cy="15345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28804" y="2176404"/>
            <a:ext cx="566779" cy="37015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96548" y="2969102"/>
            <a:ext cx="541661" cy="24124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55816" y="2911083"/>
            <a:ext cx="267432" cy="26737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284478" y="3040652"/>
            <a:ext cx="414189" cy="18074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36064" y="3038647"/>
            <a:ext cx="154113" cy="18659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341902" y="3000541"/>
            <a:ext cx="814332" cy="31744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29285" y="4052923"/>
            <a:ext cx="988188" cy="21409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291020" y="4477143"/>
            <a:ext cx="174625" cy="447040"/>
          </a:xfrm>
          <a:custGeom>
            <a:avLst/>
            <a:gdLst/>
            <a:ahLst/>
            <a:cxnLst/>
            <a:rect l="l" t="t" r="r" b="b"/>
            <a:pathLst>
              <a:path w="174625" h="447039">
                <a:moveTo>
                  <a:pt x="25400" y="74701"/>
                </a:moveTo>
                <a:lnTo>
                  <a:pt x="19253" y="68173"/>
                </a:lnTo>
                <a:lnTo>
                  <a:pt x="15697" y="68173"/>
                </a:lnTo>
                <a:lnTo>
                  <a:pt x="5930" y="102311"/>
                </a:lnTo>
                <a:lnTo>
                  <a:pt x="6515" y="146888"/>
                </a:lnTo>
                <a:lnTo>
                  <a:pt x="7683" y="206654"/>
                </a:lnTo>
                <a:lnTo>
                  <a:pt x="7632" y="264807"/>
                </a:lnTo>
                <a:lnTo>
                  <a:pt x="4787" y="307517"/>
                </a:lnTo>
                <a:lnTo>
                  <a:pt x="2514" y="332219"/>
                </a:lnTo>
                <a:lnTo>
                  <a:pt x="0" y="347929"/>
                </a:lnTo>
                <a:lnTo>
                  <a:pt x="38" y="348957"/>
                </a:lnTo>
                <a:lnTo>
                  <a:pt x="7848" y="356209"/>
                </a:lnTo>
                <a:lnTo>
                  <a:pt x="8724" y="356209"/>
                </a:lnTo>
                <a:lnTo>
                  <a:pt x="20739" y="308787"/>
                </a:lnTo>
                <a:lnTo>
                  <a:pt x="23660" y="264807"/>
                </a:lnTo>
                <a:lnTo>
                  <a:pt x="23685" y="206654"/>
                </a:lnTo>
                <a:lnTo>
                  <a:pt x="22517" y="147142"/>
                </a:lnTo>
                <a:lnTo>
                  <a:pt x="21932" y="102666"/>
                </a:lnTo>
                <a:lnTo>
                  <a:pt x="21920" y="102311"/>
                </a:lnTo>
                <a:lnTo>
                  <a:pt x="22326" y="89827"/>
                </a:lnTo>
                <a:lnTo>
                  <a:pt x="22364" y="88747"/>
                </a:lnTo>
                <a:lnTo>
                  <a:pt x="22517" y="88239"/>
                </a:lnTo>
                <a:lnTo>
                  <a:pt x="23317" y="83527"/>
                </a:lnTo>
                <a:lnTo>
                  <a:pt x="23444" y="82816"/>
                </a:lnTo>
                <a:lnTo>
                  <a:pt x="23723" y="82054"/>
                </a:lnTo>
                <a:lnTo>
                  <a:pt x="25273" y="77914"/>
                </a:lnTo>
                <a:lnTo>
                  <a:pt x="25400" y="74701"/>
                </a:lnTo>
                <a:close/>
              </a:path>
              <a:path w="174625" h="447039">
                <a:moveTo>
                  <a:pt x="105968" y="19177"/>
                </a:moveTo>
                <a:lnTo>
                  <a:pt x="87147" y="482"/>
                </a:lnTo>
                <a:lnTo>
                  <a:pt x="87147" y="13716"/>
                </a:lnTo>
                <a:lnTo>
                  <a:pt x="87007" y="13957"/>
                </a:lnTo>
                <a:lnTo>
                  <a:pt x="86918" y="14122"/>
                </a:lnTo>
                <a:lnTo>
                  <a:pt x="86652" y="14351"/>
                </a:lnTo>
                <a:lnTo>
                  <a:pt x="86817" y="14122"/>
                </a:lnTo>
                <a:lnTo>
                  <a:pt x="87134" y="13716"/>
                </a:lnTo>
                <a:lnTo>
                  <a:pt x="87147" y="482"/>
                </a:lnTo>
                <a:lnTo>
                  <a:pt x="86347" y="203"/>
                </a:lnTo>
                <a:lnTo>
                  <a:pt x="86525" y="203"/>
                </a:lnTo>
                <a:lnTo>
                  <a:pt x="85318" y="0"/>
                </a:lnTo>
                <a:lnTo>
                  <a:pt x="80949" y="0"/>
                </a:lnTo>
                <a:lnTo>
                  <a:pt x="79933" y="203"/>
                </a:lnTo>
                <a:lnTo>
                  <a:pt x="69278" y="16217"/>
                </a:lnTo>
                <a:lnTo>
                  <a:pt x="69862" y="18249"/>
                </a:lnTo>
                <a:lnTo>
                  <a:pt x="75780" y="23012"/>
                </a:lnTo>
                <a:lnTo>
                  <a:pt x="78435" y="23012"/>
                </a:lnTo>
                <a:lnTo>
                  <a:pt x="80098" y="22542"/>
                </a:lnTo>
                <a:lnTo>
                  <a:pt x="80264" y="22542"/>
                </a:lnTo>
                <a:lnTo>
                  <a:pt x="81407" y="21958"/>
                </a:lnTo>
                <a:lnTo>
                  <a:pt x="83058" y="20637"/>
                </a:lnTo>
                <a:lnTo>
                  <a:pt x="83731" y="19850"/>
                </a:lnTo>
                <a:lnTo>
                  <a:pt x="84620" y="18249"/>
                </a:lnTo>
                <a:lnTo>
                  <a:pt x="82016" y="16217"/>
                </a:lnTo>
                <a:lnTo>
                  <a:pt x="84683" y="18249"/>
                </a:lnTo>
                <a:lnTo>
                  <a:pt x="85636" y="18986"/>
                </a:lnTo>
                <a:lnTo>
                  <a:pt x="85077" y="18249"/>
                </a:lnTo>
                <a:lnTo>
                  <a:pt x="85636" y="18986"/>
                </a:lnTo>
                <a:lnTo>
                  <a:pt x="86474" y="19634"/>
                </a:lnTo>
                <a:lnTo>
                  <a:pt x="85890" y="19177"/>
                </a:lnTo>
                <a:lnTo>
                  <a:pt x="86017" y="19177"/>
                </a:lnTo>
                <a:lnTo>
                  <a:pt x="105968" y="19177"/>
                </a:lnTo>
                <a:close/>
              </a:path>
              <a:path w="174625" h="447039">
                <a:moveTo>
                  <a:pt x="174345" y="198272"/>
                </a:moveTo>
                <a:lnTo>
                  <a:pt x="168351" y="160248"/>
                </a:lnTo>
                <a:lnTo>
                  <a:pt x="155892" y="118325"/>
                </a:lnTo>
                <a:lnTo>
                  <a:pt x="139674" y="77470"/>
                </a:lnTo>
                <a:lnTo>
                  <a:pt x="108331" y="22301"/>
                </a:lnTo>
                <a:lnTo>
                  <a:pt x="106311" y="19634"/>
                </a:lnTo>
                <a:lnTo>
                  <a:pt x="86474" y="19634"/>
                </a:lnTo>
                <a:lnTo>
                  <a:pt x="86131" y="19634"/>
                </a:lnTo>
                <a:lnTo>
                  <a:pt x="94869" y="30937"/>
                </a:lnTo>
                <a:lnTo>
                  <a:pt x="104114" y="45364"/>
                </a:lnTo>
                <a:lnTo>
                  <a:pt x="108864" y="52730"/>
                </a:lnTo>
                <a:lnTo>
                  <a:pt x="121691" y="77470"/>
                </a:lnTo>
                <a:lnTo>
                  <a:pt x="124802" y="83388"/>
                </a:lnTo>
                <a:lnTo>
                  <a:pt x="138709" y="118325"/>
                </a:lnTo>
                <a:lnTo>
                  <a:pt x="140550" y="122872"/>
                </a:lnTo>
                <a:lnTo>
                  <a:pt x="151879" y="160997"/>
                </a:lnTo>
                <a:lnTo>
                  <a:pt x="152831" y="164058"/>
                </a:lnTo>
                <a:lnTo>
                  <a:pt x="155943" y="179984"/>
                </a:lnTo>
                <a:lnTo>
                  <a:pt x="156438" y="182422"/>
                </a:lnTo>
                <a:lnTo>
                  <a:pt x="158242" y="198272"/>
                </a:lnTo>
                <a:lnTo>
                  <a:pt x="158254" y="236588"/>
                </a:lnTo>
                <a:lnTo>
                  <a:pt x="153873" y="275590"/>
                </a:lnTo>
                <a:lnTo>
                  <a:pt x="146431" y="312547"/>
                </a:lnTo>
                <a:lnTo>
                  <a:pt x="145034" y="317169"/>
                </a:lnTo>
                <a:lnTo>
                  <a:pt x="142443" y="325907"/>
                </a:lnTo>
                <a:lnTo>
                  <a:pt x="139903" y="332028"/>
                </a:lnTo>
                <a:lnTo>
                  <a:pt x="138239" y="336156"/>
                </a:lnTo>
                <a:lnTo>
                  <a:pt x="120942" y="368477"/>
                </a:lnTo>
                <a:lnTo>
                  <a:pt x="104775" y="393903"/>
                </a:lnTo>
                <a:lnTo>
                  <a:pt x="91287" y="412673"/>
                </a:lnTo>
                <a:lnTo>
                  <a:pt x="83375" y="424827"/>
                </a:lnTo>
                <a:lnTo>
                  <a:pt x="76962" y="435114"/>
                </a:lnTo>
                <a:lnTo>
                  <a:pt x="76581" y="436092"/>
                </a:lnTo>
                <a:lnTo>
                  <a:pt x="76238" y="438175"/>
                </a:lnTo>
                <a:lnTo>
                  <a:pt x="76263" y="439216"/>
                </a:lnTo>
                <a:lnTo>
                  <a:pt x="84023" y="446519"/>
                </a:lnTo>
                <a:lnTo>
                  <a:pt x="84924" y="446519"/>
                </a:lnTo>
                <a:lnTo>
                  <a:pt x="96875" y="433425"/>
                </a:lnTo>
                <a:lnTo>
                  <a:pt x="104292" y="422008"/>
                </a:lnTo>
                <a:lnTo>
                  <a:pt x="134442" y="377063"/>
                </a:lnTo>
                <a:lnTo>
                  <a:pt x="152679" y="342988"/>
                </a:lnTo>
                <a:lnTo>
                  <a:pt x="169545" y="278765"/>
                </a:lnTo>
                <a:lnTo>
                  <a:pt x="174345" y="236588"/>
                </a:lnTo>
                <a:lnTo>
                  <a:pt x="174345" y="198272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96072" y="4642552"/>
            <a:ext cx="235213" cy="11269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25781" y="4532750"/>
            <a:ext cx="1209871" cy="31976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36773" y="5069422"/>
            <a:ext cx="257690" cy="36594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49303" y="5180214"/>
            <a:ext cx="382390" cy="13866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96407" y="5038553"/>
            <a:ext cx="1071167" cy="294576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64748" y="5524625"/>
            <a:ext cx="260559" cy="43727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35361" y="5557166"/>
            <a:ext cx="418350" cy="34723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278856" y="5608185"/>
            <a:ext cx="1022219" cy="30048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6531" y="2302236"/>
            <a:ext cx="917146" cy="85372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75617" y="6098685"/>
            <a:ext cx="251189" cy="37185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91662" y="6272390"/>
            <a:ext cx="271779" cy="16549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76484" y="6128854"/>
            <a:ext cx="323929" cy="29688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763938" y="6211933"/>
            <a:ext cx="822340" cy="37199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83055" y="2642022"/>
            <a:ext cx="727909" cy="67303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11108" y="7109415"/>
            <a:ext cx="890777" cy="380803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1414184" y="7202503"/>
            <a:ext cx="32384" cy="298450"/>
          </a:xfrm>
          <a:custGeom>
            <a:avLst/>
            <a:gdLst/>
            <a:ahLst/>
            <a:cxnLst/>
            <a:rect l="l" t="t" r="r" b="b"/>
            <a:pathLst>
              <a:path w="32384" h="298450">
                <a:moveTo>
                  <a:pt x="13668" y="0"/>
                </a:moveTo>
                <a:lnTo>
                  <a:pt x="9696" y="0"/>
                </a:lnTo>
                <a:lnTo>
                  <a:pt x="8901" y="252"/>
                </a:lnTo>
                <a:lnTo>
                  <a:pt x="5618" y="1893"/>
                </a:lnTo>
                <a:lnTo>
                  <a:pt x="4833" y="2490"/>
                </a:lnTo>
                <a:lnTo>
                  <a:pt x="3487" y="3978"/>
                </a:lnTo>
                <a:lnTo>
                  <a:pt x="3096" y="4618"/>
                </a:lnTo>
                <a:lnTo>
                  <a:pt x="2973" y="4820"/>
                </a:lnTo>
                <a:lnTo>
                  <a:pt x="0" y="104065"/>
                </a:lnTo>
                <a:lnTo>
                  <a:pt x="1241" y="204696"/>
                </a:lnTo>
                <a:lnTo>
                  <a:pt x="1252" y="205535"/>
                </a:lnTo>
                <a:lnTo>
                  <a:pt x="2879" y="236444"/>
                </a:lnTo>
                <a:lnTo>
                  <a:pt x="2897" y="236786"/>
                </a:lnTo>
                <a:lnTo>
                  <a:pt x="16823" y="293542"/>
                </a:lnTo>
                <a:lnTo>
                  <a:pt x="22623" y="298075"/>
                </a:lnTo>
                <a:lnTo>
                  <a:pt x="25521" y="298075"/>
                </a:lnTo>
                <a:lnTo>
                  <a:pt x="32077" y="288740"/>
                </a:lnTo>
                <a:lnTo>
                  <a:pt x="21212" y="254219"/>
                </a:lnTo>
                <a:lnTo>
                  <a:pt x="19171" y="238634"/>
                </a:lnTo>
                <a:lnTo>
                  <a:pt x="19077" y="237959"/>
                </a:lnTo>
                <a:lnTo>
                  <a:pt x="18961" y="237119"/>
                </a:lnTo>
                <a:lnTo>
                  <a:pt x="18868" y="236444"/>
                </a:lnTo>
                <a:lnTo>
                  <a:pt x="17270" y="205535"/>
                </a:lnTo>
                <a:lnTo>
                  <a:pt x="17226" y="204696"/>
                </a:lnTo>
                <a:lnTo>
                  <a:pt x="15998" y="104065"/>
                </a:lnTo>
                <a:lnTo>
                  <a:pt x="16058" y="23961"/>
                </a:lnTo>
                <a:lnTo>
                  <a:pt x="16600" y="16465"/>
                </a:lnTo>
                <a:lnTo>
                  <a:pt x="15176" y="16465"/>
                </a:lnTo>
                <a:lnTo>
                  <a:pt x="10880" y="15751"/>
                </a:lnTo>
                <a:lnTo>
                  <a:pt x="9883" y="15751"/>
                </a:lnTo>
                <a:lnTo>
                  <a:pt x="14266" y="15091"/>
                </a:lnTo>
                <a:lnTo>
                  <a:pt x="17570" y="11437"/>
                </a:lnTo>
                <a:lnTo>
                  <a:pt x="22903" y="11437"/>
                </a:lnTo>
                <a:lnTo>
                  <a:pt x="23037" y="11084"/>
                </a:lnTo>
                <a:lnTo>
                  <a:pt x="23158" y="10764"/>
                </a:lnTo>
                <a:lnTo>
                  <a:pt x="23481" y="8822"/>
                </a:lnTo>
                <a:lnTo>
                  <a:pt x="23474" y="7632"/>
                </a:lnTo>
                <a:lnTo>
                  <a:pt x="22995" y="5566"/>
                </a:lnTo>
                <a:lnTo>
                  <a:pt x="22659" y="4820"/>
                </a:lnTo>
                <a:lnTo>
                  <a:pt x="22567" y="4618"/>
                </a:lnTo>
                <a:lnTo>
                  <a:pt x="21336" y="2893"/>
                </a:lnTo>
                <a:lnTo>
                  <a:pt x="20577" y="2180"/>
                </a:lnTo>
                <a:lnTo>
                  <a:pt x="18778" y="1057"/>
                </a:lnTo>
                <a:lnTo>
                  <a:pt x="17805" y="690"/>
                </a:lnTo>
                <a:lnTo>
                  <a:pt x="13668" y="0"/>
                </a:lnTo>
                <a:close/>
              </a:path>
              <a:path w="32384" h="298450">
                <a:moveTo>
                  <a:pt x="16711" y="14936"/>
                </a:moveTo>
                <a:lnTo>
                  <a:pt x="15298" y="14936"/>
                </a:lnTo>
                <a:lnTo>
                  <a:pt x="13670" y="15751"/>
                </a:lnTo>
                <a:lnTo>
                  <a:pt x="10880" y="15751"/>
                </a:lnTo>
                <a:lnTo>
                  <a:pt x="15176" y="16465"/>
                </a:lnTo>
                <a:lnTo>
                  <a:pt x="16600" y="16465"/>
                </a:lnTo>
                <a:lnTo>
                  <a:pt x="16711" y="14936"/>
                </a:lnTo>
                <a:close/>
              </a:path>
              <a:path w="32384" h="298450">
                <a:moveTo>
                  <a:pt x="22903" y="11437"/>
                </a:moveTo>
                <a:lnTo>
                  <a:pt x="17570" y="11437"/>
                </a:lnTo>
                <a:lnTo>
                  <a:pt x="16821" y="13409"/>
                </a:lnTo>
                <a:lnTo>
                  <a:pt x="16711" y="14936"/>
                </a:lnTo>
                <a:lnTo>
                  <a:pt x="16600" y="16465"/>
                </a:lnTo>
                <a:lnTo>
                  <a:pt x="16078" y="16465"/>
                </a:lnTo>
                <a:lnTo>
                  <a:pt x="18281" y="15955"/>
                </a:lnTo>
                <a:lnTo>
                  <a:pt x="19230" y="15527"/>
                </a:lnTo>
                <a:lnTo>
                  <a:pt x="20955" y="14293"/>
                </a:lnTo>
                <a:lnTo>
                  <a:pt x="21667" y="13536"/>
                </a:lnTo>
                <a:lnTo>
                  <a:pt x="22790" y="11737"/>
                </a:lnTo>
                <a:lnTo>
                  <a:pt x="22903" y="11437"/>
                </a:lnTo>
                <a:close/>
              </a:path>
              <a:path w="32384" h="298450">
                <a:moveTo>
                  <a:pt x="14266" y="15091"/>
                </a:moveTo>
                <a:lnTo>
                  <a:pt x="9883" y="15751"/>
                </a:lnTo>
                <a:lnTo>
                  <a:pt x="13670" y="15751"/>
                </a:lnTo>
                <a:lnTo>
                  <a:pt x="14266" y="15091"/>
                </a:lnTo>
                <a:close/>
              </a:path>
              <a:path w="32384" h="298450">
                <a:moveTo>
                  <a:pt x="15298" y="14936"/>
                </a:moveTo>
                <a:lnTo>
                  <a:pt x="14266" y="15091"/>
                </a:lnTo>
                <a:lnTo>
                  <a:pt x="13670" y="15751"/>
                </a:lnTo>
                <a:lnTo>
                  <a:pt x="15298" y="14936"/>
                </a:lnTo>
                <a:close/>
              </a:path>
              <a:path w="32384" h="298450">
                <a:moveTo>
                  <a:pt x="16906" y="12238"/>
                </a:moveTo>
                <a:lnTo>
                  <a:pt x="15787" y="13409"/>
                </a:lnTo>
                <a:lnTo>
                  <a:pt x="14266" y="15091"/>
                </a:lnTo>
                <a:lnTo>
                  <a:pt x="15298" y="14936"/>
                </a:lnTo>
                <a:lnTo>
                  <a:pt x="16711" y="14936"/>
                </a:lnTo>
                <a:lnTo>
                  <a:pt x="16742" y="14500"/>
                </a:lnTo>
                <a:lnTo>
                  <a:pt x="16407" y="14500"/>
                </a:lnTo>
                <a:lnTo>
                  <a:pt x="16485" y="14293"/>
                </a:lnTo>
                <a:lnTo>
                  <a:pt x="16619" y="13536"/>
                </a:lnTo>
                <a:lnTo>
                  <a:pt x="16906" y="12238"/>
                </a:lnTo>
                <a:close/>
              </a:path>
              <a:path w="32384" h="298450">
                <a:moveTo>
                  <a:pt x="16812" y="13536"/>
                </a:moveTo>
                <a:lnTo>
                  <a:pt x="16452" y="14293"/>
                </a:lnTo>
                <a:lnTo>
                  <a:pt x="16407" y="14500"/>
                </a:lnTo>
                <a:lnTo>
                  <a:pt x="16742" y="14500"/>
                </a:lnTo>
                <a:lnTo>
                  <a:pt x="16812" y="13536"/>
                </a:lnTo>
                <a:close/>
              </a:path>
              <a:path w="32384" h="298450">
                <a:moveTo>
                  <a:pt x="16906" y="12238"/>
                </a:moveTo>
                <a:lnTo>
                  <a:pt x="16452" y="14293"/>
                </a:lnTo>
                <a:lnTo>
                  <a:pt x="16773" y="13536"/>
                </a:lnTo>
                <a:lnTo>
                  <a:pt x="16821" y="13409"/>
                </a:lnTo>
                <a:lnTo>
                  <a:pt x="16906" y="12238"/>
                </a:lnTo>
                <a:close/>
              </a:path>
              <a:path w="32384" h="298450">
                <a:moveTo>
                  <a:pt x="17570" y="11437"/>
                </a:moveTo>
                <a:lnTo>
                  <a:pt x="17299" y="11737"/>
                </a:lnTo>
                <a:lnTo>
                  <a:pt x="16906" y="12238"/>
                </a:lnTo>
                <a:lnTo>
                  <a:pt x="16821" y="13409"/>
                </a:lnTo>
                <a:lnTo>
                  <a:pt x="17456" y="11737"/>
                </a:lnTo>
                <a:lnTo>
                  <a:pt x="17570" y="11437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07903" y="3937903"/>
            <a:ext cx="3760390" cy="44467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82503" y="7176076"/>
            <a:ext cx="3047893" cy="364336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366942" y="4159229"/>
            <a:ext cx="16510" cy="16510"/>
          </a:xfrm>
          <a:custGeom>
            <a:avLst/>
            <a:gdLst/>
            <a:ahLst/>
            <a:cxnLst/>
            <a:rect l="l" t="t" r="r" b="b"/>
            <a:pathLst>
              <a:path w="16510" h="16510">
                <a:moveTo>
                  <a:pt x="9056" y="0"/>
                </a:moveTo>
                <a:lnTo>
                  <a:pt x="6935" y="0"/>
                </a:lnTo>
                <a:lnTo>
                  <a:pt x="5915" y="203"/>
                </a:lnTo>
                <a:lnTo>
                  <a:pt x="0" y="6935"/>
                </a:lnTo>
                <a:lnTo>
                  <a:pt x="0" y="9056"/>
                </a:lnTo>
                <a:lnTo>
                  <a:pt x="6935" y="15993"/>
                </a:lnTo>
                <a:lnTo>
                  <a:pt x="9056" y="15993"/>
                </a:lnTo>
                <a:lnTo>
                  <a:pt x="15994" y="7995"/>
                </a:lnTo>
                <a:lnTo>
                  <a:pt x="15991" y="6935"/>
                </a:lnTo>
                <a:lnTo>
                  <a:pt x="9056" y="0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456516" y="4070105"/>
            <a:ext cx="470904" cy="17404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627381" y="1598970"/>
            <a:ext cx="663982" cy="546634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628330" y="1408750"/>
            <a:ext cx="231943" cy="283267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3988396" y="1392778"/>
            <a:ext cx="20955" cy="251460"/>
          </a:xfrm>
          <a:custGeom>
            <a:avLst/>
            <a:gdLst/>
            <a:ahLst/>
            <a:cxnLst/>
            <a:rect l="l" t="t" r="r" b="b"/>
            <a:pathLst>
              <a:path w="20954" h="251460">
                <a:moveTo>
                  <a:pt x="12851" y="0"/>
                </a:moveTo>
                <a:lnTo>
                  <a:pt x="11810" y="0"/>
                </a:lnTo>
                <a:lnTo>
                  <a:pt x="9718" y="416"/>
                </a:lnTo>
                <a:lnTo>
                  <a:pt x="1456" y="37815"/>
                </a:lnTo>
                <a:lnTo>
                  <a:pt x="1441" y="77947"/>
                </a:lnTo>
                <a:lnTo>
                  <a:pt x="721" y="136204"/>
                </a:lnTo>
                <a:lnTo>
                  <a:pt x="0" y="189028"/>
                </a:lnTo>
                <a:lnTo>
                  <a:pt x="15" y="220402"/>
                </a:lnTo>
                <a:lnTo>
                  <a:pt x="1396" y="242463"/>
                </a:lnTo>
                <a:lnTo>
                  <a:pt x="8253" y="251009"/>
                </a:lnTo>
                <a:lnTo>
                  <a:pt x="10498" y="251009"/>
                </a:lnTo>
                <a:lnTo>
                  <a:pt x="17423" y="242463"/>
                </a:lnTo>
                <a:lnTo>
                  <a:pt x="16044" y="220402"/>
                </a:lnTo>
                <a:lnTo>
                  <a:pt x="15995" y="189028"/>
                </a:lnTo>
                <a:lnTo>
                  <a:pt x="16716" y="136413"/>
                </a:lnTo>
                <a:lnTo>
                  <a:pt x="17438" y="77947"/>
                </a:lnTo>
                <a:lnTo>
                  <a:pt x="17485" y="37815"/>
                </a:lnTo>
                <a:lnTo>
                  <a:pt x="18796" y="16823"/>
                </a:lnTo>
                <a:lnTo>
                  <a:pt x="18863" y="15754"/>
                </a:lnTo>
                <a:lnTo>
                  <a:pt x="19136" y="14756"/>
                </a:lnTo>
                <a:lnTo>
                  <a:pt x="20370" y="8577"/>
                </a:lnTo>
                <a:lnTo>
                  <a:pt x="14930" y="416"/>
                </a:lnTo>
                <a:lnTo>
                  <a:pt x="1285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969886" y="1707056"/>
            <a:ext cx="48895" cy="49530"/>
          </a:xfrm>
          <a:custGeom>
            <a:avLst/>
            <a:gdLst/>
            <a:ahLst/>
            <a:cxnLst/>
            <a:rect l="l" t="t" r="r" b="b"/>
            <a:pathLst>
              <a:path w="48895" h="49530">
                <a:moveTo>
                  <a:pt x="9229" y="27909"/>
                </a:moveTo>
                <a:lnTo>
                  <a:pt x="9285" y="37586"/>
                </a:lnTo>
                <a:lnTo>
                  <a:pt x="9464" y="38343"/>
                </a:lnTo>
                <a:lnTo>
                  <a:pt x="9499" y="38493"/>
                </a:lnTo>
                <a:lnTo>
                  <a:pt x="22478" y="49014"/>
                </a:lnTo>
                <a:lnTo>
                  <a:pt x="31963" y="49014"/>
                </a:lnTo>
                <a:lnTo>
                  <a:pt x="36273" y="48398"/>
                </a:lnTo>
                <a:lnTo>
                  <a:pt x="36431" y="48398"/>
                </a:lnTo>
                <a:lnTo>
                  <a:pt x="45267" y="40510"/>
                </a:lnTo>
                <a:lnTo>
                  <a:pt x="30557" y="40510"/>
                </a:lnTo>
                <a:lnTo>
                  <a:pt x="28465" y="40161"/>
                </a:lnTo>
                <a:lnTo>
                  <a:pt x="27492" y="39791"/>
                </a:lnTo>
                <a:lnTo>
                  <a:pt x="15801" y="32486"/>
                </a:lnTo>
                <a:lnTo>
                  <a:pt x="13701" y="31119"/>
                </a:lnTo>
                <a:lnTo>
                  <a:pt x="13084" y="30640"/>
                </a:lnTo>
                <a:lnTo>
                  <a:pt x="9229" y="27909"/>
                </a:lnTo>
                <a:close/>
              </a:path>
              <a:path w="48895" h="49530">
                <a:moveTo>
                  <a:pt x="21323" y="16872"/>
                </a:moveTo>
                <a:lnTo>
                  <a:pt x="20042" y="16872"/>
                </a:lnTo>
                <a:lnTo>
                  <a:pt x="19006" y="17183"/>
                </a:lnTo>
                <a:lnTo>
                  <a:pt x="9229" y="27909"/>
                </a:lnTo>
                <a:lnTo>
                  <a:pt x="13084" y="30640"/>
                </a:lnTo>
                <a:lnTo>
                  <a:pt x="13701" y="31119"/>
                </a:lnTo>
                <a:lnTo>
                  <a:pt x="15801" y="32486"/>
                </a:lnTo>
                <a:lnTo>
                  <a:pt x="27492" y="39791"/>
                </a:lnTo>
                <a:lnTo>
                  <a:pt x="28465" y="40161"/>
                </a:lnTo>
                <a:lnTo>
                  <a:pt x="30557" y="40510"/>
                </a:lnTo>
                <a:lnTo>
                  <a:pt x="31459" y="40510"/>
                </a:lnTo>
                <a:lnTo>
                  <a:pt x="37543" y="36798"/>
                </a:lnTo>
                <a:lnTo>
                  <a:pt x="26456" y="36798"/>
                </a:lnTo>
                <a:lnTo>
                  <a:pt x="25546" y="36126"/>
                </a:lnTo>
                <a:lnTo>
                  <a:pt x="25139" y="36126"/>
                </a:lnTo>
                <a:lnTo>
                  <a:pt x="25139" y="35825"/>
                </a:lnTo>
                <a:lnTo>
                  <a:pt x="20618" y="32486"/>
                </a:lnTo>
                <a:lnTo>
                  <a:pt x="22817" y="32486"/>
                </a:lnTo>
                <a:lnTo>
                  <a:pt x="24350" y="31119"/>
                </a:lnTo>
                <a:lnTo>
                  <a:pt x="24544" y="31119"/>
                </a:lnTo>
                <a:lnTo>
                  <a:pt x="25092" y="29024"/>
                </a:lnTo>
                <a:lnTo>
                  <a:pt x="25139" y="28846"/>
                </a:lnTo>
                <a:lnTo>
                  <a:pt x="31089" y="28846"/>
                </a:lnTo>
                <a:lnTo>
                  <a:pt x="30993" y="27909"/>
                </a:lnTo>
                <a:lnTo>
                  <a:pt x="30933" y="27328"/>
                </a:lnTo>
                <a:lnTo>
                  <a:pt x="29755" y="24678"/>
                </a:lnTo>
                <a:lnTo>
                  <a:pt x="29684" y="24518"/>
                </a:lnTo>
                <a:lnTo>
                  <a:pt x="29370" y="24225"/>
                </a:lnTo>
                <a:lnTo>
                  <a:pt x="25556" y="19729"/>
                </a:lnTo>
                <a:lnTo>
                  <a:pt x="25120" y="19405"/>
                </a:lnTo>
                <a:lnTo>
                  <a:pt x="24807" y="19251"/>
                </a:lnTo>
                <a:lnTo>
                  <a:pt x="24011" y="18754"/>
                </a:lnTo>
                <a:lnTo>
                  <a:pt x="21323" y="16872"/>
                </a:lnTo>
                <a:close/>
              </a:path>
              <a:path w="48895" h="49530">
                <a:moveTo>
                  <a:pt x="46543" y="23822"/>
                </a:moveTo>
                <a:lnTo>
                  <a:pt x="46094" y="24225"/>
                </a:lnTo>
                <a:lnTo>
                  <a:pt x="39795" y="28216"/>
                </a:lnTo>
                <a:lnTo>
                  <a:pt x="38119" y="29024"/>
                </a:lnTo>
                <a:lnTo>
                  <a:pt x="38385" y="29617"/>
                </a:lnTo>
                <a:lnTo>
                  <a:pt x="38447" y="29885"/>
                </a:lnTo>
                <a:lnTo>
                  <a:pt x="38569" y="30415"/>
                </a:lnTo>
                <a:lnTo>
                  <a:pt x="38621" y="30640"/>
                </a:lnTo>
                <a:lnTo>
                  <a:pt x="38844" y="31119"/>
                </a:lnTo>
                <a:lnTo>
                  <a:pt x="38933" y="32486"/>
                </a:lnTo>
                <a:lnTo>
                  <a:pt x="38787" y="33361"/>
                </a:lnTo>
                <a:lnTo>
                  <a:pt x="31459" y="40510"/>
                </a:lnTo>
                <a:lnTo>
                  <a:pt x="45267" y="40510"/>
                </a:lnTo>
                <a:lnTo>
                  <a:pt x="47179" y="35415"/>
                </a:lnTo>
                <a:lnTo>
                  <a:pt x="47085" y="28491"/>
                </a:lnTo>
                <a:lnTo>
                  <a:pt x="46979" y="27328"/>
                </a:lnTo>
                <a:lnTo>
                  <a:pt x="46856" y="25967"/>
                </a:lnTo>
                <a:lnTo>
                  <a:pt x="46739" y="24678"/>
                </a:lnTo>
                <a:lnTo>
                  <a:pt x="46648" y="24225"/>
                </a:lnTo>
                <a:lnTo>
                  <a:pt x="46543" y="23822"/>
                </a:lnTo>
                <a:close/>
              </a:path>
              <a:path w="48895" h="49530">
                <a:moveTo>
                  <a:pt x="25139" y="34264"/>
                </a:moveTo>
                <a:lnTo>
                  <a:pt x="25139" y="35825"/>
                </a:lnTo>
                <a:lnTo>
                  <a:pt x="26456" y="36798"/>
                </a:lnTo>
                <a:lnTo>
                  <a:pt x="25139" y="34264"/>
                </a:lnTo>
                <a:close/>
              </a:path>
              <a:path w="48895" h="49530">
                <a:moveTo>
                  <a:pt x="31196" y="29885"/>
                </a:moveTo>
                <a:lnTo>
                  <a:pt x="25734" y="29885"/>
                </a:lnTo>
                <a:lnTo>
                  <a:pt x="25435" y="30415"/>
                </a:lnTo>
                <a:lnTo>
                  <a:pt x="25309" y="30640"/>
                </a:lnTo>
                <a:lnTo>
                  <a:pt x="25139" y="31119"/>
                </a:lnTo>
                <a:lnTo>
                  <a:pt x="25139" y="34264"/>
                </a:lnTo>
                <a:lnTo>
                  <a:pt x="26456" y="36798"/>
                </a:lnTo>
                <a:lnTo>
                  <a:pt x="37543" y="36798"/>
                </a:lnTo>
                <a:lnTo>
                  <a:pt x="37963" y="36126"/>
                </a:lnTo>
                <a:lnTo>
                  <a:pt x="29828" y="36126"/>
                </a:lnTo>
                <a:lnTo>
                  <a:pt x="31193" y="32486"/>
                </a:lnTo>
                <a:lnTo>
                  <a:pt x="23050" y="32486"/>
                </a:lnTo>
                <a:lnTo>
                  <a:pt x="31261" y="31119"/>
                </a:lnTo>
                <a:lnTo>
                  <a:pt x="31196" y="29885"/>
                </a:lnTo>
                <a:close/>
              </a:path>
              <a:path w="48895" h="49530">
                <a:moveTo>
                  <a:pt x="25139" y="35825"/>
                </a:moveTo>
                <a:lnTo>
                  <a:pt x="25158" y="36126"/>
                </a:lnTo>
                <a:lnTo>
                  <a:pt x="25546" y="36126"/>
                </a:lnTo>
                <a:lnTo>
                  <a:pt x="25139" y="35825"/>
                </a:lnTo>
                <a:close/>
              </a:path>
              <a:path w="48895" h="49530">
                <a:moveTo>
                  <a:pt x="31952" y="30640"/>
                </a:moveTo>
                <a:lnTo>
                  <a:pt x="31706" y="31119"/>
                </a:lnTo>
                <a:lnTo>
                  <a:pt x="23050" y="32486"/>
                </a:lnTo>
                <a:lnTo>
                  <a:pt x="31193" y="32486"/>
                </a:lnTo>
                <a:lnTo>
                  <a:pt x="29941" y="35825"/>
                </a:lnTo>
                <a:lnTo>
                  <a:pt x="29828" y="36126"/>
                </a:lnTo>
                <a:lnTo>
                  <a:pt x="31617" y="33979"/>
                </a:lnTo>
                <a:lnTo>
                  <a:pt x="31540" y="33696"/>
                </a:lnTo>
                <a:lnTo>
                  <a:pt x="30500" y="33696"/>
                </a:lnTo>
                <a:lnTo>
                  <a:pt x="31059" y="33361"/>
                </a:lnTo>
                <a:lnTo>
                  <a:pt x="31553" y="33361"/>
                </a:lnTo>
                <a:lnTo>
                  <a:pt x="31323" y="31119"/>
                </a:lnTo>
                <a:lnTo>
                  <a:pt x="31703" y="32486"/>
                </a:lnTo>
                <a:lnTo>
                  <a:pt x="31887" y="31119"/>
                </a:lnTo>
                <a:lnTo>
                  <a:pt x="31952" y="30640"/>
                </a:lnTo>
                <a:close/>
              </a:path>
              <a:path w="48895" h="49530">
                <a:moveTo>
                  <a:pt x="38933" y="32486"/>
                </a:moveTo>
                <a:lnTo>
                  <a:pt x="34541" y="32486"/>
                </a:lnTo>
                <a:lnTo>
                  <a:pt x="28424" y="33361"/>
                </a:lnTo>
                <a:lnTo>
                  <a:pt x="32132" y="33361"/>
                </a:lnTo>
                <a:lnTo>
                  <a:pt x="31852" y="33696"/>
                </a:lnTo>
                <a:lnTo>
                  <a:pt x="31502" y="33979"/>
                </a:lnTo>
                <a:lnTo>
                  <a:pt x="31379" y="34264"/>
                </a:lnTo>
                <a:lnTo>
                  <a:pt x="29828" y="36126"/>
                </a:lnTo>
                <a:lnTo>
                  <a:pt x="37963" y="36126"/>
                </a:lnTo>
                <a:lnTo>
                  <a:pt x="38151" y="35825"/>
                </a:lnTo>
                <a:lnTo>
                  <a:pt x="38537" y="34834"/>
                </a:lnTo>
                <a:lnTo>
                  <a:pt x="38933" y="32486"/>
                </a:lnTo>
                <a:close/>
              </a:path>
              <a:path w="48895" h="49530">
                <a:moveTo>
                  <a:pt x="20618" y="32486"/>
                </a:moveTo>
                <a:lnTo>
                  <a:pt x="25139" y="35825"/>
                </a:lnTo>
                <a:lnTo>
                  <a:pt x="24972" y="35415"/>
                </a:lnTo>
                <a:lnTo>
                  <a:pt x="24671" y="34264"/>
                </a:lnTo>
                <a:lnTo>
                  <a:pt x="24596" y="33979"/>
                </a:lnTo>
                <a:lnTo>
                  <a:pt x="24522" y="33696"/>
                </a:lnTo>
                <a:lnTo>
                  <a:pt x="24434" y="33361"/>
                </a:lnTo>
                <a:lnTo>
                  <a:pt x="25869" y="33361"/>
                </a:lnTo>
                <a:lnTo>
                  <a:pt x="20618" y="32486"/>
                </a:lnTo>
                <a:close/>
              </a:path>
              <a:path w="48895" h="49530">
                <a:moveTo>
                  <a:pt x="24215" y="32486"/>
                </a:moveTo>
                <a:lnTo>
                  <a:pt x="24972" y="35415"/>
                </a:lnTo>
                <a:lnTo>
                  <a:pt x="25080" y="35825"/>
                </a:lnTo>
                <a:lnTo>
                  <a:pt x="25139" y="34264"/>
                </a:lnTo>
                <a:lnTo>
                  <a:pt x="24215" y="32486"/>
                </a:lnTo>
                <a:close/>
              </a:path>
              <a:path w="48895" h="49530">
                <a:moveTo>
                  <a:pt x="25139" y="31119"/>
                </a:moveTo>
                <a:lnTo>
                  <a:pt x="24215" y="32486"/>
                </a:lnTo>
                <a:lnTo>
                  <a:pt x="25139" y="34264"/>
                </a:lnTo>
                <a:lnTo>
                  <a:pt x="25139" y="31119"/>
                </a:lnTo>
                <a:close/>
              </a:path>
              <a:path w="48895" h="49530">
                <a:moveTo>
                  <a:pt x="32132" y="33361"/>
                </a:moveTo>
                <a:lnTo>
                  <a:pt x="31553" y="33361"/>
                </a:lnTo>
                <a:lnTo>
                  <a:pt x="31617" y="33979"/>
                </a:lnTo>
                <a:lnTo>
                  <a:pt x="32132" y="33361"/>
                </a:lnTo>
                <a:close/>
              </a:path>
              <a:path w="48895" h="49530">
                <a:moveTo>
                  <a:pt x="32861" y="32486"/>
                </a:moveTo>
                <a:lnTo>
                  <a:pt x="32518" y="32486"/>
                </a:lnTo>
                <a:lnTo>
                  <a:pt x="30500" y="33696"/>
                </a:lnTo>
                <a:lnTo>
                  <a:pt x="31445" y="33361"/>
                </a:lnTo>
                <a:lnTo>
                  <a:pt x="32132" y="33361"/>
                </a:lnTo>
                <a:lnTo>
                  <a:pt x="32861" y="32486"/>
                </a:lnTo>
                <a:close/>
              </a:path>
              <a:path w="48895" h="49530">
                <a:moveTo>
                  <a:pt x="31703" y="32486"/>
                </a:moveTo>
                <a:lnTo>
                  <a:pt x="31463" y="32486"/>
                </a:lnTo>
                <a:lnTo>
                  <a:pt x="31445" y="33361"/>
                </a:lnTo>
                <a:lnTo>
                  <a:pt x="30500" y="33696"/>
                </a:lnTo>
                <a:lnTo>
                  <a:pt x="31540" y="33696"/>
                </a:lnTo>
                <a:lnTo>
                  <a:pt x="31585" y="33361"/>
                </a:lnTo>
                <a:lnTo>
                  <a:pt x="31703" y="32486"/>
                </a:lnTo>
                <a:close/>
              </a:path>
              <a:path w="48895" h="49530">
                <a:moveTo>
                  <a:pt x="22817" y="32486"/>
                </a:moveTo>
                <a:lnTo>
                  <a:pt x="20618" y="32486"/>
                </a:lnTo>
                <a:lnTo>
                  <a:pt x="25869" y="33361"/>
                </a:lnTo>
                <a:lnTo>
                  <a:pt x="21836" y="33361"/>
                </a:lnTo>
                <a:lnTo>
                  <a:pt x="22817" y="32486"/>
                </a:lnTo>
                <a:close/>
              </a:path>
              <a:path w="48895" h="49530">
                <a:moveTo>
                  <a:pt x="25139" y="30415"/>
                </a:moveTo>
                <a:lnTo>
                  <a:pt x="21836" y="33361"/>
                </a:lnTo>
                <a:lnTo>
                  <a:pt x="23882" y="32486"/>
                </a:lnTo>
                <a:lnTo>
                  <a:pt x="24185" y="32486"/>
                </a:lnTo>
                <a:lnTo>
                  <a:pt x="24544" y="31119"/>
                </a:lnTo>
                <a:lnTo>
                  <a:pt x="25139" y="31119"/>
                </a:lnTo>
                <a:lnTo>
                  <a:pt x="25139" y="30415"/>
                </a:lnTo>
                <a:close/>
              </a:path>
              <a:path w="48895" h="49530">
                <a:moveTo>
                  <a:pt x="24277" y="32486"/>
                </a:moveTo>
                <a:lnTo>
                  <a:pt x="23882" y="32486"/>
                </a:lnTo>
                <a:lnTo>
                  <a:pt x="21802" y="33361"/>
                </a:lnTo>
                <a:lnTo>
                  <a:pt x="24403" y="33361"/>
                </a:lnTo>
                <a:lnTo>
                  <a:pt x="24277" y="32486"/>
                </a:lnTo>
                <a:close/>
              </a:path>
              <a:path w="48895" h="49530">
                <a:moveTo>
                  <a:pt x="34097" y="30415"/>
                </a:moveTo>
                <a:lnTo>
                  <a:pt x="31982" y="30415"/>
                </a:lnTo>
                <a:lnTo>
                  <a:pt x="31703" y="32486"/>
                </a:lnTo>
                <a:lnTo>
                  <a:pt x="31585" y="33361"/>
                </a:lnTo>
                <a:lnTo>
                  <a:pt x="31059" y="33361"/>
                </a:lnTo>
                <a:lnTo>
                  <a:pt x="32518" y="32486"/>
                </a:lnTo>
                <a:lnTo>
                  <a:pt x="38886" y="32486"/>
                </a:lnTo>
                <a:lnTo>
                  <a:pt x="38844" y="31119"/>
                </a:lnTo>
                <a:lnTo>
                  <a:pt x="31568" y="31119"/>
                </a:lnTo>
                <a:lnTo>
                  <a:pt x="33449" y="30640"/>
                </a:lnTo>
                <a:lnTo>
                  <a:pt x="34097" y="30415"/>
                </a:lnTo>
                <a:close/>
              </a:path>
              <a:path w="48895" h="49530">
                <a:moveTo>
                  <a:pt x="33910" y="32486"/>
                </a:moveTo>
                <a:lnTo>
                  <a:pt x="32861" y="32486"/>
                </a:lnTo>
                <a:lnTo>
                  <a:pt x="32132" y="33361"/>
                </a:lnTo>
                <a:lnTo>
                  <a:pt x="31445" y="33361"/>
                </a:lnTo>
                <a:lnTo>
                  <a:pt x="33910" y="32486"/>
                </a:lnTo>
                <a:close/>
              </a:path>
              <a:path w="48895" h="49530">
                <a:moveTo>
                  <a:pt x="34541" y="32486"/>
                </a:moveTo>
                <a:lnTo>
                  <a:pt x="33910" y="32486"/>
                </a:lnTo>
                <a:lnTo>
                  <a:pt x="31445" y="33361"/>
                </a:lnTo>
                <a:lnTo>
                  <a:pt x="28424" y="33361"/>
                </a:lnTo>
                <a:lnTo>
                  <a:pt x="34541" y="32486"/>
                </a:lnTo>
                <a:close/>
              </a:path>
              <a:path w="48895" h="49530">
                <a:moveTo>
                  <a:pt x="25039" y="31119"/>
                </a:moveTo>
                <a:lnTo>
                  <a:pt x="24544" y="31119"/>
                </a:lnTo>
                <a:lnTo>
                  <a:pt x="24185" y="32486"/>
                </a:lnTo>
                <a:lnTo>
                  <a:pt x="25039" y="31119"/>
                </a:lnTo>
                <a:close/>
              </a:path>
              <a:path w="48895" h="49530">
                <a:moveTo>
                  <a:pt x="31002" y="27484"/>
                </a:moveTo>
                <a:lnTo>
                  <a:pt x="31071" y="28668"/>
                </a:lnTo>
                <a:lnTo>
                  <a:pt x="31463" y="32486"/>
                </a:lnTo>
                <a:lnTo>
                  <a:pt x="31193" y="32486"/>
                </a:lnTo>
                <a:lnTo>
                  <a:pt x="31885" y="30640"/>
                </a:lnTo>
                <a:lnTo>
                  <a:pt x="31969" y="30415"/>
                </a:lnTo>
                <a:lnTo>
                  <a:pt x="34097" y="30415"/>
                </a:lnTo>
                <a:lnTo>
                  <a:pt x="38113" y="29024"/>
                </a:lnTo>
                <a:lnTo>
                  <a:pt x="38039" y="28846"/>
                </a:lnTo>
                <a:lnTo>
                  <a:pt x="37959" y="28668"/>
                </a:lnTo>
                <a:lnTo>
                  <a:pt x="37832" y="28491"/>
                </a:lnTo>
                <a:lnTo>
                  <a:pt x="31450" y="28491"/>
                </a:lnTo>
                <a:lnTo>
                  <a:pt x="31378" y="28216"/>
                </a:lnTo>
                <a:lnTo>
                  <a:pt x="31191" y="27909"/>
                </a:lnTo>
                <a:lnTo>
                  <a:pt x="31002" y="27484"/>
                </a:lnTo>
                <a:close/>
              </a:path>
              <a:path w="48895" h="49530">
                <a:moveTo>
                  <a:pt x="25139" y="29024"/>
                </a:moveTo>
                <a:lnTo>
                  <a:pt x="24937" y="29617"/>
                </a:lnTo>
                <a:lnTo>
                  <a:pt x="24728" y="30415"/>
                </a:lnTo>
                <a:lnTo>
                  <a:pt x="24669" y="30640"/>
                </a:lnTo>
                <a:lnTo>
                  <a:pt x="24544" y="31119"/>
                </a:lnTo>
                <a:lnTo>
                  <a:pt x="24350" y="31119"/>
                </a:lnTo>
                <a:lnTo>
                  <a:pt x="25139" y="30415"/>
                </a:lnTo>
                <a:lnTo>
                  <a:pt x="25139" y="29024"/>
                </a:lnTo>
                <a:close/>
              </a:path>
              <a:path w="48895" h="49530">
                <a:moveTo>
                  <a:pt x="25734" y="29885"/>
                </a:moveTo>
                <a:lnTo>
                  <a:pt x="25139" y="30415"/>
                </a:lnTo>
                <a:lnTo>
                  <a:pt x="25139" y="31119"/>
                </a:lnTo>
                <a:lnTo>
                  <a:pt x="25309" y="30640"/>
                </a:lnTo>
                <a:lnTo>
                  <a:pt x="25734" y="29885"/>
                </a:lnTo>
                <a:close/>
              </a:path>
              <a:path w="48895" h="49530">
                <a:moveTo>
                  <a:pt x="38119" y="29024"/>
                </a:moveTo>
                <a:lnTo>
                  <a:pt x="33449" y="30640"/>
                </a:lnTo>
                <a:lnTo>
                  <a:pt x="31568" y="31119"/>
                </a:lnTo>
                <a:lnTo>
                  <a:pt x="38731" y="31119"/>
                </a:lnTo>
                <a:lnTo>
                  <a:pt x="38621" y="30640"/>
                </a:lnTo>
                <a:lnTo>
                  <a:pt x="38569" y="30415"/>
                </a:lnTo>
                <a:lnTo>
                  <a:pt x="38447" y="29885"/>
                </a:lnTo>
                <a:lnTo>
                  <a:pt x="38385" y="29617"/>
                </a:lnTo>
                <a:lnTo>
                  <a:pt x="38119" y="29024"/>
                </a:lnTo>
                <a:close/>
              </a:path>
              <a:path w="48895" h="49530">
                <a:moveTo>
                  <a:pt x="31089" y="28846"/>
                </a:moveTo>
                <a:lnTo>
                  <a:pt x="25139" y="28846"/>
                </a:lnTo>
                <a:lnTo>
                  <a:pt x="25139" y="30415"/>
                </a:lnTo>
                <a:lnTo>
                  <a:pt x="25734" y="29885"/>
                </a:lnTo>
                <a:lnTo>
                  <a:pt x="31196" y="29885"/>
                </a:lnTo>
                <a:lnTo>
                  <a:pt x="31089" y="28846"/>
                </a:lnTo>
                <a:close/>
              </a:path>
              <a:path w="48895" h="49530">
                <a:moveTo>
                  <a:pt x="20957" y="15624"/>
                </a:moveTo>
                <a:lnTo>
                  <a:pt x="21223" y="15899"/>
                </a:lnTo>
                <a:lnTo>
                  <a:pt x="24949" y="19251"/>
                </a:lnTo>
                <a:lnTo>
                  <a:pt x="25053" y="19405"/>
                </a:lnTo>
                <a:lnTo>
                  <a:pt x="35970" y="26230"/>
                </a:lnTo>
                <a:lnTo>
                  <a:pt x="36727" y="26943"/>
                </a:lnTo>
                <a:lnTo>
                  <a:pt x="37832" y="28491"/>
                </a:lnTo>
                <a:lnTo>
                  <a:pt x="37959" y="28668"/>
                </a:lnTo>
                <a:lnTo>
                  <a:pt x="38039" y="28846"/>
                </a:lnTo>
                <a:lnTo>
                  <a:pt x="38119" y="29024"/>
                </a:lnTo>
                <a:lnTo>
                  <a:pt x="39795" y="28216"/>
                </a:lnTo>
                <a:lnTo>
                  <a:pt x="46094" y="24225"/>
                </a:lnTo>
                <a:lnTo>
                  <a:pt x="46517" y="23822"/>
                </a:lnTo>
                <a:lnTo>
                  <a:pt x="46492" y="23628"/>
                </a:lnTo>
                <a:lnTo>
                  <a:pt x="46067" y="21995"/>
                </a:lnTo>
                <a:lnTo>
                  <a:pt x="43929" y="17183"/>
                </a:lnTo>
                <a:lnTo>
                  <a:pt x="43744" y="16872"/>
                </a:lnTo>
                <a:lnTo>
                  <a:pt x="22789" y="16872"/>
                </a:lnTo>
                <a:lnTo>
                  <a:pt x="20957" y="15624"/>
                </a:lnTo>
                <a:close/>
              </a:path>
              <a:path w="48895" h="49530">
                <a:moveTo>
                  <a:pt x="35551" y="25967"/>
                </a:moveTo>
                <a:lnTo>
                  <a:pt x="30793" y="25967"/>
                </a:lnTo>
                <a:lnTo>
                  <a:pt x="31047" y="26943"/>
                </a:lnTo>
                <a:lnTo>
                  <a:pt x="31147" y="27328"/>
                </a:lnTo>
                <a:lnTo>
                  <a:pt x="31188" y="27484"/>
                </a:lnTo>
                <a:lnTo>
                  <a:pt x="31298" y="27909"/>
                </a:lnTo>
                <a:lnTo>
                  <a:pt x="31328" y="28216"/>
                </a:lnTo>
                <a:lnTo>
                  <a:pt x="31450" y="28491"/>
                </a:lnTo>
                <a:lnTo>
                  <a:pt x="37832" y="28491"/>
                </a:lnTo>
                <a:lnTo>
                  <a:pt x="36727" y="26943"/>
                </a:lnTo>
                <a:lnTo>
                  <a:pt x="35970" y="26230"/>
                </a:lnTo>
                <a:lnTo>
                  <a:pt x="35551" y="25967"/>
                </a:lnTo>
                <a:close/>
              </a:path>
              <a:path w="48895" h="49530">
                <a:moveTo>
                  <a:pt x="23885" y="0"/>
                </a:moveTo>
                <a:lnTo>
                  <a:pt x="22023" y="0"/>
                </a:lnTo>
                <a:lnTo>
                  <a:pt x="15537" y="720"/>
                </a:lnTo>
                <a:lnTo>
                  <a:pt x="246" y="12109"/>
                </a:lnTo>
                <a:lnTo>
                  <a:pt x="143" y="12590"/>
                </a:lnTo>
                <a:lnTo>
                  <a:pt x="85" y="12862"/>
                </a:lnTo>
                <a:lnTo>
                  <a:pt x="0" y="17183"/>
                </a:lnTo>
                <a:lnTo>
                  <a:pt x="598" y="18754"/>
                </a:lnTo>
                <a:lnTo>
                  <a:pt x="863" y="19251"/>
                </a:lnTo>
                <a:lnTo>
                  <a:pt x="4187" y="23822"/>
                </a:lnTo>
                <a:lnTo>
                  <a:pt x="6062" y="25666"/>
                </a:lnTo>
                <a:lnTo>
                  <a:pt x="9229" y="27909"/>
                </a:lnTo>
                <a:lnTo>
                  <a:pt x="9271" y="27328"/>
                </a:lnTo>
                <a:lnTo>
                  <a:pt x="9558" y="26230"/>
                </a:lnTo>
                <a:lnTo>
                  <a:pt x="15278" y="18754"/>
                </a:lnTo>
                <a:lnTo>
                  <a:pt x="11953" y="18754"/>
                </a:lnTo>
                <a:lnTo>
                  <a:pt x="14825" y="16872"/>
                </a:lnTo>
                <a:lnTo>
                  <a:pt x="15463" y="15624"/>
                </a:lnTo>
                <a:lnTo>
                  <a:pt x="15270" y="15302"/>
                </a:lnTo>
                <a:lnTo>
                  <a:pt x="14334" y="10888"/>
                </a:lnTo>
                <a:lnTo>
                  <a:pt x="14245" y="10467"/>
                </a:lnTo>
                <a:lnTo>
                  <a:pt x="38676" y="10467"/>
                </a:lnTo>
                <a:lnTo>
                  <a:pt x="37651" y="9259"/>
                </a:lnTo>
                <a:lnTo>
                  <a:pt x="25068" y="210"/>
                </a:lnTo>
                <a:lnTo>
                  <a:pt x="23885" y="0"/>
                </a:lnTo>
                <a:close/>
              </a:path>
              <a:path w="48895" h="49530">
                <a:moveTo>
                  <a:pt x="30862" y="26230"/>
                </a:moveTo>
                <a:lnTo>
                  <a:pt x="30893" y="26943"/>
                </a:lnTo>
                <a:lnTo>
                  <a:pt x="31002" y="27484"/>
                </a:lnTo>
                <a:lnTo>
                  <a:pt x="31191" y="27909"/>
                </a:lnTo>
                <a:lnTo>
                  <a:pt x="31147" y="27328"/>
                </a:lnTo>
                <a:lnTo>
                  <a:pt x="30862" y="26230"/>
                </a:lnTo>
                <a:close/>
              </a:path>
              <a:path w="48895" h="49530">
                <a:moveTo>
                  <a:pt x="29755" y="24678"/>
                </a:moveTo>
                <a:lnTo>
                  <a:pt x="30933" y="27328"/>
                </a:lnTo>
                <a:lnTo>
                  <a:pt x="30820" y="26230"/>
                </a:lnTo>
                <a:lnTo>
                  <a:pt x="30793" y="25967"/>
                </a:lnTo>
                <a:lnTo>
                  <a:pt x="35551" y="25967"/>
                </a:lnTo>
                <a:lnTo>
                  <a:pt x="35071" y="25666"/>
                </a:lnTo>
                <a:lnTo>
                  <a:pt x="30593" y="25666"/>
                </a:lnTo>
                <a:lnTo>
                  <a:pt x="29755" y="24678"/>
                </a:lnTo>
                <a:close/>
              </a:path>
              <a:path w="48895" h="49530">
                <a:moveTo>
                  <a:pt x="29663" y="24225"/>
                </a:moveTo>
                <a:lnTo>
                  <a:pt x="29619" y="24518"/>
                </a:lnTo>
                <a:lnTo>
                  <a:pt x="30593" y="25666"/>
                </a:lnTo>
                <a:lnTo>
                  <a:pt x="29663" y="24225"/>
                </a:lnTo>
                <a:close/>
              </a:path>
              <a:path w="48895" h="49530">
                <a:moveTo>
                  <a:pt x="31809" y="23628"/>
                </a:moveTo>
                <a:lnTo>
                  <a:pt x="29288" y="23628"/>
                </a:lnTo>
                <a:lnTo>
                  <a:pt x="30568" y="25666"/>
                </a:lnTo>
                <a:lnTo>
                  <a:pt x="35071" y="25666"/>
                </a:lnTo>
                <a:lnTo>
                  <a:pt x="31809" y="23628"/>
                </a:lnTo>
                <a:close/>
              </a:path>
              <a:path w="48895" h="49530">
                <a:moveTo>
                  <a:pt x="25571" y="19729"/>
                </a:moveTo>
                <a:lnTo>
                  <a:pt x="29619" y="24518"/>
                </a:lnTo>
                <a:lnTo>
                  <a:pt x="29554" y="24225"/>
                </a:lnTo>
                <a:lnTo>
                  <a:pt x="29375" y="23822"/>
                </a:lnTo>
                <a:lnTo>
                  <a:pt x="29288" y="23628"/>
                </a:lnTo>
                <a:lnTo>
                  <a:pt x="31809" y="23628"/>
                </a:lnTo>
                <a:lnTo>
                  <a:pt x="25571" y="19729"/>
                </a:lnTo>
                <a:close/>
              </a:path>
              <a:path w="48895" h="49530">
                <a:moveTo>
                  <a:pt x="41638" y="10002"/>
                </a:moveTo>
                <a:lnTo>
                  <a:pt x="40451" y="10002"/>
                </a:lnTo>
                <a:lnTo>
                  <a:pt x="37778" y="10467"/>
                </a:lnTo>
                <a:lnTo>
                  <a:pt x="38676" y="10467"/>
                </a:lnTo>
                <a:lnTo>
                  <a:pt x="42270" y="14702"/>
                </a:lnTo>
                <a:lnTo>
                  <a:pt x="42757" y="15302"/>
                </a:lnTo>
                <a:lnTo>
                  <a:pt x="43929" y="17183"/>
                </a:lnTo>
                <a:lnTo>
                  <a:pt x="45969" y="21774"/>
                </a:lnTo>
                <a:lnTo>
                  <a:pt x="46067" y="21995"/>
                </a:lnTo>
                <a:lnTo>
                  <a:pt x="46492" y="23628"/>
                </a:lnTo>
                <a:lnTo>
                  <a:pt x="46543" y="23822"/>
                </a:lnTo>
                <a:lnTo>
                  <a:pt x="46721" y="23628"/>
                </a:lnTo>
                <a:lnTo>
                  <a:pt x="48834" y="16872"/>
                </a:lnTo>
                <a:lnTo>
                  <a:pt x="48665" y="15899"/>
                </a:lnTo>
                <a:lnTo>
                  <a:pt x="43707" y="10467"/>
                </a:lnTo>
                <a:lnTo>
                  <a:pt x="41638" y="10002"/>
                </a:lnTo>
                <a:close/>
              </a:path>
              <a:path w="48895" h="49530">
                <a:moveTo>
                  <a:pt x="20447" y="15302"/>
                </a:moveTo>
                <a:lnTo>
                  <a:pt x="19728" y="15302"/>
                </a:lnTo>
                <a:lnTo>
                  <a:pt x="22868" y="16872"/>
                </a:lnTo>
                <a:lnTo>
                  <a:pt x="21323" y="16872"/>
                </a:lnTo>
                <a:lnTo>
                  <a:pt x="24011" y="18754"/>
                </a:lnTo>
                <a:lnTo>
                  <a:pt x="25053" y="19405"/>
                </a:lnTo>
                <a:lnTo>
                  <a:pt x="24949" y="19251"/>
                </a:lnTo>
                <a:lnTo>
                  <a:pt x="20918" y="15624"/>
                </a:lnTo>
                <a:lnTo>
                  <a:pt x="22253" y="15624"/>
                </a:lnTo>
                <a:lnTo>
                  <a:pt x="20447" y="15302"/>
                </a:lnTo>
                <a:close/>
              </a:path>
              <a:path w="48895" h="49530">
                <a:moveTo>
                  <a:pt x="14825" y="16872"/>
                </a:moveTo>
                <a:lnTo>
                  <a:pt x="11953" y="18754"/>
                </a:lnTo>
                <a:lnTo>
                  <a:pt x="11459" y="18754"/>
                </a:lnTo>
                <a:lnTo>
                  <a:pt x="14358" y="17787"/>
                </a:lnTo>
                <a:lnTo>
                  <a:pt x="14825" y="16872"/>
                </a:lnTo>
                <a:close/>
              </a:path>
              <a:path w="48895" h="49530">
                <a:moveTo>
                  <a:pt x="19949" y="15899"/>
                </a:moveTo>
                <a:lnTo>
                  <a:pt x="14358" y="17787"/>
                </a:lnTo>
                <a:lnTo>
                  <a:pt x="14258" y="17983"/>
                </a:lnTo>
                <a:lnTo>
                  <a:pt x="13771" y="17983"/>
                </a:lnTo>
                <a:lnTo>
                  <a:pt x="11459" y="18754"/>
                </a:lnTo>
                <a:lnTo>
                  <a:pt x="15278" y="18754"/>
                </a:lnTo>
                <a:lnTo>
                  <a:pt x="17107" y="17983"/>
                </a:lnTo>
                <a:lnTo>
                  <a:pt x="14258" y="17983"/>
                </a:lnTo>
                <a:lnTo>
                  <a:pt x="14434" y="17787"/>
                </a:lnTo>
                <a:lnTo>
                  <a:pt x="17571" y="17787"/>
                </a:lnTo>
                <a:lnTo>
                  <a:pt x="19006" y="17183"/>
                </a:lnTo>
                <a:lnTo>
                  <a:pt x="20042" y="16872"/>
                </a:lnTo>
                <a:lnTo>
                  <a:pt x="21323" y="16872"/>
                </a:lnTo>
                <a:lnTo>
                  <a:pt x="19949" y="15899"/>
                </a:lnTo>
                <a:close/>
              </a:path>
              <a:path w="48895" h="49530">
                <a:moveTo>
                  <a:pt x="16351" y="13350"/>
                </a:moveTo>
                <a:lnTo>
                  <a:pt x="17124" y="14413"/>
                </a:lnTo>
                <a:lnTo>
                  <a:pt x="16113" y="14413"/>
                </a:lnTo>
                <a:lnTo>
                  <a:pt x="15585" y="16872"/>
                </a:lnTo>
                <a:lnTo>
                  <a:pt x="14825" y="16872"/>
                </a:lnTo>
                <a:lnTo>
                  <a:pt x="14358" y="17787"/>
                </a:lnTo>
                <a:lnTo>
                  <a:pt x="14978" y="17183"/>
                </a:lnTo>
                <a:lnTo>
                  <a:pt x="15258" y="16872"/>
                </a:lnTo>
                <a:lnTo>
                  <a:pt x="15603" y="16872"/>
                </a:lnTo>
                <a:lnTo>
                  <a:pt x="15396" y="15899"/>
                </a:lnTo>
                <a:lnTo>
                  <a:pt x="19949" y="15899"/>
                </a:lnTo>
                <a:lnTo>
                  <a:pt x="16351" y="13350"/>
                </a:lnTo>
                <a:close/>
              </a:path>
              <a:path w="48895" h="49530">
                <a:moveTo>
                  <a:pt x="17102" y="16872"/>
                </a:moveTo>
                <a:lnTo>
                  <a:pt x="15258" y="16872"/>
                </a:lnTo>
                <a:lnTo>
                  <a:pt x="14434" y="17787"/>
                </a:lnTo>
                <a:lnTo>
                  <a:pt x="17102" y="16872"/>
                </a:lnTo>
                <a:close/>
              </a:path>
              <a:path w="48895" h="49530">
                <a:moveTo>
                  <a:pt x="16050" y="14702"/>
                </a:moveTo>
                <a:lnTo>
                  <a:pt x="15627" y="15302"/>
                </a:lnTo>
                <a:lnTo>
                  <a:pt x="15338" y="15624"/>
                </a:lnTo>
                <a:lnTo>
                  <a:pt x="15603" y="16872"/>
                </a:lnTo>
                <a:lnTo>
                  <a:pt x="16050" y="14702"/>
                </a:lnTo>
                <a:close/>
              </a:path>
              <a:path w="48895" h="49530">
                <a:moveTo>
                  <a:pt x="16312" y="15899"/>
                </a:moveTo>
                <a:lnTo>
                  <a:pt x="16135" y="15899"/>
                </a:lnTo>
                <a:lnTo>
                  <a:pt x="15258" y="16872"/>
                </a:lnTo>
                <a:lnTo>
                  <a:pt x="14825" y="16872"/>
                </a:lnTo>
                <a:lnTo>
                  <a:pt x="16312" y="15899"/>
                </a:lnTo>
                <a:close/>
              </a:path>
              <a:path w="48895" h="49530">
                <a:moveTo>
                  <a:pt x="20024" y="15899"/>
                </a:moveTo>
                <a:lnTo>
                  <a:pt x="16312" y="15899"/>
                </a:lnTo>
                <a:lnTo>
                  <a:pt x="14825" y="16872"/>
                </a:lnTo>
                <a:lnTo>
                  <a:pt x="17102" y="16872"/>
                </a:lnTo>
                <a:lnTo>
                  <a:pt x="20024" y="15899"/>
                </a:lnTo>
                <a:close/>
              </a:path>
              <a:path w="48895" h="49530">
                <a:moveTo>
                  <a:pt x="38179" y="10467"/>
                </a:moveTo>
                <a:lnTo>
                  <a:pt x="14253" y="10467"/>
                </a:lnTo>
                <a:lnTo>
                  <a:pt x="16351" y="13350"/>
                </a:lnTo>
                <a:lnTo>
                  <a:pt x="19949" y="15899"/>
                </a:lnTo>
                <a:lnTo>
                  <a:pt x="20578" y="15899"/>
                </a:lnTo>
                <a:lnTo>
                  <a:pt x="16149" y="16872"/>
                </a:lnTo>
                <a:lnTo>
                  <a:pt x="22868" y="16872"/>
                </a:lnTo>
                <a:lnTo>
                  <a:pt x="19728" y="15302"/>
                </a:lnTo>
                <a:lnTo>
                  <a:pt x="28853" y="15302"/>
                </a:lnTo>
                <a:lnTo>
                  <a:pt x="31422" y="14413"/>
                </a:lnTo>
                <a:lnTo>
                  <a:pt x="31694" y="14413"/>
                </a:lnTo>
                <a:lnTo>
                  <a:pt x="37537" y="10714"/>
                </a:lnTo>
                <a:lnTo>
                  <a:pt x="38179" y="10467"/>
                </a:lnTo>
                <a:close/>
              </a:path>
              <a:path w="48895" h="49530">
                <a:moveTo>
                  <a:pt x="22253" y="15624"/>
                </a:moveTo>
                <a:lnTo>
                  <a:pt x="20957" y="15624"/>
                </a:lnTo>
                <a:lnTo>
                  <a:pt x="22789" y="16872"/>
                </a:lnTo>
                <a:lnTo>
                  <a:pt x="15018" y="16872"/>
                </a:lnTo>
                <a:lnTo>
                  <a:pt x="23789" y="15899"/>
                </a:lnTo>
                <a:lnTo>
                  <a:pt x="22253" y="15624"/>
                </a:lnTo>
                <a:close/>
              </a:path>
              <a:path w="48895" h="49530">
                <a:moveTo>
                  <a:pt x="28853" y="15302"/>
                </a:moveTo>
                <a:lnTo>
                  <a:pt x="20447" y="15302"/>
                </a:lnTo>
                <a:lnTo>
                  <a:pt x="23789" y="15899"/>
                </a:lnTo>
                <a:lnTo>
                  <a:pt x="15018" y="16872"/>
                </a:lnTo>
                <a:lnTo>
                  <a:pt x="19431" y="16872"/>
                </a:lnTo>
                <a:lnTo>
                  <a:pt x="28853" y="15302"/>
                </a:lnTo>
                <a:close/>
              </a:path>
              <a:path w="48895" h="49530">
                <a:moveTo>
                  <a:pt x="28853" y="15302"/>
                </a:moveTo>
                <a:lnTo>
                  <a:pt x="19431" y="16872"/>
                </a:lnTo>
                <a:lnTo>
                  <a:pt x="43744" y="16872"/>
                </a:lnTo>
                <a:lnTo>
                  <a:pt x="42960" y="15624"/>
                </a:lnTo>
                <a:lnTo>
                  <a:pt x="27922" y="15624"/>
                </a:lnTo>
                <a:lnTo>
                  <a:pt x="28853" y="15302"/>
                </a:lnTo>
                <a:close/>
              </a:path>
              <a:path w="48895" h="49530">
                <a:moveTo>
                  <a:pt x="14253" y="10467"/>
                </a:moveTo>
                <a:lnTo>
                  <a:pt x="15270" y="15302"/>
                </a:lnTo>
                <a:lnTo>
                  <a:pt x="15338" y="15624"/>
                </a:lnTo>
                <a:lnTo>
                  <a:pt x="15627" y="15302"/>
                </a:lnTo>
                <a:lnTo>
                  <a:pt x="16082" y="14413"/>
                </a:lnTo>
                <a:lnTo>
                  <a:pt x="17124" y="14413"/>
                </a:lnTo>
                <a:lnTo>
                  <a:pt x="15279" y="12590"/>
                </a:lnTo>
                <a:lnTo>
                  <a:pt x="15798" y="12590"/>
                </a:lnTo>
                <a:lnTo>
                  <a:pt x="14253" y="10467"/>
                </a:lnTo>
                <a:close/>
              </a:path>
              <a:path w="48895" h="49530">
                <a:moveTo>
                  <a:pt x="32900" y="13901"/>
                </a:moveTo>
                <a:lnTo>
                  <a:pt x="27922" y="15624"/>
                </a:lnTo>
                <a:lnTo>
                  <a:pt x="29082" y="15302"/>
                </a:lnTo>
                <a:lnTo>
                  <a:pt x="42779" y="15302"/>
                </a:lnTo>
                <a:lnTo>
                  <a:pt x="42270" y="14702"/>
                </a:lnTo>
                <a:lnTo>
                  <a:pt x="31236" y="14702"/>
                </a:lnTo>
                <a:lnTo>
                  <a:pt x="31694" y="14413"/>
                </a:lnTo>
                <a:lnTo>
                  <a:pt x="31838" y="14413"/>
                </a:lnTo>
                <a:lnTo>
                  <a:pt x="32900" y="13901"/>
                </a:lnTo>
                <a:close/>
              </a:path>
              <a:path w="48895" h="49530">
                <a:moveTo>
                  <a:pt x="42757" y="15302"/>
                </a:moveTo>
                <a:lnTo>
                  <a:pt x="29082" y="15302"/>
                </a:lnTo>
                <a:lnTo>
                  <a:pt x="27816" y="15624"/>
                </a:lnTo>
                <a:lnTo>
                  <a:pt x="42960" y="15624"/>
                </a:lnTo>
                <a:lnTo>
                  <a:pt x="42757" y="15302"/>
                </a:lnTo>
                <a:close/>
              </a:path>
              <a:path w="48895" h="49530">
                <a:moveTo>
                  <a:pt x="31838" y="14413"/>
                </a:moveTo>
                <a:lnTo>
                  <a:pt x="31694" y="14413"/>
                </a:lnTo>
                <a:lnTo>
                  <a:pt x="31236" y="14702"/>
                </a:lnTo>
                <a:lnTo>
                  <a:pt x="31838" y="14413"/>
                </a:lnTo>
                <a:close/>
              </a:path>
              <a:path w="48895" h="49530">
                <a:moveTo>
                  <a:pt x="41590" y="13901"/>
                </a:moveTo>
                <a:lnTo>
                  <a:pt x="32900" y="13901"/>
                </a:lnTo>
                <a:lnTo>
                  <a:pt x="31236" y="14702"/>
                </a:lnTo>
                <a:lnTo>
                  <a:pt x="42270" y="14702"/>
                </a:lnTo>
                <a:lnTo>
                  <a:pt x="41590" y="13901"/>
                </a:lnTo>
                <a:close/>
              </a:path>
              <a:path w="48895" h="49530">
                <a:moveTo>
                  <a:pt x="15663" y="12862"/>
                </a:moveTo>
                <a:lnTo>
                  <a:pt x="16048" y="13350"/>
                </a:lnTo>
                <a:lnTo>
                  <a:pt x="17124" y="14413"/>
                </a:lnTo>
                <a:lnTo>
                  <a:pt x="16351" y="13350"/>
                </a:lnTo>
                <a:lnTo>
                  <a:pt x="15663" y="12862"/>
                </a:lnTo>
                <a:close/>
              </a:path>
              <a:path w="48895" h="49530">
                <a:moveTo>
                  <a:pt x="38676" y="10467"/>
                </a:moveTo>
                <a:lnTo>
                  <a:pt x="38179" y="10467"/>
                </a:lnTo>
                <a:lnTo>
                  <a:pt x="37537" y="10714"/>
                </a:lnTo>
                <a:lnTo>
                  <a:pt x="31694" y="14413"/>
                </a:lnTo>
                <a:lnTo>
                  <a:pt x="31422" y="14413"/>
                </a:lnTo>
                <a:lnTo>
                  <a:pt x="32900" y="13901"/>
                </a:lnTo>
                <a:lnTo>
                  <a:pt x="41590" y="13901"/>
                </a:lnTo>
                <a:lnTo>
                  <a:pt x="38676" y="10467"/>
                </a:lnTo>
                <a:close/>
              </a:path>
              <a:path w="48895" h="49530">
                <a:moveTo>
                  <a:pt x="15798" y="12590"/>
                </a:moveTo>
                <a:lnTo>
                  <a:pt x="15279" y="12590"/>
                </a:lnTo>
                <a:lnTo>
                  <a:pt x="16351" y="13350"/>
                </a:lnTo>
                <a:lnTo>
                  <a:pt x="15798" y="1259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216133" y="1570214"/>
            <a:ext cx="132715" cy="71120"/>
          </a:xfrm>
          <a:custGeom>
            <a:avLst/>
            <a:gdLst/>
            <a:ahLst/>
            <a:cxnLst/>
            <a:rect l="l" t="t" r="r" b="b"/>
            <a:pathLst>
              <a:path w="132714" h="71119">
                <a:moveTo>
                  <a:pt x="129628" y="60667"/>
                </a:moveTo>
                <a:lnTo>
                  <a:pt x="104622" y="48895"/>
                </a:lnTo>
                <a:lnTo>
                  <a:pt x="69608" y="48895"/>
                </a:lnTo>
                <a:lnTo>
                  <a:pt x="55968" y="48209"/>
                </a:lnTo>
                <a:lnTo>
                  <a:pt x="55689" y="48209"/>
                </a:lnTo>
                <a:lnTo>
                  <a:pt x="49199" y="47498"/>
                </a:lnTo>
                <a:lnTo>
                  <a:pt x="47015" y="47498"/>
                </a:lnTo>
                <a:lnTo>
                  <a:pt x="44538" y="48209"/>
                </a:lnTo>
                <a:lnTo>
                  <a:pt x="44767" y="48209"/>
                </a:lnTo>
                <a:lnTo>
                  <a:pt x="44145" y="48539"/>
                </a:lnTo>
                <a:lnTo>
                  <a:pt x="40335" y="56654"/>
                </a:lnTo>
                <a:lnTo>
                  <a:pt x="40932" y="58699"/>
                </a:lnTo>
                <a:lnTo>
                  <a:pt x="46761" y="63398"/>
                </a:lnTo>
                <a:lnTo>
                  <a:pt x="47434" y="63398"/>
                </a:lnTo>
                <a:lnTo>
                  <a:pt x="54267" y="64147"/>
                </a:lnTo>
                <a:lnTo>
                  <a:pt x="69011" y="64884"/>
                </a:lnTo>
                <a:lnTo>
                  <a:pt x="103733" y="64884"/>
                </a:lnTo>
                <a:lnTo>
                  <a:pt x="109334" y="66001"/>
                </a:lnTo>
                <a:lnTo>
                  <a:pt x="117919" y="69684"/>
                </a:lnTo>
                <a:lnTo>
                  <a:pt x="119875" y="70472"/>
                </a:lnTo>
                <a:lnTo>
                  <a:pt x="120777" y="70662"/>
                </a:lnTo>
                <a:lnTo>
                  <a:pt x="122783" y="70662"/>
                </a:lnTo>
                <a:lnTo>
                  <a:pt x="129006" y="66167"/>
                </a:lnTo>
                <a:lnTo>
                  <a:pt x="129222" y="65671"/>
                </a:lnTo>
                <a:lnTo>
                  <a:pt x="129552" y="64884"/>
                </a:lnTo>
                <a:lnTo>
                  <a:pt x="129628" y="60667"/>
                </a:lnTo>
                <a:close/>
              </a:path>
              <a:path w="132714" h="71119">
                <a:moveTo>
                  <a:pt x="132651" y="7962"/>
                </a:moveTo>
                <a:lnTo>
                  <a:pt x="110401" y="0"/>
                </a:lnTo>
                <a:lnTo>
                  <a:pt x="26822" y="0"/>
                </a:lnTo>
                <a:lnTo>
                  <a:pt x="0" y="13487"/>
                </a:lnTo>
                <a:lnTo>
                  <a:pt x="609" y="15519"/>
                </a:lnTo>
                <a:lnTo>
                  <a:pt x="5321" y="19862"/>
                </a:lnTo>
                <a:lnTo>
                  <a:pt x="5486" y="19862"/>
                </a:lnTo>
                <a:lnTo>
                  <a:pt x="6477" y="20167"/>
                </a:lnTo>
                <a:lnTo>
                  <a:pt x="9245" y="20167"/>
                </a:lnTo>
                <a:lnTo>
                  <a:pt x="16700" y="17932"/>
                </a:lnTo>
                <a:lnTo>
                  <a:pt x="16484" y="17932"/>
                </a:lnTo>
                <a:lnTo>
                  <a:pt x="16967" y="17856"/>
                </a:lnTo>
                <a:lnTo>
                  <a:pt x="17856" y="17703"/>
                </a:lnTo>
                <a:lnTo>
                  <a:pt x="28803" y="15887"/>
                </a:lnTo>
                <a:lnTo>
                  <a:pt x="108483" y="15887"/>
                </a:lnTo>
                <a:lnTo>
                  <a:pt x="123977" y="17284"/>
                </a:lnTo>
                <a:lnTo>
                  <a:pt x="126009" y="17284"/>
                </a:lnTo>
                <a:lnTo>
                  <a:pt x="132562" y="11099"/>
                </a:lnTo>
                <a:lnTo>
                  <a:pt x="132651" y="796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527334" y="1439148"/>
            <a:ext cx="360488" cy="18939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952573" y="1421768"/>
            <a:ext cx="127007" cy="184566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201894" y="1436179"/>
            <a:ext cx="141295" cy="171597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446200" y="1429014"/>
            <a:ext cx="603224" cy="170013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6128539" y="1417318"/>
            <a:ext cx="26670" cy="170815"/>
          </a:xfrm>
          <a:custGeom>
            <a:avLst/>
            <a:gdLst/>
            <a:ahLst/>
            <a:cxnLst/>
            <a:rect l="l" t="t" r="r" b="b"/>
            <a:pathLst>
              <a:path w="26670" h="170815">
                <a:moveTo>
                  <a:pt x="10100" y="152794"/>
                </a:moveTo>
                <a:lnTo>
                  <a:pt x="6371" y="159010"/>
                </a:lnTo>
                <a:lnTo>
                  <a:pt x="6021" y="159990"/>
                </a:lnTo>
                <a:lnTo>
                  <a:pt x="5708" y="162087"/>
                </a:lnTo>
                <a:lnTo>
                  <a:pt x="5759" y="163126"/>
                </a:lnTo>
                <a:lnTo>
                  <a:pt x="13646" y="170281"/>
                </a:lnTo>
                <a:lnTo>
                  <a:pt x="14481" y="170281"/>
                </a:lnTo>
                <a:lnTo>
                  <a:pt x="26001" y="155009"/>
                </a:lnTo>
                <a:lnTo>
                  <a:pt x="10100" y="155009"/>
                </a:lnTo>
                <a:lnTo>
                  <a:pt x="10100" y="152794"/>
                </a:lnTo>
                <a:close/>
              </a:path>
              <a:path w="26670" h="170815">
                <a:moveTo>
                  <a:pt x="11239" y="150895"/>
                </a:moveTo>
                <a:lnTo>
                  <a:pt x="10100" y="152794"/>
                </a:lnTo>
                <a:lnTo>
                  <a:pt x="10100" y="155009"/>
                </a:lnTo>
                <a:lnTo>
                  <a:pt x="11239" y="150895"/>
                </a:lnTo>
                <a:close/>
              </a:path>
              <a:path w="26670" h="170815">
                <a:moveTo>
                  <a:pt x="26008" y="150895"/>
                </a:moveTo>
                <a:lnTo>
                  <a:pt x="11239" y="150895"/>
                </a:lnTo>
                <a:lnTo>
                  <a:pt x="10100" y="155009"/>
                </a:lnTo>
                <a:lnTo>
                  <a:pt x="26001" y="155009"/>
                </a:lnTo>
                <a:lnTo>
                  <a:pt x="26008" y="150895"/>
                </a:lnTo>
                <a:close/>
              </a:path>
              <a:path w="26670" h="170815">
                <a:moveTo>
                  <a:pt x="8967" y="0"/>
                </a:moveTo>
                <a:lnTo>
                  <a:pt x="7537" y="0"/>
                </a:lnTo>
                <a:lnTo>
                  <a:pt x="5829" y="243"/>
                </a:lnTo>
                <a:lnTo>
                  <a:pt x="0" y="7052"/>
                </a:lnTo>
                <a:lnTo>
                  <a:pt x="91" y="9140"/>
                </a:lnTo>
                <a:lnTo>
                  <a:pt x="489" y="11922"/>
                </a:lnTo>
                <a:lnTo>
                  <a:pt x="748" y="13552"/>
                </a:lnTo>
                <a:lnTo>
                  <a:pt x="1406" y="24084"/>
                </a:lnTo>
                <a:lnTo>
                  <a:pt x="2095" y="37636"/>
                </a:lnTo>
                <a:lnTo>
                  <a:pt x="2183" y="39394"/>
                </a:lnTo>
                <a:lnTo>
                  <a:pt x="2289" y="40354"/>
                </a:lnTo>
                <a:lnTo>
                  <a:pt x="5878" y="61165"/>
                </a:lnTo>
                <a:lnTo>
                  <a:pt x="9221" y="81897"/>
                </a:lnTo>
                <a:lnTo>
                  <a:pt x="9385" y="82562"/>
                </a:lnTo>
                <a:lnTo>
                  <a:pt x="10078" y="99192"/>
                </a:lnTo>
                <a:lnTo>
                  <a:pt x="10100" y="152794"/>
                </a:lnTo>
                <a:lnTo>
                  <a:pt x="11239" y="150895"/>
                </a:lnTo>
                <a:lnTo>
                  <a:pt x="26008" y="150895"/>
                </a:lnTo>
                <a:lnTo>
                  <a:pt x="26089" y="99192"/>
                </a:lnTo>
                <a:lnTo>
                  <a:pt x="25436" y="83503"/>
                </a:lnTo>
                <a:lnTo>
                  <a:pt x="25369" y="81897"/>
                </a:lnTo>
                <a:lnTo>
                  <a:pt x="18218" y="38595"/>
                </a:lnTo>
                <a:lnTo>
                  <a:pt x="18053" y="37636"/>
                </a:lnTo>
                <a:lnTo>
                  <a:pt x="17478" y="24982"/>
                </a:lnTo>
                <a:lnTo>
                  <a:pt x="15483" y="4997"/>
                </a:lnTo>
                <a:lnTo>
                  <a:pt x="15430" y="4847"/>
                </a:lnTo>
                <a:lnTo>
                  <a:pt x="11148" y="588"/>
                </a:lnTo>
                <a:lnTo>
                  <a:pt x="896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object 5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238265" y="1444207"/>
            <a:ext cx="127160" cy="89561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545864" y="1311880"/>
            <a:ext cx="256783" cy="242321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880758" y="1282132"/>
            <a:ext cx="120177" cy="208826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3767058" y="1856483"/>
            <a:ext cx="104139" cy="288925"/>
          </a:xfrm>
          <a:custGeom>
            <a:avLst/>
            <a:gdLst/>
            <a:ahLst/>
            <a:cxnLst/>
            <a:rect l="l" t="t" r="r" b="b"/>
            <a:pathLst>
              <a:path w="104139" h="288925">
                <a:moveTo>
                  <a:pt x="58317" y="68273"/>
                </a:moveTo>
                <a:lnTo>
                  <a:pt x="56515" y="68273"/>
                </a:lnTo>
                <a:lnTo>
                  <a:pt x="53050" y="84484"/>
                </a:lnTo>
                <a:lnTo>
                  <a:pt x="48217" y="107689"/>
                </a:lnTo>
                <a:lnTo>
                  <a:pt x="52156" y="135826"/>
                </a:lnTo>
                <a:lnTo>
                  <a:pt x="59597" y="194120"/>
                </a:lnTo>
                <a:lnTo>
                  <a:pt x="62754" y="233052"/>
                </a:lnTo>
                <a:lnTo>
                  <a:pt x="71873" y="271006"/>
                </a:lnTo>
                <a:lnTo>
                  <a:pt x="94829" y="288505"/>
                </a:lnTo>
                <a:lnTo>
                  <a:pt x="96918" y="288505"/>
                </a:lnTo>
                <a:lnTo>
                  <a:pt x="103879" y="279468"/>
                </a:lnTo>
                <a:lnTo>
                  <a:pt x="103679" y="278447"/>
                </a:lnTo>
                <a:lnTo>
                  <a:pt x="93988" y="271334"/>
                </a:lnTo>
                <a:lnTo>
                  <a:pt x="92210" y="270306"/>
                </a:lnTo>
                <a:lnTo>
                  <a:pt x="92645" y="270306"/>
                </a:lnTo>
                <a:lnTo>
                  <a:pt x="90345" y="268547"/>
                </a:lnTo>
                <a:lnTo>
                  <a:pt x="89896" y="268547"/>
                </a:lnTo>
                <a:lnTo>
                  <a:pt x="88418" y="267074"/>
                </a:lnTo>
                <a:lnTo>
                  <a:pt x="88762" y="267074"/>
                </a:lnTo>
                <a:lnTo>
                  <a:pt x="86738" y="264447"/>
                </a:lnTo>
                <a:lnTo>
                  <a:pt x="86464" y="264447"/>
                </a:lnTo>
                <a:lnTo>
                  <a:pt x="86201" y="263862"/>
                </a:lnTo>
                <a:lnTo>
                  <a:pt x="85952" y="263593"/>
                </a:lnTo>
                <a:lnTo>
                  <a:pt x="85505" y="262846"/>
                </a:lnTo>
                <a:lnTo>
                  <a:pt x="85744" y="262846"/>
                </a:lnTo>
                <a:lnTo>
                  <a:pt x="83252" y="257303"/>
                </a:lnTo>
                <a:lnTo>
                  <a:pt x="80831" y="247676"/>
                </a:lnTo>
                <a:lnTo>
                  <a:pt x="79759" y="243605"/>
                </a:lnTo>
                <a:lnTo>
                  <a:pt x="78688" y="231625"/>
                </a:lnTo>
                <a:lnTo>
                  <a:pt x="75502" y="192464"/>
                </a:lnTo>
                <a:lnTo>
                  <a:pt x="68150" y="134694"/>
                </a:lnTo>
                <a:lnTo>
                  <a:pt x="60763" y="81968"/>
                </a:lnTo>
                <a:lnTo>
                  <a:pt x="58396" y="68715"/>
                </a:lnTo>
                <a:lnTo>
                  <a:pt x="58317" y="68273"/>
                </a:lnTo>
                <a:close/>
              </a:path>
              <a:path w="104139" h="288925">
                <a:moveTo>
                  <a:pt x="92210" y="270306"/>
                </a:moveTo>
                <a:lnTo>
                  <a:pt x="93988" y="271334"/>
                </a:lnTo>
                <a:lnTo>
                  <a:pt x="93168" y="270706"/>
                </a:lnTo>
                <a:lnTo>
                  <a:pt x="92210" y="270306"/>
                </a:lnTo>
                <a:close/>
              </a:path>
              <a:path w="104139" h="288925">
                <a:moveTo>
                  <a:pt x="93168" y="270706"/>
                </a:moveTo>
                <a:lnTo>
                  <a:pt x="93988" y="271334"/>
                </a:lnTo>
                <a:lnTo>
                  <a:pt x="94670" y="271334"/>
                </a:lnTo>
                <a:lnTo>
                  <a:pt x="93168" y="270706"/>
                </a:lnTo>
                <a:close/>
              </a:path>
              <a:path w="104139" h="288925">
                <a:moveTo>
                  <a:pt x="92645" y="270306"/>
                </a:moveTo>
                <a:lnTo>
                  <a:pt x="92210" y="270306"/>
                </a:lnTo>
                <a:lnTo>
                  <a:pt x="93168" y="270706"/>
                </a:lnTo>
                <a:lnTo>
                  <a:pt x="92645" y="270306"/>
                </a:lnTo>
                <a:close/>
              </a:path>
              <a:path w="104139" h="288925">
                <a:moveTo>
                  <a:pt x="88418" y="267074"/>
                </a:moveTo>
                <a:lnTo>
                  <a:pt x="89896" y="268547"/>
                </a:lnTo>
                <a:lnTo>
                  <a:pt x="89254" y="267713"/>
                </a:lnTo>
                <a:lnTo>
                  <a:pt x="88418" y="267074"/>
                </a:lnTo>
                <a:close/>
              </a:path>
              <a:path w="104139" h="288925">
                <a:moveTo>
                  <a:pt x="89254" y="267713"/>
                </a:moveTo>
                <a:lnTo>
                  <a:pt x="89896" y="268547"/>
                </a:lnTo>
                <a:lnTo>
                  <a:pt x="90345" y="268547"/>
                </a:lnTo>
                <a:lnTo>
                  <a:pt x="89254" y="267713"/>
                </a:lnTo>
                <a:close/>
              </a:path>
              <a:path w="104139" h="288925">
                <a:moveTo>
                  <a:pt x="88762" y="267074"/>
                </a:moveTo>
                <a:lnTo>
                  <a:pt x="88418" y="267074"/>
                </a:lnTo>
                <a:lnTo>
                  <a:pt x="89254" y="267713"/>
                </a:lnTo>
                <a:lnTo>
                  <a:pt x="88762" y="267074"/>
                </a:lnTo>
                <a:close/>
              </a:path>
              <a:path w="104139" h="288925">
                <a:moveTo>
                  <a:pt x="85505" y="262846"/>
                </a:moveTo>
                <a:lnTo>
                  <a:pt x="86464" y="264447"/>
                </a:lnTo>
                <a:lnTo>
                  <a:pt x="86738" y="264447"/>
                </a:lnTo>
                <a:lnTo>
                  <a:pt x="85505" y="262846"/>
                </a:lnTo>
                <a:close/>
              </a:path>
              <a:path w="104139" h="288925">
                <a:moveTo>
                  <a:pt x="85744" y="262846"/>
                </a:moveTo>
                <a:lnTo>
                  <a:pt x="85505" y="262846"/>
                </a:lnTo>
                <a:lnTo>
                  <a:pt x="86080" y="263593"/>
                </a:lnTo>
                <a:lnTo>
                  <a:pt x="85744" y="262846"/>
                </a:lnTo>
                <a:close/>
              </a:path>
              <a:path w="104139" h="288925">
                <a:moveTo>
                  <a:pt x="61903" y="0"/>
                </a:moveTo>
                <a:lnTo>
                  <a:pt x="58492" y="0"/>
                </a:lnTo>
                <a:lnTo>
                  <a:pt x="34427" y="8749"/>
                </a:lnTo>
                <a:lnTo>
                  <a:pt x="7181" y="35925"/>
                </a:lnTo>
                <a:lnTo>
                  <a:pt x="854" y="97812"/>
                </a:lnTo>
                <a:lnTo>
                  <a:pt x="0" y="136813"/>
                </a:lnTo>
                <a:lnTo>
                  <a:pt x="576" y="148347"/>
                </a:lnTo>
                <a:lnTo>
                  <a:pt x="658" y="149983"/>
                </a:lnTo>
                <a:lnTo>
                  <a:pt x="748" y="151767"/>
                </a:lnTo>
                <a:lnTo>
                  <a:pt x="861" y="154028"/>
                </a:lnTo>
                <a:lnTo>
                  <a:pt x="10259" y="166422"/>
                </a:lnTo>
                <a:lnTo>
                  <a:pt x="9605" y="166422"/>
                </a:lnTo>
                <a:lnTo>
                  <a:pt x="12594" y="166899"/>
                </a:lnTo>
                <a:lnTo>
                  <a:pt x="14262" y="166899"/>
                </a:lnTo>
                <a:lnTo>
                  <a:pt x="27130" y="154590"/>
                </a:lnTo>
                <a:lnTo>
                  <a:pt x="17848" y="154590"/>
                </a:lnTo>
                <a:lnTo>
                  <a:pt x="16445" y="153065"/>
                </a:lnTo>
                <a:lnTo>
                  <a:pt x="7542" y="153065"/>
                </a:lnTo>
                <a:lnTo>
                  <a:pt x="11751" y="149078"/>
                </a:lnTo>
                <a:lnTo>
                  <a:pt x="16260" y="141699"/>
                </a:lnTo>
                <a:lnTo>
                  <a:pt x="16016" y="136813"/>
                </a:lnTo>
                <a:lnTo>
                  <a:pt x="15910" y="134694"/>
                </a:lnTo>
                <a:lnTo>
                  <a:pt x="15788" y="132257"/>
                </a:lnTo>
                <a:lnTo>
                  <a:pt x="16834" y="98598"/>
                </a:lnTo>
                <a:lnTo>
                  <a:pt x="19910" y="53406"/>
                </a:lnTo>
                <a:lnTo>
                  <a:pt x="19974" y="52461"/>
                </a:lnTo>
                <a:lnTo>
                  <a:pt x="20237" y="51374"/>
                </a:lnTo>
                <a:lnTo>
                  <a:pt x="21823" y="43006"/>
                </a:lnTo>
                <a:lnTo>
                  <a:pt x="21526" y="43006"/>
                </a:lnTo>
                <a:lnTo>
                  <a:pt x="22212" y="40954"/>
                </a:lnTo>
                <a:lnTo>
                  <a:pt x="22538" y="40954"/>
                </a:lnTo>
                <a:lnTo>
                  <a:pt x="25487" y="34980"/>
                </a:lnTo>
                <a:lnTo>
                  <a:pt x="25038" y="34980"/>
                </a:lnTo>
                <a:lnTo>
                  <a:pt x="26507" y="32913"/>
                </a:lnTo>
                <a:lnTo>
                  <a:pt x="27070" y="32913"/>
                </a:lnTo>
                <a:lnTo>
                  <a:pt x="31192" y="28719"/>
                </a:lnTo>
                <a:lnTo>
                  <a:pt x="30657" y="28719"/>
                </a:lnTo>
                <a:lnTo>
                  <a:pt x="32640" y="27246"/>
                </a:lnTo>
                <a:lnTo>
                  <a:pt x="33460" y="27246"/>
                </a:lnTo>
                <a:lnTo>
                  <a:pt x="40050" y="23783"/>
                </a:lnTo>
                <a:lnTo>
                  <a:pt x="39893" y="23783"/>
                </a:lnTo>
                <a:lnTo>
                  <a:pt x="40402" y="23598"/>
                </a:lnTo>
                <a:lnTo>
                  <a:pt x="40881" y="23346"/>
                </a:lnTo>
                <a:lnTo>
                  <a:pt x="41094" y="23346"/>
                </a:lnTo>
                <a:lnTo>
                  <a:pt x="63958" y="15030"/>
                </a:lnTo>
                <a:lnTo>
                  <a:pt x="68171" y="9287"/>
                </a:lnTo>
                <a:lnTo>
                  <a:pt x="68106" y="6141"/>
                </a:lnTo>
                <a:lnTo>
                  <a:pt x="62649" y="182"/>
                </a:lnTo>
                <a:lnTo>
                  <a:pt x="61903" y="0"/>
                </a:lnTo>
                <a:close/>
              </a:path>
              <a:path w="104139" h="288925">
                <a:moveTo>
                  <a:pt x="16696" y="150407"/>
                </a:moveTo>
                <a:lnTo>
                  <a:pt x="13999" y="150407"/>
                </a:lnTo>
                <a:lnTo>
                  <a:pt x="16718" y="151767"/>
                </a:lnTo>
                <a:lnTo>
                  <a:pt x="16290" y="151767"/>
                </a:lnTo>
                <a:lnTo>
                  <a:pt x="15375" y="151902"/>
                </a:lnTo>
                <a:lnTo>
                  <a:pt x="17848" y="154590"/>
                </a:lnTo>
                <a:lnTo>
                  <a:pt x="17303" y="153229"/>
                </a:lnTo>
                <a:lnTo>
                  <a:pt x="16837" y="153229"/>
                </a:lnTo>
                <a:lnTo>
                  <a:pt x="16829" y="153065"/>
                </a:lnTo>
                <a:lnTo>
                  <a:pt x="16547" y="151902"/>
                </a:lnTo>
                <a:lnTo>
                  <a:pt x="16275" y="150658"/>
                </a:lnTo>
                <a:lnTo>
                  <a:pt x="16709" y="150658"/>
                </a:lnTo>
                <a:lnTo>
                  <a:pt x="16696" y="150407"/>
                </a:lnTo>
                <a:close/>
              </a:path>
              <a:path w="104139" h="288925">
                <a:moveTo>
                  <a:pt x="51085" y="58199"/>
                </a:moveTo>
                <a:lnTo>
                  <a:pt x="47765" y="58199"/>
                </a:lnTo>
                <a:lnTo>
                  <a:pt x="46054" y="58714"/>
                </a:lnTo>
                <a:lnTo>
                  <a:pt x="33934" y="97812"/>
                </a:lnTo>
                <a:lnTo>
                  <a:pt x="32680" y="104028"/>
                </a:lnTo>
                <a:lnTo>
                  <a:pt x="31151" y="108858"/>
                </a:lnTo>
                <a:lnTo>
                  <a:pt x="28129" y="118680"/>
                </a:lnTo>
                <a:lnTo>
                  <a:pt x="20358" y="134694"/>
                </a:lnTo>
                <a:lnTo>
                  <a:pt x="19850" y="135826"/>
                </a:lnTo>
                <a:lnTo>
                  <a:pt x="16260" y="141699"/>
                </a:lnTo>
                <a:lnTo>
                  <a:pt x="16593" y="148347"/>
                </a:lnTo>
                <a:lnTo>
                  <a:pt x="16675" y="149983"/>
                </a:lnTo>
                <a:lnTo>
                  <a:pt x="16772" y="151902"/>
                </a:lnTo>
                <a:lnTo>
                  <a:pt x="17848" y="154590"/>
                </a:lnTo>
                <a:lnTo>
                  <a:pt x="27130" y="154590"/>
                </a:lnTo>
                <a:lnTo>
                  <a:pt x="47931" y="108858"/>
                </a:lnTo>
                <a:lnTo>
                  <a:pt x="48217" y="107689"/>
                </a:lnTo>
                <a:lnTo>
                  <a:pt x="45009" y="84781"/>
                </a:lnTo>
                <a:lnTo>
                  <a:pt x="42614" y="71337"/>
                </a:lnTo>
                <a:lnTo>
                  <a:pt x="42507" y="70735"/>
                </a:lnTo>
                <a:lnTo>
                  <a:pt x="42393" y="70100"/>
                </a:lnTo>
                <a:lnTo>
                  <a:pt x="41800" y="68715"/>
                </a:lnTo>
                <a:lnTo>
                  <a:pt x="56241" y="68715"/>
                </a:lnTo>
                <a:lnTo>
                  <a:pt x="56515" y="68273"/>
                </a:lnTo>
                <a:lnTo>
                  <a:pt x="58317" y="68273"/>
                </a:lnTo>
                <a:lnTo>
                  <a:pt x="58141" y="67288"/>
                </a:lnTo>
                <a:lnTo>
                  <a:pt x="52057" y="58478"/>
                </a:lnTo>
                <a:lnTo>
                  <a:pt x="51085" y="58199"/>
                </a:lnTo>
                <a:close/>
              </a:path>
              <a:path w="104139" h="288925">
                <a:moveTo>
                  <a:pt x="16772" y="151902"/>
                </a:moveTo>
                <a:lnTo>
                  <a:pt x="16837" y="153229"/>
                </a:lnTo>
                <a:lnTo>
                  <a:pt x="17303" y="153229"/>
                </a:lnTo>
                <a:lnTo>
                  <a:pt x="16772" y="151902"/>
                </a:lnTo>
                <a:close/>
              </a:path>
              <a:path w="104139" h="288925">
                <a:moveTo>
                  <a:pt x="11751" y="149078"/>
                </a:moveTo>
                <a:lnTo>
                  <a:pt x="7542" y="153065"/>
                </a:lnTo>
                <a:lnTo>
                  <a:pt x="15375" y="151902"/>
                </a:lnTo>
                <a:lnTo>
                  <a:pt x="13999" y="150407"/>
                </a:lnTo>
                <a:lnTo>
                  <a:pt x="16696" y="150407"/>
                </a:lnTo>
                <a:lnTo>
                  <a:pt x="16675" y="149983"/>
                </a:lnTo>
                <a:lnTo>
                  <a:pt x="11198" y="149983"/>
                </a:lnTo>
                <a:lnTo>
                  <a:pt x="11751" y="149078"/>
                </a:lnTo>
                <a:close/>
              </a:path>
              <a:path w="104139" h="288925">
                <a:moveTo>
                  <a:pt x="15375" y="151902"/>
                </a:moveTo>
                <a:lnTo>
                  <a:pt x="7542" y="153065"/>
                </a:lnTo>
                <a:lnTo>
                  <a:pt x="16445" y="153065"/>
                </a:lnTo>
                <a:lnTo>
                  <a:pt x="15375" y="151902"/>
                </a:lnTo>
                <a:close/>
              </a:path>
              <a:path w="104139" h="288925">
                <a:moveTo>
                  <a:pt x="16275" y="150658"/>
                </a:moveTo>
                <a:lnTo>
                  <a:pt x="16801" y="153065"/>
                </a:lnTo>
                <a:lnTo>
                  <a:pt x="16764" y="151767"/>
                </a:lnTo>
                <a:lnTo>
                  <a:pt x="16275" y="150658"/>
                </a:lnTo>
                <a:close/>
              </a:path>
              <a:path w="104139" h="288925">
                <a:moveTo>
                  <a:pt x="13999" y="150407"/>
                </a:moveTo>
                <a:lnTo>
                  <a:pt x="15250" y="151767"/>
                </a:lnTo>
                <a:lnTo>
                  <a:pt x="15375" y="151902"/>
                </a:lnTo>
                <a:lnTo>
                  <a:pt x="16290" y="151767"/>
                </a:lnTo>
                <a:lnTo>
                  <a:pt x="16718" y="151767"/>
                </a:lnTo>
                <a:lnTo>
                  <a:pt x="13999" y="150407"/>
                </a:lnTo>
                <a:close/>
              </a:path>
              <a:path w="104139" h="288925">
                <a:moveTo>
                  <a:pt x="16709" y="150658"/>
                </a:moveTo>
                <a:lnTo>
                  <a:pt x="16275" y="150658"/>
                </a:lnTo>
                <a:lnTo>
                  <a:pt x="16718" y="151767"/>
                </a:lnTo>
                <a:lnTo>
                  <a:pt x="16709" y="150658"/>
                </a:lnTo>
                <a:close/>
              </a:path>
              <a:path w="104139" h="288925">
                <a:moveTo>
                  <a:pt x="12523" y="148347"/>
                </a:moveTo>
                <a:lnTo>
                  <a:pt x="11751" y="149078"/>
                </a:lnTo>
                <a:lnTo>
                  <a:pt x="11198" y="149983"/>
                </a:lnTo>
                <a:lnTo>
                  <a:pt x="12523" y="148347"/>
                </a:lnTo>
                <a:close/>
              </a:path>
              <a:path w="104139" h="288925">
                <a:moveTo>
                  <a:pt x="16593" y="148347"/>
                </a:moveTo>
                <a:lnTo>
                  <a:pt x="12523" y="148347"/>
                </a:lnTo>
                <a:lnTo>
                  <a:pt x="11198" y="149983"/>
                </a:lnTo>
                <a:lnTo>
                  <a:pt x="16675" y="149983"/>
                </a:lnTo>
                <a:lnTo>
                  <a:pt x="16593" y="148347"/>
                </a:lnTo>
                <a:close/>
              </a:path>
              <a:path w="104139" h="288925">
                <a:moveTo>
                  <a:pt x="16260" y="141699"/>
                </a:moveTo>
                <a:lnTo>
                  <a:pt x="11751" y="149078"/>
                </a:lnTo>
                <a:lnTo>
                  <a:pt x="12523" y="148347"/>
                </a:lnTo>
                <a:lnTo>
                  <a:pt x="16593" y="148347"/>
                </a:lnTo>
                <a:lnTo>
                  <a:pt x="16384" y="144167"/>
                </a:lnTo>
                <a:lnTo>
                  <a:pt x="16260" y="141699"/>
                </a:lnTo>
                <a:close/>
              </a:path>
              <a:path w="104139" h="288925">
                <a:moveTo>
                  <a:pt x="41800" y="68715"/>
                </a:moveTo>
                <a:lnTo>
                  <a:pt x="42393" y="70100"/>
                </a:lnTo>
                <a:lnTo>
                  <a:pt x="44968" y="84484"/>
                </a:lnTo>
                <a:lnTo>
                  <a:pt x="48217" y="107689"/>
                </a:lnTo>
                <a:lnTo>
                  <a:pt x="53369" y="82953"/>
                </a:lnTo>
                <a:lnTo>
                  <a:pt x="55535" y="72843"/>
                </a:lnTo>
                <a:lnTo>
                  <a:pt x="53691" y="72843"/>
                </a:lnTo>
                <a:lnTo>
                  <a:pt x="54015" y="72318"/>
                </a:lnTo>
                <a:lnTo>
                  <a:pt x="54345" y="72318"/>
                </a:lnTo>
                <a:lnTo>
                  <a:pt x="41800" y="68715"/>
                </a:lnTo>
                <a:close/>
              </a:path>
              <a:path w="104139" h="288925">
                <a:moveTo>
                  <a:pt x="56515" y="68273"/>
                </a:moveTo>
                <a:lnTo>
                  <a:pt x="53691" y="72843"/>
                </a:lnTo>
                <a:lnTo>
                  <a:pt x="54345" y="72318"/>
                </a:lnTo>
                <a:lnTo>
                  <a:pt x="55648" y="72318"/>
                </a:lnTo>
                <a:lnTo>
                  <a:pt x="56420" y="68715"/>
                </a:lnTo>
                <a:lnTo>
                  <a:pt x="56515" y="68273"/>
                </a:lnTo>
                <a:close/>
              </a:path>
              <a:path w="104139" h="288925">
                <a:moveTo>
                  <a:pt x="55648" y="72318"/>
                </a:moveTo>
                <a:lnTo>
                  <a:pt x="54345" y="72318"/>
                </a:lnTo>
                <a:lnTo>
                  <a:pt x="53691" y="72843"/>
                </a:lnTo>
                <a:lnTo>
                  <a:pt x="55535" y="72843"/>
                </a:lnTo>
                <a:lnTo>
                  <a:pt x="55648" y="72318"/>
                </a:lnTo>
                <a:close/>
              </a:path>
              <a:path w="104139" h="288925">
                <a:moveTo>
                  <a:pt x="56241" y="68715"/>
                </a:moveTo>
                <a:lnTo>
                  <a:pt x="41800" y="68715"/>
                </a:lnTo>
                <a:lnTo>
                  <a:pt x="54345" y="72318"/>
                </a:lnTo>
                <a:lnTo>
                  <a:pt x="54015" y="72318"/>
                </a:lnTo>
                <a:lnTo>
                  <a:pt x="56241" y="68715"/>
                </a:lnTo>
                <a:close/>
              </a:path>
              <a:path w="104139" h="288925">
                <a:moveTo>
                  <a:pt x="22212" y="40954"/>
                </a:moveTo>
                <a:lnTo>
                  <a:pt x="21526" y="43006"/>
                </a:lnTo>
                <a:lnTo>
                  <a:pt x="22008" y="42028"/>
                </a:lnTo>
                <a:lnTo>
                  <a:pt x="22212" y="40954"/>
                </a:lnTo>
                <a:close/>
              </a:path>
              <a:path w="104139" h="288925">
                <a:moveTo>
                  <a:pt x="22008" y="42028"/>
                </a:moveTo>
                <a:lnTo>
                  <a:pt x="21526" y="43006"/>
                </a:lnTo>
                <a:lnTo>
                  <a:pt x="21823" y="43006"/>
                </a:lnTo>
                <a:lnTo>
                  <a:pt x="22008" y="42028"/>
                </a:lnTo>
                <a:close/>
              </a:path>
              <a:path w="104139" h="288925">
                <a:moveTo>
                  <a:pt x="22538" y="40954"/>
                </a:moveTo>
                <a:lnTo>
                  <a:pt x="22212" y="40954"/>
                </a:lnTo>
                <a:lnTo>
                  <a:pt x="22008" y="42028"/>
                </a:lnTo>
                <a:lnTo>
                  <a:pt x="22538" y="40954"/>
                </a:lnTo>
                <a:close/>
              </a:path>
              <a:path w="104139" h="288925">
                <a:moveTo>
                  <a:pt x="26507" y="32913"/>
                </a:moveTo>
                <a:lnTo>
                  <a:pt x="25038" y="34980"/>
                </a:lnTo>
                <a:lnTo>
                  <a:pt x="25939" y="34063"/>
                </a:lnTo>
                <a:lnTo>
                  <a:pt x="26507" y="32913"/>
                </a:lnTo>
                <a:close/>
              </a:path>
              <a:path w="104139" h="288925">
                <a:moveTo>
                  <a:pt x="25939" y="34063"/>
                </a:moveTo>
                <a:lnTo>
                  <a:pt x="25038" y="34980"/>
                </a:lnTo>
                <a:lnTo>
                  <a:pt x="25487" y="34980"/>
                </a:lnTo>
                <a:lnTo>
                  <a:pt x="25939" y="34063"/>
                </a:lnTo>
                <a:close/>
              </a:path>
              <a:path w="104139" h="288925">
                <a:moveTo>
                  <a:pt x="27070" y="32913"/>
                </a:moveTo>
                <a:lnTo>
                  <a:pt x="26507" y="32913"/>
                </a:lnTo>
                <a:lnTo>
                  <a:pt x="25939" y="34063"/>
                </a:lnTo>
                <a:lnTo>
                  <a:pt x="27070" y="32913"/>
                </a:lnTo>
                <a:close/>
              </a:path>
              <a:path w="104139" h="288925">
                <a:moveTo>
                  <a:pt x="32640" y="27246"/>
                </a:moveTo>
                <a:lnTo>
                  <a:pt x="30657" y="28719"/>
                </a:lnTo>
                <a:lnTo>
                  <a:pt x="31763" y="28138"/>
                </a:lnTo>
                <a:lnTo>
                  <a:pt x="32640" y="27246"/>
                </a:lnTo>
                <a:close/>
              </a:path>
              <a:path w="104139" h="288925">
                <a:moveTo>
                  <a:pt x="31763" y="28138"/>
                </a:moveTo>
                <a:lnTo>
                  <a:pt x="30657" y="28719"/>
                </a:lnTo>
                <a:lnTo>
                  <a:pt x="31192" y="28719"/>
                </a:lnTo>
                <a:lnTo>
                  <a:pt x="31763" y="28138"/>
                </a:lnTo>
                <a:close/>
              </a:path>
              <a:path w="104139" h="288925">
                <a:moveTo>
                  <a:pt x="33460" y="27246"/>
                </a:moveTo>
                <a:lnTo>
                  <a:pt x="32640" y="27246"/>
                </a:lnTo>
                <a:lnTo>
                  <a:pt x="31763" y="28138"/>
                </a:lnTo>
                <a:lnTo>
                  <a:pt x="33460" y="27246"/>
                </a:lnTo>
                <a:close/>
              </a:path>
              <a:path w="104139" h="288925">
                <a:moveTo>
                  <a:pt x="40402" y="23598"/>
                </a:moveTo>
                <a:lnTo>
                  <a:pt x="39893" y="23783"/>
                </a:lnTo>
                <a:lnTo>
                  <a:pt x="40050" y="23783"/>
                </a:lnTo>
                <a:lnTo>
                  <a:pt x="40402" y="23598"/>
                </a:lnTo>
                <a:close/>
              </a:path>
              <a:path w="104139" h="288925">
                <a:moveTo>
                  <a:pt x="41094" y="23346"/>
                </a:moveTo>
                <a:lnTo>
                  <a:pt x="40881" y="23346"/>
                </a:lnTo>
                <a:lnTo>
                  <a:pt x="40402" y="23598"/>
                </a:lnTo>
                <a:lnTo>
                  <a:pt x="41094" y="2334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961916" y="1870991"/>
            <a:ext cx="29209" cy="163195"/>
          </a:xfrm>
          <a:custGeom>
            <a:avLst/>
            <a:gdLst/>
            <a:ahLst/>
            <a:cxnLst/>
            <a:rect l="l" t="t" r="r" b="b"/>
            <a:pathLst>
              <a:path w="29210" h="163194">
                <a:moveTo>
                  <a:pt x="16883" y="0"/>
                </a:moveTo>
                <a:lnTo>
                  <a:pt x="15836" y="0"/>
                </a:lnTo>
                <a:lnTo>
                  <a:pt x="13757" y="415"/>
                </a:lnTo>
                <a:lnTo>
                  <a:pt x="0" y="62096"/>
                </a:lnTo>
                <a:lnTo>
                  <a:pt x="1975" y="89754"/>
                </a:lnTo>
                <a:lnTo>
                  <a:pt x="2096" y="91456"/>
                </a:lnTo>
                <a:lnTo>
                  <a:pt x="12882" y="157322"/>
                </a:lnTo>
                <a:lnTo>
                  <a:pt x="18033" y="162526"/>
                </a:lnTo>
                <a:lnTo>
                  <a:pt x="18233" y="162526"/>
                </a:lnTo>
                <a:lnTo>
                  <a:pt x="19989" y="162906"/>
                </a:lnTo>
                <a:lnTo>
                  <a:pt x="20947" y="162906"/>
                </a:lnTo>
                <a:lnTo>
                  <a:pt x="23033" y="162526"/>
                </a:lnTo>
                <a:lnTo>
                  <a:pt x="28616" y="154461"/>
                </a:lnTo>
                <a:lnTo>
                  <a:pt x="22191" y="119114"/>
                </a:lnTo>
                <a:lnTo>
                  <a:pt x="18072" y="90316"/>
                </a:lnTo>
                <a:lnTo>
                  <a:pt x="17992" y="89754"/>
                </a:lnTo>
                <a:lnTo>
                  <a:pt x="16036" y="62096"/>
                </a:lnTo>
                <a:lnTo>
                  <a:pt x="16084" y="32456"/>
                </a:lnTo>
                <a:lnTo>
                  <a:pt x="16777" y="25175"/>
                </a:lnTo>
                <a:lnTo>
                  <a:pt x="16452" y="25175"/>
                </a:lnTo>
                <a:lnTo>
                  <a:pt x="16988" y="22962"/>
                </a:lnTo>
                <a:lnTo>
                  <a:pt x="17337" y="22962"/>
                </a:lnTo>
                <a:lnTo>
                  <a:pt x="19011" y="18776"/>
                </a:lnTo>
                <a:lnTo>
                  <a:pt x="18826" y="18776"/>
                </a:lnTo>
                <a:lnTo>
                  <a:pt x="19288" y="18083"/>
                </a:lnTo>
                <a:lnTo>
                  <a:pt x="19597" y="17311"/>
                </a:lnTo>
                <a:lnTo>
                  <a:pt x="19803" y="17311"/>
                </a:lnTo>
                <a:lnTo>
                  <a:pt x="23608" y="11602"/>
                </a:lnTo>
                <a:lnTo>
                  <a:pt x="24004" y="10641"/>
                </a:lnTo>
                <a:lnTo>
                  <a:pt x="24415" y="8561"/>
                </a:lnTo>
                <a:lnTo>
                  <a:pt x="24414" y="7520"/>
                </a:lnTo>
                <a:lnTo>
                  <a:pt x="18969" y="415"/>
                </a:lnTo>
                <a:lnTo>
                  <a:pt x="16883" y="0"/>
                </a:lnTo>
                <a:close/>
              </a:path>
              <a:path w="29210" h="163194">
                <a:moveTo>
                  <a:pt x="16988" y="22962"/>
                </a:moveTo>
                <a:lnTo>
                  <a:pt x="16452" y="25175"/>
                </a:lnTo>
                <a:lnTo>
                  <a:pt x="16879" y="24107"/>
                </a:lnTo>
                <a:lnTo>
                  <a:pt x="16988" y="22962"/>
                </a:lnTo>
                <a:close/>
              </a:path>
              <a:path w="29210" h="163194">
                <a:moveTo>
                  <a:pt x="16879" y="24107"/>
                </a:moveTo>
                <a:lnTo>
                  <a:pt x="16452" y="25175"/>
                </a:lnTo>
                <a:lnTo>
                  <a:pt x="16777" y="25175"/>
                </a:lnTo>
                <a:lnTo>
                  <a:pt x="16879" y="24107"/>
                </a:lnTo>
                <a:close/>
              </a:path>
              <a:path w="29210" h="163194">
                <a:moveTo>
                  <a:pt x="17337" y="22962"/>
                </a:moveTo>
                <a:lnTo>
                  <a:pt x="16988" y="22962"/>
                </a:lnTo>
                <a:lnTo>
                  <a:pt x="16879" y="24107"/>
                </a:lnTo>
                <a:lnTo>
                  <a:pt x="17337" y="22962"/>
                </a:lnTo>
                <a:close/>
              </a:path>
              <a:path w="29210" h="163194">
                <a:moveTo>
                  <a:pt x="19288" y="18083"/>
                </a:moveTo>
                <a:lnTo>
                  <a:pt x="18826" y="18776"/>
                </a:lnTo>
                <a:lnTo>
                  <a:pt x="19011" y="18776"/>
                </a:lnTo>
                <a:lnTo>
                  <a:pt x="19288" y="18083"/>
                </a:lnTo>
                <a:close/>
              </a:path>
              <a:path w="29210" h="163194">
                <a:moveTo>
                  <a:pt x="19803" y="17311"/>
                </a:moveTo>
                <a:lnTo>
                  <a:pt x="19597" y="17311"/>
                </a:lnTo>
                <a:lnTo>
                  <a:pt x="19288" y="18083"/>
                </a:lnTo>
                <a:lnTo>
                  <a:pt x="19803" y="1731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10131" y="2126895"/>
            <a:ext cx="16510" cy="16510"/>
          </a:xfrm>
          <a:custGeom>
            <a:avLst/>
            <a:gdLst/>
            <a:ahLst/>
            <a:cxnLst/>
            <a:rect l="l" t="t" r="r" b="b"/>
            <a:pathLst>
              <a:path w="16510" h="16510">
                <a:moveTo>
                  <a:pt x="9056" y="0"/>
                </a:moveTo>
                <a:lnTo>
                  <a:pt x="6935" y="0"/>
                </a:lnTo>
                <a:lnTo>
                  <a:pt x="5915" y="203"/>
                </a:lnTo>
                <a:lnTo>
                  <a:pt x="0" y="6936"/>
                </a:lnTo>
                <a:lnTo>
                  <a:pt x="0" y="9057"/>
                </a:lnTo>
                <a:lnTo>
                  <a:pt x="6935" y="15993"/>
                </a:lnTo>
                <a:lnTo>
                  <a:pt x="9056" y="15993"/>
                </a:lnTo>
                <a:lnTo>
                  <a:pt x="15994" y="7997"/>
                </a:lnTo>
                <a:lnTo>
                  <a:pt x="15993" y="6936"/>
                </a:lnTo>
                <a:lnTo>
                  <a:pt x="905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184261" y="1975906"/>
            <a:ext cx="129539" cy="18415"/>
          </a:xfrm>
          <a:custGeom>
            <a:avLst/>
            <a:gdLst/>
            <a:ahLst/>
            <a:cxnLst/>
            <a:rect l="l" t="t" r="r" b="b"/>
            <a:pathLst>
              <a:path w="129539" h="18414">
                <a:moveTo>
                  <a:pt x="94249" y="0"/>
                </a:moveTo>
                <a:lnTo>
                  <a:pt x="53746" y="0"/>
                </a:lnTo>
                <a:lnTo>
                  <a:pt x="27431" y="1052"/>
                </a:lnTo>
                <a:lnTo>
                  <a:pt x="0" y="11567"/>
                </a:lnTo>
                <a:lnTo>
                  <a:pt x="178" y="12269"/>
                </a:lnTo>
                <a:lnTo>
                  <a:pt x="6752" y="18154"/>
                </a:lnTo>
                <a:lnTo>
                  <a:pt x="26460" y="17122"/>
                </a:lnTo>
                <a:lnTo>
                  <a:pt x="25919" y="17122"/>
                </a:lnTo>
                <a:lnTo>
                  <a:pt x="54227" y="15989"/>
                </a:lnTo>
                <a:lnTo>
                  <a:pt x="126634" y="15989"/>
                </a:lnTo>
                <a:lnTo>
                  <a:pt x="126820" y="15849"/>
                </a:lnTo>
                <a:lnTo>
                  <a:pt x="129241" y="10170"/>
                </a:lnTo>
                <a:lnTo>
                  <a:pt x="129184" y="9131"/>
                </a:lnTo>
                <a:lnTo>
                  <a:pt x="123618" y="2415"/>
                </a:lnTo>
                <a:lnTo>
                  <a:pt x="124003" y="2415"/>
                </a:lnTo>
                <a:lnTo>
                  <a:pt x="111296" y="598"/>
                </a:lnTo>
                <a:lnTo>
                  <a:pt x="112783" y="598"/>
                </a:lnTo>
                <a:lnTo>
                  <a:pt x="94249" y="0"/>
                </a:lnTo>
                <a:close/>
              </a:path>
              <a:path w="129539" h="18414">
                <a:moveTo>
                  <a:pt x="126634" y="15989"/>
                </a:moveTo>
                <a:lnTo>
                  <a:pt x="93772" y="15989"/>
                </a:lnTo>
                <a:lnTo>
                  <a:pt x="109907" y="16509"/>
                </a:lnTo>
                <a:lnTo>
                  <a:pt x="109567" y="16509"/>
                </a:lnTo>
                <a:lnTo>
                  <a:pt x="121094" y="18154"/>
                </a:lnTo>
                <a:lnTo>
                  <a:pt x="121908" y="18154"/>
                </a:lnTo>
                <a:lnTo>
                  <a:pt x="124186" y="17571"/>
                </a:lnTo>
                <a:lnTo>
                  <a:pt x="125124" y="17122"/>
                </a:lnTo>
                <a:lnTo>
                  <a:pt x="126634" y="1598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247069" y="2043052"/>
            <a:ext cx="77470" cy="20320"/>
          </a:xfrm>
          <a:custGeom>
            <a:avLst/>
            <a:gdLst/>
            <a:ahLst/>
            <a:cxnLst/>
            <a:rect l="l" t="t" r="r" b="b"/>
            <a:pathLst>
              <a:path w="77470" h="20319">
                <a:moveTo>
                  <a:pt x="38271" y="0"/>
                </a:moveTo>
                <a:lnTo>
                  <a:pt x="36558" y="0"/>
                </a:lnTo>
                <a:lnTo>
                  <a:pt x="16635" y="2096"/>
                </a:lnTo>
                <a:lnTo>
                  <a:pt x="0" y="12847"/>
                </a:lnTo>
                <a:lnTo>
                  <a:pt x="376" y="14544"/>
                </a:lnTo>
                <a:lnTo>
                  <a:pt x="5908" y="19956"/>
                </a:lnTo>
                <a:lnTo>
                  <a:pt x="6271" y="19956"/>
                </a:lnTo>
                <a:lnTo>
                  <a:pt x="7702" y="20208"/>
                </a:lnTo>
                <a:lnTo>
                  <a:pt x="8625" y="20208"/>
                </a:lnTo>
                <a:lnTo>
                  <a:pt x="18282" y="18064"/>
                </a:lnTo>
                <a:lnTo>
                  <a:pt x="17756" y="18064"/>
                </a:lnTo>
                <a:lnTo>
                  <a:pt x="37493" y="15985"/>
                </a:lnTo>
                <a:lnTo>
                  <a:pt x="75885" y="15985"/>
                </a:lnTo>
                <a:lnTo>
                  <a:pt x="76182" y="15515"/>
                </a:lnTo>
                <a:lnTo>
                  <a:pt x="76555" y="14544"/>
                </a:lnTo>
                <a:lnTo>
                  <a:pt x="76846" y="12847"/>
                </a:lnTo>
                <a:lnTo>
                  <a:pt x="76885" y="11414"/>
                </a:lnTo>
                <a:lnTo>
                  <a:pt x="76501" y="9719"/>
                </a:lnTo>
                <a:lnTo>
                  <a:pt x="71577" y="4572"/>
                </a:lnTo>
                <a:lnTo>
                  <a:pt x="71982" y="4572"/>
                </a:lnTo>
                <a:lnTo>
                  <a:pt x="51854" y="1118"/>
                </a:lnTo>
                <a:lnTo>
                  <a:pt x="52251" y="1118"/>
                </a:lnTo>
                <a:lnTo>
                  <a:pt x="38271" y="0"/>
                </a:lnTo>
                <a:close/>
              </a:path>
              <a:path w="77470" h="20319">
                <a:moveTo>
                  <a:pt x="75885" y="15985"/>
                </a:moveTo>
                <a:lnTo>
                  <a:pt x="37493" y="15985"/>
                </a:lnTo>
                <a:lnTo>
                  <a:pt x="49865" y="16974"/>
                </a:lnTo>
                <a:lnTo>
                  <a:pt x="49670" y="16974"/>
                </a:lnTo>
                <a:lnTo>
                  <a:pt x="68546" y="20208"/>
                </a:lnTo>
                <a:lnTo>
                  <a:pt x="69469" y="20208"/>
                </a:lnTo>
                <a:lnTo>
                  <a:pt x="70578" y="19956"/>
                </a:lnTo>
                <a:lnTo>
                  <a:pt x="71108" y="19956"/>
                </a:lnTo>
                <a:lnTo>
                  <a:pt x="72604" y="19288"/>
                </a:lnTo>
                <a:lnTo>
                  <a:pt x="74335" y="18064"/>
                </a:lnTo>
                <a:lnTo>
                  <a:pt x="75051" y="17310"/>
                </a:lnTo>
                <a:lnTo>
                  <a:pt x="75885" y="1598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540870" y="1922437"/>
            <a:ext cx="158452" cy="235148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777620" y="1944411"/>
            <a:ext cx="133414" cy="173366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27205" y="1919338"/>
            <a:ext cx="676702" cy="185783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5769710" y="1894208"/>
            <a:ext cx="47625" cy="177165"/>
          </a:xfrm>
          <a:custGeom>
            <a:avLst/>
            <a:gdLst/>
            <a:ahLst/>
            <a:cxnLst/>
            <a:rect l="l" t="t" r="r" b="b"/>
            <a:pathLst>
              <a:path w="47625" h="177164">
                <a:moveTo>
                  <a:pt x="9545" y="0"/>
                </a:moveTo>
                <a:lnTo>
                  <a:pt x="6337" y="0"/>
                </a:lnTo>
                <a:lnTo>
                  <a:pt x="4386" y="650"/>
                </a:lnTo>
                <a:lnTo>
                  <a:pt x="0" y="9423"/>
                </a:lnTo>
                <a:lnTo>
                  <a:pt x="1160" y="12912"/>
                </a:lnTo>
                <a:lnTo>
                  <a:pt x="2123" y="15472"/>
                </a:lnTo>
                <a:lnTo>
                  <a:pt x="3447" y="23637"/>
                </a:lnTo>
                <a:lnTo>
                  <a:pt x="3596" y="24145"/>
                </a:lnTo>
                <a:lnTo>
                  <a:pt x="4105" y="40152"/>
                </a:lnTo>
                <a:lnTo>
                  <a:pt x="4159" y="68492"/>
                </a:lnTo>
                <a:lnTo>
                  <a:pt x="7305" y="98901"/>
                </a:lnTo>
                <a:lnTo>
                  <a:pt x="7371" y="99392"/>
                </a:lnTo>
                <a:lnTo>
                  <a:pt x="13632" y="136958"/>
                </a:lnTo>
                <a:lnTo>
                  <a:pt x="16216" y="155027"/>
                </a:lnTo>
                <a:lnTo>
                  <a:pt x="16341" y="155907"/>
                </a:lnTo>
                <a:lnTo>
                  <a:pt x="16457" y="156715"/>
                </a:lnTo>
                <a:lnTo>
                  <a:pt x="16578" y="157560"/>
                </a:lnTo>
                <a:lnTo>
                  <a:pt x="16700" y="157847"/>
                </a:lnTo>
                <a:lnTo>
                  <a:pt x="16821" y="169934"/>
                </a:lnTo>
                <a:lnTo>
                  <a:pt x="17302" y="171481"/>
                </a:lnTo>
                <a:lnTo>
                  <a:pt x="24763" y="177055"/>
                </a:lnTo>
                <a:lnTo>
                  <a:pt x="26509" y="177055"/>
                </a:lnTo>
                <a:lnTo>
                  <a:pt x="27323" y="176912"/>
                </a:lnTo>
                <a:lnTo>
                  <a:pt x="31057" y="175602"/>
                </a:lnTo>
                <a:lnTo>
                  <a:pt x="32693" y="174797"/>
                </a:lnTo>
                <a:lnTo>
                  <a:pt x="42748" y="168332"/>
                </a:lnTo>
                <a:lnTo>
                  <a:pt x="32696" y="168332"/>
                </a:lnTo>
                <a:lnTo>
                  <a:pt x="29991" y="162764"/>
                </a:lnTo>
                <a:lnTo>
                  <a:pt x="30557" y="162764"/>
                </a:lnTo>
                <a:lnTo>
                  <a:pt x="22926" y="161521"/>
                </a:lnTo>
                <a:lnTo>
                  <a:pt x="24814" y="160846"/>
                </a:lnTo>
                <a:lnTo>
                  <a:pt x="32500" y="155907"/>
                </a:lnTo>
                <a:lnTo>
                  <a:pt x="29442" y="134512"/>
                </a:lnTo>
                <a:lnTo>
                  <a:pt x="23232" y="97255"/>
                </a:lnTo>
                <a:lnTo>
                  <a:pt x="23150" y="96762"/>
                </a:lnTo>
                <a:lnTo>
                  <a:pt x="20241" y="68492"/>
                </a:lnTo>
                <a:lnTo>
                  <a:pt x="20156" y="67669"/>
                </a:lnTo>
                <a:lnTo>
                  <a:pt x="20110" y="40152"/>
                </a:lnTo>
                <a:lnTo>
                  <a:pt x="13267" y="1860"/>
                </a:lnTo>
                <a:lnTo>
                  <a:pt x="10548" y="274"/>
                </a:lnTo>
                <a:lnTo>
                  <a:pt x="9545" y="0"/>
                </a:lnTo>
                <a:close/>
              </a:path>
              <a:path w="47625" h="177164">
                <a:moveTo>
                  <a:pt x="29640" y="162043"/>
                </a:moveTo>
                <a:lnTo>
                  <a:pt x="32696" y="168332"/>
                </a:lnTo>
                <a:lnTo>
                  <a:pt x="32657" y="162764"/>
                </a:lnTo>
                <a:lnTo>
                  <a:pt x="30557" y="162764"/>
                </a:lnTo>
                <a:lnTo>
                  <a:pt x="29640" y="162043"/>
                </a:lnTo>
                <a:close/>
              </a:path>
              <a:path w="47625" h="177164">
                <a:moveTo>
                  <a:pt x="40040" y="152953"/>
                </a:moveTo>
                <a:lnTo>
                  <a:pt x="38895" y="152953"/>
                </a:lnTo>
                <a:lnTo>
                  <a:pt x="36407" y="153403"/>
                </a:lnTo>
                <a:lnTo>
                  <a:pt x="36681" y="153403"/>
                </a:lnTo>
                <a:lnTo>
                  <a:pt x="35750" y="153818"/>
                </a:lnTo>
                <a:lnTo>
                  <a:pt x="32705" y="155775"/>
                </a:lnTo>
                <a:lnTo>
                  <a:pt x="32696" y="168332"/>
                </a:lnTo>
                <a:lnTo>
                  <a:pt x="42748" y="168332"/>
                </a:lnTo>
                <a:lnTo>
                  <a:pt x="47435" y="160614"/>
                </a:lnTo>
                <a:lnTo>
                  <a:pt x="47139" y="158977"/>
                </a:lnTo>
                <a:lnTo>
                  <a:pt x="42113" y="153403"/>
                </a:lnTo>
                <a:lnTo>
                  <a:pt x="40040" y="152953"/>
                </a:lnTo>
                <a:close/>
              </a:path>
              <a:path w="47625" h="177164">
                <a:moveTo>
                  <a:pt x="24814" y="160846"/>
                </a:moveTo>
                <a:lnTo>
                  <a:pt x="22926" y="161521"/>
                </a:lnTo>
                <a:lnTo>
                  <a:pt x="30557" y="162764"/>
                </a:lnTo>
                <a:lnTo>
                  <a:pt x="29991" y="162764"/>
                </a:lnTo>
                <a:lnTo>
                  <a:pt x="29640" y="162043"/>
                </a:lnTo>
                <a:lnTo>
                  <a:pt x="32652" y="162043"/>
                </a:lnTo>
                <a:lnTo>
                  <a:pt x="32648" y="161342"/>
                </a:lnTo>
                <a:lnTo>
                  <a:pt x="24043" y="161342"/>
                </a:lnTo>
                <a:lnTo>
                  <a:pt x="24814" y="160846"/>
                </a:lnTo>
                <a:close/>
              </a:path>
              <a:path w="47625" h="177164">
                <a:moveTo>
                  <a:pt x="32652" y="162043"/>
                </a:moveTo>
                <a:lnTo>
                  <a:pt x="29640" y="162043"/>
                </a:lnTo>
                <a:lnTo>
                  <a:pt x="30557" y="162764"/>
                </a:lnTo>
                <a:lnTo>
                  <a:pt x="32657" y="162764"/>
                </a:lnTo>
                <a:lnTo>
                  <a:pt x="32652" y="162043"/>
                </a:lnTo>
                <a:close/>
              </a:path>
              <a:path w="47625" h="177164">
                <a:moveTo>
                  <a:pt x="25523" y="160614"/>
                </a:moveTo>
                <a:lnTo>
                  <a:pt x="24814" y="160846"/>
                </a:lnTo>
                <a:lnTo>
                  <a:pt x="24043" y="161342"/>
                </a:lnTo>
                <a:lnTo>
                  <a:pt x="25523" y="160614"/>
                </a:lnTo>
                <a:close/>
              </a:path>
              <a:path w="47625" h="177164">
                <a:moveTo>
                  <a:pt x="32642" y="160614"/>
                </a:moveTo>
                <a:lnTo>
                  <a:pt x="25523" y="160614"/>
                </a:lnTo>
                <a:lnTo>
                  <a:pt x="24043" y="161342"/>
                </a:lnTo>
                <a:lnTo>
                  <a:pt x="32648" y="161342"/>
                </a:lnTo>
                <a:lnTo>
                  <a:pt x="32642" y="160614"/>
                </a:lnTo>
                <a:close/>
              </a:path>
              <a:path w="47625" h="177164">
                <a:moveTo>
                  <a:pt x="32500" y="155907"/>
                </a:moveTo>
                <a:lnTo>
                  <a:pt x="24814" y="160846"/>
                </a:lnTo>
                <a:lnTo>
                  <a:pt x="25464" y="160614"/>
                </a:lnTo>
                <a:lnTo>
                  <a:pt x="32642" y="160614"/>
                </a:lnTo>
                <a:lnTo>
                  <a:pt x="32616" y="156715"/>
                </a:lnTo>
                <a:lnTo>
                  <a:pt x="32500" y="15590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061126" y="1934171"/>
            <a:ext cx="198755" cy="53975"/>
          </a:xfrm>
          <a:custGeom>
            <a:avLst/>
            <a:gdLst/>
            <a:ahLst/>
            <a:cxnLst/>
            <a:rect l="l" t="t" r="r" b="b"/>
            <a:pathLst>
              <a:path w="198754" h="53975">
                <a:moveTo>
                  <a:pt x="158407" y="5702"/>
                </a:moveTo>
                <a:lnTo>
                  <a:pt x="152692" y="0"/>
                </a:lnTo>
                <a:lnTo>
                  <a:pt x="150609" y="0"/>
                </a:lnTo>
                <a:lnTo>
                  <a:pt x="146710" y="0"/>
                </a:lnTo>
                <a:lnTo>
                  <a:pt x="146507" y="0"/>
                </a:lnTo>
                <a:lnTo>
                  <a:pt x="139941" y="939"/>
                </a:lnTo>
                <a:lnTo>
                  <a:pt x="113690" y="5029"/>
                </a:lnTo>
                <a:lnTo>
                  <a:pt x="113690" y="16916"/>
                </a:lnTo>
                <a:lnTo>
                  <a:pt x="113220" y="14846"/>
                </a:lnTo>
                <a:lnTo>
                  <a:pt x="113436" y="15786"/>
                </a:lnTo>
                <a:lnTo>
                  <a:pt x="113550" y="16281"/>
                </a:lnTo>
                <a:lnTo>
                  <a:pt x="113665" y="16751"/>
                </a:lnTo>
                <a:lnTo>
                  <a:pt x="113690" y="16916"/>
                </a:lnTo>
                <a:lnTo>
                  <a:pt x="113690" y="5029"/>
                </a:lnTo>
                <a:lnTo>
                  <a:pt x="106273" y="6172"/>
                </a:lnTo>
                <a:lnTo>
                  <a:pt x="65913" y="10312"/>
                </a:lnTo>
                <a:lnTo>
                  <a:pt x="16014" y="10312"/>
                </a:lnTo>
                <a:lnTo>
                  <a:pt x="16014" y="22174"/>
                </a:lnTo>
                <a:lnTo>
                  <a:pt x="16002" y="23520"/>
                </a:lnTo>
                <a:lnTo>
                  <a:pt x="15392" y="20739"/>
                </a:lnTo>
                <a:lnTo>
                  <a:pt x="15341" y="20485"/>
                </a:lnTo>
                <a:lnTo>
                  <a:pt x="15443" y="20739"/>
                </a:lnTo>
                <a:lnTo>
                  <a:pt x="15544" y="21424"/>
                </a:lnTo>
                <a:lnTo>
                  <a:pt x="16002" y="23520"/>
                </a:lnTo>
                <a:lnTo>
                  <a:pt x="16002" y="22110"/>
                </a:lnTo>
                <a:lnTo>
                  <a:pt x="16014" y="10312"/>
                </a:lnTo>
                <a:lnTo>
                  <a:pt x="11925" y="10312"/>
                </a:lnTo>
                <a:lnTo>
                  <a:pt x="9156" y="10744"/>
                </a:lnTo>
                <a:lnTo>
                  <a:pt x="9486" y="10744"/>
                </a:lnTo>
                <a:lnTo>
                  <a:pt x="4800" y="12204"/>
                </a:lnTo>
                <a:lnTo>
                  <a:pt x="0" y="18732"/>
                </a:lnTo>
                <a:lnTo>
                  <a:pt x="0" y="23520"/>
                </a:lnTo>
                <a:lnTo>
                  <a:pt x="469" y="25908"/>
                </a:lnTo>
                <a:lnTo>
                  <a:pt x="571" y="26492"/>
                </a:lnTo>
                <a:lnTo>
                  <a:pt x="9067" y="36766"/>
                </a:lnTo>
                <a:lnTo>
                  <a:pt x="11061" y="36766"/>
                </a:lnTo>
                <a:lnTo>
                  <a:pt x="18084" y="29921"/>
                </a:lnTo>
                <a:lnTo>
                  <a:pt x="17995" y="27216"/>
                </a:lnTo>
                <a:lnTo>
                  <a:pt x="17919" y="26771"/>
                </a:lnTo>
                <a:lnTo>
                  <a:pt x="17716" y="26276"/>
                </a:lnTo>
                <a:lnTo>
                  <a:pt x="67132" y="26276"/>
                </a:lnTo>
                <a:lnTo>
                  <a:pt x="107302" y="22136"/>
                </a:lnTo>
                <a:lnTo>
                  <a:pt x="107835" y="22136"/>
                </a:lnTo>
                <a:lnTo>
                  <a:pt x="116814" y="20739"/>
                </a:lnTo>
                <a:lnTo>
                  <a:pt x="117906" y="21424"/>
                </a:lnTo>
                <a:lnTo>
                  <a:pt x="118884" y="21793"/>
                </a:lnTo>
                <a:lnTo>
                  <a:pt x="120980" y="22136"/>
                </a:lnTo>
                <a:lnTo>
                  <a:pt x="121869" y="22136"/>
                </a:lnTo>
                <a:lnTo>
                  <a:pt x="149415" y="15786"/>
                </a:lnTo>
                <a:lnTo>
                  <a:pt x="150609" y="15786"/>
                </a:lnTo>
                <a:lnTo>
                  <a:pt x="152196" y="15786"/>
                </a:lnTo>
                <a:lnTo>
                  <a:pt x="154470" y="14846"/>
                </a:lnTo>
                <a:lnTo>
                  <a:pt x="155511" y="14198"/>
                </a:lnTo>
                <a:lnTo>
                  <a:pt x="157010" y="12700"/>
                </a:lnTo>
                <a:lnTo>
                  <a:pt x="157594" y="11823"/>
                </a:lnTo>
                <a:lnTo>
                  <a:pt x="158407" y="9867"/>
                </a:lnTo>
                <a:lnTo>
                  <a:pt x="158407" y="5702"/>
                </a:lnTo>
                <a:close/>
              </a:path>
              <a:path w="198754" h="53975">
                <a:moveTo>
                  <a:pt x="198247" y="39268"/>
                </a:moveTo>
                <a:lnTo>
                  <a:pt x="197434" y="37312"/>
                </a:lnTo>
                <a:lnTo>
                  <a:pt x="196977" y="36626"/>
                </a:lnTo>
                <a:lnTo>
                  <a:pt x="196862" y="36436"/>
                </a:lnTo>
                <a:lnTo>
                  <a:pt x="195364" y="34937"/>
                </a:lnTo>
                <a:lnTo>
                  <a:pt x="194500" y="34366"/>
                </a:lnTo>
                <a:lnTo>
                  <a:pt x="192608" y="33578"/>
                </a:lnTo>
                <a:lnTo>
                  <a:pt x="191541" y="33350"/>
                </a:lnTo>
                <a:lnTo>
                  <a:pt x="171246" y="33350"/>
                </a:lnTo>
                <a:lnTo>
                  <a:pt x="70573" y="37147"/>
                </a:lnTo>
                <a:lnTo>
                  <a:pt x="70573" y="37312"/>
                </a:lnTo>
                <a:lnTo>
                  <a:pt x="70548" y="37655"/>
                </a:lnTo>
                <a:lnTo>
                  <a:pt x="56769" y="37655"/>
                </a:lnTo>
                <a:lnTo>
                  <a:pt x="31711" y="37655"/>
                </a:lnTo>
                <a:lnTo>
                  <a:pt x="28054" y="37655"/>
                </a:lnTo>
                <a:lnTo>
                  <a:pt x="27940" y="37312"/>
                </a:lnTo>
                <a:lnTo>
                  <a:pt x="65874" y="37312"/>
                </a:lnTo>
                <a:lnTo>
                  <a:pt x="56769" y="37655"/>
                </a:lnTo>
                <a:lnTo>
                  <a:pt x="66890" y="37312"/>
                </a:lnTo>
                <a:lnTo>
                  <a:pt x="70573" y="37312"/>
                </a:lnTo>
                <a:lnTo>
                  <a:pt x="70573" y="37147"/>
                </a:lnTo>
                <a:lnTo>
                  <a:pt x="70535" y="36436"/>
                </a:lnTo>
                <a:lnTo>
                  <a:pt x="70345" y="35445"/>
                </a:lnTo>
                <a:lnTo>
                  <a:pt x="70243" y="34937"/>
                </a:lnTo>
                <a:lnTo>
                  <a:pt x="70167" y="34544"/>
                </a:lnTo>
                <a:lnTo>
                  <a:pt x="63042" y="29095"/>
                </a:lnTo>
                <a:lnTo>
                  <a:pt x="62001" y="29095"/>
                </a:lnTo>
                <a:lnTo>
                  <a:pt x="23990" y="37655"/>
                </a:lnTo>
                <a:lnTo>
                  <a:pt x="19202" y="44437"/>
                </a:lnTo>
                <a:lnTo>
                  <a:pt x="19265" y="46253"/>
                </a:lnTo>
                <a:lnTo>
                  <a:pt x="25869" y="53238"/>
                </a:lnTo>
                <a:lnTo>
                  <a:pt x="26466" y="53238"/>
                </a:lnTo>
                <a:lnTo>
                  <a:pt x="29591" y="53530"/>
                </a:lnTo>
                <a:lnTo>
                  <a:pt x="60706" y="53530"/>
                </a:lnTo>
                <a:lnTo>
                  <a:pt x="97129" y="52273"/>
                </a:lnTo>
                <a:lnTo>
                  <a:pt x="126784" y="51257"/>
                </a:lnTo>
                <a:lnTo>
                  <a:pt x="125895" y="51257"/>
                </a:lnTo>
                <a:lnTo>
                  <a:pt x="171754" y="49339"/>
                </a:lnTo>
                <a:lnTo>
                  <a:pt x="191503" y="49339"/>
                </a:lnTo>
                <a:lnTo>
                  <a:pt x="192290" y="49187"/>
                </a:lnTo>
                <a:lnTo>
                  <a:pt x="192417" y="49187"/>
                </a:lnTo>
                <a:lnTo>
                  <a:pt x="194500" y="48323"/>
                </a:lnTo>
                <a:lnTo>
                  <a:pt x="195364" y="47752"/>
                </a:lnTo>
                <a:lnTo>
                  <a:pt x="196862" y="46253"/>
                </a:lnTo>
                <a:lnTo>
                  <a:pt x="197434" y="45377"/>
                </a:lnTo>
                <a:lnTo>
                  <a:pt x="198247" y="43421"/>
                </a:lnTo>
                <a:lnTo>
                  <a:pt x="198247" y="3926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388412" y="1882797"/>
            <a:ext cx="418577" cy="207716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854987" y="2418425"/>
            <a:ext cx="128148" cy="163817"/>
          </a:xfrm>
          <a:prstGeom prst="rect">
            <a:avLst/>
          </a:prstGeom>
        </p:spPr>
      </p:pic>
      <p:sp>
        <p:nvSpPr>
          <p:cNvPr id="71" name="object 71"/>
          <p:cNvSpPr/>
          <p:nvPr/>
        </p:nvSpPr>
        <p:spPr>
          <a:xfrm>
            <a:off x="4050031" y="2403724"/>
            <a:ext cx="24765" cy="123189"/>
          </a:xfrm>
          <a:custGeom>
            <a:avLst/>
            <a:gdLst/>
            <a:ahLst/>
            <a:cxnLst/>
            <a:rect l="l" t="t" r="r" b="b"/>
            <a:pathLst>
              <a:path w="24764" h="123189">
                <a:moveTo>
                  <a:pt x="4139" y="101999"/>
                </a:moveTo>
                <a:lnTo>
                  <a:pt x="64" y="113209"/>
                </a:lnTo>
                <a:lnTo>
                  <a:pt x="0" y="116356"/>
                </a:lnTo>
                <a:lnTo>
                  <a:pt x="247" y="117367"/>
                </a:lnTo>
                <a:lnTo>
                  <a:pt x="6643" y="122981"/>
                </a:lnTo>
                <a:lnTo>
                  <a:pt x="8968" y="122981"/>
                </a:lnTo>
                <a:lnTo>
                  <a:pt x="20134" y="103411"/>
                </a:lnTo>
                <a:lnTo>
                  <a:pt x="4138" y="103411"/>
                </a:lnTo>
                <a:lnTo>
                  <a:pt x="4139" y="101999"/>
                </a:lnTo>
                <a:close/>
              </a:path>
              <a:path w="24764" h="123189">
                <a:moveTo>
                  <a:pt x="4620" y="100677"/>
                </a:moveTo>
                <a:lnTo>
                  <a:pt x="4139" y="101999"/>
                </a:lnTo>
                <a:lnTo>
                  <a:pt x="4138" y="103411"/>
                </a:lnTo>
                <a:lnTo>
                  <a:pt x="4620" y="100677"/>
                </a:lnTo>
                <a:close/>
              </a:path>
              <a:path w="24764" h="123189">
                <a:moveTo>
                  <a:pt x="20134" y="100677"/>
                </a:moveTo>
                <a:lnTo>
                  <a:pt x="4620" y="100677"/>
                </a:lnTo>
                <a:lnTo>
                  <a:pt x="4138" y="103411"/>
                </a:lnTo>
                <a:lnTo>
                  <a:pt x="20134" y="103411"/>
                </a:lnTo>
                <a:lnTo>
                  <a:pt x="20134" y="100677"/>
                </a:lnTo>
                <a:close/>
              </a:path>
              <a:path w="24764" h="123189">
                <a:moveTo>
                  <a:pt x="16869" y="0"/>
                </a:moveTo>
                <a:lnTo>
                  <a:pt x="15233" y="0"/>
                </a:lnTo>
                <a:lnTo>
                  <a:pt x="13188" y="562"/>
                </a:lnTo>
                <a:lnTo>
                  <a:pt x="4170" y="47113"/>
                </a:lnTo>
                <a:lnTo>
                  <a:pt x="4139" y="101999"/>
                </a:lnTo>
                <a:lnTo>
                  <a:pt x="4620" y="100677"/>
                </a:lnTo>
                <a:lnTo>
                  <a:pt x="20134" y="100677"/>
                </a:lnTo>
                <a:lnTo>
                  <a:pt x="20233" y="47113"/>
                </a:lnTo>
                <a:lnTo>
                  <a:pt x="22175" y="25760"/>
                </a:lnTo>
                <a:lnTo>
                  <a:pt x="24396" y="7931"/>
                </a:lnTo>
                <a:lnTo>
                  <a:pt x="24329" y="6998"/>
                </a:lnTo>
                <a:lnTo>
                  <a:pt x="18374" y="187"/>
                </a:lnTo>
                <a:lnTo>
                  <a:pt x="1686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66754" y="2584074"/>
            <a:ext cx="16510" cy="16510"/>
          </a:xfrm>
          <a:custGeom>
            <a:avLst/>
            <a:gdLst/>
            <a:ahLst/>
            <a:cxnLst/>
            <a:rect l="l" t="t" r="r" b="b"/>
            <a:pathLst>
              <a:path w="16510" h="16510">
                <a:moveTo>
                  <a:pt x="9056" y="0"/>
                </a:moveTo>
                <a:lnTo>
                  <a:pt x="6935" y="0"/>
                </a:lnTo>
                <a:lnTo>
                  <a:pt x="5915" y="201"/>
                </a:lnTo>
                <a:lnTo>
                  <a:pt x="0" y="6935"/>
                </a:lnTo>
                <a:lnTo>
                  <a:pt x="0" y="9056"/>
                </a:lnTo>
                <a:lnTo>
                  <a:pt x="6935" y="15991"/>
                </a:lnTo>
                <a:lnTo>
                  <a:pt x="9056" y="15991"/>
                </a:lnTo>
                <a:lnTo>
                  <a:pt x="15994" y="7995"/>
                </a:lnTo>
                <a:lnTo>
                  <a:pt x="15991" y="6935"/>
                </a:lnTo>
                <a:lnTo>
                  <a:pt x="905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3" name="object 73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4291153" y="2491798"/>
            <a:ext cx="118687" cy="72677"/>
          </a:xfrm>
          <a:prstGeom prst="rect">
            <a:avLst/>
          </a:prstGeom>
        </p:spPr>
      </p:pic>
      <p:sp>
        <p:nvSpPr>
          <p:cNvPr id="74" name="object 74"/>
          <p:cNvSpPr/>
          <p:nvPr/>
        </p:nvSpPr>
        <p:spPr>
          <a:xfrm>
            <a:off x="4661434" y="2359731"/>
            <a:ext cx="25400" cy="231140"/>
          </a:xfrm>
          <a:custGeom>
            <a:avLst/>
            <a:gdLst/>
            <a:ahLst/>
            <a:cxnLst/>
            <a:rect l="l" t="t" r="r" b="b"/>
            <a:pathLst>
              <a:path w="25400" h="231139">
                <a:moveTo>
                  <a:pt x="18225" y="0"/>
                </a:moveTo>
                <a:lnTo>
                  <a:pt x="16106" y="0"/>
                </a:lnTo>
                <a:lnTo>
                  <a:pt x="15085" y="203"/>
                </a:lnTo>
                <a:lnTo>
                  <a:pt x="0" y="223638"/>
                </a:lnTo>
                <a:lnTo>
                  <a:pt x="201" y="224657"/>
                </a:lnTo>
                <a:lnTo>
                  <a:pt x="6935" y="230573"/>
                </a:lnTo>
                <a:lnTo>
                  <a:pt x="9056" y="230573"/>
                </a:lnTo>
                <a:lnTo>
                  <a:pt x="16114" y="30125"/>
                </a:lnTo>
                <a:lnTo>
                  <a:pt x="16822" y="23036"/>
                </a:lnTo>
                <a:lnTo>
                  <a:pt x="16296" y="23036"/>
                </a:lnTo>
                <a:lnTo>
                  <a:pt x="17100" y="20255"/>
                </a:lnTo>
                <a:lnTo>
                  <a:pt x="17686" y="20255"/>
                </a:lnTo>
                <a:lnTo>
                  <a:pt x="18695" y="18237"/>
                </a:lnTo>
                <a:lnTo>
                  <a:pt x="18237" y="18237"/>
                </a:lnTo>
                <a:lnTo>
                  <a:pt x="19734" y="16158"/>
                </a:lnTo>
                <a:lnTo>
                  <a:pt x="20314" y="16158"/>
                </a:lnTo>
                <a:lnTo>
                  <a:pt x="23569" y="12900"/>
                </a:lnTo>
                <a:lnTo>
                  <a:pt x="24147" y="12035"/>
                </a:lnTo>
                <a:lnTo>
                  <a:pt x="24959" y="10077"/>
                </a:lnTo>
                <a:lnTo>
                  <a:pt x="25162" y="9056"/>
                </a:lnTo>
                <a:lnTo>
                  <a:pt x="25162" y="6936"/>
                </a:lnTo>
                <a:lnTo>
                  <a:pt x="19246" y="203"/>
                </a:lnTo>
                <a:lnTo>
                  <a:pt x="18225" y="0"/>
                </a:lnTo>
                <a:close/>
              </a:path>
              <a:path w="25400" h="231139">
                <a:moveTo>
                  <a:pt x="17100" y="20255"/>
                </a:moveTo>
                <a:lnTo>
                  <a:pt x="16296" y="23036"/>
                </a:lnTo>
                <a:lnTo>
                  <a:pt x="16954" y="21721"/>
                </a:lnTo>
                <a:lnTo>
                  <a:pt x="17100" y="20255"/>
                </a:lnTo>
                <a:close/>
              </a:path>
              <a:path w="25400" h="231139">
                <a:moveTo>
                  <a:pt x="16954" y="21721"/>
                </a:moveTo>
                <a:lnTo>
                  <a:pt x="16296" y="23036"/>
                </a:lnTo>
                <a:lnTo>
                  <a:pt x="16822" y="23036"/>
                </a:lnTo>
                <a:lnTo>
                  <a:pt x="16954" y="21721"/>
                </a:lnTo>
                <a:close/>
              </a:path>
              <a:path w="25400" h="231139">
                <a:moveTo>
                  <a:pt x="17686" y="20255"/>
                </a:moveTo>
                <a:lnTo>
                  <a:pt x="17100" y="20255"/>
                </a:lnTo>
                <a:lnTo>
                  <a:pt x="16954" y="21721"/>
                </a:lnTo>
                <a:lnTo>
                  <a:pt x="17686" y="20255"/>
                </a:lnTo>
                <a:close/>
              </a:path>
              <a:path w="25400" h="231139">
                <a:moveTo>
                  <a:pt x="19734" y="16158"/>
                </a:moveTo>
                <a:lnTo>
                  <a:pt x="18237" y="18237"/>
                </a:lnTo>
                <a:lnTo>
                  <a:pt x="19153" y="17319"/>
                </a:lnTo>
                <a:lnTo>
                  <a:pt x="19734" y="16158"/>
                </a:lnTo>
                <a:close/>
              </a:path>
              <a:path w="25400" h="231139">
                <a:moveTo>
                  <a:pt x="19153" y="17319"/>
                </a:moveTo>
                <a:lnTo>
                  <a:pt x="18237" y="18237"/>
                </a:lnTo>
                <a:lnTo>
                  <a:pt x="18695" y="18237"/>
                </a:lnTo>
                <a:lnTo>
                  <a:pt x="19153" y="17319"/>
                </a:lnTo>
                <a:close/>
              </a:path>
              <a:path w="25400" h="231139">
                <a:moveTo>
                  <a:pt x="20314" y="16158"/>
                </a:moveTo>
                <a:lnTo>
                  <a:pt x="19734" y="16158"/>
                </a:lnTo>
                <a:lnTo>
                  <a:pt x="19153" y="17319"/>
                </a:lnTo>
                <a:lnTo>
                  <a:pt x="20314" y="1615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5" name="object 75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117507" y="2249064"/>
            <a:ext cx="361120" cy="239356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671841" y="2282176"/>
            <a:ext cx="323606" cy="24984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3575328" y="3432172"/>
            <a:ext cx="580145" cy="226620"/>
          </a:xfrm>
          <a:prstGeom prst="rect">
            <a:avLst/>
          </a:prstGeom>
        </p:spPr>
      </p:pic>
      <p:sp>
        <p:nvSpPr>
          <p:cNvPr id="78" name="object 78"/>
          <p:cNvSpPr/>
          <p:nvPr/>
        </p:nvSpPr>
        <p:spPr>
          <a:xfrm>
            <a:off x="4265981" y="3397986"/>
            <a:ext cx="154305" cy="258445"/>
          </a:xfrm>
          <a:custGeom>
            <a:avLst/>
            <a:gdLst/>
            <a:ahLst/>
            <a:cxnLst/>
            <a:rect l="l" t="t" r="r" b="b"/>
            <a:pathLst>
              <a:path w="154304" h="258445">
                <a:moveTo>
                  <a:pt x="154292" y="139026"/>
                </a:moveTo>
                <a:lnTo>
                  <a:pt x="154089" y="138379"/>
                </a:lnTo>
                <a:lnTo>
                  <a:pt x="153720" y="137185"/>
                </a:lnTo>
                <a:lnTo>
                  <a:pt x="153657" y="137007"/>
                </a:lnTo>
                <a:lnTo>
                  <a:pt x="153504" y="136728"/>
                </a:lnTo>
                <a:lnTo>
                  <a:pt x="153162" y="136093"/>
                </a:lnTo>
                <a:lnTo>
                  <a:pt x="151803" y="134467"/>
                </a:lnTo>
                <a:lnTo>
                  <a:pt x="151003" y="133807"/>
                </a:lnTo>
                <a:lnTo>
                  <a:pt x="149123" y="132829"/>
                </a:lnTo>
                <a:lnTo>
                  <a:pt x="148120" y="132524"/>
                </a:lnTo>
                <a:lnTo>
                  <a:pt x="144716" y="132524"/>
                </a:lnTo>
                <a:lnTo>
                  <a:pt x="142951" y="133083"/>
                </a:lnTo>
                <a:lnTo>
                  <a:pt x="142036" y="133578"/>
                </a:lnTo>
                <a:lnTo>
                  <a:pt x="137693" y="137185"/>
                </a:lnTo>
                <a:lnTo>
                  <a:pt x="135902" y="137947"/>
                </a:lnTo>
                <a:lnTo>
                  <a:pt x="135750" y="137947"/>
                </a:lnTo>
                <a:lnTo>
                  <a:pt x="132295" y="138379"/>
                </a:lnTo>
                <a:lnTo>
                  <a:pt x="125056" y="139026"/>
                </a:lnTo>
                <a:lnTo>
                  <a:pt x="122478" y="139026"/>
                </a:lnTo>
                <a:lnTo>
                  <a:pt x="106616" y="139509"/>
                </a:lnTo>
                <a:lnTo>
                  <a:pt x="98348" y="139509"/>
                </a:lnTo>
                <a:lnTo>
                  <a:pt x="109753" y="95719"/>
                </a:lnTo>
                <a:lnTo>
                  <a:pt x="133959" y="92722"/>
                </a:lnTo>
                <a:lnTo>
                  <a:pt x="141185" y="91605"/>
                </a:lnTo>
                <a:lnTo>
                  <a:pt x="153174" y="81534"/>
                </a:lnTo>
                <a:lnTo>
                  <a:pt x="152666" y="79476"/>
                </a:lnTo>
                <a:lnTo>
                  <a:pt x="145618" y="74434"/>
                </a:lnTo>
                <a:lnTo>
                  <a:pt x="144246" y="74434"/>
                </a:lnTo>
                <a:lnTo>
                  <a:pt x="138493" y="75869"/>
                </a:lnTo>
                <a:lnTo>
                  <a:pt x="138264" y="75869"/>
                </a:lnTo>
                <a:lnTo>
                  <a:pt x="131508" y="76911"/>
                </a:lnTo>
                <a:lnTo>
                  <a:pt x="113880" y="79095"/>
                </a:lnTo>
                <a:lnTo>
                  <a:pt x="117640" y="62153"/>
                </a:lnTo>
                <a:lnTo>
                  <a:pt x="117741" y="61607"/>
                </a:lnTo>
                <a:lnTo>
                  <a:pt x="120497" y="43205"/>
                </a:lnTo>
                <a:lnTo>
                  <a:pt x="120548" y="42837"/>
                </a:lnTo>
                <a:lnTo>
                  <a:pt x="123037" y="30340"/>
                </a:lnTo>
                <a:lnTo>
                  <a:pt x="134366" y="12052"/>
                </a:lnTo>
                <a:lnTo>
                  <a:pt x="134747" y="11277"/>
                </a:lnTo>
                <a:lnTo>
                  <a:pt x="134835" y="11125"/>
                </a:lnTo>
                <a:lnTo>
                  <a:pt x="135407" y="9080"/>
                </a:lnTo>
                <a:lnTo>
                  <a:pt x="135356" y="6997"/>
                </a:lnTo>
                <a:lnTo>
                  <a:pt x="128714" y="0"/>
                </a:lnTo>
                <a:lnTo>
                  <a:pt x="126466" y="0"/>
                </a:lnTo>
                <a:lnTo>
                  <a:pt x="114757" y="11125"/>
                </a:lnTo>
                <a:lnTo>
                  <a:pt x="114630" y="11277"/>
                </a:lnTo>
                <a:lnTo>
                  <a:pt x="102019" y="58699"/>
                </a:lnTo>
                <a:lnTo>
                  <a:pt x="97205" y="80429"/>
                </a:lnTo>
                <a:lnTo>
                  <a:pt x="97002" y="81165"/>
                </a:lnTo>
                <a:lnTo>
                  <a:pt x="40678" y="88112"/>
                </a:lnTo>
                <a:lnTo>
                  <a:pt x="40157" y="88112"/>
                </a:lnTo>
                <a:lnTo>
                  <a:pt x="26809" y="88747"/>
                </a:lnTo>
                <a:lnTo>
                  <a:pt x="17894" y="88747"/>
                </a:lnTo>
                <a:lnTo>
                  <a:pt x="10731" y="89954"/>
                </a:lnTo>
                <a:lnTo>
                  <a:pt x="0" y="100177"/>
                </a:lnTo>
                <a:lnTo>
                  <a:pt x="584" y="102222"/>
                </a:lnTo>
                <a:lnTo>
                  <a:pt x="1054" y="103149"/>
                </a:lnTo>
                <a:lnTo>
                  <a:pt x="2374" y="104813"/>
                </a:lnTo>
                <a:lnTo>
                  <a:pt x="3441" y="105714"/>
                </a:lnTo>
                <a:lnTo>
                  <a:pt x="3581" y="105714"/>
                </a:lnTo>
                <a:lnTo>
                  <a:pt x="5016" y="106514"/>
                </a:lnTo>
                <a:lnTo>
                  <a:pt x="5600" y="106692"/>
                </a:lnTo>
                <a:lnTo>
                  <a:pt x="4876" y="106692"/>
                </a:lnTo>
                <a:lnTo>
                  <a:pt x="7340" y="106984"/>
                </a:lnTo>
                <a:lnTo>
                  <a:pt x="9156" y="106984"/>
                </a:lnTo>
                <a:lnTo>
                  <a:pt x="13614" y="105714"/>
                </a:lnTo>
                <a:lnTo>
                  <a:pt x="13436" y="105714"/>
                </a:lnTo>
                <a:lnTo>
                  <a:pt x="19875" y="104635"/>
                </a:lnTo>
                <a:lnTo>
                  <a:pt x="29451" y="104635"/>
                </a:lnTo>
                <a:lnTo>
                  <a:pt x="42062" y="104038"/>
                </a:lnTo>
                <a:lnTo>
                  <a:pt x="42252" y="104038"/>
                </a:lnTo>
                <a:lnTo>
                  <a:pt x="92671" y="97828"/>
                </a:lnTo>
                <a:lnTo>
                  <a:pt x="82473" y="137007"/>
                </a:lnTo>
                <a:lnTo>
                  <a:pt x="81749" y="139509"/>
                </a:lnTo>
                <a:lnTo>
                  <a:pt x="50025" y="139509"/>
                </a:lnTo>
                <a:lnTo>
                  <a:pt x="40792" y="140131"/>
                </a:lnTo>
                <a:lnTo>
                  <a:pt x="28384" y="147472"/>
                </a:lnTo>
                <a:lnTo>
                  <a:pt x="28409" y="149555"/>
                </a:lnTo>
                <a:lnTo>
                  <a:pt x="35153" y="156654"/>
                </a:lnTo>
                <a:lnTo>
                  <a:pt x="37007" y="156654"/>
                </a:lnTo>
                <a:lnTo>
                  <a:pt x="42291" y="156070"/>
                </a:lnTo>
                <a:lnTo>
                  <a:pt x="49466" y="155587"/>
                </a:lnTo>
                <a:lnTo>
                  <a:pt x="77165" y="155587"/>
                </a:lnTo>
                <a:lnTo>
                  <a:pt x="74498" y="164947"/>
                </a:lnTo>
                <a:lnTo>
                  <a:pt x="68072" y="183273"/>
                </a:lnTo>
                <a:lnTo>
                  <a:pt x="56438" y="209473"/>
                </a:lnTo>
                <a:lnTo>
                  <a:pt x="44970" y="231914"/>
                </a:lnTo>
                <a:lnTo>
                  <a:pt x="39763" y="240131"/>
                </a:lnTo>
                <a:lnTo>
                  <a:pt x="40081" y="239852"/>
                </a:lnTo>
                <a:lnTo>
                  <a:pt x="39865" y="240131"/>
                </a:lnTo>
                <a:lnTo>
                  <a:pt x="39636" y="240385"/>
                </a:lnTo>
                <a:lnTo>
                  <a:pt x="39763" y="240131"/>
                </a:lnTo>
                <a:lnTo>
                  <a:pt x="34544" y="245656"/>
                </a:lnTo>
                <a:lnTo>
                  <a:pt x="33997" y="246545"/>
                </a:lnTo>
                <a:lnTo>
                  <a:pt x="33235" y="248526"/>
                </a:lnTo>
                <a:lnTo>
                  <a:pt x="33121" y="251663"/>
                </a:lnTo>
                <a:lnTo>
                  <a:pt x="33362" y="252679"/>
                </a:lnTo>
                <a:lnTo>
                  <a:pt x="39687" y="258406"/>
                </a:lnTo>
                <a:lnTo>
                  <a:pt x="42735" y="258406"/>
                </a:lnTo>
                <a:lnTo>
                  <a:pt x="70675" y="216776"/>
                </a:lnTo>
                <a:lnTo>
                  <a:pt x="89585" y="170256"/>
                </a:lnTo>
                <a:lnTo>
                  <a:pt x="93789" y="155587"/>
                </a:lnTo>
                <a:lnTo>
                  <a:pt x="104457" y="155587"/>
                </a:lnTo>
                <a:lnTo>
                  <a:pt x="127076" y="154901"/>
                </a:lnTo>
                <a:lnTo>
                  <a:pt x="127228" y="154901"/>
                </a:lnTo>
                <a:lnTo>
                  <a:pt x="134213" y="154254"/>
                </a:lnTo>
                <a:lnTo>
                  <a:pt x="154203" y="142176"/>
                </a:lnTo>
                <a:lnTo>
                  <a:pt x="154292" y="13902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9" name="object 79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569930" y="3394381"/>
            <a:ext cx="495563" cy="214735"/>
          </a:xfrm>
          <a:prstGeom prst="rect">
            <a:avLst/>
          </a:prstGeom>
        </p:spPr>
      </p:pic>
      <p:sp>
        <p:nvSpPr>
          <p:cNvPr id="80" name="object 80"/>
          <p:cNvSpPr/>
          <p:nvPr/>
        </p:nvSpPr>
        <p:spPr>
          <a:xfrm>
            <a:off x="6368351" y="1090866"/>
            <a:ext cx="34925" cy="33020"/>
          </a:xfrm>
          <a:custGeom>
            <a:avLst/>
            <a:gdLst/>
            <a:ahLst/>
            <a:cxnLst/>
            <a:rect l="l" t="t" r="r" b="b"/>
            <a:pathLst>
              <a:path w="34925" h="33019">
                <a:moveTo>
                  <a:pt x="15989" y="23609"/>
                </a:moveTo>
                <a:lnTo>
                  <a:pt x="9055" y="16675"/>
                </a:lnTo>
                <a:lnTo>
                  <a:pt x="6934" y="16675"/>
                </a:lnTo>
                <a:lnTo>
                  <a:pt x="0" y="23609"/>
                </a:lnTo>
                <a:lnTo>
                  <a:pt x="0" y="25730"/>
                </a:lnTo>
                <a:lnTo>
                  <a:pt x="6934" y="32677"/>
                </a:lnTo>
                <a:lnTo>
                  <a:pt x="9055" y="32677"/>
                </a:lnTo>
                <a:lnTo>
                  <a:pt x="15989" y="25730"/>
                </a:lnTo>
                <a:lnTo>
                  <a:pt x="15989" y="24676"/>
                </a:lnTo>
                <a:lnTo>
                  <a:pt x="15989" y="23609"/>
                </a:lnTo>
                <a:close/>
              </a:path>
              <a:path w="34925" h="33019">
                <a:moveTo>
                  <a:pt x="34518" y="6934"/>
                </a:moveTo>
                <a:lnTo>
                  <a:pt x="27584" y="0"/>
                </a:lnTo>
                <a:lnTo>
                  <a:pt x="25463" y="0"/>
                </a:lnTo>
                <a:lnTo>
                  <a:pt x="18529" y="6934"/>
                </a:lnTo>
                <a:lnTo>
                  <a:pt x="18529" y="9055"/>
                </a:lnTo>
                <a:lnTo>
                  <a:pt x="25463" y="15989"/>
                </a:lnTo>
                <a:lnTo>
                  <a:pt x="27584" y="15989"/>
                </a:lnTo>
                <a:lnTo>
                  <a:pt x="34518" y="9055"/>
                </a:lnTo>
                <a:lnTo>
                  <a:pt x="34518" y="8001"/>
                </a:lnTo>
                <a:lnTo>
                  <a:pt x="34518" y="693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535387" y="2668830"/>
            <a:ext cx="160655" cy="22225"/>
          </a:xfrm>
          <a:custGeom>
            <a:avLst/>
            <a:gdLst/>
            <a:ahLst/>
            <a:cxnLst/>
            <a:rect l="l" t="t" r="r" b="b"/>
            <a:pathLst>
              <a:path w="160654" h="22225">
                <a:moveTo>
                  <a:pt x="118540" y="0"/>
                </a:moveTo>
                <a:lnTo>
                  <a:pt x="11150" y="0"/>
                </a:lnTo>
                <a:lnTo>
                  <a:pt x="9618" y="161"/>
                </a:lnTo>
                <a:lnTo>
                  <a:pt x="0" y="9224"/>
                </a:lnTo>
                <a:lnTo>
                  <a:pt x="449" y="11371"/>
                </a:lnTo>
                <a:lnTo>
                  <a:pt x="12416" y="21617"/>
                </a:lnTo>
                <a:lnTo>
                  <a:pt x="13232" y="21617"/>
                </a:lnTo>
                <a:lnTo>
                  <a:pt x="9652" y="16671"/>
                </a:lnTo>
                <a:lnTo>
                  <a:pt x="14526" y="4673"/>
                </a:lnTo>
                <a:lnTo>
                  <a:pt x="14237" y="4368"/>
                </a:lnTo>
                <a:lnTo>
                  <a:pt x="155808" y="4368"/>
                </a:lnTo>
                <a:lnTo>
                  <a:pt x="154542" y="3925"/>
                </a:lnTo>
                <a:lnTo>
                  <a:pt x="134408" y="1080"/>
                </a:lnTo>
                <a:lnTo>
                  <a:pt x="135557" y="1080"/>
                </a:lnTo>
                <a:lnTo>
                  <a:pt x="118540" y="0"/>
                </a:lnTo>
                <a:close/>
              </a:path>
              <a:path w="160654" h="22225">
                <a:moveTo>
                  <a:pt x="155693" y="4368"/>
                </a:moveTo>
                <a:lnTo>
                  <a:pt x="14786" y="4368"/>
                </a:lnTo>
                <a:lnTo>
                  <a:pt x="15333" y="5190"/>
                </a:lnTo>
                <a:lnTo>
                  <a:pt x="18797" y="7790"/>
                </a:lnTo>
                <a:lnTo>
                  <a:pt x="19555" y="8671"/>
                </a:lnTo>
                <a:lnTo>
                  <a:pt x="20572" y="10389"/>
                </a:lnTo>
                <a:lnTo>
                  <a:pt x="20916" y="11371"/>
                </a:lnTo>
                <a:lnTo>
                  <a:pt x="21217" y="13470"/>
                </a:lnTo>
                <a:lnTo>
                  <a:pt x="21196" y="13863"/>
                </a:lnTo>
                <a:lnTo>
                  <a:pt x="21074" y="14845"/>
                </a:lnTo>
                <a:lnTo>
                  <a:pt x="20829" y="15803"/>
                </a:lnTo>
                <a:lnTo>
                  <a:pt x="20783" y="15981"/>
                </a:lnTo>
                <a:lnTo>
                  <a:pt x="117787" y="15981"/>
                </a:lnTo>
                <a:lnTo>
                  <a:pt x="132144" y="16893"/>
                </a:lnTo>
                <a:lnTo>
                  <a:pt x="131983" y="16893"/>
                </a:lnTo>
                <a:lnTo>
                  <a:pt x="152307" y="19761"/>
                </a:lnTo>
                <a:lnTo>
                  <a:pt x="153119" y="19761"/>
                </a:lnTo>
                <a:lnTo>
                  <a:pt x="155306" y="19197"/>
                </a:lnTo>
                <a:lnTo>
                  <a:pt x="160374" y="12238"/>
                </a:lnTo>
                <a:lnTo>
                  <a:pt x="160296" y="10389"/>
                </a:lnTo>
                <a:lnTo>
                  <a:pt x="159853" y="8671"/>
                </a:lnTo>
                <a:lnTo>
                  <a:pt x="159428" y="7790"/>
                </a:lnTo>
                <a:lnTo>
                  <a:pt x="158192" y="6127"/>
                </a:lnTo>
                <a:lnTo>
                  <a:pt x="157351" y="5346"/>
                </a:lnTo>
                <a:lnTo>
                  <a:pt x="155693" y="4368"/>
                </a:lnTo>
                <a:close/>
              </a:path>
              <a:path w="160654" h="22225">
                <a:moveTo>
                  <a:pt x="14526" y="4673"/>
                </a:moveTo>
                <a:lnTo>
                  <a:pt x="9652" y="16671"/>
                </a:lnTo>
                <a:lnTo>
                  <a:pt x="8921" y="16671"/>
                </a:lnTo>
                <a:lnTo>
                  <a:pt x="12140" y="15981"/>
                </a:lnTo>
                <a:lnTo>
                  <a:pt x="11295" y="15981"/>
                </a:lnTo>
                <a:lnTo>
                  <a:pt x="12970" y="15803"/>
                </a:lnTo>
                <a:lnTo>
                  <a:pt x="20829" y="15803"/>
                </a:lnTo>
                <a:lnTo>
                  <a:pt x="20982" y="15203"/>
                </a:lnTo>
                <a:lnTo>
                  <a:pt x="21074" y="14845"/>
                </a:lnTo>
                <a:lnTo>
                  <a:pt x="21196" y="13863"/>
                </a:lnTo>
                <a:lnTo>
                  <a:pt x="21217" y="13470"/>
                </a:lnTo>
                <a:lnTo>
                  <a:pt x="21041" y="12238"/>
                </a:lnTo>
                <a:lnTo>
                  <a:pt x="20916" y="11371"/>
                </a:lnTo>
                <a:lnTo>
                  <a:pt x="20690" y="10725"/>
                </a:lnTo>
                <a:lnTo>
                  <a:pt x="20572" y="10389"/>
                </a:lnTo>
                <a:lnTo>
                  <a:pt x="19555" y="8671"/>
                </a:lnTo>
                <a:lnTo>
                  <a:pt x="18797" y="7790"/>
                </a:lnTo>
                <a:lnTo>
                  <a:pt x="16854" y="6330"/>
                </a:lnTo>
                <a:lnTo>
                  <a:pt x="16093" y="6330"/>
                </a:lnTo>
                <a:lnTo>
                  <a:pt x="15958" y="6127"/>
                </a:lnTo>
                <a:lnTo>
                  <a:pt x="15162" y="5346"/>
                </a:lnTo>
                <a:lnTo>
                  <a:pt x="14526" y="4673"/>
                </a:lnTo>
                <a:close/>
              </a:path>
              <a:path w="160654" h="22225">
                <a:moveTo>
                  <a:pt x="20829" y="15803"/>
                </a:moveTo>
                <a:lnTo>
                  <a:pt x="12970" y="15803"/>
                </a:lnTo>
                <a:lnTo>
                  <a:pt x="8921" y="16671"/>
                </a:lnTo>
                <a:lnTo>
                  <a:pt x="20607" y="16671"/>
                </a:lnTo>
                <a:lnTo>
                  <a:pt x="20783" y="15981"/>
                </a:lnTo>
                <a:lnTo>
                  <a:pt x="20829" y="15803"/>
                </a:lnTo>
                <a:close/>
              </a:path>
              <a:path w="160654" h="22225">
                <a:moveTo>
                  <a:pt x="12970" y="15803"/>
                </a:moveTo>
                <a:lnTo>
                  <a:pt x="11295" y="15981"/>
                </a:lnTo>
                <a:lnTo>
                  <a:pt x="12140" y="15981"/>
                </a:lnTo>
                <a:lnTo>
                  <a:pt x="12970" y="15803"/>
                </a:lnTo>
                <a:close/>
              </a:path>
              <a:path w="160654" h="22225">
                <a:moveTo>
                  <a:pt x="15541" y="5346"/>
                </a:moveTo>
                <a:lnTo>
                  <a:pt x="15901" y="6127"/>
                </a:lnTo>
                <a:lnTo>
                  <a:pt x="16093" y="6330"/>
                </a:lnTo>
                <a:lnTo>
                  <a:pt x="16854" y="6330"/>
                </a:lnTo>
                <a:lnTo>
                  <a:pt x="15541" y="5346"/>
                </a:lnTo>
                <a:close/>
              </a:path>
              <a:path w="160654" h="22225">
                <a:moveTo>
                  <a:pt x="14644" y="4673"/>
                </a:moveTo>
                <a:lnTo>
                  <a:pt x="15014" y="5190"/>
                </a:lnTo>
                <a:lnTo>
                  <a:pt x="15901" y="6127"/>
                </a:lnTo>
                <a:lnTo>
                  <a:pt x="15437" y="5346"/>
                </a:lnTo>
                <a:lnTo>
                  <a:pt x="15333" y="5190"/>
                </a:lnTo>
                <a:lnTo>
                  <a:pt x="14644" y="4673"/>
                </a:lnTo>
                <a:close/>
              </a:path>
              <a:path w="160654" h="22225">
                <a:moveTo>
                  <a:pt x="14786" y="4368"/>
                </a:moveTo>
                <a:lnTo>
                  <a:pt x="14649" y="4368"/>
                </a:lnTo>
                <a:lnTo>
                  <a:pt x="14644" y="4673"/>
                </a:lnTo>
                <a:lnTo>
                  <a:pt x="15333" y="5190"/>
                </a:lnTo>
                <a:lnTo>
                  <a:pt x="14786" y="4368"/>
                </a:lnTo>
                <a:close/>
              </a:path>
              <a:path w="160654" h="22225">
                <a:moveTo>
                  <a:pt x="14649" y="4368"/>
                </a:moveTo>
                <a:lnTo>
                  <a:pt x="14237" y="4368"/>
                </a:lnTo>
                <a:lnTo>
                  <a:pt x="14644" y="4673"/>
                </a:lnTo>
                <a:lnTo>
                  <a:pt x="14649" y="436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935954" y="2642918"/>
            <a:ext cx="201930" cy="33020"/>
          </a:xfrm>
          <a:custGeom>
            <a:avLst/>
            <a:gdLst/>
            <a:ahLst/>
            <a:cxnLst/>
            <a:rect l="l" t="t" r="r" b="b"/>
            <a:pathLst>
              <a:path w="201929" h="33019">
                <a:moveTo>
                  <a:pt x="169599" y="7554"/>
                </a:moveTo>
                <a:lnTo>
                  <a:pt x="148633" y="11162"/>
                </a:lnTo>
                <a:lnTo>
                  <a:pt x="147456" y="11162"/>
                </a:lnTo>
                <a:lnTo>
                  <a:pt x="111422" y="12964"/>
                </a:lnTo>
                <a:lnTo>
                  <a:pt x="28336" y="12964"/>
                </a:lnTo>
                <a:lnTo>
                  <a:pt x="13486" y="14819"/>
                </a:lnTo>
                <a:lnTo>
                  <a:pt x="0" y="25789"/>
                </a:lnTo>
                <a:lnTo>
                  <a:pt x="582" y="27829"/>
                </a:lnTo>
                <a:lnTo>
                  <a:pt x="5602" y="32303"/>
                </a:lnTo>
                <a:lnTo>
                  <a:pt x="4885" y="32303"/>
                </a:lnTo>
                <a:lnTo>
                  <a:pt x="7360" y="32593"/>
                </a:lnTo>
                <a:lnTo>
                  <a:pt x="9157" y="32593"/>
                </a:lnTo>
                <a:lnTo>
                  <a:pt x="15812" y="30693"/>
                </a:lnTo>
                <a:lnTo>
                  <a:pt x="15469" y="30693"/>
                </a:lnTo>
                <a:lnTo>
                  <a:pt x="16675" y="30446"/>
                </a:lnTo>
                <a:lnTo>
                  <a:pt x="17440" y="30446"/>
                </a:lnTo>
                <a:lnTo>
                  <a:pt x="29822" y="28898"/>
                </a:lnTo>
                <a:lnTo>
                  <a:pt x="113059" y="28898"/>
                </a:lnTo>
                <a:lnTo>
                  <a:pt x="150388" y="27031"/>
                </a:lnTo>
                <a:lnTo>
                  <a:pt x="150731" y="27031"/>
                </a:lnTo>
                <a:lnTo>
                  <a:pt x="172924" y="23214"/>
                </a:lnTo>
                <a:lnTo>
                  <a:pt x="201524" y="7750"/>
                </a:lnTo>
                <a:lnTo>
                  <a:pt x="169015" y="7750"/>
                </a:lnTo>
                <a:lnTo>
                  <a:pt x="169599" y="7554"/>
                </a:lnTo>
                <a:close/>
              </a:path>
              <a:path w="201929" h="33019">
                <a:moveTo>
                  <a:pt x="16675" y="30446"/>
                </a:moveTo>
                <a:lnTo>
                  <a:pt x="15469" y="30693"/>
                </a:lnTo>
                <a:lnTo>
                  <a:pt x="15812" y="30693"/>
                </a:lnTo>
                <a:lnTo>
                  <a:pt x="16675" y="30446"/>
                </a:lnTo>
                <a:close/>
              </a:path>
              <a:path w="201929" h="33019">
                <a:moveTo>
                  <a:pt x="17440" y="30446"/>
                </a:moveTo>
                <a:lnTo>
                  <a:pt x="16675" y="30446"/>
                </a:lnTo>
                <a:lnTo>
                  <a:pt x="15812" y="30693"/>
                </a:lnTo>
                <a:lnTo>
                  <a:pt x="15469" y="30693"/>
                </a:lnTo>
                <a:lnTo>
                  <a:pt x="17440" y="30446"/>
                </a:lnTo>
                <a:close/>
              </a:path>
              <a:path w="201929" h="33019">
                <a:moveTo>
                  <a:pt x="195211" y="0"/>
                </a:moveTo>
                <a:lnTo>
                  <a:pt x="192034" y="0"/>
                </a:lnTo>
                <a:lnTo>
                  <a:pt x="169015" y="7750"/>
                </a:lnTo>
                <a:lnTo>
                  <a:pt x="169794" y="7554"/>
                </a:lnTo>
                <a:lnTo>
                  <a:pt x="201524" y="7554"/>
                </a:lnTo>
                <a:lnTo>
                  <a:pt x="196216" y="271"/>
                </a:lnTo>
                <a:lnTo>
                  <a:pt x="195211" y="0"/>
                </a:lnTo>
                <a:close/>
              </a:path>
              <a:path w="201929" h="33019">
                <a:moveTo>
                  <a:pt x="201524" y="7554"/>
                </a:moveTo>
                <a:lnTo>
                  <a:pt x="169794" y="7554"/>
                </a:lnTo>
                <a:lnTo>
                  <a:pt x="169015" y="7750"/>
                </a:lnTo>
                <a:lnTo>
                  <a:pt x="201524" y="7750"/>
                </a:lnTo>
                <a:lnTo>
                  <a:pt x="201524" y="755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385149" y="2653983"/>
            <a:ext cx="192405" cy="18415"/>
          </a:xfrm>
          <a:custGeom>
            <a:avLst/>
            <a:gdLst/>
            <a:ahLst/>
            <a:cxnLst/>
            <a:rect l="l" t="t" r="r" b="b"/>
            <a:pathLst>
              <a:path w="192404" h="18414">
                <a:moveTo>
                  <a:pt x="185514" y="0"/>
                </a:moveTo>
                <a:lnTo>
                  <a:pt x="24151" y="0"/>
                </a:lnTo>
                <a:lnTo>
                  <a:pt x="10197" y="996"/>
                </a:lnTo>
                <a:lnTo>
                  <a:pt x="10727" y="996"/>
                </a:lnTo>
                <a:lnTo>
                  <a:pt x="9787" y="1146"/>
                </a:lnTo>
                <a:lnTo>
                  <a:pt x="0" y="10745"/>
                </a:lnTo>
                <a:lnTo>
                  <a:pt x="552" y="12882"/>
                </a:lnTo>
                <a:lnTo>
                  <a:pt x="7886" y="17900"/>
                </a:lnTo>
                <a:lnTo>
                  <a:pt x="8720" y="17900"/>
                </a:lnTo>
                <a:lnTo>
                  <a:pt x="12793" y="16884"/>
                </a:lnTo>
                <a:lnTo>
                  <a:pt x="12297" y="16884"/>
                </a:lnTo>
                <a:lnTo>
                  <a:pt x="13666" y="16666"/>
                </a:lnTo>
                <a:lnTo>
                  <a:pt x="15354" y="16666"/>
                </a:lnTo>
                <a:lnTo>
                  <a:pt x="25007" y="15976"/>
                </a:lnTo>
                <a:lnTo>
                  <a:pt x="185418" y="15976"/>
                </a:lnTo>
                <a:lnTo>
                  <a:pt x="192361" y="9038"/>
                </a:lnTo>
                <a:lnTo>
                  <a:pt x="192304" y="6629"/>
                </a:lnTo>
                <a:lnTo>
                  <a:pt x="186446" y="185"/>
                </a:lnTo>
                <a:lnTo>
                  <a:pt x="185514" y="0"/>
                </a:lnTo>
                <a:close/>
              </a:path>
              <a:path w="192404" h="18414">
                <a:moveTo>
                  <a:pt x="13666" y="16666"/>
                </a:moveTo>
                <a:lnTo>
                  <a:pt x="12297" y="16884"/>
                </a:lnTo>
                <a:lnTo>
                  <a:pt x="12793" y="16884"/>
                </a:lnTo>
                <a:lnTo>
                  <a:pt x="13666" y="16666"/>
                </a:lnTo>
                <a:close/>
              </a:path>
              <a:path w="192404" h="18414">
                <a:moveTo>
                  <a:pt x="15354" y="16666"/>
                </a:moveTo>
                <a:lnTo>
                  <a:pt x="13666" y="16666"/>
                </a:lnTo>
                <a:lnTo>
                  <a:pt x="12793" y="16884"/>
                </a:lnTo>
                <a:lnTo>
                  <a:pt x="12297" y="16884"/>
                </a:lnTo>
                <a:lnTo>
                  <a:pt x="15354" y="1666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804748" y="2620689"/>
            <a:ext cx="227965" cy="38735"/>
          </a:xfrm>
          <a:custGeom>
            <a:avLst/>
            <a:gdLst/>
            <a:ahLst/>
            <a:cxnLst/>
            <a:rect l="l" t="t" r="r" b="b"/>
            <a:pathLst>
              <a:path w="227965" h="38735">
                <a:moveTo>
                  <a:pt x="208153" y="3596"/>
                </a:moveTo>
                <a:lnTo>
                  <a:pt x="192154" y="6484"/>
                </a:lnTo>
                <a:lnTo>
                  <a:pt x="191772" y="6484"/>
                </a:lnTo>
                <a:lnTo>
                  <a:pt x="149004" y="10203"/>
                </a:lnTo>
                <a:lnTo>
                  <a:pt x="146585" y="10203"/>
                </a:lnTo>
                <a:lnTo>
                  <a:pt x="92246" y="11927"/>
                </a:lnTo>
                <a:lnTo>
                  <a:pt x="37521" y="13022"/>
                </a:lnTo>
                <a:lnTo>
                  <a:pt x="18379" y="13022"/>
                </a:lnTo>
                <a:lnTo>
                  <a:pt x="11645" y="14425"/>
                </a:lnTo>
                <a:lnTo>
                  <a:pt x="11831" y="14425"/>
                </a:lnTo>
                <a:lnTo>
                  <a:pt x="11404" y="14578"/>
                </a:lnTo>
                <a:lnTo>
                  <a:pt x="0" y="31329"/>
                </a:lnTo>
                <a:lnTo>
                  <a:pt x="443" y="33102"/>
                </a:lnTo>
                <a:lnTo>
                  <a:pt x="7815" y="38200"/>
                </a:lnTo>
                <a:lnTo>
                  <a:pt x="8651" y="38200"/>
                </a:lnTo>
                <a:lnTo>
                  <a:pt x="16554" y="31329"/>
                </a:lnTo>
                <a:lnTo>
                  <a:pt x="16198" y="31329"/>
                </a:lnTo>
                <a:lnTo>
                  <a:pt x="16502" y="31045"/>
                </a:lnTo>
                <a:lnTo>
                  <a:pt x="16813" y="30567"/>
                </a:lnTo>
                <a:lnTo>
                  <a:pt x="17397" y="29843"/>
                </a:lnTo>
                <a:lnTo>
                  <a:pt x="16071" y="29843"/>
                </a:lnTo>
                <a:lnTo>
                  <a:pt x="19774" y="27919"/>
                </a:lnTo>
                <a:lnTo>
                  <a:pt x="92660" y="27919"/>
                </a:lnTo>
                <a:lnTo>
                  <a:pt x="151573" y="26037"/>
                </a:lnTo>
                <a:lnTo>
                  <a:pt x="194269" y="22324"/>
                </a:lnTo>
                <a:lnTo>
                  <a:pt x="194462" y="22324"/>
                </a:lnTo>
                <a:lnTo>
                  <a:pt x="211703" y="19210"/>
                </a:lnTo>
                <a:lnTo>
                  <a:pt x="227520" y="9189"/>
                </a:lnTo>
                <a:lnTo>
                  <a:pt x="227423" y="6043"/>
                </a:lnTo>
                <a:lnTo>
                  <a:pt x="226679" y="4058"/>
                </a:lnTo>
                <a:lnTo>
                  <a:pt x="226550" y="3850"/>
                </a:lnTo>
                <a:lnTo>
                  <a:pt x="207474" y="3850"/>
                </a:lnTo>
                <a:lnTo>
                  <a:pt x="208153" y="3596"/>
                </a:lnTo>
                <a:close/>
              </a:path>
              <a:path w="227965" h="38735">
                <a:moveTo>
                  <a:pt x="17011" y="30567"/>
                </a:moveTo>
                <a:lnTo>
                  <a:pt x="16428" y="31045"/>
                </a:lnTo>
                <a:lnTo>
                  <a:pt x="16198" y="31329"/>
                </a:lnTo>
                <a:lnTo>
                  <a:pt x="16554" y="31329"/>
                </a:lnTo>
                <a:lnTo>
                  <a:pt x="17011" y="30567"/>
                </a:lnTo>
                <a:close/>
              </a:path>
              <a:path w="227965" h="38735">
                <a:moveTo>
                  <a:pt x="17348" y="30006"/>
                </a:moveTo>
                <a:lnTo>
                  <a:pt x="16813" y="30567"/>
                </a:lnTo>
                <a:lnTo>
                  <a:pt x="16428" y="31045"/>
                </a:lnTo>
                <a:lnTo>
                  <a:pt x="17011" y="30567"/>
                </a:lnTo>
                <a:lnTo>
                  <a:pt x="17348" y="30006"/>
                </a:lnTo>
                <a:close/>
              </a:path>
              <a:path w="227965" h="38735">
                <a:moveTo>
                  <a:pt x="18033" y="29608"/>
                </a:moveTo>
                <a:lnTo>
                  <a:pt x="17586" y="29608"/>
                </a:lnTo>
                <a:lnTo>
                  <a:pt x="17011" y="30567"/>
                </a:lnTo>
                <a:lnTo>
                  <a:pt x="18033" y="29608"/>
                </a:lnTo>
                <a:close/>
              </a:path>
              <a:path w="227965" h="38735">
                <a:moveTo>
                  <a:pt x="19835" y="27919"/>
                </a:moveTo>
                <a:lnTo>
                  <a:pt x="18305" y="28682"/>
                </a:lnTo>
                <a:lnTo>
                  <a:pt x="16071" y="29843"/>
                </a:lnTo>
                <a:lnTo>
                  <a:pt x="18272" y="29385"/>
                </a:lnTo>
                <a:lnTo>
                  <a:pt x="19835" y="27919"/>
                </a:lnTo>
                <a:close/>
              </a:path>
              <a:path w="227965" h="38735">
                <a:moveTo>
                  <a:pt x="18272" y="29385"/>
                </a:moveTo>
                <a:lnTo>
                  <a:pt x="16071" y="29843"/>
                </a:lnTo>
                <a:lnTo>
                  <a:pt x="17397" y="29843"/>
                </a:lnTo>
                <a:lnTo>
                  <a:pt x="17586" y="29608"/>
                </a:lnTo>
                <a:lnTo>
                  <a:pt x="18033" y="29608"/>
                </a:lnTo>
                <a:lnTo>
                  <a:pt x="18272" y="29385"/>
                </a:lnTo>
                <a:close/>
              </a:path>
              <a:path w="227965" h="38735">
                <a:moveTo>
                  <a:pt x="92660" y="27919"/>
                </a:moveTo>
                <a:lnTo>
                  <a:pt x="19835" y="27919"/>
                </a:lnTo>
                <a:lnTo>
                  <a:pt x="18272" y="29385"/>
                </a:lnTo>
                <a:lnTo>
                  <a:pt x="20830" y="28851"/>
                </a:lnTo>
                <a:lnTo>
                  <a:pt x="20010" y="28851"/>
                </a:lnTo>
                <a:lnTo>
                  <a:pt x="21640" y="28682"/>
                </a:lnTo>
                <a:lnTo>
                  <a:pt x="54532" y="28682"/>
                </a:lnTo>
                <a:lnTo>
                  <a:pt x="92660" y="27919"/>
                </a:lnTo>
                <a:close/>
              </a:path>
              <a:path w="227965" h="38735">
                <a:moveTo>
                  <a:pt x="21640" y="28682"/>
                </a:moveTo>
                <a:lnTo>
                  <a:pt x="20010" y="28851"/>
                </a:lnTo>
                <a:lnTo>
                  <a:pt x="20830" y="28851"/>
                </a:lnTo>
                <a:lnTo>
                  <a:pt x="21640" y="28682"/>
                </a:lnTo>
                <a:close/>
              </a:path>
              <a:path w="227965" h="38735">
                <a:moveTo>
                  <a:pt x="54532" y="28682"/>
                </a:moveTo>
                <a:lnTo>
                  <a:pt x="21640" y="28682"/>
                </a:lnTo>
                <a:lnTo>
                  <a:pt x="20830" y="28851"/>
                </a:lnTo>
                <a:lnTo>
                  <a:pt x="46094" y="28851"/>
                </a:lnTo>
                <a:lnTo>
                  <a:pt x="54532" y="28682"/>
                </a:lnTo>
                <a:close/>
              </a:path>
              <a:path w="227965" h="38735">
                <a:moveTo>
                  <a:pt x="208861" y="3468"/>
                </a:moveTo>
                <a:lnTo>
                  <a:pt x="208153" y="3596"/>
                </a:lnTo>
                <a:lnTo>
                  <a:pt x="207474" y="3850"/>
                </a:lnTo>
                <a:lnTo>
                  <a:pt x="208861" y="3468"/>
                </a:lnTo>
                <a:close/>
              </a:path>
              <a:path w="227965" h="38735">
                <a:moveTo>
                  <a:pt x="226313" y="3468"/>
                </a:moveTo>
                <a:lnTo>
                  <a:pt x="208861" y="3468"/>
                </a:lnTo>
                <a:lnTo>
                  <a:pt x="207474" y="3850"/>
                </a:lnTo>
                <a:lnTo>
                  <a:pt x="226550" y="3850"/>
                </a:lnTo>
                <a:lnTo>
                  <a:pt x="226392" y="3596"/>
                </a:lnTo>
                <a:lnTo>
                  <a:pt x="226313" y="3468"/>
                </a:lnTo>
                <a:close/>
              </a:path>
              <a:path w="227965" h="38735">
                <a:moveTo>
                  <a:pt x="221306" y="0"/>
                </a:moveTo>
                <a:lnTo>
                  <a:pt x="217749" y="0"/>
                </a:lnTo>
                <a:lnTo>
                  <a:pt x="208153" y="3596"/>
                </a:lnTo>
                <a:lnTo>
                  <a:pt x="208861" y="3468"/>
                </a:lnTo>
                <a:lnTo>
                  <a:pt x="226313" y="3468"/>
                </a:lnTo>
                <a:lnTo>
                  <a:pt x="226131" y="3175"/>
                </a:lnTo>
                <a:lnTo>
                  <a:pt x="224683" y="1625"/>
                </a:lnTo>
                <a:lnTo>
                  <a:pt x="223838" y="1018"/>
                </a:lnTo>
                <a:lnTo>
                  <a:pt x="221908" y="140"/>
                </a:lnTo>
                <a:lnTo>
                  <a:pt x="22130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5" name="object 85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570269" y="2410769"/>
            <a:ext cx="105070" cy="184936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5948098" y="2390503"/>
            <a:ext cx="113520" cy="173573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447460" y="2429389"/>
            <a:ext cx="139133" cy="147732"/>
          </a:xfrm>
          <a:prstGeom prst="rect">
            <a:avLst/>
          </a:prstGeom>
        </p:spPr>
      </p:pic>
      <p:sp>
        <p:nvSpPr>
          <p:cNvPr id="88" name="object 88"/>
          <p:cNvSpPr/>
          <p:nvPr/>
        </p:nvSpPr>
        <p:spPr>
          <a:xfrm>
            <a:off x="6906868" y="2430613"/>
            <a:ext cx="34925" cy="172720"/>
          </a:xfrm>
          <a:custGeom>
            <a:avLst/>
            <a:gdLst/>
            <a:ahLst/>
            <a:cxnLst/>
            <a:rect l="l" t="t" r="r" b="b"/>
            <a:pathLst>
              <a:path w="34925" h="172719">
                <a:moveTo>
                  <a:pt x="17896" y="153136"/>
                </a:moveTo>
                <a:lnTo>
                  <a:pt x="11065" y="159287"/>
                </a:lnTo>
                <a:lnTo>
                  <a:pt x="10443" y="160120"/>
                </a:lnTo>
                <a:lnTo>
                  <a:pt x="9530" y="162034"/>
                </a:lnTo>
                <a:lnTo>
                  <a:pt x="9273" y="163042"/>
                </a:lnTo>
                <a:lnTo>
                  <a:pt x="9311" y="166189"/>
                </a:lnTo>
                <a:lnTo>
                  <a:pt x="15723" y="172450"/>
                </a:lnTo>
                <a:lnTo>
                  <a:pt x="18763" y="172450"/>
                </a:lnTo>
                <a:lnTo>
                  <a:pt x="34394" y="154311"/>
                </a:lnTo>
                <a:lnTo>
                  <a:pt x="17205" y="154311"/>
                </a:lnTo>
                <a:lnTo>
                  <a:pt x="17896" y="153136"/>
                </a:lnTo>
                <a:close/>
              </a:path>
              <a:path w="34925" h="172719">
                <a:moveTo>
                  <a:pt x="18486" y="152712"/>
                </a:moveTo>
                <a:lnTo>
                  <a:pt x="17896" y="153136"/>
                </a:lnTo>
                <a:lnTo>
                  <a:pt x="17205" y="154311"/>
                </a:lnTo>
                <a:lnTo>
                  <a:pt x="18486" y="152712"/>
                </a:lnTo>
                <a:close/>
              </a:path>
              <a:path w="34925" h="172719">
                <a:moveTo>
                  <a:pt x="18486" y="152712"/>
                </a:moveTo>
                <a:lnTo>
                  <a:pt x="17180" y="154311"/>
                </a:lnTo>
                <a:lnTo>
                  <a:pt x="18486" y="154311"/>
                </a:lnTo>
                <a:lnTo>
                  <a:pt x="18486" y="152712"/>
                </a:lnTo>
                <a:close/>
              </a:path>
              <a:path w="34925" h="172719">
                <a:moveTo>
                  <a:pt x="19031" y="152311"/>
                </a:moveTo>
                <a:lnTo>
                  <a:pt x="18813" y="152311"/>
                </a:lnTo>
                <a:lnTo>
                  <a:pt x="18486" y="152712"/>
                </a:lnTo>
                <a:lnTo>
                  <a:pt x="18486" y="154311"/>
                </a:lnTo>
                <a:lnTo>
                  <a:pt x="18806" y="153136"/>
                </a:lnTo>
                <a:lnTo>
                  <a:pt x="18921" y="152712"/>
                </a:lnTo>
                <a:lnTo>
                  <a:pt x="19031" y="152311"/>
                </a:lnTo>
                <a:close/>
              </a:path>
              <a:path w="34925" h="172719">
                <a:moveTo>
                  <a:pt x="34411" y="150256"/>
                </a:moveTo>
                <a:lnTo>
                  <a:pt x="19591" y="150256"/>
                </a:lnTo>
                <a:lnTo>
                  <a:pt x="18486" y="154311"/>
                </a:lnTo>
                <a:lnTo>
                  <a:pt x="34394" y="154311"/>
                </a:lnTo>
                <a:lnTo>
                  <a:pt x="34411" y="150256"/>
                </a:lnTo>
                <a:close/>
              </a:path>
              <a:path w="34925" h="172719">
                <a:moveTo>
                  <a:pt x="18486" y="152311"/>
                </a:moveTo>
                <a:lnTo>
                  <a:pt x="18146" y="152712"/>
                </a:lnTo>
                <a:lnTo>
                  <a:pt x="17896" y="153136"/>
                </a:lnTo>
                <a:lnTo>
                  <a:pt x="18368" y="152712"/>
                </a:lnTo>
                <a:lnTo>
                  <a:pt x="18486" y="152311"/>
                </a:lnTo>
                <a:close/>
              </a:path>
              <a:path w="34925" h="172719">
                <a:moveTo>
                  <a:pt x="19591" y="150256"/>
                </a:moveTo>
                <a:lnTo>
                  <a:pt x="18486" y="152134"/>
                </a:lnTo>
                <a:lnTo>
                  <a:pt x="18486" y="152712"/>
                </a:lnTo>
                <a:lnTo>
                  <a:pt x="18813" y="152311"/>
                </a:lnTo>
                <a:lnTo>
                  <a:pt x="19031" y="152311"/>
                </a:lnTo>
                <a:lnTo>
                  <a:pt x="19591" y="150256"/>
                </a:lnTo>
                <a:close/>
              </a:path>
              <a:path w="34925" h="172719">
                <a:moveTo>
                  <a:pt x="5159" y="8845"/>
                </a:moveTo>
                <a:lnTo>
                  <a:pt x="4852" y="8845"/>
                </a:lnTo>
                <a:lnTo>
                  <a:pt x="5869" y="18205"/>
                </a:lnTo>
                <a:lnTo>
                  <a:pt x="8329" y="42000"/>
                </a:lnTo>
                <a:lnTo>
                  <a:pt x="12961" y="81823"/>
                </a:lnTo>
                <a:lnTo>
                  <a:pt x="16652" y="116894"/>
                </a:lnTo>
                <a:lnTo>
                  <a:pt x="18409" y="138822"/>
                </a:lnTo>
                <a:lnTo>
                  <a:pt x="18486" y="152134"/>
                </a:lnTo>
                <a:lnTo>
                  <a:pt x="19591" y="150256"/>
                </a:lnTo>
                <a:lnTo>
                  <a:pt x="34411" y="150256"/>
                </a:lnTo>
                <a:lnTo>
                  <a:pt x="34457" y="138822"/>
                </a:lnTo>
                <a:lnTo>
                  <a:pt x="32717" y="117094"/>
                </a:lnTo>
                <a:lnTo>
                  <a:pt x="32701" y="116894"/>
                </a:lnTo>
                <a:lnTo>
                  <a:pt x="32583" y="115420"/>
                </a:lnTo>
                <a:lnTo>
                  <a:pt x="28860" y="80063"/>
                </a:lnTo>
                <a:lnTo>
                  <a:pt x="24231" y="40252"/>
                </a:lnTo>
                <a:lnTo>
                  <a:pt x="22940" y="27779"/>
                </a:lnTo>
                <a:lnTo>
                  <a:pt x="8993" y="27779"/>
                </a:lnTo>
                <a:lnTo>
                  <a:pt x="10549" y="27354"/>
                </a:lnTo>
                <a:lnTo>
                  <a:pt x="12329" y="26464"/>
                </a:lnTo>
                <a:lnTo>
                  <a:pt x="13267" y="25768"/>
                </a:lnTo>
                <a:lnTo>
                  <a:pt x="14582" y="24253"/>
                </a:lnTo>
                <a:lnTo>
                  <a:pt x="15172" y="23262"/>
                </a:lnTo>
                <a:lnTo>
                  <a:pt x="17765" y="15490"/>
                </a:lnTo>
                <a:lnTo>
                  <a:pt x="17565" y="15490"/>
                </a:lnTo>
                <a:lnTo>
                  <a:pt x="17870" y="14982"/>
                </a:lnTo>
                <a:lnTo>
                  <a:pt x="17910" y="14738"/>
                </a:lnTo>
                <a:lnTo>
                  <a:pt x="18294" y="13903"/>
                </a:lnTo>
                <a:lnTo>
                  <a:pt x="18516" y="13903"/>
                </a:lnTo>
                <a:lnTo>
                  <a:pt x="19653" y="12009"/>
                </a:lnTo>
                <a:lnTo>
                  <a:pt x="5159" y="8845"/>
                </a:lnTo>
                <a:close/>
              </a:path>
              <a:path w="34925" h="172719">
                <a:moveTo>
                  <a:pt x="14332" y="0"/>
                </a:moveTo>
                <a:lnTo>
                  <a:pt x="11198" y="0"/>
                </a:lnTo>
                <a:lnTo>
                  <a:pt x="9377" y="600"/>
                </a:lnTo>
                <a:lnTo>
                  <a:pt x="0" y="18205"/>
                </a:lnTo>
                <a:lnTo>
                  <a:pt x="20" y="21352"/>
                </a:lnTo>
                <a:lnTo>
                  <a:pt x="6791" y="27779"/>
                </a:lnTo>
                <a:lnTo>
                  <a:pt x="6723" y="26464"/>
                </a:lnTo>
                <a:lnTo>
                  <a:pt x="5588" y="15490"/>
                </a:lnTo>
                <a:lnTo>
                  <a:pt x="4852" y="8845"/>
                </a:lnTo>
                <a:lnTo>
                  <a:pt x="20947" y="8845"/>
                </a:lnTo>
                <a:lnTo>
                  <a:pt x="14970" y="139"/>
                </a:lnTo>
                <a:lnTo>
                  <a:pt x="14332" y="0"/>
                </a:lnTo>
                <a:close/>
              </a:path>
              <a:path w="34925" h="172719">
                <a:moveTo>
                  <a:pt x="20947" y="8845"/>
                </a:moveTo>
                <a:lnTo>
                  <a:pt x="5159" y="8845"/>
                </a:lnTo>
                <a:lnTo>
                  <a:pt x="19653" y="12009"/>
                </a:lnTo>
                <a:lnTo>
                  <a:pt x="18016" y="14738"/>
                </a:lnTo>
                <a:lnTo>
                  <a:pt x="8993" y="27779"/>
                </a:lnTo>
                <a:lnTo>
                  <a:pt x="22940" y="27779"/>
                </a:lnTo>
                <a:lnTo>
                  <a:pt x="21669" y="15490"/>
                </a:lnTo>
                <a:lnTo>
                  <a:pt x="20947" y="8845"/>
                </a:lnTo>
                <a:close/>
              </a:path>
              <a:path w="34925" h="172719">
                <a:moveTo>
                  <a:pt x="18016" y="14738"/>
                </a:moveTo>
                <a:lnTo>
                  <a:pt x="17798" y="14982"/>
                </a:lnTo>
                <a:lnTo>
                  <a:pt x="17565" y="15490"/>
                </a:lnTo>
                <a:lnTo>
                  <a:pt x="17765" y="15490"/>
                </a:lnTo>
                <a:lnTo>
                  <a:pt x="17935" y="14982"/>
                </a:lnTo>
                <a:lnTo>
                  <a:pt x="18016" y="14738"/>
                </a:lnTo>
                <a:close/>
              </a:path>
              <a:path w="34925" h="172719">
                <a:moveTo>
                  <a:pt x="18516" y="13903"/>
                </a:moveTo>
                <a:lnTo>
                  <a:pt x="18294" y="13903"/>
                </a:lnTo>
                <a:lnTo>
                  <a:pt x="18016" y="14738"/>
                </a:lnTo>
                <a:lnTo>
                  <a:pt x="18516" y="1390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9" name="object 89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759603" y="2429317"/>
            <a:ext cx="108736" cy="129247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227311" y="2462764"/>
            <a:ext cx="147878" cy="147861"/>
          </a:xfrm>
          <a:prstGeom prst="rect">
            <a:avLst/>
          </a:prstGeom>
        </p:spPr>
      </p:pic>
      <p:sp>
        <p:nvSpPr>
          <p:cNvPr id="91" name="object 91"/>
          <p:cNvSpPr/>
          <p:nvPr/>
        </p:nvSpPr>
        <p:spPr>
          <a:xfrm>
            <a:off x="6659981" y="2461081"/>
            <a:ext cx="172085" cy="151765"/>
          </a:xfrm>
          <a:custGeom>
            <a:avLst/>
            <a:gdLst/>
            <a:ahLst/>
            <a:cxnLst/>
            <a:rect l="l" t="t" r="r" b="b"/>
            <a:pathLst>
              <a:path w="172084" h="151764">
                <a:moveTo>
                  <a:pt x="171907" y="80251"/>
                </a:moveTo>
                <a:lnTo>
                  <a:pt x="171640" y="78155"/>
                </a:lnTo>
                <a:lnTo>
                  <a:pt x="171310" y="77165"/>
                </a:lnTo>
                <a:lnTo>
                  <a:pt x="170370" y="75526"/>
                </a:lnTo>
                <a:lnTo>
                  <a:pt x="170256" y="75323"/>
                </a:lnTo>
                <a:lnTo>
                  <a:pt x="169570" y="74536"/>
                </a:lnTo>
                <a:lnTo>
                  <a:pt x="167894" y="73240"/>
                </a:lnTo>
                <a:lnTo>
                  <a:pt x="166954" y="72783"/>
                </a:lnTo>
                <a:lnTo>
                  <a:pt x="165176" y="72301"/>
                </a:lnTo>
                <a:lnTo>
                  <a:pt x="162750" y="72301"/>
                </a:lnTo>
                <a:lnTo>
                  <a:pt x="156679" y="73088"/>
                </a:lnTo>
                <a:lnTo>
                  <a:pt x="155473" y="72910"/>
                </a:lnTo>
                <a:lnTo>
                  <a:pt x="152133" y="72453"/>
                </a:lnTo>
                <a:lnTo>
                  <a:pt x="151790" y="72301"/>
                </a:lnTo>
                <a:lnTo>
                  <a:pt x="145935" y="69697"/>
                </a:lnTo>
                <a:lnTo>
                  <a:pt x="145300" y="69418"/>
                </a:lnTo>
                <a:lnTo>
                  <a:pt x="109804" y="42722"/>
                </a:lnTo>
                <a:lnTo>
                  <a:pt x="108762" y="41643"/>
                </a:lnTo>
                <a:lnTo>
                  <a:pt x="110731" y="39611"/>
                </a:lnTo>
                <a:lnTo>
                  <a:pt x="111125" y="39204"/>
                </a:lnTo>
                <a:lnTo>
                  <a:pt x="111823" y="38709"/>
                </a:lnTo>
                <a:lnTo>
                  <a:pt x="117640" y="34518"/>
                </a:lnTo>
                <a:lnTo>
                  <a:pt x="118071" y="34213"/>
                </a:lnTo>
                <a:lnTo>
                  <a:pt x="118897" y="33807"/>
                </a:lnTo>
                <a:lnTo>
                  <a:pt x="125577" y="30581"/>
                </a:lnTo>
                <a:lnTo>
                  <a:pt x="125958" y="30391"/>
                </a:lnTo>
                <a:lnTo>
                  <a:pt x="126911" y="30111"/>
                </a:lnTo>
                <a:lnTo>
                  <a:pt x="134988" y="27711"/>
                </a:lnTo>
                <a:lnTo>
                  <a:pt x="157302" y="22847"/>
                </a:lnTo>
                <a:lnTo>
                  <a:pt x="162598" y="15709"/>
                </a:lnTo>
                <a:lnTo>
                  <a:pt x="162598" y="14592"/>
                </a:lnTo>
                <a:lnTo>
                  <a:pt x="155041" y="7213"/>
                </a:lnTo>
                <a:lnTo>
                  <a:pt x="153898" y="7213"/>
                </a:lnTo>
                <a:lnTo>
                  <a:pt x="110464" y="20116"/>
                </a:lnTo>
                <a:lnTo>
                  <a:pt x="97701" y="30060"/>
                </a:lnTo>
                <a:lnTo>
                  <a:pt x="89814" y="21793"/>
                </a:lnTo>
                <a:lnTo>
                  <a:pt x="77279" y="7467"/>
                </a:lnTo>
                <a:lnTo>
                  <a:pt x="72898" y="2006"/>
                </a:lnTo>
                <a:lnTo>
                  <a:pt x="72097" y="1333"/>
                </a:lnTo>
                <a:lnTo>
                  <a:pt x="70243" y="317"/>
                </a:lnTo>
                <a:lnTo>
                  <a:pt x="69253" y="0"/>
                </a:lnTo>
                <a:lnTo>
                  <a:pt x="65608" y="0"/>
                </a:lnTo>
                <a:lnTo>
                  <a:pt x="59334" y="9029"/>
                </a:lnTo>
                <a:lnTo>
                  <a:pt x="59931" y="11074"/>
                </a:lnTo>
                <a:lnTo>
                  <a:pt x="60413" y="12001"/>
                </a:lnTo>
                <a:lnTo>
                  <a:pt x="64782" y="17462"/>
                </a:lnTo>
                <a:lnTo>
                  <a:pt x="78003" y="32588"/>
                </a:lnTo>
                <a:lnTo>
                  <a:pt x="86829" y="41833"/>
                </a:lnTo>
                <a:lnTo>
                  <a:pt x="55740" y="76796"/>
                </a:lnTo>
                <a:lnTo>
                  <a:pt x="1206" y="138861"/>
                </a:lnTo>
                <a:lnTo>
                  <a:pt x="685" y="139763"/>
                </a:lnTo>
                <a:lnTo>
                  <a:pt x="0" y="141770"/>
                </a:lnTo>
                <a:lnTo>
                  <a:pt x="0" y="144907"/>
                </a:lnTo>
                <a:lnTo>
                  <a:pt x="6743" y="151384"/>
                </a:lnTo>
                <a:lnTo>
                  <a:pt x="8966" y="151384"/>
                </a:lnTo>
                <a:lnTo>
                  <a:pt x="10490" y="150977"/>
                </a:lnTo>
                <a:lnTo>
                  <a:pt x="12395" y="150050"/>
                </a:lnTo>
                <a:lnTo>
                  <a:pt x="13220" y="149415"/>
                </a:lnTo>
                <a:lnTo>
                  <a:pt x="67729" y="87401"/>
                </a:lnTo>
                <a:lnTo>
                  <a:pt x="97917" y="53428"/>
                </a:lnTo>
                <a:lnTo>
                  <a:pt x="137401" y="83337"/>
                </a:lnTo>
                <a:lnTo>
                  <a:pt x="155625" y="89090"/>
                </a:lnTo>
                <a:lnTo>
                  <a:pt x="157670" y="89090"/>
                </a:lnTo>
                <a:lnTo>
                  <a:pt x="171843" y="81292"/>
                </a:lnTo>
                <a:lnTo>
                  <a:pt x="171907" y="8025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2" name="object 92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5941701" y="2794581"/>
            <a:ext cx="244053" cy="242940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6314623" y="2891572"/>
            <a:ext cx="90295" cy="71683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6538834" y="2825805"/>
            <a:ext cx="272545" cy="207963"/>
          </a:xfrm>
          <a:prstGeom prst="rect">
            <a:avLst/>
          </a:prstGeom>
        </p:spPr>
      </p:pic>
      <p:sp>
        <p:nvSpPr>
          <p:cNvPr id="95" name="object 95"/>
          <p:cNvSpPr/>
          <p:nvPr/>
        </p:nvSpPr>
        <p:spPr>
          <a:xfrm>
            <a:off x="6162426" y="3550615"/>
            <a:ext cx="177800" cy="25400"/>
          </a:xfrm>
          <a:custGeom>
            <a:avLst/>
            <a:gdLst/>
            <a:ahLst/>
            <a:cxnLst/>
            <a:rect l="l" t="t" r="r" b="b"/>
            <a:pathLst>
              <a:path w="177800" h="25400">
                <a:moveTo>
                  <a:pt x="139899" y="0"/>
                </a:moveTo>
                <a:lnTo>
                  <a:pt x="34941" y="0"/>
                </a:lnTo>
                <a:lnTo>
                  <a:pt x="24499" y="1160"/>
                </a:lnTo>
                <a:lnTo>
                  <a:pt x="0" y="16054"/>
                </a:lnTo>
                <a:lnTo>
                  <a:pt x="34" y="18144"/>
                </a:lnTo>
                <a:lnTo>
                  <a:pt x="157" y="19197"/>
                </a:lnTo>
                <a:lnTo>
                  <a:pt x="280" y="19582"/>
                </a:lnTo>
                <a:lnTo>
                  <a:pt x="368" y="19854"/>
                </a:lnTo>
                <a:lnTo>
                  <a:pt x="4974" y="24735"/>
                </a:lnTo>
                <a:lnTo>
                  <a:pt x="5141" y="24735"/>
                </a:lnTo>
                <a:lnTo>
                  <a:pt x="6802" y="25210"/>
                </a:lnTo>
                <a:lnTo>
                  <a:pt x="9461" y="25210"/>
                </a:lnTo>
                <a:lnTo>
                  <a:pt x="10935" y="24735"/>
                </a:lnTo>
                <a:lnTo>
                  <a:pt x="19365" y="20055"/>
                </a:lnTo>
                <a:lnTo>
                  <a:pt x="19204" y="20055"/>
                </a:lnTo>
                <a:lnTo>
                  <a:pt x="19727" y="19854"/>
                </a:lnTo>
                <a:lnTo>
                  <a:pt x="20218" y="19582"/>
                </a:lnTo>
                <a:lnTo>
                  <a:pt x="20436" y="19582"/>
                </a:lnTo>
                <a:lnTo>
                  <a:pt x="26995" y="17058"/>
                </a:lnTo>
                <a:lnTo>
                  <a:pt x="26266" y="17058"/>
                </a:lnTo>
                <a:lnTo>
                  <a:pt x="28253" y="16574"/>
                </a:lnTo>
                <a:lnTo>
                  <a:pt x="30623" y="16574"/>
                </a:lnTo>
                <a:lnTo>
                  <a:pt x="35312" y="16054"/>
                </a:lnTo>
                <a:lnTo>
                  <a:pt x="174485" y="16054"/>
                </a:lnTo>
                <a:lnTo>
                  <a:pt x="175574" y="15088"/>
                </a:lnTo>
                <a:lnTo>
                  <a:pt x="176204" y="14260"/>
                </a:lnTo>
                <a:lnTo>
                  <a:pt x="177133" y="12353"/>
                </a:lnTo>
                <a:lnTo>
                  <a:pt x="177376" y="11428"/>
                </a:lnTo>
                <a:lnTo>
                  <a:pt x="177384" y="8200"/>
                </a:lnTo>
                <a:lnTo>
                  <a:pt x="176693" y="6196"/>
                </a:lnTo>
                <a:lnTo>
                  <a:pt x="171022" y="1888"/>
                </a:lnTo>
                <a:lnTo>
                  <a:pt x="139899" y="0"/>
                </a:lnTo>
                <a:close/>
              </a:path>
              <a:path w="177800" h="25400">
                <a:moveTo>
                  <a:pt x="19727" y="19854"/>
                </a:moveTo>
                <a:lnTo>
                  <a:pt x="19204" y="20055"/>
                </a:lnTo>
                <a:lnTo>
                  <a:pt x="19365" y="20055"/>
                </a:lnTo>
                <a:lnTo>
                  <a:pt x="19727" y="19854"/>
                </a:lnTo>
                <a:close/>
              </a:path>
              <a:path w="177800" h="25400">
                <a:moveTo>
                  <a:pt x="20436" y="19582"/>
                </a:moveTo>
                <a:lnTo>
                  <a:pt x="20218" y="19582"/>
                </a:lnTo>
                <a:lnTo>
                  <a:pt x="19727" y="19854"/>
                </a:lnTo>
                <a:lnTo>
                  <a:pt x="20436" y="19582"/>
                </a:lnTo>
                <a:close/>
              </a:path>
              <a:path w="177800" h="25400">
                <a:moveTo>
                  <a:pt x="174485" y="16054"/>
                </a:moveTo>
                <a:lnTo>
                  <a:pt x="140358" y="16054"/>
                </a:lnTo>
                <a:lnTo>
                  <a:pt x="168996" y="17788"/>
                </a:lnTo>
                <a:lnTo>
                  <a:pt x="170857" y="17788"/>
                </a:lnTo>
                <a:lnTo>
                  <a:pt x="172975" y="17058"/>
                </a:lnTo>
                <a:lnTo>
                  <a:pt x="173850" y="16574"/>
                </a:lnTo>
                <a:lnTo>
                  <a:pt x="174485" y="16054"/>
                </a:lnTo>
                <a:close/>
              </a:path>
              <a:path w="177800" h="25400">
                <a:moveTo>
                  <a:pt x="28253" y="16574"/>
                </a:moveTo>
                <a:lnTo>
                  <a:pt x="26266" y="17058"/>
                </a:lnTo>
                <a:lnTo>
                  <a:pt x="26995" y="17058"/>
                </a:lnTo>
                <a:lnTo>
                  <a:pt x="28253" y="16574"/>
                </a:lnTo>
                <a:close/>
              </a:path>
              <a:path w="177800" h="25400">
                <a:moveTo>
                  <a:pt x="30623" y="16574"/>
                </a:moveTo>
                <a:lnTo>
                  <a:pt x="28253" y="16574"/>
                </a:lnTo>
                <a:lnTo>
                  <a:pt x="26995" y="17058"/>
                </a:lnTo>
                <a:lnTo>
                  <a:pt x="26266" y="17058"/>
                </a:lnTo>
                <a:lnTo>
                  <a:pt x="30623" y="165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6" name="object 96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5765103" y="3330500"/>
            <a:ext cx="172029" cy="252821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6240362" y="3325964"/>
            <a:ext cx="104088" cy="144068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6429863" y="3338998"/>
            <a:ext cx="351852" cy="220139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6058619" y="3398387"/>
            <a:ext cx="62247" cy="34587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6138223" y="3769635"/>
            <a:ext cx="342780" cy="207192"/>
          </a:xfrm>
          <a:prstGeom prst="rect">
            <a:avLst/>
          </a:prstGeom>
        </p:spPr>
      </p:pic>
      <p:grpSp>
        <p:nvGrpSpPr>
          <p:cNvPr id="101" name="object 101"/>
          <p:cNvGrpSpPr/>
          <p:nvPr/>
        </p:nvGrpSpPr>
        <p:grpSpPr>
          <a:xfrm>
            <a:off x="5989745" y="4218929"/>
            <a:ext cx="803275" cy="652145"/>
            <a:chOff x="5989745" y="4218929"/>
            <a:chExt cx="803275" cy="652145"/>
          </a:xfrm>
        </p:grpSpPr>
        <p:pic>
          <p:nvPicPr>
            <p:cNvPr id="102" name="object 10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160573" y="4218929"/>
              <a:ext cx="149619" cy="19599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989745" y="4246688"/>
              <a:ext cx="802953" cy="623997"/>
            </a:xfrm>
            <a:prstGeom prst="rect">
              <a:avLst/>
            </a:prstGeom>
          </p:spPr>
        </p:pic>
      </p:grpSp>
      <p:pic>
        <p:nvPicPr>
          <p:cNvPr id="104" name="object 104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6225625" y="5102448"/>
            <a:ext cx="552437" cy="448518"/>
          </a:xfrm>
          <a:prstGeom prst="rect">
            <a:avLst/>
          </a:prstGeom>
        </p:spPr>
      </p:pic>
      <p:sp>
        <p:nvSpPr>
          <p:cNvPr id="105" name="object 105"/>
          <p:cNvSpPr/>
          <p:nvPr/>
        </p:nvSpPr>
        <p:spPr>
          <a:xfrm>
            <a:off x="6886448" y="5226824"/>
            <a:ext cx="149860" cy="73660"/>
          </a:xfrm>
          <a:custGeom>
            <a:avLst/>
            <a:gdLst/>
            <a:ahLst/>
            <a:cxnLst/>
            <a:rect l="l" t="t" r="r" b="b"/>
            <a:pathLst>
              <a:path w="149859" h="73660">
                <a:moveTo>
                  <a:pt x="134518" y="5918"/>
                </a:moveTo>
                <a:lnTo>
                  <a:pt x="127787" y="0"/>
                </a:lnTo>
                <a:lnTo>
                  <a:pt x="23685" y="0"/>
                </a:lnTo>
                <a:lnTo>
                  <a:pt x="21412" y="203"/>
                </a:lnTo>
                <a:lnTo>
                  <a:pt x="21844" y="203"/>
                </a:lnTo>
                <a:lnTo>
                  <a:pt x="12052" y="1993"/>
                </a:lnTo>
                <a:lnTo>
                  <a:pt x="0" y="13233"/>
                </a:lnTo>
                <a:lnTo>
                  <a:pt x="571" y="14986"/>
                </a:lnTo>
                <a:lnTo>
                  <a:pt x="6362" y="19634"/>
                </a:lnTo>
                <a:lnTo>
                  <a:pt x="9436" y="19634"/>
                </a:lnTo>
                <a:lnTo>
                  <a:pt x="15087" y="17754"/>
                </a:lnTo>
                <a:lnTo>
                  <a:pt x="14808" y="17754"/>
                </a:lnTo>
                <a:lnTo>
                  <a:pt x="15481" y="17627"/>
                </a:lnTo>
                <a:lnTo>
                  <a:pt x="16459" y="17449"/>
                </a:lnTo>
                <a:lnTo>
                  <a:pt x="24422" y="16002"/>
                </a:lnTo>
                <a:lnTo>
                  <a:pt x="128308" y="16002"/>
                </a:lnTo>
                <a:lnTo>
                  <a:pt x="134505" y="10096"/>
                </a:lnTo>
                <a:lnTo>
                  <a:pt x="134518" y="5918"/>
                </a:lnTo>
                <a:close/>
              </a:path>
              <a:path w="149859" h="73660">
                <a:moveTo>
                  <a:pt x="149567" y="64262"/>
                </a:moveTo>
                <a:lnTo>
                  <a:pt x="117094" y="48412"/>
                </a:lnTo>
                <a:lnTo>
                  <a:pt x="94538" y="48412"/>
                </a:lnTo>
                <a:lnTo>
                  <a:pt x="59613" y="59512"/>
                </a:lnTo>
                <a:lnTo>
                  <a:pt x="59524" y="59778"/>
                </a:lnTo>
                <a:lnTo>
                  <a:pt x="59347" y="61112"/>
                </a:lnTo>
                <a:lnTo>
                  <a:pt x="59321" y="62915"/>
                </a:lnTo>
                <a:lnTo>
                  <a:pt x="59880" y="64960"/>
                </a:lnTo>
                <a:lnTo>
                  <a:pt x="60274" y="65735"/>
                </a:lnTo>
                <a:lnTo>
                  <a:pt x="60350" y="65887"/>
                </a:lnTo>
                <a:lnTo>
                  <a:pt x="67360" y="69900"/>
                </a:lnTo>
                <a:lnTo>
                  <a:pt x="68135" y="69900"/>
                </a:lnTo>
                <a:lnTo>
                  <a:pt x="78930" y="66954"/>
                </a:lnTo>
                <a:lnTo>
                  <a:pt x="78714" y="66954"/>
                </a:lnTo>
                <a:lnTo>
                  <a:pt x="96685" y="64262"/>
                </a:lnTo>
                <a:lnTo>
                  <a:pt x="114820" y="64262"/>
                </a:lnTo>
                <a:lnTo>
                  <a:pt x="125056" y="66230"/>
                </a:lnTo>
                <a:lnTo>
                  <a:pt x="138938" y="73177"/>
                </a:lnTo>
                <a:lnTo>
                  <a:pt x="140017" y="73469"/>
                </a:lnTo>
                <a:lnTo>
                  <a:pt x="143090" y="73469"/>
                </a:lnTo>
                <a:lnTo>
                  <a:pt x="145110" y="72796"/>
                </a:lnTo>
                <a:lnTo>
                  <a:pt x="149479" y="66446"/>
                </a:lnTo>
                <a:lnTo>
                  <a:pt x="149479" y="65735"/>
                </a:lnTo>
                <a:lnTo>
                  <a:pt x="149491" y="6426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6" name="object 106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7144436" y="5150735"/>
            <a:ext cx="234960" cy="216410"/>
          </a:xfrm>
          <a:prstGeom prst="rect">
            <a:avLst/>
          </a:prstGeom>
        </p:spPr>
      </p:pic>
      <p:sp>
        <p:nvSpPr>
          <p:cNvPr id="107" name="object 107"/>
          <p:cNvSpPr/>
          <p:nvPr/>
        </p:nvSpPr>
        <p:spPr>
          <a:xfrm>
            <a:off x="3386400" y="5409062"/>
            <a:ext cx="6985" cy="13970"/>
          </a:xfrm>
          <a:custGeom>
            <a:avLst/>
            <a:gdLst/>
            <a:ahLst/>
            <a:cxnLst/>
            <a:rect l="l" t="t" r="r" b="b"/>
            <a:pathLst>
              <a:path w="6985" h="13970">
                <a:moveTo>
                  <a:pt x="1504" y="0"/>
                </a:moveTo>
                <a:lnTo>
                  <a:pt x="0" y="0"/>
                </a:lnTo>
                <a:lnTo>
                  <a:pt x="6800" y="13837"/>
                </a:lnTo>
                <a:lnTo>
                  <a:pt x="3371" y="358"/>
                </a:lnTo>
                <a:lnTo>
                  <a:pt x="150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123297" y="6255648"/>
            <a:ext cx="46990" cy="78740"/>
          </a:xfrm>
          <a:custGeom>
            <a:avLst/>
            <a:gdLst/>
            <a:ahLst/>
            <a:cxnLst/>
            <a:rect l="l" t="t" r="r" b="b"/>
            <a:pathLst>
              <a:path w="46989" h="78739">
                <a:moveTo>
                  <a:pt x="1792" y="2981"/>
                </a:moveTo>
                <a:lnTo>
                  <a:pt x="1783" y="11427"/>
                </a:lnTo>
                <a:lnTo>
                  <a:pt x="2849" y="18349"/>
                </a:lnTo>
                <a:lnTo>
                  <a:pt x="17751" y="38751"/>
                </a:lnTo>
                <a:lnTo>
                  <a:pt x="17731" y="29495"/>
                </a:lnTo>
                <a:lnTo>
                  <a:pt x="1792" y="2981"/>
                </a:lnTo>
                <a:close/>
              </a:path>
              <a:path w="46989" h="78739">
                <a:moveTo>
                  <a:pt x="1783" y="11427"/>
                </a:moveTo>
                <a:lnTo>
                  <a:pt x="1793" y="16903"/>
                </a:lnTo>
                <a:lnTo>
                  <a:pt x="2849" y="18349"/>
                </a:lnTo>
                <a:lnTo>
                  <a:pt x="1783" y="11427"/>
                </a:lnTo>
                <a:close/>
              </a:path>
              <a:path w="46989" h="78739">
                <a:moveTo>
                  <a:pt x="17820" y="29642"/>
                </a:moveTo>
                <a:lnTo>
                  <a:pt x="17846" y="38881"/>
                </a:lnTo>
                <a:lnTo>
                  <a:pt x="23363" y="46435"/>
                </a:lnTo>
                <a:lnTo>
                  <a:pt x="21796" y="36256"/>
                </a:lnTo>
                <a:lnTo>
                  <a:pt x="17820" y="29642"/>
                </a:lnTo>
                <a:close/>
              </a:path>
              <a:path w="46989" h="78739">
                <a:moveTo>
                  <a:pt x="37980" y="63177"/>
                </a:moveTo>
                <a:lnTo>
                  <a:pt x="35703" y="63329"/>
                </a:lnTo>
                <a:lnTo>
                  <a:pt x="46501" y="78113"/>
                </a:lnTo>
                <a:lnTo>
                  <a:pt x="46959" y="78113"/>
                </a:lnTo>
                <a:lnTo>
                  <a:pt x="38071" y="63329"/>
                </a:lnTo>
                <a:lnTo>
                  <a:pt x="37980" y="63177"/>
                </a:lnTo>
                <a:close/>
              </a:path>
              <a:path w="46989" h="78739">
                <a:moveTo>
                  <a:pt x="32756" y="59294"/>
                </a:moveTo>
                <a:lnTo>
                  <a:pt x="35099" y="62502"/>
                </a:lnTo>
                <a:lnTo>
                  <a:pt x="35025" y="61959"/>
                </a:lnTo>
                <a:lnTo>
                  <a:pt x="34721" y="60964"/>
                </a:lnTo>
                <a:lnTo>
                  <a:pt x="33825" y="59294"/>
                </a:lnTo>
                <a:lnTo>
                  <a:pt x="33976" y="60964"/>
                </a:lnTo>
                <a:lnTo>
                  <a:pt x="32756" y="59294"/>
                </a:lnTo>
                <a:close/>
              </a:path>
              <a:path w="46989" h="78739">
                <a:moveTo>
                  <a:pt x="30621" y="56371"/>
                </a:moveTo>
                <a:lnTo>
                  <a:pt x="32647" y="59145"/>
                </a:lnTo>
                <a:lnTo>
                  <a:pt x="33745" y="59145"/>
                </a:lnTo>
                <a:lnTo>
                  <a:pt x="33058" y="58292"/>
                </a:lnTo>
                <a:lnTo>
                  <a:pt x="31417" y="56950"/>
                </a:lnTo>
                <a:lnTo>
                  <a:pt x="30621" y="56371"/>
                </a:lnTo>
                <a:close/>
              </a:path>
              <a:path w="46989" h="78739">
                <a:moveTo>
                  <a:pt x="0" y="0"/>
                </a:moveTo>
                <a:lnTo>
                  <a:pt x="1262" y="8089"/>
                </a:lnTo>
                <a:lnTo>
                  <a:pt x="1652" y="8089"/>
                </a:lnTo>
                <a:lnTo>
                  <a:pt x="1654" y="2752"/>
                </a:lnTo>
                <a:lnTo>
                  <a:pt x="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889586" y="7484271"/>
            <a:ext cx="16510" cy="16510"/>
          </a:xfrm>
          <a:custGeom>
            <a:avLst/>
            <a:gdLst/>
            <a:ahLst/>
            <a:cxnLst/>
            <a:rect l="l" t="t" r="r" b="b"/>
            <a:pathLst>
              <a:path w="16510" h="16509">
                <a:moveTo>
                  <a:pt x="9056" y="0"/>
                </a:moveTo>
                <a:lnTo>
                  <a:pt x="6935" y="0"/>
                </a:lnTo>
                <a:lnTo>
                  <a:pt x="5915" y="203"/>
                </a:lnTo>
                <a:lnTo>
                  <a:pt x="0" y="6936"/>
                </a:lnTo>
                <a:lnTo>
                  <a:pt x="0" y="9057"/>
                </a:lnTo>
                <a:lnTo>
                  <a:pt x="6935" y="15993"/>
                </a:lnTo>
                <a:lnTo>
                  <a:pt x="9056" y="15993"/>
                </a:lnTo>
                <a:lnTo>
                  <a:pt x="15994" y="7997"/>
                </a:lnTo>
                <a:lnTo>
                  <a:pt x="15991" y="6936"/>
                </a:lnTo>
                <a:lnTo>
                  <a:pt x="905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356116" y="8938021"/>
            <a:ext cx="282575" cy="38735"/>
          </a:xfrm>
          <a:custGeom>
            <a:avLst/>
            <a:gdLst/>
            <a:ahLst/>
            <a:cxnLst/>
            <a:rect l="l" t="t" r="r" b="b"/>
            <a:pathLst>
              <a:path w="282575" h="38734">
                <a:moveTo>
                  <a:pt x="97039" y="0"/>
                </a:moveTo>
                <a:lnTo>
                  <a:pt x="27517" y="0"/>
                </a:lnTo>
                <a:lnTo>
                  <a:pt x="26243" y="317"/>
                </a:lnTo>
                <a:lnTo>
                  <a:pt x="0" y="29159"/>
                </a:lnTo>
                <a:lnTo>
                  <a:pt x="28" y="30794"/>
                </a:lnTo>
                <a:lnTo>
                  <a:pt x="187" y="31915"/>
                </a:lnTo>
                <a:lnTo>
                  <a:pt x="242" y="32297"/>
                </a:lnTo>
                <a:lnTo>
                  <a:pt x="588" y="33277"/>
                </a:lnTo>
                <a:lnTo>
                  <a:pt x="1558" y="34916"/>
                </a:lnTo>
                <a:lnTo>
                  <a:pt x="1668" y="35102"/>
                </a:lnTo>
                <a:lnTo>
                  <a:pt x="2362" y="35877"/>
                </a:lnTo>
                <a:lnTo>
                  <a:pt x="4058" y="37150"/>
                </a:lnTo>
                <a:lnTo>
                  <a:pt x="4997" y="37599"/>
                </a:lnTo>
                <a:lnTo>
                  <a:pt x="7274" y="38182"/>
                </a:lnTo>
                <a:lnTo>
                  <a:pt x="8089" y="38182"/>
                </a:lnTo>
                <a:lnTo>
                  <a:pt x="22731" y="23816"/>
                </a:lnTo>
                <a:lnTo>
                  <a:pt x="24164" y="22213"/>
                </a:lnTo>
                <a:lnTo>
                  <a:pt x="28070" y="17749"/>
                </a:lnTo>
                <a:lnTo>
                  <a:pt x="27381" y="17749"/>
                </a:lnTo>
                <a:lnTo>
                  <a:pt x="29636" y="15960"/>
                </a:lnTo>
                <a:lnTo>
                  <a:pt x="28647" y="15960"/>
                </a:lnTo>
                <a:lnTo>
                  <a:pt x="32583" y="14975"/>
                </a:lnTo>
                <a:lnTo>
                  <a:pt x="268453" y="14975"/>
                </a:lnTo>
                <a:lnTo>
                  <a:pt x="246371" y="9839"/>
                </a:lnTo>
                <a:lnTo>
                  <a:pt x="245531" y="9691"/>
                </a:lnTo>
                <a:lnTo>
                  <a:pt x="211541" y="5529"/>
                </a:lnTo>
                <a:lnTo>
                  <a:pt x="211779" y="5529"/>
                </a:lnTo>
                <a:lnTo>
                  <a:pt x="144195" y="1309"/>
                </a:lnTo>
                <a:lnTo>
                  <a:pt x="97039" y="0"/>
                </a:lnTo>
                <a:close/>
              </a:path>
              <a:path w="282575" h="38734">
                <a:moveTo>
                  <a:pt x="268453" y="14975"/>
                </a:moveTo>
                <a:lnTo>
                  <a:pt x="32583" y="14975"/>
                </a:lnTo>
                <a:lnTo>
                  <a:pt x="30737" y="15960"/>
                </a:lnTo>
                <a:lnTo>
                  <a:pt x="95495" y="15960"/>
                </a:lnTo>
                <a:lnTo>
                  <a:pt x="143677" y="17301"/>
                </a:lnTo>
                <a:lnTo>
                  <a:pt x="209949" y="21450"/>
                </a:lnTo>
                <a:lnTo>
                  <a:pt x="243587" y="25568"/>
                </a:lnTo>
                <a:lnTo>
                  <a:pt x="243386" y="25568"/>
                </a:lnTo>
                <a:lnTo>
                  <a:pt x="273752" y="32628"/>
                </a:lnTo>
                <a:lnTo>
                  <a:pt x="274650" y="32628"/>
                </a:lnTo>
                <a:lnTo>
                  <a:pt x="276649" y="32297"/>
                </a:lnTo>
                <a:lnTo>
                  <a:pt x="282370" y="23816"/>
                </a:lnTo>
                <a:lnTo>
                  <a:pt x="282105" y="22213"/>
                </a:lnTo>
                <a:lnTo>
                  <a:pt x="281817" y="21450"/>
                </a:lnTo>
                <a:lnTo>
                  <a:pt x="281738" y="21240"/>
                </a:lnTo>
                <a:lnTo>
                  <a:pt x="280616" y="19439"/>
                </a:lnTo>
                <a:lnTo>
                  <a:pt x="279905" y="18681"/>
                </a:lnTo>
                <a:lnTo>
                  <a:pt x="278180" y="17447"/>
                </a:lnTo>
                <a:lnTo>
                  <a:pt x="277326" y="17060"/>
                </a:lnTo>
                <a:lnTo>
                  <a:pt x="268453" y="14975"/>
                </a:lnTo>
                <a:close/>
              </a:path>
              <a:path w="282575" h="38734">
                <a:moveTo>
                  <a:pt x="29636" y="15960"/>
                </a:moveTo>
                <a:lnTo>
                  <a:pt x="27381" y="17749"/>
                </a:lnTo>
                <a:lnTo>
                  <a:pt x="28674" y="17060"/>
                </a:lnTo>
                <a:lnTo>
                  <a:pt x="29636" y="15960"/>
                </a:lnTo>
                <a:close/>
              </a:path>
              <a:path w="282575" h="38734">
                <a:moveTo>
                  <a:pt x="28674" y="17060"/>
                </a:moveTo>
                <a:lnTo>
                  <a:pt x="27381" y="17749"/>
                </a:lnTo>
                <a:lnTo>
                  <a:pt x="28070" y="17749"/>
                </a:lnTo>
                <a:lnTo>
                  <a:pt x="28674" y="17060"/>
                </a:lnTo>
                <a:close/>
              </a:path>
              <a:path w="282575" h="38734">
                <a:moveTo>
                  <a:pt x="32583" y="14975"/>
                </a:moveTo>
                <a:lnTo>
                  <a:pt x="28647" y="15960"/>
                </a:lnTo>
                <a:lnTo>
                  <a:pt x="29636" y="15960"/>
                </a:lnTo>
                <a:lnTo>
                  <a:pt x="28674" y="17060"/>
                </a:lnTo>
                <a:lnTo>
                  <a:pt x="32583" y="1497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897289" y="8926854"/>
            <a:ext cx="262890" cy="19050"/>
          </a:xfrm>
          <a:custGeom>
            <a:avLst/>
            <a:gdLst/>
            <a:ahLst/>
            <a:cxnLst/>
            <a:rect l="l" t="t" r="r" b="b"/>
            <a:pathLst>
              <a:path w="262889" h="19050">
                <a:moveTo>
                  <a:pt x="255989" y="0"/>
                </a:moveTo>
                <a:lnTo>
                  <a:pt x="36612" y="0"/>
                </a:lnTo>
                <a:lnTo>
                  <a:pt x="11639" y="1388"/>
                </a:lnTo>
                <a:lnTo>
                  <a:pt x="0" y="12283"/>
                </a:lnTo>
                <a:lnTo>
                  <a:pt x="724" y="14390"/>
                </a:lnTo>
                <a:lnTo>
                  <a:pt x="6370" y="18681"/>
                </a:lnTo>
                <a:lnTo>
                  <a:pt x="9443" y="18681"/>
                </a:lnTo>
                <a:lnTo>
                  <a:pt x="13180" y="17438"/>
                </a:lnTo>
                <a:lnTo>
                  <a:pt x="12115" y="17438"/>
                </a:lnTo>
                <a:lnTo>
                  <a:pt x="14612" y="16960"/>
                </a:lnTo>
                <a:lnTo>
                  <a:pt x="19701" y="16960"/>
                </a:lnTo>
                <a:lnTo>
                  <a:pt x="37272" y="15984"/>
                </a:lnTo>
                <a:lnTo>
                  <a:pt x="255931" y="15984"/>
                </a:lnTo>
                <a:lnTo>
                  <a:pt x="262874" y="6925"/>
                </a:lnTo>
                <a:lnTo>
                  <a:pt x="262737" y="6236"/>
                </a:lnTo>
                <a:lnTo>
                  <a:pt x="256959" y="193"/>
                </a:lnTo>
                <a:lnTo>
                  <a:pt x="255989" y="0"/>
                </a:lnTo>
                <a:close/>
              </a:path>
              <a:path w="262889" h="19050">
                <a:moveTo>
                  <a:pt x="14612" y="16960"/>
                </a:moveTo>
                <a:lnTo>
                  <a:pt x="12115" y="17438"/>
                </a:lnTo>
                <a:lnTo>
                  <a:pt x="13180" y="17438"/>
                </a:lnTo>
                <a:lnTo>
                  <a:pt x="14612" y="16960"/>
                </a:lnTo>
                <a:close/>
              </a:path>
              <a:path w="262889" h="19050">
                <a:moveTo>
                  <a:pt x="19701" y="16960"/>
                </a:moveTo>
                <a:lnTo>
                  <a:pt x="14612" y="16960"/>
                </a:lnTo>
                <a:lnTo>
                  <a:pt x="13180" y="17438"/>
                </a:lnTo>
                <a:lnTo>
                  <a:pt x="11110" y="17438"/>
                </a:lnTo>
                <a:lnTo>
                  <a:pt x="19701" y="1696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669115" y="7863058"/>
            <a:ext cx="94615" cy="19685"/>
          </a:xfrm>
          <a:custGeom>
            <a:avLst/>
            <a:gdLst/>
            <a:ahLst/>
            <a:cxnLst/>
            <a:rect l="l" t="t" r="r" b="b"/>
            <a:pathLst>
              <a:path w="94614" h="19684">
                <a:moveTo>
                  <a:pt x="67064" y="0"/>
                </a:moveTo>
                <a:lnTo>
                  <a:pt x="5915" y="0"/>
                </a:lnTo>
                <a:lnTo>
                  <a:pt x="3956" y="811"/>
                </a:lnTo>
                <a:lnTo>
                  <a:pt x="0" y="6732"/>
                </a:lnTo>
                <a:lnTo>
                  <a:pt x="0" y="8853"/>
                </a:lnTo>
                <a:lnTo>
                  <a:pt x="6409" y="15791"/>
                </a:lnTo>
                <a:lnTo>
                  <a:pt x="64505" y="15791"/>
                </a:lnTo>
                <a:lnTo>
                  <a:pt x="86249" y="19268"/>
                </a:lnTo>
                <a:lnTo>
                  <a:pt x="87123" y="19268"/>
                </a:lnTo>
                <a:lnTo>
                  <a:pt x="89350" y="18737"/>
                </a:lnTo>
                <a:lnTo>
                  <a:pt x="94463" y="11832"/>
                </a:lnTo>
                <a:lnTo>
                  <a:pt x="94368" y="9872"/>
                </a:lnTo>
                <a:lnTo>
                  <a:pt x="88775" y="3475"/>
                </a:lnTo>
                <a:lnTo>
                  <a:pt x="6706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899482" y="7852618"/>
            <a:ext cx="65405" cy="29845"/>
          </a:xfrm>
          <a:custGeom>
            <a:avLst/>
            <a:gdLst/>
            <a:ahLst/>
            <a:cxnLst/>
            <a:rect l="l" t="t" r="r" b="b"/>
            <a:pathLst>
              <a:path w="65404" h="29845">
                <a:moveTo>
                  <a:pt x="39479" y="0"/>
                </a:moveTo>
                <a:lnTo>
                  <a:pt x="20714" y="0"/>
                </a:lnTo>
                <a:lnTo>
                  <a:pt x="18276" y="381"/>
                </a:lnTo>
                <a:lnTo>
                  <a:pt x="136" y="19591"/>
                </a:lnTo>
                <a:lnTo>
                  <a:pt x="83" y="19786"/>
                </a:lnTo>
                <a:lnTo>
                  <a:pt x="6370" y="29566"/>
                </a:lnTo>
                <a:lnTo>
                  <a:pt x="9443" y="29566"/>
                </a:lnTo>
                <a:lnTo>
                  <a:pt x="17792" y="19786"/>
                </a:lnTo>
                <a:lnTo>
                  <a:pt x="17603" y="19786"/>
                </a:lnTo>
                <a:lnTo>
                  <a:pt x="17758" y="19591"/>
                </a:lnTo>
                <a:lnTo>
                  <a:pt x="18014" y="19139"/>
                </a:lnTo>
                <a:lnTo>
                  <a:pt x="18486" y="18398"/>
                </a:lnTo>
                <a:lnTo>
                  <a:pt x="18702" y="18398"/>
                </a:lnTo>
                <a:lnTo>
                  <a:pt x="19553" y="17322"/>
                </a:lnTo>
                <a:lnTo>
                  <a:pt x="17821" y="17322"/>
                </a:lnTo>
                <a:lnTo>
                  <a:pt x="21654" y="14668"/>
                </a:lnTo>
                <a:lnTo>
                  <a:pt x="65263" y="14668"/>
                </a:lnTo>
                <a:lnTo>
                  <a:pt x="65225" y="11244"/>
                </a:lnTo>
                <a:lnTo>
                  <a:pt x="41934" y="381"/>
                </a:lnTo>
                <a:lnTo>
                  <a:pt x="42202" y="381"/>
                </a:lnTo>
                <a:lnTo>
                  <a:pt x="39479" y="0"/>
                </a:lnTo>
                <a:close/>
              </a:path>
              <a:path w="65404" h="29845">
                <a:moveTo>
                  <a:pt x="37282" y="15689"/>
                </a:moveTo>
                <a:lnTo>
                  <a:pt x="56214" y="21095"/>
                </a:lnTo>
                <a:lnTo>
                  <a:pt x="58865" y="21095"/>
                </a:lnTo>
                <a:lnTo>
                  <a:pt x="64877" y="16016"/>
                </a:lnTo>
                <a:lnTo>
                  <a:pt x="39621" y="16016"/>
                </a:lnTo>
                <a:lnTo>
                  <a:pt x="37282" y="15689"/>
                </a:lnTo>
                <a:close/>
              </a:path>
              <a:path w="65404" h="29845">
                <a:moveTo>
                  <a:pt x="18115" y="19139"/>
                </a:moveTo>
                <a:lnTo>
                  <a:pt x="17727" y="19591"/>
                </a:lnTo>
                <a:lnTo>
                  <a:pt x="17603" y="19786"/>
                </a:lnTo>
                <a:lnTo>
                  <a:pt x="17792" y="19786"/>
                </a:lnTo>
                <a:lnTo>
                  <a:pt x="18115" y="19139"/>
                </a:lnTo>
                <a:close/>
              </a:path>
              <a:path w="65404" h="29845">
                <a:moveTo>
                  <a:pt x="18702" y="18398"/>
                </a:moveTo>
                <a:lnTo>
                  <a:pt x="18486" y="18398"/>
                </a:lnTo>
                <a:lnTo>
                  <a:pt x="18115" y="19139"/>
                </a:lnTo>
                <a:lnTo>
                  <a:pt x="18702" y="18398"/>
                </a:lnTo>
                <a:close/>
              </a:path>
              <a:path w="65404" h="29845">
                <a:moveTo>
                  <a:pt x="21654" y="14668"/>
                </a:moveTo>
                <a:lnTo>
                  <a:pt x="17821" y="17322"/>
                </a:lnTo>
                <a:lnTo>
                  <a:pt x="20141" y="16579"/>
                </a:lnTo>
                <a:lnTo>
                  <a:pt x="21654" y="14668"/>
                </a:lnTo>
                <a:close/>
              </a:path>
              <a:path w="65404" h="29845">
                <a:moveTo>
                  <a:pt x="20141" y="16579"/>
                </a:moveTo>
                <a:lnTo>
                  <a:pt x="17821" y="17322"/>
                </a:lnTo>
                <a:lnTo>
                  <a:pt x="19553" y="17322"/>
                </a:lnTo>
                <a:lnTo>
                  <a:pt x="20141" y="16579"/>
                </a:lnTo>
                <a:close/>
              </a:path>
              <a:path w="65404" h="29845">
                <a:moveTo>
                  <a:pt x="65263" y="14668"/>
                </a:moveTo>
                <a:lnTo>
                  <a:pt x="21654" y="14668"/>
                </a:lnTo>
                <a:lnTo>
                  <a:pt x="20141" y="16579"/>
                </a:lnTo>
                <a:lnTo>
                  <a:pt x="21900" y="16016"/>
                </a:lnTo>
                <a:lnTo>
                  <a:pt x="20076" y="16016"/>
                </a:lnTo>
                <a:lnTo>
                  <a:pt x="22586" y="15689"/>
                </a:lnTo>
                <a:lnTo>
                  <a:pt x="64971" y="15689"/>
                </a:lnTo>
                <a:lnTo>
                  <a:pt x="65263" y="14668"/>
                </a:lnTo>
                <a:close/>
              </a:path>
              <a:path w="65404" h="29845">
                <a:moveTo>
                  <a:pt x="22922" y="15689"/>
                </a:moveTo>
                <a:lnTo>
                  <a:pt x="22586" y="15689"/>
                </a:lnTo>
                <a:lnTo>
                  <a:pt x="20076" y="16016"/>
                </a:lnTo>
                <a:lnTo>
                  <a:pt x="21900" y="16016"/>
                </a:lnTo>
                <a:lnTo>
                  <a:pt x="22922" y="15689"/>
                </a:lnTo>
                <a:close/>
              </a:path>
              <a:path w="65404" h="29845">
                <a:moveTo>
                  <a:pt x="37282" y="15689"/>
                </a:moveTo>
                <a:lnTo>
                  <a:pt x="22922" y="15689"/>
                </a:lnTo>
                <a:lnTo>
                  <a:pt x="21900" y="16016"/>
                </a:lnTo>
                <a:lnTo>
                  <a:pt x="38428" y="16016"/>
                </a:lnTo>
                <a:lnTo>
                  <a:pt x="37282" y="15689"/>
                </a:lnTo>
                <a:close/>
              </a:path>
              <a:path w="65404" h="29845">
                <a:moveTo>
                  <a:pt x="64971" y="15689"/>
                </a:moveTo>
                <a:lnTo>
                  <a:pt x="37282" y="15689"/>
                </a:lnTo>
                <a:lnTo>
                  <a:pt x="39621" y="16016"/>
                </a:lnTo>
                <a:lnTo>
                  <a:pt x="64877" y="16016"/>
                </a:lnTo>
                <a:lnTo>
                  <a:pt x="64971" y="1568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095547" y="7839086"/>
            <a:ext cx="91440" cy="29845"/>
          </a:xfrm>
          <a:custGeom>
            <a:avLst/>
            <a:gdLst/>
            <a:ahLst/>
            <a:cxnLst/>
            <a:rect l="l" t="t" r="r" b="b"/>
            <a:pathLst>
              <a:path w="91439" h="29845">
                <a:moveTo>
                  <a:pt x="66527" y="0"/>
                </a:moveTo>
                <a:lnTo>
                  <a:pt x="18573" y="0"/>
                </a:lnTo>
                <a:lnTo>
                  <a:pt x="17651" y="205"/>
                </a:lnTo>
                <a:lnTo>
                  <a:pt x="0" y="22294"/>
                </a:lnTo>
                <a:lnTo>
                  <a:pt x="476" y="24361"/>
                </a:lnTo>
                <a:lnTo>
                  <a:pt x="7754" y="29592"/>
                </a:lnTo>
                <a:lnTo>
                  <a:pt x="8657" y="29592"/>
                </a:lnTo>
                <a:lnTo>
                  <a:pt x="18897" y="19199"/>
                </a:lnTo>
                <a:lnTo>
                  <a:pt x="19076" y="18945"/>
                </a:lnTo>
                <a:lnTo>
                  <a:pt x="19737" y="18191"/>
                </a:lnTo>
                <a:lnTo>
                  <a:pt x="20644" y="17045"/>
                </a:lnTo>
                <a:lnTo>
                  <a:pt x="19475" y="17045"/>
                </a:lnTo>
                <a:lnTo>
                  <a:pt x="20943" y="15881"/>
                </a:lnTo>
                <a:lnTo>
                  <a:pt x="19970" y="15881"/>
                </a:lnTo>
                <a:lnTo>
                  <a:pt x="21325" y="15578"/>
                </a:lnTo>
                <a:lnTo>
                  <a:pt x="22617" y="14554"/>
                </a:lnTo>
                <a:lnTo>
                  <a:pt x="90992" y="14554"/>
                </a:lnTo>
                <a:lnTo>
                  <a:pt x="91034" y="11616"/>
                </a:lnTo>
                <a:lnTo>
                  <a:pt x="73991" y="1278"/>
                </a:lnTo>
                <a:lnTo>
                  <a:pt x="66527" y="0"/>
                </a:lnTo>
                <a:close/>
              </a:path>
              <a:path w="91439" h="29845">
                <a:moveTo>
                  <a:pt x="90828" y="15120"/>
                </a:moveTo>
                <a:lnTo>
                  <a:pt x="23376" y="15120"/>
                </a:lnTo>
                <a:lnTo>
                  <a:pt x="21760" y="15881"/>
                </a:lnTo>
                <a:lnTo>
                  <a:pt x="64492" y="15881"/>
                </a:lnTo>
                <a:lnTo>
                  <a:pt x="71287" y="17045"/>
                </a:lnTo>
                <a:lnTo>
                  <a:pt x="70905" y="17045"/>
                </a:lnTo>
                <a:lnTo>
                  <a:pt x="81764" y="21033"/>
                </a:lnTo>
                <a:lnTo>
                  <a:pt x="84114" y="21033"/>
                </a:lnTo>
                <a:lnTo>
                  <a:pt x="90707" y="15448"/>
                </a:lnTo>
                <a:lnTo>
                  <a:pt x="90828" y="15120"/>
                </a:lnTo>
                <a:close/>
              </a:path>
              <a:path w="91439" h="29845">
                <a:moveTo>
                  <a:pt x="21909" y="15448"/>
                </a:moveTo>
                <a:lnTo>
                  <a:pt x="21325" y="15578"/>
                </a:lnTo>
                <a:lnTo>
                  <a:pt x="19475" y="17045"/>
                </a:lnTo>
                <a:lnTo>
                  <a:pt x="19285" y="17045"/>
                </a:lnTo>
                <a:lnTo>
                  <a:pt x="21451" y="16026"/>
                </a:lnTo>
                <a:lnTo>
                  <a:pt x="21806" y="15578"/>
                </a:lnTo>
                <a:lnTo>
                  <a:pt x="21909" y="15448"/>
                </a:lnTo>
                <a:close/>
              </a:path>
              <a:path w="91439" h="29845">
                <a:moveTo>
                  <a:pt x="21451" y="16026"/>
                </a:moveTo>
                <a:lnTo>
                  <a:pt x="19285" y="17045"/>
                </a:lnTo>
                <a:lnTo>
                  <a:pt x="20644" y="17045"/>
                </a:lnTo>
                <a:lnTo>
                  <a:pt x="21451" y="16026"/>
                </a:lnTo>
                <a:close/>
              </a:path>
              <a:path w="91439" h="29845">
                <a:moveTo>
                  <a:pt x="23376" y="15120"/>
                </a:moveTo>
                <a:lnTo>
                  <a:pt x="21909" y="15448"/>
                </a:lnTo>
                <a:lnTo>
                  <a:pt x="21566" y="15881"/>
                </a:lnTo>
                <a:lnTo>
                  <a:pt x="21451" y="16026"/>
                </a:lnTo>
                <a:lnTo>
                  <a:pt x="23376" y="15120"/>
                </a:lnTo>
                <a:close/>
              </a:path>
              <a:path w="91439" h="29845">
                <a:moveTo>
                  <a:pt x="21325" y="15578"/>
                </a:moveTo>
                <a:lnTo>
                  <a:pt x="19970" y="15881"/>
                </a:lnTo>
                <a:lnTo>
                  <a:pt x="20943" y="15881"/>
                </a:lnTo>
                <a:lnTo>
                  <a:pt x="21325" y="15578"/>
                </a:lnTo>
                <a:close/>
              </a:path>
              <a:path w="91439" h="29845">
                <a:moveTo>
                  <a:pt x="22452" y="14762"/>
                </a:moveTo>
                <a:lnTo>
                  <a:pt x="21903" y="15120"/>
                </a:lnTo>
                <a:lnTo>
                  <a:pt x="21325" y="15578"/>
                </a:lnTo>
                <a:lnTo>
                  <a:pt x="21909" y="15448"/>
                </a:lnTo>
                <a:lnTo>
                  <a:pt x="22452" y="14762"/>
                </a:lnTo>
                <a:close/>
              </a:path>
              <a:path w="91439" h="29845">
                <a:moveTo>
                  <a:pt x="90992" y="14554"/>
                </a:moveTo>
                <a:lnTo>
                  <a:pt x="22617" y="14554"/>
                </a:lnTo>
                <a:lnTo>
                  <a:pt x="21909" y="15448"/>
                </a:lnTo>
                <a:lnTo>
                  <a:pt x="23376" y="15120"/>
                </a:lnTo>
                <a:lnTo>
                  <a:pt x="90828" y="15120"/>
                </a:lnTo>
                <a:lnTo>
                  <a:pt x="90959" y="14762"/>
                </a:lnTo>
                <a:lnTo>
                  <a:pt x="90992" y="1455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344603" y="7825328"/>
            <a:ext cx="132715" cy="31750"/>
          </a:xfrm>
          <a:custGeom>
            <a:avLst/>
            <a:gdLst/>
            <a:ahLst/>
            <a:cxnLst/>
            <a:rect l="l" t="t" r="r" b="b"/>
            <a:pathLst>
              <a:path w="132714" h="31750">
                <a:moveTo>
                  <a:pt x="125101" y="0"/>
                </a:moveTo>
                <a:lnTo>
                  <a:pt x="123498" y="0"/>
                </a:lnTo>
                <a:lnTo>
                  <a:pt x="89747" y="4325"/>
                </a:lnTo>
                <a:lnTo>
                  <a:pt x="88989" y="4325"/>
                </a:lnTo>
                <a:lnTo>
                  <a:pt x="68908" y="5132"/>
                </a:lnTo>
                <a:lnTo>
                  <a:pt x="56043" y="5984"/>
                </a:lnTo>
                <a:lnTo>
                  <a:pt x="34670" y="6846"/>
                </a:lnTo>
                <a:lnTo>
                  <a:pt x="20237" y="8028"/>
                </a:lnTo>
                <a:lnTo>
                  <a:pt x="21152" y="8028"/>
                </a:lnTo>
                <a:lnTo>
                  <a:pt x="19444" y="8418"/>
                </a:lnTo>
                <a:lnTo>
                  <a:pt x="0" y="24118"/>
                </a:lnTo>
                <a:lnTo>
                  <a:pt x="479" y="26184"/>
                </a:lnTo>
                <a:lnTo>
                  <a:pt x="7760" y="31408"/>
                </a:lnTo>
                <a:lnTo>
                  <a:pt x="8664" y="31408"/>
                </a:lnTo>
                <a:lnTo>
                  <a:pt x="10867" y="30897"/>
                </a:lnTo>
                <a:lnTo>
                  <a:pt x="11814" y="30469"/>
                </a:lnTo>
                <a:lnTo>
                  <a:pt x="17308" y="26548"/>
                </a:lnTo>
                <a:lnTo>
                  <a:pt x="16871" y="26548"/>
                </a:lnTo>
                <a:lnTo>
                  <a:pt x="18648" y="25590"/>
                </a:lnTo>
                <a:lnTo>
                  <a:pt x="19361" y="25590"/>
                </a:lnTo>
                <a:lnTo>
                  <a:pt x="23870" y="23855"/>
                </a:lnTo>
                <a:lnTo>
                  <a:pt x="22970" y="23855"/>
                </a:lnTo>
                <a:lnTo>
                  <a:pt x="25187" y="23348"/>
                </a:lnTo>
                <a:lnTo>
                  <a:pt x="29148" y="23348"/>
                </a:lnTo>
                <a:lnTo>
                  <a:pt x="35730" y="22809"/>
                </a:lnTo>
                <a:lnTo>
                  <a:pt x="57179" y="21945"/>
                </a:lnTo>
                <a:lnTo>
                  <a:pt x="69801" y="21103"/>
                </a:lnTo>
                <a:lnTo>
                  <a:pt x="91084" y="20250"/>
                </a:lnTo>
                <a:lnTo>
                  <a:pt x="91336" y="20250"/>
                </a:lnTo>
                <a:lnTo>
                  <a:pt x="126097" y="15791"/>
                </a:lnTo>
                <a:lnTo>
                  <a:pt x="132095" y="8028"/>
                </a:lnTo>
                <a:lnTo>
                  <a:pt x="131943" y="6846"/>
                </a:lnTo>
                <a:lnTo>
                  <a:pt x="131832" y="5984"/>
                </a:lnTo>
                <a:lnTo>
                  <a:pt x="127147" y="554"/>
                </a:lnTo>
                <a:lnTo>
                  <a:pt x="125101" y="0"/>
                </a:lnTo>
                <a:close/>
              </a:path>
              <a:path w="132714" h="31750">
                <a:moveTo>
                  <a:pt x="18648" y="25590"/>
                </a:moveTo>
                <a:lnTo>
                  <a:pt x="16871" y="26548"/>
                </a:lnTo>
                <a:lnTo>
                  <a:pt x="17817" y="26184"/>
                </a:lnTo>
                <a:lnTo>
                  <a:pt x="18648" y="25590"/>
                </a:lnTo>
                <a:close/>
              </a:path>
              <a:path w="132714" h="31750">
                <a:moveTo>
                  <a:pt x="17817" y="26184"/>
                </a:moveTo>
                <a:lnTo>
                  <a:pt x="16871" y="26548"/>
                </a:lnTo>
                <a:lnTo>
                  <a:pt x="17308" y="26548"/>
                </a:lnTo>
                <a:lnTo>
                  <a:pt x="17817" y="26184"/>
                </a:lnTo>
                <a:close/>
              </a:path>
              <a:path w="132714" h="31750">
                <a:moveTo>
                  <a:pt x="19361" y="25590"/>
                </a:moveTo>
                <a:lnTo>
                  <a:pt x="18648" y="25590"/>
                </a:lnTo>
                <a:lnTo>
                  <a:pt x="17817" y="26184"/>
                </a:lnTo>
                <a:lnTo>
                  <a:pt x="19361" y="25590"/>
                </a:lnTo>
                <a:close/>
              </a:path>
              <a:path w="132714" h="31750">
                <a:moveTo>
                  <a:pt x="25187" y="23348"/>
                </a:moveTo>
                <a:lnTo>
                  <a:pt x="22970" y="23855"/>
                </a:lnTo>
                <a:lnTo>
                  <a:pt x="23870" y="23855"/>
                </a:lnTo>
                <a:lnTo>
                  <a:pt x="25187" y="23348"/>
                </a:lnTo>
                <a:close/>
              </a:path>
              <a:path w="132714" h="31750">
                <a:moveTo>
                  <a:pt x="29148" y="23348"/>
                </a:moveTo>
                <a:lnTo>
                  <a:pt x="25187" y="23348"/>
                </a:lnTo>
                <a:lnTo>
                  <a:pt x="23870" y="23855"/>
                </a:lnTo>
                <a:lnTo>
                  <a:pt x="22970" y="23855"/>
                </a:lnTo>
                <a:lnTo>
                  <a:pt x="29148" y="2334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532364" y="7847527"/>
            <a:ext cx="132080" cy="27940"/>
          </a:xfrm>
          <a:custGeom>
            <a:avLst/>
            <a:gdLst/>
            <a:ahLst/>
            <a:cxnLst/>
            <a:rect l="l" t="t" r="r" b="b"/>
            <a:pathLst>
              <a:path w="132079" h="27940">
                <a:moveTo>
                  <a:pt x="54618" y="0"/>
                </a:moveTo>
                <a:lnTo>
                  <a:pt x="20450" y="0"/>
                </a:lnTo>
                <a:lnTo>
                  <a:pt x="19139" y="129"/>
                </a:lnTo>
                <a:lnTo>
                  <a:pt x="0" y="18502"/>
                </a:lnTo>
                <a:lnTo>
                  <a:pt x="54" y="21565"/>
                </a:lnTo>
                <a:lnTo>
                  <a:pt x="4907" y="27418"/>
                </a:lnTo>
                <a:lnTo>
                  <a:pt x="5074" y="27418"/>
                </a:lnTo>
                <a:lnTo>
                  <a:pt x="6736" y="27893"/>
                </a:lnTo>
                <a:lnTo>
                  <a:pt x="9394" y="27893"/>
                </a:lnTo>
                <a:lnTo>
                  <a:pt x="10870" y="27418"/>
                </a:lnTo>
                <a:lnTo>
                  <a:pt x="16500" y="18975"/>
                </a:lnTo>
                <a:lnTo>
                  <a:pt x="15836" y="18975"/>
                </a:lnTo>
                <a:lnTo>
                  <a:pt x="15995" y="18778"/>
                </a:lnTo>
                <a:lnTo>
                  <a:pt x="16081" y="18502"/>
                </a:lnTo>
                <a:lnTo>
                  <a:pt x="16703" y="17307"/>
                </a:lnTo>
                <a:lnTo>
                  <a:pt x="14812" y="17307"/>
                </a:lnTo>
                <a:lnTo>
                  <a:pt x="19460" y="14497"/>
                </a:lnTo>
                <a:lnTo>
                  <a:pt x="131654" y="14497"/>
                </a:lnTo>
                <a:lnTo>
                  <a:pt x="131431" y="13582"/>
                </a:lnTo>
                <a:lnTo>
                  <a:pt x="86759" y="2627"/>
                </a:lnTo>
                <a:lnTo>
                  <a:pt x="87022" y="2627"/>
                </a:lnTo>
                <a:lnTo>
                  <a:pt x="54618" y="0"/>
                </a:lnTo>
                <a:close/>
              </a:path>
              <a:path w="132079" h="27940">
                <a:moveTo>
                  <a:pt x="131940" y="15815"/>
                </a:moveTo>
                <a:lnTo>
                  <a:pt x="22276" y="15815"/>
                </a:lnTo>
                <a:lnTo>
                  <a:pt x="21501" y="15970"/>
                </a:lnTo>
                <a:lnTo>
                  <a:pt x="53638" y="15970"/>
                </a:lnTo>
                <a:lnTo>
                  <a:pt x="84883" y="18502"/>
                </a:lnTo>
                <a:lnTo>
                  <a:pt x="84741" y="18502"/>
                </a:lnTo>
                <a:lnTo>
                  <a:pt x="123730" y="24565"/>
                </a:lnTo>
                <a:lnTo>
                  <a:pt x="124592" y="24565"/>
                </a:lnTo>
                <a:lnTo>
                  <a:pt x="131817" y="17707"/>
                </a:lnTo>
                <a:lnTo>
                  <a:pt x="131940" y="15815"/>
                </a:lnTo>
                <a:close/>
              </a:path>
              <a:path w="132079" h="27940">
                <a:moveTo>
                  <a:pt x="16862" y="17707"/>
                </a:moveTo>
                <a:lnTo>
                  <a:pt x="16218" y="18502"/>
                </a:lnTo>
                <a:lnTo>
                  <a:pt x="15938" y="18778"/>
                </a:lnTo>
                <a:lnTo>
                  <a:pt x="15836" y="18975"/>
                </a:lnTo>
                <a:lnTo>
                  <a:pt x="16500" y="18975"/>
                </a:lnTo>
                <a:lnTo>
                  <a:pt x="16862" y="17707"/>
                </a:lnTo>
                <a:close/>
              </a:path>
              <a:path w="132079" h="27940">
                <a:moveTo>
                  <a:pt x="17310" y="16139"/>
                </a:moveTo>
                <a:lnTo>
                  <a:pt x="15938" y="18778"/>
                </a:lnTo>
                <a:lnTo>
                  <a:pt x="16218" y="18502"/>
                </a:lnTo>
                <a:lnTo>
                  <a:pt x="16862" y="17707"/>
                </a:lnTo>
                <a:lnTo>
                  <a:pt x="17310" y="16139"/>
                </a:lnTo>
                <a:close/>
              </a:path>
              <a:path w="132079" h="27940">
                <a:moveTo>
                  <a:pt x="18131" y="16139"/>
                </a:moveTo>
                <a:lnTo>
                  <a:pt x="17310" y="16139"/>
                </a:lnTo>
                <a:lnTo>
                  <a:pt x="17097" y="16885"/>
                </a:lnTo>
                <a:lnTo>
                  <a:pt x="16976" y="17307"/>
                </a:lnTo>
                <a:lnTo>
                  <a:pt x="16862" y="17707"/>
                </a:lnTo>
                <a:lnTo>
                  <a:pt x="18131" y="16139"/>
                </a:lnTo>
                <a:close/>
              </a:path>
              <a:path w="132079" h="27940">
                <a:moveTo>
                  <a:pt x="19460" y="14497"/>
                </a:moveTo>
                <a:lnTo>
                  <a:pt x="14812" y="17307"/>
                </a:lnTo>
                <a:lnTo>
                  <a:pt x="16922" y="16885"/>
                </a:lnTo>
                <a:lnTo>
                  <a:pt x="17310" y="16139"/>
                </a:lnTo>
                <a:lnTo>
                  <a:pt x="18131" y="16139"/>
                </a:lnTo>
                <a:lnTo>
                  <a:pt x="19460" y="14497"/>
                </a:lnTo>
                <a:close/>
              </a:path>
              <a:path w="132079" h="27940">
                <a:moveTo>
                  <a:pt x="16922" y="16885"/>
                </a:moveTo>
                <a:lnTo>
                  <a:pt x="14812" y="17307"/>
                </a:lnTo>
                <a:lnTo>
                  <a:pt x="16703" y="17307"/>
                </a:lnTo>
                <a:lnTo>
                  <a:pt x="16922" y="16885"/>
                </a:lnTo>
                <a:close/>
              </a:path>
              <a:path w="132079" h="27940">
                <a:moveTo>
                  <a:pt x="131654" y="14497"/>
                </a:moveTo>
                <a:lnTo>
                  <a:pt x="19460" y="14497"/>
                </a:lnTo>
                <a:lnTo>
                  <a:pt x="17527" y="16885"/>
                </a:lnTo>
                <a:lnTo>
                  <a:pt x="16922" y="16885"/>
                </a:lnTo>
                <a:lnTo>
                  <a:pt x="21501" y="15970"/>
                </a:lnTo>
                <a:lnTo>
                  <a:pt x="20707" y="15970"/>
                </a:lnTo>
                <a:lnTo>
                  <a:pt x="22276" y="15815"/>
                </a:lnTo>
                <a:lnTo>
                  <a:pt x="131940" y="15815"/>
                </a:lnTo>
                <a:lnTo>
                  <a:pt x="131933" y="15643"/>
                </a:lnTo>
                <a:lnTo>
                  <a:pt x="131654" y="14497"/>
                </a:lnTo>
                <a:close/>
              </a:path>
              <a:path w="132079" h="27940">
                <a:moveTo>
                  <a:pt x="22276" y="15815"/>
                </a:moveTo>
                <a:lnTo>
                  <a:pt x="20707" y="15970"/>
                </a:lnTo>
                <a:lnTo>
                  <a:pt x="21501" y="15970"/>
                </a:lnTo>
                <a:lnTo>
                  <a:pt x="22276" y="1581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975881" y="7815122"/>
            <a:ext cx="128905" cy="22860"/>
          </a:xfrm>
          <a:custGeom>
            <a:avLst/>
            <a:gdLst/>
            <a:ahLst/>
            <a:cxnLst/>
            <a:rect l="l" t="t" r="r" b="b"/>
            <a:pathLst>
              <a:path w="128904" h="22859">
                <a:moveTo>
                  <a:pt x="113931" y="1027"/>
                </a:moveTo>
                <a:lnTo>
                  <a:pt x="11982" y="1027"/>
                </a:lnTo>
                <a:lnTo>
                  <a:pt x="10838" y="1400"/>
                </a:lnTo>
                <a:lnTo>
                  <a:pt x="0" y="16310"/>
                </a:lnTo>
                <a:lnTo>
                  <a:pt x="695" y="18365"/>
                </a:lnTo>
                <a:lnTo>
                  <a:pt x="6370" y="22710"/>
                </a:lnTo>
                <a:lnTo>
                  <a:pt x="9444" y="22710"/>
                </a:lnTo>
                <a:lnTo>
                  <a:pt x="13622" y="18365"/>
                </a:lnTo>
                <a:lnTo>
                  <a:pt x="16781" y="14952"/>
                </a:lnTo>
                <a:lnTo>
                  <a:pt x="127727" y="14952"/>
                </a:lnTo>
                <a:lnTo>
                  <a:pt x="127814" y="14795"/>
                </a:lnTo>
                <a:lnTo>
                  <a:pt x="128329" y="13163"/>
                </a:lnTo>
                <a:lnTo>
                  <a:pt x="128383" y="9626"/>
                </a:lnTo>
                <a:lnTo>
                  <a:pt x="128092" y="8628"/>
                </a:lnTo>
                <a:lnTo>
                  <a:pt x="114814" y="1191"/>
                </a:lnTo>
                <a:lnTo>
                  <a:pt x="113931" y="1027"/>
                </a:lnTo>
                <a:close/>
              </a:path>
              <a:path w="128904" h="22859">
                <a:moveTo>
                  <a:pt x="126807" y="16310"/>
                </a:moveTo>
                <a:lnTo>
                  <a:pt x="109570" y="16310"/>
                </a:lnTo>
                <a:lnTo>
                  <a:pt x="119112" y="19320"/>
                </a:lnTo>
                <a:lnTo>
                  <a:pt x="122017" y="19320"/>
                </a:lnTo>
                <a:lnTo>
                  <a:pt x="123257" y="18959"/>
                </a:lnTo>
                <a:lnTo>
                  <a:pt x="125138" y="17981"/>
                </a:lnTo>
                <a:lnTo>
                  <a:pt x="125949" y="17331"/>
                </a:lnTo>
                <a:lnTo>
                  <a:pt x="126807" y="16310"/>
                </a:lnTo>
                <a:close/>
              </a:path>
              <a:path w="128904" h="22859">
                <a:moveTo>
                  <a:pt x="16781" y="14952"/>
                </a:moveTo>
                <a:lnTo>
                  <a:pt x="13622" y="18365"/>
                </a:lnTo>
                <a:lnTo>
                  <a:pt x="14165" y="17981"/>
                </a:lnTo>
                <a:lnTo>
                  <a:pt x="15740" y="17036"/>
                </a:lnTo>
                <a:lnTo>
                  <a:pt x="15857" y="16802"/>
                </a:lnTo>
                <a:lnTo>
                  <a:pt x="14558" y="16802"/>
                </a:lnTo>
                <a:lnTo>
                  <a:pt x="16063" y="16310"/>
                </a:lnTo>
                <a:lnTo>
                  <a:pt x="16276" y="15963"/>
                </a:lnTo>
                <a:lnTo>
                  <a:pt x="16781" y="14952"/>
                </a:lnTo>
                <a:close/>
              </a:path>
              <a:path w="128904" h="22859">
                <a:moveTo>
                  <a:pt x="15740" y="17036"/>
                </a:moveTo>
                <a:lnTo>
                  <a:pt x="13526" y="18365"/>
                </a:lnTo>
                <a:lnTo>
                  <a:pt x="15076" y="18365"/>
                </a:lnTo>
                <a:lnTo>
                  <a:pt x="15740" y="17036"/>
                </a:lnTo>
                <a:close/>
              </a:path>
              <a:path w="128904" h="22859">
                <a:moveTo>
                  <a:pt x="17954" y="15707"/>
                </a:moveTo>
                <a:lnTo>
                  <a:pt x="17124" y="15963"/>
                </a:lnTo>
                <a:lnTo>
                  <a:pt x="16103" y="16310"/>
                </a:lnTo>
                <a:lnTo>
                  <a:pt x="15857" y="16802"/>
                </a:lnTo>
                <a:lnTo>
                  <a:pt x="15740" y="17036"/>
                </a:lnTo>
                <a:lnTo>
                  <a:pt x="17954" y="15707"/>
                </a:lnTo>
                <a:close/>
              </a:path>
              <a:path w="128904" h="22859">
                <a:moveTo>
                  <a:pt x="16103" y="16310"/>
                </a:moveTo>
                <a:lnTo>
                  <a:pt x="14558" y="16802"/>
                </a:lnTo>
                <a:lnTo>
                  <a:pt x="15857" y="16802"/>
                </a:lnTo>
                <a:lnTo>
                  <a:pt x="16103" y="16310"/>
                </a:lnTo>
                <a:close/>
              </a:path>
              <a:path w="128904" h="22859">
                <a:moveTo>
                  <a:pt x="127313" y="15707"/>
                </a:moveTo>
                <a:lnTo>
                  <a:pt x="17954" y="15707"/>
                </a:lnTo>
                <a:lnTo>
                  <a:pt x="16130" y="16802"/>
                </a:lnTo>
                <a:lnTo>
                  <a:pt x="14407" y="16802"/>
                </a:lnTo>
                <a:lnTo>
                  <a:pt x="23620" y="15963"/>
                </a:lnTo>
                <a:lnTo>
                  <a:pt x="127098" y="15963"/>
                </a:lnTo>
                <a:lnTo>
                  <a:pt x="127313" y="15707"/>
                </a:lnTo>
                <a:close/>
              </a:path>
              <a:path w="128904" h="22859">
                <a:moveTo>
                  <a:pt x="127098" y="15963"/>
                </a:moveTo>
                <a:lnTo>
                  <a:pt x="98099" y="15963"/>
                </a:lnTo>
                <a:lnTo>
                  <a:pt x="111921" y="16802"/>
                </a:lnTo>
                <a:lnTo>
                  <a:pt x="109271" y="16310"/>
                </a:lnTo>
                <a:lnTo>
                  <a:pt x="126807" y="16310"/>
                </a:lnTo>
                <a:lnTo>
                  <a:pt x="127098" y="15963"/>
                </a:lnTo>
                <a:close/>
              </a:path>
              <a:path w="128904" h="22859">
                <a:moveTo>
                  <a:pt x="127727" y="14952"/>
                </a:moveTo>
                <a:lnTo>
                  <a:pt x="16781" y="14952"/>
                </a:lnTo>
                <a:lnTo>
                  <a:pt x="16103" y="16310"/>
                </a:lnTo>
                <a:lnTo>
                  <a:pt x="17910" y="15707"/>
                </a:lnTo>
                <a:lnTo>
                  <a:pt x="127313" y="15707"/>
                </a:lnTo>
                <a:lnTo>
                  <a:pt x="127727" y="14952"/>
                </a:lnTo>
                <a:close/>
              </a:path>
              <a:path w="128904" h="22859">
                <a:moveTo>
                  <a:pt x="99130" y="0"/>
                </a:moveTo>
                <a:lnTo>
                  <a:pt x="22550" y="0"/>
                </a:lnTo>
                <a:lnTo>
                  <a:pt x="11239" y="1027"/>
                </a:lnTo>
                <a:lnTo>
                  <a:pt x="116073" y="1027"/>
                </a:lnTo>
                <a:lnTo>
                  <a:pt x="9913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8" name="object 118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6297514" y="7278003"/>
            <a:ext cx="138235" cy="211975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2460496" y="8566340"/>
            <a:ext cx="135706" cy="263733"/>
          </a:xfrm>
          <a:prstGeom prst="rect">
            <a:avLst/>
          </a:prstGeom>
        </p:spPr>
      </p:pic>
      <p:pic>
        <p:nvPicPr>
          <p:cNvPr id="120" name="object 120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733776" y="8536251"/>
            <a:ext cx="2032944" cy="384456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327501" y="9328882"/>
            <a:ext cx="229932" cy="368307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3655878" y="9288251"/>
            <a:ext cx="348085" cy="419944"/>
          </a:xfrm>
          <a:prstGeom prst="rect">
            <a:avLst/>
          </a:prstGeom>
        </p:spPr>
      </p:pic>
      <p:sp>
        <p:nvSpPr>
          <p:cNvPr id="123" name="object 123"/>
          <p:cNvSpPr/>
          <p:nvPr/>
        </p:nvSpPr>
        <p:spPr>
          <a:xfrm>
            <a:off x="4213092" y="9448725"/>
            <a:ext cx="263525" cy="49530"/>
          </a:xfrm>
          <a:custGeom>
            <a:avLst/>
            <a:gdLst/>
            <a:ahLst/>
            <a:cxnLst/>
            <a:rect l="l" t="t" r="r" b="b"/>
            <a:pathLst>
              <a:path w="263525" h="49529">
                <a:moveTo>
                  <a:pt x="228150" y="0"/>
                </a:moveTo>
                <a:lnTo>
                  <a:pt x="226686" y="0"/>
                </a:lnTo>
                <a:lnTo>
                  <a:pt x="191609" y="1854"/>
                </a:lnTo>
                <a:lnTo>
                  <a:pt x="136244" y="7389"/>
                </a:lnTo>
                <a:lnTo>
                  <a:pt x="102736" y="10143"/>
                </a:lnTo>
                <a:lnTo>
                  <a:pt x="75714" y="11052"/>
                </a:lnTo>
                <a:lnTo>
                  <a:pt x="61934" y="11855"/>
                </a:lnTo>
                <a:lnTo>
                  <a:pt x="62900" y="11855"/>
                </a:lnTo>
                <a:lnTo>
                  <a:pt x="51254" y="13930"/>
                </a:lnTo>
                <a:lnTo>
                  <a:pt x="3395" y="34497"/>
                </a:lnTo>
                <a:lnTo>
                  <a:pt x="781" y="37446"/>
                </a:lnTo>
                <a:lnTo>
                  <a:pt x="670" y="37641"/>
                </a:lnTo>
                <a:lnTo>
                  <a:pt x="0" y="39652"/>
                </a:lnTo>
                <a:lnTo>
                  <a:pt x="19" y="42800"/>
                </a:lnTo>
                <a:lnTo>
                  <a:pt x="294" y="43803"/>
                </a:lnTo>
                <a:lnTo>
                  <a:pt x="6788" y="49227"/>
                </a:lnTo>
                <a:lnTo>
                  <a:pt x="8996" y="49227"/>
                </a:lnTo>
                <a:lnTo>
                  <a:pt x="10548" y="48802"/>
                </a:lnTo>
                <a:lnTo>
                  <a:pt x="33263" y="37446"/>
                </a:lnTo>
                <a:lnTo>
                  <a:pt x="43692" y="32918"/>
                </a:lnTo>
                <a:lnTo>
                  <a:pt x="43562" y="32918"/>
                </a:lnTo>
                <a:lnTo>
                  <a:pt x="43995" y="32787"/>
                </a:lnTo>
                <a:lnTo>
                  <a:pt x="44420" y="32603"/>
                </a:lnTo>
                <a:lnTo>
                  <a:pt x="44603" y="32603"/>
                </a:lnTo>
                <a:lnTo>
                  <a:pt x="54254" y="29678"/>
                </a:lnTo>
                <a:lnTo>
                  <a:pt x="54061" y="29678"/>
                </a:lnTo>
                <a:lnTo>
                  <a:pt x="54978" y="29459"/>
                </a:lnTo>
                <a:lnTo>
                  <a:pt x="55292" y="29459"/>
                </a:lnTo>
                <a:lnTo>
                  <a:pt x="65085" y="27714"/>
                </a:lnTo>
                <a:lnTo>
                  <a:pt x="64768" y="27714"/>
                </a:lnTo>
                <a:lnTo>
                  <a:pt x="76486" y="27031"/>
                </a:lnTo>
                <a:lnTo>
                  <a:pt x="104047" y="26086"/>
                </a:lnTo>
                <a:lnTo>
                  <a:pt x="137855" y="23306"/>
                </a:lnTo>
                <a:lnTo>
                  <a:pt x="191673" y="17924"/>
                </a:lnTo>
                <a:lnTo>
                  <a:pt x="190469" y="17924"/>
                </a:lnTo>
                <a:lnTo>
                  <a:pt x="227318" y="15985"/>
                </a:lnTo>
                <a:lnTo>
                  <a:pt x="262563" y="15985"/>
                </a:lnTo>
                <a:lnTo>
                  <a:pt x="261691" y="14344"/>
                </a:lnTo>
                <a:lnTo>
                  <a:pt x="236106" y="692"/>
                </a:lnTo>
                <a:lnTo>
                  <a:pt x="228150" y="0"/>
                </a:lnTo>
                <a:close/>
              </a:path>
              <a:path w="263525" h="49529">
                <a:moveTo>
                  <a:pt x="43995" y="32787"/>
                </a:moveTo>
                <a:lnTo>
                  <a:pt x="43562" y="32918"/>
                </a:lnTo>
                <a:lnTo>
                  <a:pt x="43692" y="32918"/>
                </a:lnTo>
                <a:lnTo>
                  <a:pt x="43995" y="32787"/>
                </a:lnTo>
                <a:close/>
              </a:path>
              <a:path w="263525" h="49529">
                <a:moveTo>
                  <a:pt x="44603" y="32603"/>
                </a:moveTo>
                <a:lnTo>
                  <a:pt x="44420" y="32603"/>
                </a:lnTo>
                <a:lnTo>
                  <a:pt x="43995" y="32787"/>
                </a:lnTo>
                <a:lnTo>
                  <a:pt x="44603" y="32603"/>
                </a:lnTo>
                <a:close/>
              </a:path>
              <a:path w="263525" h="49529">
                <a:moveTo>
                  <a:pt x="54978" y="29459"/>
                </a:moveTo>
                <a:lnTo>
                  <a:pt x="54061" y="29678"/>
                </a:lnTo>
                <a:lnTo>
                  <a:pt x="54254" y="29678"/>
                </a:lnTo>
                <a:lnTo>
                  <a:pt x="54978" y="29459"/>
                </a:lnTo>
                <a:close/>
              </a:path>
              <a:path w="263525" h="49529">
                <a:moveTo>
                  <a:pt x="55292" y="29459"/>
                </a:moveTo>
                <a:lnTo>
                  <a:pt x="54978" y="29459"/>
                </a:lnTo>
                <a:lnTo>
                  <a:pt x="54254" y="29678"/>
                </a:lnTo>
                <a:lnTo>
                  <a:pt x="54061" y="29678"/>
                </a:lnTo>
                <a:lnTo>
                  <a:pt x="55292" y="29459"/>
                </a:lnTo>
                <a:close/>
              </a:path>
              <a:path w="263525" h="49529">
                <a:moveTo>
                  <a:pt x="244798" y="20890"/>
                </a:moveTo>
                <a:lnTo>
                  <a:pt x="250865" y="25884"/>
                </a:lnTo>
                <a:lnTo>
                  <a:pt x="251782" y="26376"/>
                </a:lnTo>
                <a:lnTo>
                  <a:pt x="253930" y="27031"/>
                </a:lnTo>
                <a:lnTo>
                  <a:pt x="256502" y="27031"/>
                </a:lnTo>
                <a:lnTo>
                  <a:pt x="262808" y="21273"/>
                </a:lnTo>
                <a:lnTo>
                  <a:pt x="245525" y="21273"/>
                </a:lnTo>
                <a:lnTo>
                  <a:pt x="244798" y="20890"/>
                </a:lnTo>
                <a:close/>
              </a:path>
              <a:path w="263525" h="49529">
                <a:moveTo>
                  <a:pt x="244165" y="20369"/>
                </a:moveTo>
                <a:lnTo>
                  <a:pt x="244798" y="20890"/>
                </a:lnTo>
                <a:lnTo>
                  <a:pt x="245525" y="21273"/>
                </a:lnTo>
                <a:lnTo>
                  <a:pt x="244165" y="20369"/>
                </a:lnTo>
                <a:close/>
              </a:path>
              <a:path w="263525" h="49529">
                <a:moveTo>
                  <a:pt x="263084" y="20369"/>
                </a:moveTo>
                <a:lnTo>
                  <a:pt x="244165" y="20369"/>
                </a:lnTo>
                <a:lnTo>
                  <a:pt x="245525" y="21273"/>
                </a:lnTo>
                <a:lnTo>
                  <a:pt x="262808" y="21273"/>
                </a:lnTo>
                <a:lnTo>
                  <a:pt x="263084" y="20369"/>
                </a:lnTo>
                <a:close/>
              </a:path>
              <a:path w="263525" h="49529">
                <a:moveTo>
                  <a:pt x="239681" y="18197"/>
                </a:moveTo>
                <a:lnTo>
                  <a:pt x="244798" y="20890"/>
                </a:lnTo>
                <a:lnTo>
                  <a:pt x="244165" y="20369"/>
                </a:lnTo>
                <a:lnTo>
                  <a:pt x="263088" y="20369"/>
                </a:lnTo>
                <a:lnTo>
                  <a:pt x="263026" y="18426"/>
                </a:lnTo>
                <a:lnTo>
                  <a:pt x="240480" y="18426"/>
                </a:lnTo>
                <a:lnTo>
                  <a:pt x="239681" y="18197"/>
                </a:lnTo>
                <a:close/>
              </a:path>
              <a:path w="263525" h="49529">
                <a:moveTo>
                  <a:pt x="239228" y="17924"/>
                </a:moveTo>
                <a:lnTo>
                  <a:pt x="239681" y="18197"/>
                </a:lnTo>
                <a:lnTo>
                  <a:pt x="240480" y="18426"/>
                </a:lnTo>
                <a:lnTo>
                  <a:pt x="239228" y="17924"/>
                </a:lnTo>
                <a:close/>
              </a:path>
              <a:path w="263525" h="49529">
                <a:moveTo>
                  <a:pt x="263010" y="17924"/>
                </a:moveTo>
                <a:lnTo>
                  <a:pt x="239228" y="17924"/>
                </a:lnTo>
                <a:lnTo>
                  <a:pt x="240480" y="18426"/>
                </a:lnTo>
                <a:lnTo>
                  <a:pt x="263026" y="18426"/>
                </a:lnTo>
                <a:lnTo>
                  <a:pt x="263010" y="17924"/>
                </a:lnTo>
                <a:close/>
              </a:path>
              <a:path w="263525" h="49529">
                <a:moveTo>
                  <a:pt x="233216" y="16350"/>
                </a:moveTo>
                <a:lnTo>
                  <a:pt x="239681" y="18197"/>
                </a:lnTo>
                <a:lnTo>
                  <a:pt x="239162" y="17924"/>
                </a:lnTo>
                <a:lnTo>
                  <a:pt x="263010" y="17924"/>
                </a:lnTo>
                <a:lnTo>
                  <a:pt x="262987" y="17212"/>
                </a:lnTo>
                <a:lnTo>
                  <a:pt x="262811" y="16628"/>
                </a:lnTo>
                <a:lnTo>
                  <a:pt x="234721" y="16628"/>
                </a:lnTo>
                <a:lnTo>
                  <a:pt x="233216" y="16350"/>
                </a:lnTo>
                <a:close/>
              </a:path>
              <a:path w="263525" h="49529">
                <a:moveTo>
                  <a:pt x="262563" y="15985"/>
                </a:moveTo>
                <a:lnTo>
                  <a:pt x="227318" y="15985"/>
                </a:lnTo>
                <a:lnTo>
                  <a:pt x="234721" y="16628"/>
                </a:lnTo>
                <a:lnTo>
                  <a:pt x="234187" y="16628"/>
                </a:lnTo>
                <a:lnTo>
                  <a:pt x="233216" y="16350"/>
                </a:lnTo>
                <a:lnTo>
                  <a:pt x="262727" y="16350"/>
                </a:lnTo>
                <a:lnTo>
                  <a:pt x="262686" y="16215"/>
                </a:lnTo>
                <a:lnTo>
                  <a:pt x="262563" y="15985"/>
                </a:lnTo>
                <a:close/>
              </a:path>
              <a:path w="263525" h="49529">
                <a:moveTo>
                  <a:pt x="262727" y="16350"/>
                </a:moveTo>
                <a:lnTo>
                  <a:pt x="233216" y="16350"/>
                </a:lnTo>
                <a:lnTo>
                  <a:pt x="234721" y="16628"/>
                </a:lnTo>
                <a:lnTo>
                  <a:pt x="262811" y="16628"/>
                </a:lnTo>
                <a:lnTo>
                  <a:pt x="262727" y="1635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4220396" y="9566783"/>
            <a:ext cx="196850" cy="60325"/>
          </a:xfrm>
          <a:custGeom>
            <a:avLst/>
            <a:gdLst/>
            <a:ahLst/>
            <a:cxnLst/>
            <a:rect l="l" t="t" r="r" b="b"/>
            <a:pathLst>
              <a:path w="196850" h="60325">
                <a:moveTo>
                  <a:pt x="163495" y="0"/>
                </a:moveTo>
                <a:lnTo>
                  <a:pt x="162396" y="0"/>
                </a:lnTo>
                <a:lnTo>
                  <a:pt x="121262" y="1869"/>
                </a:lnTo>
                <a:lnTo>
                  <a:pt x="121554" y="1869"/>
                </a:lnTo>
                <a:lnTo>
                  <a:pt x="66936" y="7519"/>
                </a:lnTo>
                <a:lnTo>
                  <a:pt x="67294" y="7519"/>
                </a:lnTo>
                <a:lnTo>
                  <a:pt x="54150" y="10172"/>
                </a:lnTo>
                <a:lnTo>
                  <a:pt x="53004" y="10493"/>
                </a:lnTo>
                <a:lnTo>
                  <a:pt x="19415" y="29567"/>
                </a:lnTo>
                <a:lnTo>
                  <a:pt x="0" y="51197"/>
                </a:lnTo>
                <a:lnTo>
                  <a:pt x="0" y="53317"/>
                </a:lnTo>
                <a:lnTo>
                  <a:pt x="6936" y="60253"/>
                </a:lnTo>
                <a:lnTo>
                  <a:pt x="9056" y="60253"/>
                </a:lnTo>
                <a:lnTo>
                  <a:pt x="10077" y="60050"/>
                </a:lnTo>
                <a:lnTo>
                  <a:pt x="12035" y="59239"/>
                </a:lnTo>
                <a:lnTo>
                  <a:pt x="12900" y="58661"/>
                </a:lnTo>
                <a:lnTo>
                  <a:pt x="30256" y="41309"/>
                </a:lnTo>
                <a:lnTo>
                  <a:pt x="37735" y="35118"/>
                </a:lnTo>
                <a:lnTo>
                  <a:pt x="37537" y="35118"/>
                </a:lnTo>
                <a:lnTo>
                  <a:pt x="38157" y="34766"/>
                </a:lnTo>
                <a:lnTo>
                  <a:pt x="38713" y="34303"/>
                </a:lnTo>
                <a:lnTo>
                  <a:pt x="38974" y="34303"/>
                </a:lnTo>
                <a:lnTo>
                  <a:pt x="46925" y="29797"/>
                </a:lnTo>
                <a:lnTo>
                  <a:pt x="46697" y="29797"/>
                </a:lnTo>
                <a:lnTo>
                  <a:pt x="47914" y="29236"/>
                </a:lnTo>
                <a:lnTo>
                  <a:pt x="48242" y="29236"/>
                </a:lnTo>
                <a:lnTo>
                  <a:pt x="57572" y="25852"/>
                </a:lnTo>
                <a:lnTo>
                  <a:pt x="57313" y="25852"/>
                </a:lnTo>
                <a:lnTo>
                  <a:pt x="58459" y="25530"/>
                </a:lnTo>
                <a:lnTo>
                  <a:pt x="58908" y="25530"/>
                </a:lnTo>
                <a:lnTo>
                  <a:pt x="69885" y="23316"/>
                </a:lnTo>
                <a:lnTo>
                  <a:pt x="69700" y="23316"/>
                </a:lnTo>
                <a:lnTo>
                  <a:pt x="122159" y="17889"/>
                </a:lnTo>
                <a:lnTo>
                  <a:pt x="121119" y="17889"/>
                </a:lnTo>
                <a:lnTo>
                  <a:pt x="162877" y="15991"/>
                </a:lnTo>
                <a:lnTo>
                  <a:pt x="195531" y="15991"/>
                </a:lnTo>
                <a:lnTo>
                  <a:pt x="195917" y="15450"/>
                </a:lnTo>
                <a:lnTo>
                  <a:pt x="196228" y="14759"/>
                </a:lnTo>
                <a:lnTo>
                  <a:pt x="196344" y="14501"/>
                </a:lnTo>
                <a:lnTo>
                  <a:pt x="196822" y="12435"/>
                </a:lnTo>
                <a:lnTo>
                  <a:pt x="177332" y="922"/>
                </a:lnTo>
                <a:lnTo>
                  <a:pt x="163495" y="0"/>
                </a:lnTo>
                <a:close/>
              </a:path>
              <a:path w="196850" h="60325">
                <a:moveTo>
                  <a:pt x="38157" y="34766"/>
                </a:moveTo>
                <a:lnTo>
                  <a:pt x="37537" y="35118"/>
                </a:lnTo>
                <a:lnTo>
                  <a:pt x="37735" y="35118"/>
                </a:lnTo>
                <a:lnTo>
                  <a:pt x="38157" y="34766"/>
                </a:lnTo>
                <a:close/>
              </a:path>
              <a:path w="196850" h="60325">
                <a:moveTo>
                  <a:pt x="38974" y="34303"/>
                </a:moveTo>
                <a:lnTo>
                  <a:pt x="38713" y="34303"/>
                </a:lnTo>
                <a:lnTo>
                  <a:pt x="38157" y="34766"/>
                </a:lnTo>
                <a:lnTo>
                  <a:pt x="38974" y="34303"/>
                </a:lnTo>
                <a:close/>
              </a:path>
              <a:path w="196850" h="60325">
                <a:moveTo>
                  <a:pt x="47914" y="29236"/>
                </a:moveTo>
                <a:lnTo>
                  <a:pt x="46697" y="29797"/>
                </a:lnTo>
                <a:lnTo>
                  <a:pt x="47330" y="29567"/>
                </a:lnTo>
                <a:lnTo>
                  <a:pt x="47914" y="29236"/>
                </a:lnTo>
                <a:close/>
              </a:path>
              <a:path w="196850" h="60325">
                <a:moveTo>
                  <a:pt x="47330" y="29567"/>
                </a:moveTo>
                <a:lnTo>
                  <a:pt x="46697" y="29797"/>
                </a:lnTo>
                <a:lnTo>
                  <a:pt x="46925" y="29797"/>
                </a:lnTo>
                <a:lnTo>
                  <a:pt x="47330" y="29567"/>
                </a:lnTo>
                <a:close/>
              </a:path>
              <a:path w="196850" h="60325">
                <a:moveTo>
                  <a:pt x="48242" y="29236"/>
                </a:moveTo>
                <a:lnTo>
                  <a:pt x="47914" y="29236"/>
                </a:lnTo>
                <a:lnTo>
                  <a:pt x="47330" y="29567"/>
                </a:lnTo>
                <a:lnTo>
                  <a:pt x="48242" y="29236"/>
                </a:lnTo>
                <a:close/>
              </a:path>
              <a:path w="196850" h="60325">
                <a:moveTo>
                  <a:pt x="58459" y="25530"/>
                </a:moveTo>
                <a:lnTo>
                  <a:pt x="57313" y="25852"/>
                </a:lnTo>
                <a:lnTo>
                  <a:pt x="57572" y="25852"/>
                </a:lnTo>
                <a:lnTo>
                  <a:pt x="58459" y="25530"/>
                </a:lnTo>
                <a:close/>
              </a:path>
              <a:path w="196850" h="60325">
                <a:moveTo>
                  <a:pt x="58908" y="25530"/>
                </a:moveTo>
                <a:lnTo>
                  <a:pt x="58459" y="25530"/>
                </a:lnTo>
                <a:lnTo>
                  <a:pt x="57572" y="25852"/>
                </a:lnTo>
                <a:lnTo>
                  <a:pt x="57313" y="25852"/>
                </a:lnTo>
                <a:lnTo>
                  <a:pt x="58908" y="25530"/>
                </a:lnTo>
                <a:close/>
              </a:path>
              <a:path w="196850" h="60325">
                <a:moveTo>
                  <a:pt x="175002" y="16696"/>
                </a:moveTo>
                <a:lnTo>
                  <a:pt x="188163" y="19732"/>
                </a:lnTo>
                <a:lnTo>
                  <a:pt x="189066" y="19732"/>
                </a:lnTo>
                <a:lnTo>
                  <a:pt x="194894" y="16884"/>
                </a:lnTo>
                <a:lnTo>
                  <a:pt x="176268" y="16884"/>
                </a:lnTo>
                <a:lnTo>
                  <a:pt x="175002" y="16696"/>
                </a:lnTo>
                <a:close/>
              </a:path>
              <a:path w="196850" h="60325">
                <a:moveTo>
                  <a:pt x="195531" y="15991"/>
                </a:moveTo>
                <a:lnTo>
                  <a:pt x="162877" y="15991"/>
                </a:lnTo>
                <a:lnTo>
                  <a:pt x="176268" y="16884"/>
                </a:lnTo>
                <a:lnTo>
                  <a:pt x="175815" y="16884"/>
                </a:lnTo>
                <a:lnTo>
                  <a:pt x="175002" y="16696"/>
                </a:lnTo>
                <a:lnTo>
                  <a:pt x="195028" y="16696"/>
                </a:lnTo>
                <a:lnTo>
                  <a:pt x="195531" y="15991"/>
                </a:lnTo>
                <a:close/>
              </a:path>
              <a:path w="196850" h="60325">
                <a:moveTo>
                  <a:pt x="195028" y="16696"/>
                </a:moveTo>
                <a:lnTo>
                  <a:pt x="175002" y="16696"/>
                </a:lnTo>
                <a:lnTo>
                  <a:pt x="176268" y="16884"/>
                </a:lnTo>
                <a:lnTo>
                  <a:pt x="194894" y="16884"/>
                </a:lnTo>
                <a:lnTo>
                  <a:pt x="195028" y="1669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5" name="object 125"/>
          <p:cNvGrpSpPr/>
          <p:nvPr/>
        </p:nvGrpSpPr>
        <p:grpSpPr>
          <a:xfrm>
            <a:off x="4624279" y="9299479"/>
            <a:ext cx="685165" cy="426720"/>
            <a:chOff x="4624279" y="9299479"/>
            <a:chExt cx="685165" cy="426720"/>
          </a:xfrm>
        </p:grpSpPr>
        <p:sp>
          <p:nvSpPr>
            <p:cNvPr id="126" name="object 126"/>
            <p:cNvSpPr/>
            <p:nvPr/>
          </p:nvSpPr>
          <p:spPr>
            <a:xfrm>
              <a:off x="4624273" y="9299485"/>
              <a:ext cx="201295" cy="426720"/>
            </a:xfrm>
            <a:custGeom>
              <a:avLst/>
              <a:gdLst/>
              <a:ahLst/>
              <a:cxnLst/>
              <a:rect l="l" t="t" r="r" b="b"/>
              <a:pathLst>
                <a:path w="201295" h="426720">
                  <a:moveTo>
                    <a:pt x="153403" y="27698"/>
                  </a:moveTo>
                  <a:lnTo>
                    <a:pt x="153073" y="26885"/>
                  </a:lnTo>
                  <a:lnTo>
                    <a:pt x="150698" y="20942"/>
                  </a:lnTo>
                  <a:lnTo>
                    <a:pt x="149872" y="19392"/>
                  </a:lnTo>
                  <a:lnTo>
                    <a:pt x="149263" y="18503"/>
                  </a:lnTo>
                  <a:lnTo>
                    <a:pt x="148094" y="16776"/>
                  </a:lnTo>
                  <a:lnTo>
                    <a:pt x="147231" y="15519"/>
                  </a:lnTo>
                  <a:lnTo>
                    <a:pt x="126250" y="0"/>
                  </a:lnTo>
                  <a:lnTo>
                    <a:pt x="105156" y="825"/>
                  </a:lnTo>
                  <a:lnTo>
                    <a:pt x="77216" y="3289"/>
                  </a:lnTo>
                  <a:lnTo>
                    <a:pt x="77495" y="3289"/>
                  </a:lnTo>
                  <a:lnTo>
                    <a:pt x="48831" y="8064"/>
                  </a:lnTo>
                  <a:lnTo>
                    <a:pt x="47625" y="8369"/>
                  </a:lnTo>
                  <a:lnTo>
                    <a:pt x="23063" y="16548"/>
                  </a:lnTo>
                  <a:lnTo>
                    <a:pt x="23291" y="16548"/>
                  </a:lnTo>
                  <a:lnTo>
                    <a:pt x="21666" y="17373"/>
                  </a:lnTo>
                  <a:lnTo>
                    <a:pt x="0" y="50647"/>
                  </a:lnTo>
                  <a:lnTo>
                    <a:pt x="228" y="51663"/>
                  </a:lnTo>
                  <a:lnTo>
                    <a:pt x="6553" y="57404"/>
                  </a:lnTo>
                  <a:lnTo>
                    <a:pt x="9613" y="57404"/>
                  </a:lnTo>
                  <a:lnTo>
                    <a:pt x="18884" y="43256"/>
                  </a:lnTo>
                  <a:lnTo>
                    <a:pt x="19062" y="42799"/>
                  </a:lnTo>
                  <a:lnTo>
                    <a:pt x="18732" y="43256"/>
                  </a:lnTo>
                  <a:lnTo>
                    <a:pt x="19024" y="42799"/>
                  </a:lnTo>
                  <a:lnTo>
                    <a:pt x="19062" y="42608"/>
                  </a:lnTo>
                  <a:lnTo>
                    <a:pt x="19456" y="42113"/>
                  </a:lnTo>
                  <a:lnTo>
                    <a:pt x="19418" y="41910"/>
                  </a:lnTo>
                  <a:lnTo>
                    <a:pt x="19583" y="41910"/>
                  </a:lnTo>
                  <a:lnTo>
                    <a:pt x="31953" y="30454"/>
                  </a:lnTo>
                  <a:lnTo>
                    <a:pt x="51752" y="23850"/>
                  </a:lnTo>
                  <a:lnTo>
                    <a:pt x="51460" y="23850"/>
                  </a:lnTo>
                  <a:lnTo>
                    <a:pt x="52082" y="23749"/>
                  </a:lnTo>
                  <a:lnTo>
                    <a:pt x="53276" y="23533"/>
                  </a:lnTo>
                  <a:lnTo>
                    <a:pt x="79641" y="19138"/>
                  </a:lnTo>
                  <a:lnTo>
                    <a:pt x="106248" y="16776"/>
                  </a:lnTo>
                  <a:lnTo>
                    <a:pt x="125806" y="16027"/>
                  </a:lnTo>
                  <a:lnTo>
                    <a:pt x="127546" y="16433"/>
                  </a:lnTo>
                  <a:lnTo>
                    <a:pt x="128092" y="16548"/>
                  </a:lnTo>
                  <a:lnTo>
                    <a:pt x="127736" y="16548"/>
                  </a:lnTo>
                  <a:lnTo>
                    <a:pt x="127558" y="16433"/>
                  </a:lnTo>
                  <a:lnTo>
                    <a:pt x="129324" y="17678"/>
                  </a:lnTo>
                  <a:lnTo>
                    <a:pt x="128714" y="16776"/>
                  </a:lnTo>
                  <a:lnTo>
                    <a:pt x="128562" y="16548"/>
                  </a:lnTo>
                  <a:lnTo>
                    <a:pt x="128701" y="16700"/>
                  </a:lnTo>
                  <a:lnTo>
                    <a:pt x="129120" y="17373"/>
                  </a:lnTo>
                  <a:lnTo>
                    <a:pt x="129324" y="17678"/>
                  </a:lnTo>
                  <a:lnTo>
                    <a:pt x="136169" y="27698"/>
                  </a:lnTo>
                  <a:lnTo>
                    <a:pt x="136664" y="28422"/>
                  </a:lnTo>
                  <a:lnTo>
                    <a:pt x="136283" y="27698"/>
                  </a:lnTo>
                  <a:lnTo>
                    <a:pt x="153403" y="27698"/>
                  </a:lnTo>
                  <a:close/>
                </a:path>
                <a:path w="201295" h="426720">
                  <a:moveTo>
                    <a:pt x="200685" y="173494"/>
                  </a:moveTo>
                  <a:lnTo>
                    <a:pt x="200609" y="172466"/>
                  </a:lnTo>
                  <a:lnTo>
                    <a:pt x="200050" y="170421"/>
                  </a:lnTo>
                  <a:lnTo>
                    <a:pt x="199593" y="169481"/>
                  </a:lnTo>
                  <a:lnTo>
                    <a:pt x="198602" y="168211"/>
                  </a:lnTo>
                  <a:lnTo>
                    <a:pt x="198424" y="167982"/>
                  </a:lnTo>
                  <a:lnTo>
                    <a:pt x="193141" y="165544"/>
                  </a:lnTo>
                  <a:lnTo>
                    <a:pt x="191541" y="165544"/>
                  </a:lnTo>
                  <a:lnTo>
                    <a:pt x="182600" y="167982"/>
                  </a:lnTo>
                  <a:lnTo>
                    <a:pt x="166687" y="168744"/>
                  </a:lnTo>
                  <a:lnTo>
                    <a:pt x="156184" y="169354"/>
                  </a:lnTo>
                  <a:lnTo>
                    <a:pt x="158419" y="145389"/>
                  </a:lnTo>
                  <a:lnTo>
                    <a:pt x="162394" y="81711"/>
                  </a:lnTo>
                  <a:lnTo>
                    <a:pt x="162394" y="80721"/>
                  </a:lnTo>
                  <a:lnTo>
                    <a:pt x="160934" y="57404"/>
                  </a:lnTo>
                  <a:lnTo>
                    <a:pt x="160832" y="55651"/>
                  </a:lnTo>
                  <a:lnTo>
                    <a:pt x="160807" y="55245"/>
                  </a:lnTo>
                  <a:lnTo>
                    <a:pt x="160705" y="54444"/>
                  </a:lnTo>
                  <a:lnTo>
                    <a:pt x="160667" y="54178"/>
                  </a:lnTo>
                  <a:lnTo>
                    <a:pt x="158483" y="43256"/>
                  </a:lnTo>
                  <a:lnTo>
                    <a:pt x="158394" y="42799"/>
                  </a:lnTo>
                  <a:lnTo>
                    <a:pt x="158356" y="42608"/>
                  </a:lnTo>
                  <a:lnTo>
                    <a:pt x="158254" y="42113"/>
                  </a:lnTo>
                  <a:lnTo>
                    <a:pt x="158216" y="41910"/>
                  </a:lnTo>
                  <a:lnTo>
                    <a:pt x="158115" y="41402"/>
                  </a:lnTo>
                  <a:lnTo>
                    <a:pt x="157480" y="38265"/>
                  </a:lnTo>
                  <a:lnTo>
                    <a:pt x="157060" y="36855"/>
                  </a:lnTo>
                  <a:lnTo>
                    <a:pt x="153695" y="28422"/>
                  </a:lnTo>
                  <a:lnTo>
                    <a:pt x="136664" y="28422"/>
                  </a:lnTo>
                  <a:lnTo>
                    <a:pt x="136461" y="28422"/>
                  </a:lnTo>
                  <a:lnTo>
                    <a:pt x="141859" y="41910"/>
                  </a:lnTo>
                  <a:lnTo>
                    <a:pt x="141795" y="41402"/>
                  </a:lnTo>
                  <a:lnTo>
                    <a:pt x="142138" y="42608"/>
                  </a:lnTo>
                  <a:lnTo>
                    <a:pt x="142163" y="43256"/>
                  </a:lnTo>
                  <a:lnTo>
                    <a:pt x="144564" y="55245"/>
                  </a:lnTo>
                  <a:lnTo>
                    <a:pt x="144653" y="55651"/>
                  </a:lnTo>
                  <a:lnTo>
                    <a:pt x="144703" y="55905"/>
                  </a:lnTo>
                  <a:lnTo>
                    <a:pt x="144843" y="56261"/>
                  </a:lnTo>
                  <a:lnTo>
                    <a:pt x="146431" y="80721"/>
                  </a:lnTo>
                  <a:lnTo>
                    <a:pt x="142468" y="144145"/>
                  </a:lnTo>
                  <a:lnTo>
                    <a:pt x="140042" y="170294"/>
                  </a:lnTo>
                  <a:lnTo>
                    <a:pt x="124015" y="171208"/>
                  </a:lnTo>
                  <a:lnTo>
                    <a:pt x="124587" y="171208"/>
                  </a:lnTo>
                  <a:lnTo>
                    <a:pt x="63919" y="180784"/>
                  </a:lnTo>
                  <a:lnTo>
                    <a:pt x="30213" y="206844"/>
                  </a:lnTo>
                  <a:lnTo>
                    <a:pt x="28625" y="210693"/>
                  </a:lnTo>
                  <a:lnTo>
                    <a:pt x="28625" y="212813"/>
                  </a:lnTo>
                  <a:lnTo>
                    <a:pt x="35560" y="219748"/>
                  </a:lnTo>
                  <a:lnTo>
                    <a:pt x="37680" y="219748"/>
                  </a:lnTo>
                  <a:lnTo>
                    <a:pt x="38696" y="219544"/>
                  </a:lnTo>
                  <a:lnTo>
                    <a:pt x="40665" y="218732"/>
                  </a:lnTo>
                  <a:lnTo>
                    <a:pt x="41529" y="218147"/>
                  </a:lnTo>
                  <a:lnTo>
                    <a:pt x="53416" y="206260"/>
                  </a:lnTo>
                  <a:lnTo>
                    <a:pt x="61493" y="199351"/>
                  </a:lnTo>
                  <a:lnTo>
                    <a:pt x="126441" y="187096"/>
                  </a:lnTo>
                  <a:lnTo>
                    <a:pt x="138544" y="186423"/>
                  </a:lnTo>
                  <a:lnTo>
                    <a:pt x="138163" y="190601"/>
                  </a:lnTo>
                  <a:lnTo>
                    <a:pt x="133134" y="222516"/>
                  </a:lnTo>
                  <a:lnTo>
                    <a:pt x="121234" y="269316"/>
                  </a:lnTo>
                  <a:lnTo>
                    <a:pt x="108470" y="313232"/>
                  </a:lnTo>
                  <a:lnTo>
                    <a:pt x="100507" y="344271"/>
                  </a:lnTo>
                  <a:lnTo>
                    <a:pt x="100380" y="344817"/>
                  </a:lnTo>
                  <a:lnTo>
                    <a:pt x="95719" y="370205"/>
                  </a:lnTo>
                  <a:lnTo>
                    <a:pt x="95719" y="410997"/>
                  </a:lnTo>
                  <a:lnTo>
                    <a:pt x="95402" y="410629"/>
                  </a:lnTo>
                  <a:lnTo>
                    <a:pt x="94678" y="410171"/>
                  </a:lnTo>
                  <a:lnTo>
                    <a:pt x="95199" y="410629"/>
                  </a:lnTo>
                  <a:lnTo>
                    <a:pt x="94615" y="410171"/>
                  </a:lnTo>
                  <a:lnTo>
                    <a:pt x="95465" y="410629"/>
                  </a:lnTo>
                  <a:lnTo>
                    <a:pt x="95719" y="410997"/>
                  </a:lnTo>
                  <a:lnTo>
                    <a:pt x="95719" y="370205"/>
                  </a:lnTo>
                  <a:lnTo>
                    <a:pt x="93268" y="383540"/>
                  </a:lnTo>
                  <a:lnTo>
                    <a:pt x="88811" y="403872"/>
                  </a:lnTo>
                  <a:lnTo>
                    <a:pt x="87769" y="402793"/>
                  </a:lnTo>
                  <a:lnTo>
                    <a:pt x="86918" y="402209"/>
                  </a:lnTo>
                  <a:lnTo>
                    <a:pt x="84963" y="401370"/>
                  </a:lnTo>
                  <a:lnTo>
                    <a:pt x="83947" y="401154"/>
                  </a:lnTo>
                  <a:lnTo>
                    <a:pt x="81673" y="401154"/>
                  </a:lnTo>
                  <a:lnTo>
                    <a:pt x="80518" y="401370"/>
                  </a:lnTo>
                  <a:lnTo>
                    <a:pt x="80670" y="401370"/>
                  </a:lnTo>
                  <a:lnTo>
                    <a:pt x="78676" y="402209"/>
                  </a:lnTo>
                  <a:lnTo>
                    <a:pt x="74803" y="407974"/>
                  </a:lnTo>
                  <a:lnTo>
                    <a:pt x="74879" y="410629"/>
                  </a:lnTo>
                  <a:lnTo>
                    <a:pt x="91224" y="426148"/>
                  </a:lnTo>
                  <a:lnTo>
                    <a:pt x="94030" y="426148"/>
                  </a:lnTo>
                  <a:lnTo>
                    <a:pt x="102489" y="416179"/>
                  </a:lnTo>
                  <a:lnTo>
                    <a:pt x="103555" y="411340"/>
                  </a:lnTo>
                  <a:lnTo>
                    <a:pt x="108953" y="386702"/>
                  </a:lnTo>
                  <a:lnTo>
                    <a:pt x="116014" y="348246"/>
                  </a:lnTo>
                  <a:lnTo>
                    <a:pt x="116116" y="347700"/>
                  </a:lnTo>
                  <a:lnTo>
                    <a:pt x="116878" y="344817"/>
                  </a:lnTo>
                  <a:lnTo>
                    <a:pt x="123901" y="317449"/>
                  </a:lnTo>
                  <a:lnTo>
                    <a:pt x="136702" y="273418"/>
                  </a:lnTo>
                  <a:lnTo>
                    <a:pt x="148640" y="226453"/>
                  </a:lnTo>
                  <a:lnTo>
                    <a:pt x="154673" y="185547"/>
                  </a:lnTo>
                  <a:lnTo>
                    <a:pt x="184251" y="183921"/>
                  </a:lnTo>
                  <a:lnTo>
                    <a:pt x="199961" y="176809"/>
                  </a:lnTo>
                  <a:lnTo>
                    <a:pt x="200088" y="176593"/>
                  </a:lnTo>
                  <a:lnTo>
                    <a:pt x="200418" y="175602"/>
                  </a:lnTo>
                  <a:lnTo>
                    <a:pt x="200685" y="173494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850383" y="9329085"/>
              <a:ext cx="458554" cy="277632"/>
            </a:xfrm>
            <a:prstGeom prst="rect">
              <a:avLst/>
            </a:prstGeom>
          </p:spPr>
        </p:pic>
      </p:grpSp>
      <p:sp>
        <p:nvSpPr>
          <p:cNvPr id="128" name="object 128"/>
          <p:cNvSpPr/>
          <p:nvPr/>
        </p:nvSpPr>
        <p:spPr>
          <a:xfrm>
            <a:off x="4912880" y="8665057"/>
            <a:ext cx="196850" cy="125095"/>
          </a:xfrm>
          <a:custGeom>
            <a:avLst/>
            <a:gdLst/>
            <a:ahLst/>
            <a:cxnLst/>
            <a:rect l="l" t="t" r="r" b="b"/>
            <a:pathLst>
              <a:path w="196850" h="125095">
                <a:moveTo>
                  <a:pt x="156578" y="6858"/>
                </a:moveTo>
                <a:lnTo>
                  <a:pt x="130187" y="0"/>
                </a:lnTo>
                <a:lnTo>
                  <a:pt x="129095" y="0"/>
                </a:lnTo>
                <a:lnTo>
                  <a:pt x="106934" y="1384"/>
                </a:lnTo>
                <a:lnTo>
                  <a:pt x="79730" y="4102"/>
                </a:lnTo>
                <a:lnTo>
                  <a:pt x="47371" y="6858"/>
                </a:lnTo>
                <a:lnTo>
                  <a:pt x="46901" y="6858"/>
                </a:lnTo>
                <a:lnTo>
                  <a:pt x="30911" y="7505"/>
                </a:lnTo>
                <a:lnTo>
                  <a:pt x="0" y="28663"/>
                </a:lnTo>
                <a:lnTo>
                  <a:pt x="0" y="30213"/>
                </a:lnTo>
                <a:lnTo>
                  <a:pt x="8013" y="37223"/>
                </a:lnTo>
                <a:lnTo>
                  <a:pt x="8801" y="37223"/>
                </a:lnTo>
                <a:lnTo>
                  <a:pt x="11049" y="36614"/>
                </a:lnTo>
                <a:lnTo>
                  <a:pt x="12039" y="36144"/>
                </a:lnTo>
                <a:lnTo>
                  <a:pt x="21755" y="28663"/>
                </a:lnTo>
                <a:lnTo>
                  <a:pt x="24307" y="27063"/>
                </a:lnTo>
                <a:lnTo>
                  <a:pt x="27673" y="24917"/>
                </a:lnTo>
                <a:lnTo>
                  <a:pt x="28181" y="24599"/>
                </a:lnTo>
                <a:lnTo>
                  <a:pt x="30619" y="23939"/>
                </a:lnTo>
                <a:lnTo>
                  <a:pt x="32308" y="23482"/>
                </a:lnTo>
                <a:lnTo>
                  <a:pt x="31546" y="23482"/>
                </a:lnTo>
                <a:lnTo>
                  <a:pt x="32435" y="23456"/>
                </a:lnTo>
                <a:lnTo>
                  <a:pt x="38227" y="23215"/>
                </a:lnTo>
                <a:lnTo>
                  <a:pt x="48983" y="22783"/>
                </a:lnTo>
                <a:lnTo>
                  <a:pt x="81203" y="20040"/>
                </a:lnTo>
                <a:lnTo>
                  <a:pt x="108280" y="17322"/>
                </a:lnTo>
                <a:lnTo>
                  <a:pt x="129705" y="15989"/>
                </a:lnTo>
                <a:lnTo>
                  <a:pt x="149491" y="16687"/>
                </a:lnTo>
                <a:lnTo>
                  <a:pt x="150520" y="16522"/>
                </a:lnTo>
                <a:lnTo>
                  <a:pt x="151955" y="15989"/>
                </a:lnTo>
                <a:lnTo>
                  <a:pt x="156565" y="10452"/>
                </a:lnTo>
                <a:lnTo>
                  <a:pt x="156578" y="6858"/>
                </a:lnTo>
                <a:close/>
              </a:path>
              <a:path w="196850" h="125095">
                <a:moveTo>
                  <a:pt x="196342" y="73228"/>
                </a:moveTo>
                <a:lnTo>
                  <a:pt x="189445" y="66243"/>
                </a:lnTo>
                <a:lnTo>
                  <a:pt x="187248" y="66243"/>
                </a:lnTo>
                <a:lnTo>
                  <a:pt x="186232" y="66459"/>
                </a:lnTo>
                <a:lnTo>
                  <a:pt x="167449" y="74117"/>
                </a:lnTo>
                <a:lnTo>
                  <a:pt x="153657" y="77381"/>
                </a:lnTo>
                <a:lnTo>
                  <a:pt x="108254" y="88404"/>
                </a:lnTo>
                <a:lnTo>
                  <a:pt x="44411" y="106946"/>
                </a:lnTo>
                <a:lnTo>
                  <a:pt x="32867" y="118110"/>
                </a:lnTo>
                <a:lnTo>
                  <a:pt x="33540" y="120116"/>
                </a:lnTo>
                <a:lnTo>
                  <a:pt x="39243" y="124510"/>
                </a:lnTo>
                <a:lnTo>
                  <a:pt x="42316" y="124510"/>
                </a:lnTo>
                <a:lnTo>
                  <a:pt x="49212" y="122212"/>
                </a:lnTo>
                <a:lnTo>
                  <a:pt x="112560" y="103809"/>
                </a:lnTo>
                <a:lnTo>
                  <a:pt x="139750" y="96431"/>
                </a:lnTo>
                <a:lnTo>
                  <a:pt x="157403" y="92951"/>
                </a:lnTo>
                <a:lnTo>
                  <a:pt x="171742" y="89535"/>
                </a:lnTo>
                <a:lnTo>
                  <a:pt x="196329" y="75349"/>
                </a:lnTo>
                <a:lnTo>
                  <a:pt x="196329" y="74345"/>
                </a:lnTo>
                <a:lnTo>
                  <a:pt x="196329" y="73964"/>
                </a:lnTo>
                <a:lnTo>
                  <a:pt x="196342" y="7322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9" name="object 129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5217538" y="8516153"/>
            <a:ext cx="589058" cy="359533"/>
          </a:xfrm>
          <a:prstGeom prst="rect">
            <a:avLst/>
          </a:prstGeom>
        </p:spPr>
      </p:pic>
      <p:sp>
        <p:nvSpPr>
          <p:cNvPr id="130" name="object 130"/>
          <p:cNvSpPr/>
          <p:nvPr/>
        </p:nvSpPr>
        <p:spPr>
          <a:xfrm>
            <a:off x="3232603" y="10375391"/>
            <a:ext cx="212090" cy="31115"/>
          </a:xfrm>
          <a:custGeom>
            <a:avLst/>
            <a:gdLst/>
            <a:ahLst/>
            <a:cxnLst/>
            <a:rect l="l" t="t" r="r" b="b"/>
            <a:pathLst>
              <a:path w="212089" h="31115">
                <a:moveTo>
                  <a:pt x="204581" y="0"/>
                </a:moveTo>
                <a:lnTo>
                  <a:pt x="203524" y="0"/>
                </a:lnTo>
                <a:lnTo>
                  <a:pt x="180466" y="4509"/>
                </a:lnTo>
                <a:lnTo>
                  <a:pt x="179014" y="4509"/>
                </a:lnTo>
                <a:lnTo>
                  <a:pt x="161954" y="5725"/>
                </a:lnTo>
                <a:lnTo>
                  <a:pt x="125244" y="7609"/>
                </a:lnTo>
                <a:lnTo>
                  <a:pt x="84714" y="10437"/>
                </a:lnTo>
                <a:lnTo>
                  <a:pt x="21774" y="11908"/>
                </a:lnTo>
                <a:lnTo>
                  <a:pt x="23605" y="11908"/>
                </a:lnTo>
                <a:lnTo>
                  <a:pt x="12982" y="13391"/>
                </a:lnTo>
                <a:lnTo>
                  <a:pt x="13149" y="13391"/>
                </a:lnTo>
                <a:lnTo>
                  <a:pt x="12379" y="13553"/>
                </a:lnTo>
                <a:lnTo>
                  <a:pt x="4763" y="15731"/>
                </a:lnTo>
                <a:lnTo>
                  <a:pt x="0" y="24306"/>
                </a:lnTo>
                <a:lnTo>
                  <a:pt x="608" y="26395"/>
                </a:lnTo>
                <a:lnTo>
                  <a:pt x="5601" y="30820"/>
                </a:lnTo>
                <a:lnTo>
                  <a:pt x="4881" y="30820"/>
                </a:lnTo>
                <a:lnTo>
                  <a:pt x="7356" y="31109"/>
                </a:lnTo>
                <a:lnTo>
                  <a:pt x="9156" y="31109"/>
                </a:lnTo>
                <a:lnTo>
                  <a:pt x="15966" y="29165"/>
                </a:lnTo>
                <a:lnTo>
                  <a:pt x="15683" y="29165"/>
                </a:lnTo>
                <a:lnTo>
                  <a:pt x="16775" y="28934"/>
                </a:lnTo>
                <a:lnTo>
                  <a:pt x="17338" y="28934"/>
                </a:lnTo>
                <a:lnTo>
                  <a:pt x="25288" y="27825"/>
                </a:lnTo>
                <a:lnTo>
                  <a:pt x="24930" y="27825"/>
                </a:lnTo>
                <a:lnTo>
                  <a:pt x="85827" y="26395"/>
                </a:lnTo>
                <a:lnTo>
                  <a:pt x="126234" y="23576"/>
                </a:lnTo>
                <a:lnTo>
                  <a:pt x="163132" y="21681"/>
                </a:lnTo>
                <a:lnTo>
                  <a:pt x="182926" y="20267"/>
                </a:lnTo>
                <a:lnTo>
                  <a:pt x="183238" y="20267"/>
                </a:lnTo>
                <a:lnTo>
                  <a:pt x="206409" y="15731"/>
                </a:lnTo>
                <a:lnTo>
                  <a:pt x="212087" y="7609"/>
                </a:lnTo>
                <a:lnTo>
                  <a:pt x="211729" y="5725"/>
                </a:lnTo>
                <a:lnTo>
                  <a:pt x="206659" y="420"/>
                </a:lnTo>
                <a:lnTo>
                  <a:pt x="204581" y="0"/>
                </a:lnTo>
                <a:close/>
              </a:path>
              <a:path w="212089" h="31115">
                <a:moveTo>
                  <a:pt x="16775" y="28934"/>
                </a:moveTo>
                <a:lnTo>
                  <a:pt x="15683" y="29165"/>
                </a:lnTo>
                <a:lnTo>
                  <a:pt x="15966" y="29165"/>
                </a:lnTo>
                <a:lnTo>
                  <a:pt x="16775" y="28934"/>
                </a:lnTo>
                <a:close/>
              </a:path>
              <a:path w="212089" h="31115">
                <a:moveTo>
                  <a:pt x="17338" y="28934"/>
                </a:moveTo>
                <a:lnTo>
                  <a:pt x="16775" y="28934"/>
                </a:lnTo>
                <a:lnTo>
                  <a:pt x="15966" y="29165"/>
                </a:lnTo>
                <a:lnTo>
                  <a:pt x="15683" y="29165"/>
                </a:lnTo>
                <a:lnTo>
                  <a:pt x="17338" y="2893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717088" y="10358649"/>
            <a:ext cx="236854" cy="23495"/>
          </a:xfrm>
          <a:custGeom>
            <a:avLst/>
            <a:gdLst/>
            <a:ahLst/>
            <a:cxnLst/>
            <a:rect l="l" t="t" r="r" b="b"/>
            <a:pathLst>
              <a:path w="236854" h="23495">
                <a:moveTo>
                  <a:pt x="9707" y="0"/>
                </a:moveTo>
                <a:lnTo>
                  <a:pt x="6013" y="0"/>
                </a:lnTo>
                <a:lnTo>
                  <a:pt x="5024" y="318"/>
                </a:lnTo>
                <a:lnTo>
                  <a:pt x="0" y="6645"/>
                </a:lnTo>
                <a:lnTo>
                  <a:pt x="46" y="8843"/>
                </a:lnTo>
                <a:lnTo>
                  <a:pt x="24227" y="19592"/>
                </a:lnTo>
                <a:lnTo>
                  <a:pt x="192307" y="19592"/>
                </a:lnTo>
                <a:lnTo>
                  <a:pt x="227838" y="23332"/>
                </a:lnTo>
                <a:lnTo>
                  <a:pt x="229796" y="23332"/>
                </a:lnTo>
                <a:lnTo>
                  <a:pt x="231829" y="22730"/>
                </a:lnTo>
                <a:lnTo>
                  <a:pt x="236512" y="14110"/>
                </a:lnTo>
                <a:lnTo>
                  <a:pt x="235910" y="12077"/>
                </a:lnTo>
                <a:lnTo>
                  <a:pt x="194373" y="3724"/>
                </a:lnTo>
                <a:lnTo>
                  <a:pt x="26376" y="3724"/>
                </a:lnTo>
                <a:lnTo>
                  <a:pt x="17008" y="2020"/>
                </a:lnTo>
                <a:lnTo>
                  <a:pt x="16785" y="2020"/>
                </a:lnTo>
                <a:lnTo>
                  <a:pt x="970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4254271" y="10339624"/>
            <a:ext cx="250190" cy="29845"/>
          </a:xfrm>
          <a:custGeom>
            <a:avLst/>
            <a:gdLst/>
            <a:ahLst/>
            <a:cxnLst/>
            <a:rect l="l" t="t" r="r" b="b"/>
            <a:pathLst>
              <a:path w="250189" h="29845">
                <a:moveTo>
                  <a:pt x="242886" y="0"/>
                </a:moveTo>
                <a:lnTo>
                  <a:pt x="20310" y="0"/>
                </a:lnTo>
                <a:lnTo>
                  <a:pt x="17555" y="491"/>
                </a:lnTo>
                <a:lnTo>
                  <a:pt x="0" y="21235"/>
                </a:lnTo>
                <a:lnTo>
                  <a:pt x="72" y="22273"/>
                </a:lnTo>
                <a:lnTo>
                  <a:pt x="8110" y="29258"/>
                </a:lnTo>
                <a:lnTo>
                  <a:pt x="8881" y="29258"/>
                </a:lnTo>
                <a:lnTo>
                  <a:pt x="18780" y="18563"/>
                </a:lnTo>
                <a:lnTo>
                  <a:pt x="18914" y="18563"/>
                </a:lnTo>
                <a:lnTo>
                  <a:pt x="20057" y="17150"/>
                </a:lnTo>
                <a:lnTo>
                  <a:pt x="18608" y="17150"/>
                </a:lnTo>
                <a:lnTo>
                  <a:pt x="22058" y="14678"/>
                </a:lnTo>
                <a:lnTo>
                  <a:pt x="246313" y="14678"/>
                </a:lnTo>
                <a:lnTo>
                  <a:pt x="246730" y="14400"/>
                </a:lnTo>
                <a:lnTo>
                  <a:pt x="249821" y="6936"/>
                </a:lnTo>
                <a:lnTo>
                  <a:pt x="249618" y="5915"/>
                </a:lnTo>
                <a:lnTo>
                  <a:pt x="243906" y="202"/>
                </a:lnTo>
                <a:lnTo>
                  <a:pt x="242886" y="0"/>
                </a:lnTo>
                <a:close/>
              </a:path>
              <a:path w="250189" h="29845">
                <a:moveTo>
                  <a:pt x="18914" y="18563"/>
                </a:moveTo>
                <a:lnTo>
                  <a:pt x="18780" y="18563"/>
                </a:lnTo>
                <a:lnTo>
                  <a:pt x="18455" y="19132"/>
                </a:lnTo>
                <a:lnTo>
                  <a:pt x="18914" y="18563"/>
                </a:lnTo>
                <a:close/>
              </a:path>
              <a:path w="250189" h="29845">
                <a:moveTo>
                  <a:pt x="22058" y="14678"/>
                </a:moveTo>
                <a:lnTo>
                  <a:pt x="18608" y="17150"/>
                </a:lnTo>
                <a:lnTo>
                  <a:pt x="20673" y="16389"/>
                </a:lnTo>
                <a:lnTo>
                  <a:pt x="20993" y="15995"/>
                </a:lnTo>
                <a:lnTo>
                  <a:pt x="19994" y="15995"/>
                </a:lnTo>
                <a:lnTo>
                  <a:pt x="21141" y="15811"/>
                </a:lnTo>
                <a:lnTo>
                  <a:pt x="22058" y="14678"/>
                </a:lnTo>
                <a:close/>
              </a:path>
              <a:path w="250189" h="29845">
                <a:moveTo>
                  <a:pt x="20673" y="16389"/>
                </a:moveTo>
                <a:lnTo>
                  <a:pt x="18608" y="17150"/>
                </a:lnTo>
                <a:lnTo>
                  <a:pt x="20057" y="17150"/>
                </a:lnTo>
                <a:lnTo>
                  <a:pt x="20673" y="16389"/>
                </a:lnTo>
                <a:close/>
              </a:path>
              <a:path w="250189" h="29845">
                <a:moveTo>
                  <a:pt x="23084" y="15501"/>
                </a:moveTo>
                <a:lnTo>
                  <a:pt x="21141" y="15811"/>
                </a:lnTo>
                <a:lnTo>
                  <a:pt x="20673" y="16389"/>
                </a:lnTo>
                <a:lnTo>
                  <a:pt x="23084" y="15501"/>
                </a:lnTo>
                <a:close/>
              </a:path>
              <a:path w="250189" h="29845">
                <a:moveTo>
                  <a:pt x="21141" y="15811"/>
                </a:moveTo>
                <a:lnTo>
                  <a:pt x="19994" y="15995"/>
                </a:lnTo>
                <a:lnTo>
                  <a:pt x="20993" y="15995"/>
                </a:lnTo>
                <a:lnTo>
                  <a:pt x="21141" y="15811"/>
                </a:lnTo>
                <a:close/>
              </a:path>
              <a:path w="250189" h="29845">
                <a:moveTo>
                  <a:pt x="244602" y="15501"/>
                </a:moveTo>
                <a:lnTo>
                  <a:pt x="23084" y="15501"/>
                </a:lnTo>
                <a:lnTo>
                  <a:pt x="21744" y="15995"/>
                </a:lnTo>
                <a:lnTo>
                  <a:pt x="242874" y="15995"/>
                </a:lnTo>
                <a:lnTo>
                  <a:pt x="243796" y="15811"/>
                </a:lnTo>
                <a:lnTo>
                  <a:pt x="244602" y="15501"/>
                </a:lnTo>
                <a:close/>
              </a:path>
              <a:path w="250189" h="29845">
                <a:moveTo>
                  <a:pt x="246313" y="14678"/>
                </a:moveTo>
                <a:lnTo>
                  <a:pt x="22058" y="14678"/>
                </a:lnTo>
                <a:lnTo>
                  <a:pt x="21141" y="15811"/>
                </a:lnTo>
                <a:lnTo>
                  <a:pt x="23084" y="15501"/>
                </a:lnTo>
                <a:lnTo>
                  <a:pt x="244602" y="15501"/>
                </a:lnTo>
                <a:lnTo>
                  <a:pt x="245865" y="14978"/>
                </a:lnTo>
                <a:lnTo>
                  <a:pt x="246313" y="1467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202575" y="10313230"/>
            <a:ext cx="233045" cy="16510"/>
          </a:xfrm>
          <a:custGeom>
            <a:avLst/>
            <a:gdLst/>
            <a:ahLst/>
            <a:cxnLst/>
            <a:rect l="l" t="t" r="r" b="b"/>
            <a:pathLst>
              <a:path w="233045" h="16509">
                <a:moveTo>
                  <a:pt x="225849" y="1"/>
                </a:moveTo>
                <a:lnTo>
                  <a:pt x="7995" y="0"/>
                </a:lnTo>
                <a:lnTo>
                  <a:pt x="0" y="6937"/>
                </a:lnTo>
                <a:lnTo>
                  <a:pt x="201" y="10078"/>
                </a:lnTo>
                <a:lnTo>
                  <a:pt x="1591" y="12902"/>
                </a:lnTo>
                <a:lnTo>
                  <a:pt x="3956" y="14980"/>
                </a:lnTo>
                <a:lnTo>
                  <a:pt x="5915" y="15791"/>
                </a:lnTo>
                <a:lnTo>
                  <a:pt x="7995" y="15996"/>
                </a:lnTo>
                <a:lnTo>
                  <a:pt x="224788" y="15996"/>
                </a:lnTo>
                <a:lnTo>
                  <a:pt x="226868" y="15791"/>
                </a:lnTo>
                <a:lnTo>
                  <a:pt x="229693" y="14402"/>
                </a:lnTo>
                <a:lnTo>
                  <a:pt x="231771" y="12037"/>
                </a:lnTo>
                <a:lnTo>
                  <a:pt x="232784" y="9058"/>
                </a:lnTo>
                <a:lnTo>
                  <a:pt x="232582" y="5917"/>
                </a:lnTo>
                <a:lnTo>
                  <a:pt x="231193" y="3093"/>
                </a:lnTo>
                <a:lnTo>
                  <a:pt x="228828" y="1016"/>
                </a:lnTo>
                <a:lnTo>
                  <a:pt x="225849" y="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4" name="object 134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2772539" y="10102101"/>
            <a:ext cx="257404" cy="330801"/>
          </a:xfrm>
          <a:prstGeom prst="rect">
            <a:avLst/>
          </a:prstGeom>
        </p:spPr>
      </p:pic>
      <p:sp>
        <p:nvSpPr>
          <p:cNvPr id="135" name="object 135"/>
          <p:cNvSpPr/>
          <p:nvPr/>
        </p:nvSpPr>
        <p:spPr>
          <a:xfrm>
            <a:off x="3217483" y="10108866"/>
            <a:ext cx="57785" cy="220345"/>
          </a:xfrm>
          <a:custGeom>
            <a:avLst/>
            <a:gdLst/>
            <a:ahLst/>
            <a:cxnLst/>
            <a:rect l="l" t="t" r="r" b="b"/>
            <a:pathLst>
              <a:path w="57785" h="220345">
                <a:moveTo>
                  <a:pt x="2486" y="18390"/>
                </a:moveTo>
                <a:lnTo>
                  <a:pt x="10534" y="72502"/>
                </a:lnTo>
                <a:lnTo>
                  <a:pt x="23756" y="140495"/>
                </a:lnTo>
                <a:lnTo>
                  <a:pt x="33419" y="186210"/>
                </a:lnTo>
                <a:lnTo>
                  <a:pt x="42004" y="215243"/>
                </a:lnTo>
                <a:lnTo>
                  <a:pt x="42126" y="215652"/>
                </a:lnTo>
                <a:lnTo>
                  <a:pt x="48007" y="220330"/>
                </a:lnTo>
                <a:lnTo>
                  <a:pt x="50749" y="220330"/>
                </a:lnTo>
                <a:lnTo>
                  <a:pt x="57458" y="211105"/>
                </a:lnTo>
                <a:lnTo>
                  <a:pt x="49095" y="182903"/>
                </a:lnTo>
                <a:lnTo>
                  <a:pt x="49003" y="182590"/>
                </a:lnTo>
                <a:lnTo>
                  <a:pt x="39435" y="137315"/>
                </a:lnTo>
                <a:lnTo>
                  <a:pt x="26263" y="69585"/>
                </a:lnTo>
                <a:lnTo>
                  <a:pt x="18811" y="20601"/>
                </a:lnTo>
                <a:lnTo>
                  <a:pt x="7309" y="20601"/>
                </a:lnTo>
                <a:lnTo>
                  <a:pt x="5049" y="20036"/>
                </a:lnTo>
                <a:lnTo>
                  <a:pt x="4109" y="19592"/>
                </a:lnTo>
                <a:lnTo>
                  <a:pt x="2486" y="18390"/>
                </a:lnTo>
                <a:close/>
              </a:path>
              <a:path w="57785" h="220345">
                <a:moveTo>
                  <a:pt x="1679" y="8222"/>
                </a:moveTo>
                <a:lnTo>
                  <a:pt x="1809" y="10705"/>
                </a:lnTo>
                <a:lnTo>
                  <a:pt x="1861" y="11684"/>
                </a:lnTo>
                <a:lnTo>
                  <a:pt x="1950" y="13387"/>
                </a:lnTo>
                <a:lnTo>
                  <a:pt x="2067" y="14476"/>
                </a:lnTo>
                <a:lnTo>
                  <a:pt x="2177" y="15504"/>
                </a:lnTo>
                <a:lnTo>
                  <a:pt x="2278" y="16444"/>
                </a:lnTo>
                <a:lnTo>
                  <a:pt x="7309" y="20601"/>
                </a:lnTo>
                <a:lnTo>
                  <a:pt x="8146" y="20601"/>
                </a:lnTo>
                <a:lnTo>
                  <a:pt x="16005" y="13564"/>
                </a:lnTo>
                <a:lnTo>
                  <a:pt x="15359" y="13564"/>
                </a:lnTo>
                <a:lnTo>
                  <a:pt x="15492" y="13387"/>
                </a:lnTo>
                <a:lnTo>
                  <a:pt x="15787" y="12664"/>
                </a:lnTo>
                <a:lnTo>
                  <a:pt x="16204" y="12664"/>
                </a:lnTo>
                <a:lnTo>
                  <a:pt x="1679" y="8222"/>
                </a:lnTo>
                <a:close/>
              </a:path>
              <a:path w="57785" h="220345">
                <a:moveTo>
                  <a:pt x="17820" y="10705"/>
                </a:moveTo>
                <a:lnTo>
                  <a:pt x="16719" y="10705"/>
                </a:lnTo>
                <a:lnTo>
                  <a:pt x="15518" y="15504"/>
                </a:lnTo>
                <a:lnTo>
                  <a:pt x="15073" y="16444"/>
                </a:lnTo>
                <a:lnTo>
                  <a:pt x="8146" y="20601"/>
                </a:lnTo>
                <a:lnTo>
                  <a:pt x="18811" y="20601"/>
                </a:lnTo>
                <a:lnTo>
                  <a:pt x="18703" y="19592"/>
                </a:lnTo>
                <a:lnTo>
                  <a:pt x="18623" y="18847"/>
                </a:lnTo>
                <a:lnTo>
                  <a:pt x="18548" y="18148"/>
                </a:lnTo>
                <a:lnTo>
                  <a:pt x="18485" y="17559"/>
                </a:lnTo>
                <a:lnTo>
                  <a:pt x="18366" y="16444"/>
                </a:lnTo>
                <a:lnTo>
                  <a:pt x="18265" y="15504"/>
                </a:lnTo>
                <a:lnTo>
                  <a:pt x="18155" y="14476"/>
                </a:lnTo>
                <a:lnTo>
                  <a:pt x="18038" y="13387"/>
                </a:lnTo>
                <a:lnTo>
                  <a:pt x="17961" y="12664"/>
                </a:lnTo>
                <a:lnTo>
                  <a:pt x="17856" y="11684"/>
                </a:lnTo>
                <a:lnTo>
                  <a:pt x="17820" y="10705"/>
                </a:lnTo>
                <a:close/>
              </a:path>
              <a:path w="57785" h="220345">
                <a:moveTo>
                  <a:pt x="11575" y="0"/>
                </a:moveTo>
                <a:lnTo>
                  <a:pt x="8002" y="0"/>
                </a:lnTo>
                <a:lnTo>
                  <a:pt x="6882" y="271"/>
                </a:lnTo>
                <a:lnTo>
                  <a:pt x="0" y="11684"/>
                </a:lnTo>
                <a:lnTo>
                  <a:pt x="86" y="13564"/>
                </a:lnTo>
                <a:lnTo>
                  <a:pt x="222" y="14476"/>
                </a:lnTo>
                <a:lnTo>
                  <a:pt x="264" y="14761"/>
                </a:lnTo>
                <a:lnTo>
                  <a:pt x="531" y="15504"/>
                </a:lnTo>
                <a:lnTo>
                  <a:pt x="616" y="15741"/>
                </a:lnTo>
                <a:lnTo>
                  <a:pt x="1707" y="17559"/>
                </a:lnTo>
                <a:lnTo>
                  <a:pt x="2460" y="18390"/>
                </a:lnTo>
                <a:lnTo>
                  <a:pt x="2397" y="17559"/>
                </a:lnTo>
                <a:lnTo>
                  <a:pt x="2278" y="16444"/>
                </a:lnTo>
                <a:lnTo>
                  <a:pt x="2177" y="15504"/>
                </a:lnTo>
                <a:lnTo>
                  <a:pt x="2067" y="14476"/>
                </a:lnTo>
                <a:lnTo>
                  <a:pt x="1950" y="13387"/>
                </a:lnTo>
                <a:lnTo>
                  <a:pt x="1679" y="8222"/>
                </a:lnTo>
                <a:lnTo>
                  <a:pt x="17695" y="8222"/>
                </a:lnTo>
                <a:lnTo>
                  <a:pt x="17607" y="6483"/>
                </a:lnTo>
                <a:lnTo>
                  <a:pt x="17567" y="6308"/>
                </a:lnTo>
                <a:lnTo>
                  <a:pt x="17453" y="5809"/>
                </a:lnTo>
                <a:lnTo>
                  <a:pt x="17400" y="5578"/>
                </a:lnTo>
                <a:lnTo>
                  <a:pt x="12461" y="271"/>
                </a:lnTo>
                <a:lnTo>
                  <a:pt x="11575" y="0"/>
                </a:lnTo>
                <a:close/>
              </a:path>
              <a:path w="57785" h="220345">
                <a:moveTo>
                  <a:pt x="16230" y="12664"/>
                </a:moveTo>
                <a:lnTo>
                  <a:pt x="16034" y="12664"/>
                </a:lnTo>
                <a:lnTo>
                  <a:pt x="15443" y="13387"/>
                </a:lnTo>
                <a:lnTo>
                  <a:pt x="15359" y="13564"/>
                </a:lnTo>
                <a:lnTo>
                  <a:pt x="16005" y="13564"/>
                </a:lnTo>
                <a:lnTo>
                  <a:pt x="16230" y="12664"/>
                </a:lnTo>
                <a:close/>
              </a:path>
              <a:path w="57785" h="220345">
                <a:moveTo>
                  <a:pt x="16719" y="10705"/>
                </a:moveTo>
                <a:lnTo>
                  <a:pt x="15443" y="13387"/>
                </a:lnTo>
                <a:lnTo>
                  <a:pt x="16034" y="12664"/>
                </a:lnTo>
                <a:lnTo>
                  <a:pt x="16230" y="12664"/>
                </a:lnTo>
                <a:lnTo>
                  <a:pt x="16719" y="10705"/>
                </a:lnTo>
                <a:close/>
              </a:path>
              <a:path w="57785" h="220345">
                <a:moveTo>
                  <a:pt x="17695" y="8222"/>
                </a:moveTo>
                <a:lnTo>
                  <a:pt x="1679" y="8222"/>
                </a:lnTo>
                <a:lnTo>
                  <a:pt x="16204" y="12664"/>
                </a:lnTo>
                <a:lnTo>
                  <a:pt x="15787" y="12664"/>
                </a:lnTo>
                <a:lnTo>
                  <a:pt x="16719" y="10705"/>
                </a:lnTo>
                <a:lnTo>
                  <a:pt x="17820" y="10705"/>
                </a:lnTo>
                <a:lnTo>
                  <a:pt x="17695" y="822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6" name="object 136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3324999" y="10124854"/>
            <a:ext cx="64909" cy="219395"/>
          </a:xfrm>
          <a:prstGeom prst="rect">
            <a:avLst/>
          </a:prstGeom>
        </p:spPr>
      </p:pic>
      <p:pic>
        <p:nvPicPr>
          <p:cNvPr id="137" name="object 137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3751008" y="10092669"/>
            <a:ext cx="184711" cy="178160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4313049" y="10104144"/>
            <a:ext cx="170234" cy="159027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4767178" y="10049507"/>
            <a:ext cx="202532" cy="292838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5208164" y="10093630"/>
            <a:ext cx="213959" cy="190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A7F0D7B-5460-7424-E759-955C4B55B146}"/>
                  </a:ext>
                </a:extLst>
              </p14:cNvPr>
              <p14:cNvContentPartPr/>
              <p14:nvPr/>
            </p14:nvContentPartPr>
            <p14:xfrm>
              <a:off x="5555000" y="6975800"/>
              <a:ext cx="7200" cy="975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A7F0D7B-5460-7424-E759-955C4B55B14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548880" y="6969680"/>
                <a:ext cx="194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0A362D2F-85D1-9FB2-97F2-CADF4ACDFB5B}"/>
                  </a:ext>
                </a:extLst>
              </p14:cNvPr>
              <p14:cNvContentPartPr/>
              <p14:nvPr/>
            </p14:nvContentPartPr>
            <p14:xfrm>
              <a:off x="2941400" y="3137480"/>
              <a:ext cx="2349360" cy="8359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0A362D2F-85D1-9FB2-97F2-CADF4ACDFB5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935280" y="3131360"/>
                <a:ext cx="2361600" cy="84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57" y="117768"/>
            <a:ext cx="6913760" cy="20568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155" y="4584611"/>
            <a:ext cx="6999616" cy="15526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710" y="7017570"/>
            <a:ext cx="7259347" cy="29264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07" y="2872658"/>
            <a:ext cx="986707" cy="3225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57721" y="2879930"/>
            <a:ext cx="207711" cy="2916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78053" y="2990477"/>
            <a:ext cx="489211" cy="16918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20603" y="2863589"/>
            <a:ext cx="4056379" cy="421005"/>
            <a:chOff x="220603" y="2863589"/>
            <a:chExt cx="4056379" cy="421005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8733" y="2863589"/>
              <a:ext cx="1315382" cy="3672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0603" y="3268604"/>
              <a:ext cx="4056379" cy="16510"/>
            </a:xfrm>
            <a:custGeom>
              <a:avLst/>
              <a:gdLst/>
              <a:ahLst/>
              <a:cxnLst/>
              <a:rect l="l" t="t" r="r" b="b"/>
              <a:pathLst>
                <a:path w="4056379" h="16510">
                  <a:moveTo>
                    <a:pt x="4049433" y="0"/>
                  </a:moveTo>
                  <a:lnTo>
                    <a:pt x="6936" y="0"/>
                  </a:lnTo>
                  <a:lnTo>
                    <a:pt x="5915" y="201"/>
                  </a:lnTo>
                  <a:lnTo>
                    <a:pt x="0" y="6935"/>
                  </a:lnTo>
                  <a:lnTo>
                    <a:pt x="0" y="9056"/>
                  </a:lnTo>
                  <a:lnTo>
                    <a:pt x="6949" y="15994"/>
                  </a:lnTo>
                  <a:lnTo>
                    <a:pt x="4049420" y="15994"/>
                  </a:lnTo>
                  <a:lnTo>
                    <a:pt x="4056370" y="9056"/>
                  </a:lnTo>
                  <a:lnTo>
                    <a:pt x="4056370" y="6935"/>
                  </a:lnTo>
                  <a:lnTo>
                    <a:pt x="4049433" y="0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85617" y="3559784"/>
            <a:ext cx="106045" cy="31115"/>
          </a:xfrm>
          <a:custGeom>
            <a:avLst/>
            <a:gdLst/>
            <a:ahLst/>
            <a:cxnLst/>
            <a:rect l="l" t="t" r="r" b="b"/>
            <a:pathLst>
              <a:path w="106045" h="31114">
                <a:moveTo>
                  <a:pt x="87445" y="5788"/>
                </a:moveTo>
                <a:lnTo>
                  <a:pt x="85567" y="6414"/>
                </a:lnTo>
                <a:lnTo>
                  <a:pt x="83748" y="6988"/>
                </a:lnTo>
                <a:lnTo>
                  <a:pt x="75989" y="8929"/>
                </a:lnTo>
                <a:lnTo>
                  <a:pt x="75679" y="8929"/>
                </a:lnTo>
                <a:lnTo>
                  <a:pt x="69338" y="9825"/>
                </a:lnTo>
                <a:lnTo>
                  <a:pt x="55787" y="11182"/>
                </a:lnTo>
                <a:lnTo>
                  <a:pt x="39344" y="12581"/>
                </a:lnTo>
                <a:lnTo>
                  <a:pt x="25031" y="13629"/>
                </a:lnTo>
                <a:lnTo>
                  <a:pt x="6351" y="14754"/>
                </a:lnTo>
                <a:lnTo>
                  <a:pt x="5345" y="15021"/>
                </a:lnTo>
                <a:lnTo>
                  <a:pt x="0" y="21079"/>
                </a:lnTo>
                <a:lnTo>
                  <a:pt x="93" y="24606"/>
                </a:lnTo>
                <a:lnTo>
                  <a:pt x="6725" y="30717"/>
                </a:lnTo>
                <a:lnTo>
                  <a:pt x="7304" y="30717"/>
                </a:lnTo>
                <a:lnTo>
                  <a:pt x="56933" y="27137"/>
                </a:lnTo>
                <a:lnTo>
                  <a:pt x="97347" y="19350"/>
                </a:lnTo>
                <a:lnTo>
                  <a:pt x="102916" y="16075"/>
                </a:lnTo>
                <a:lnTo>
                  <a:pt x="92428" y="16075"/>
                </a:lnTo>
                <a:lnTo>
                  <a:pt x="89161" y="13272"/>
                </a:lnTo>
                <a:lnTo>
                  <a:pt x="88618" y="12581"/>
                </a:lnTo>
                <a:lnTo>
                  <a:pt x="87559" y="10563"/>
                </a:lnTo>
                <a:lnTo>
                  <a:pt x="87352" y="9825"/>
                </a:lnTo>
                <a:lnTo>
                  <a:pt x="87240" y="6414"/>
                </a:lnTo>
                <a:lnTo>
                  <a:pt x="87445" y="5788"/>
                </a:lnTo>
                <a:close/>
              </a:path>
              <a:path w="106045" h="31114">
                <a:moveTo>
                  <a:pt x="92289" y="4174"/>
                </a:moveTo>
                <a:lnTo>
                  <a:pt x="87445" y="5788"/>
                </a:lnTo>
                <a:lnTo>
                  <a:pt x="87352" y="9825"/>
                </a:lnTo>
                <a:lnTo>
                  <a:pt x="87559" y="10563"/>
                </a:lnTo>
                <a:lnTo>
                  <a:pt x="88618" y="12581"/>
                </a:lnTo>
                <a:lnTo>
                  <a:pt x="89161" y="13272"/>
                </a:lnTo>
                <a:lnTo>
                  <a:pt x="92428" y="16075"/>
                </a:lnTo>
                <a:lnTo>
                  <a:pt x="92527" y="14754"/>
                </a:lnTo>
                <a:lnTo>
                  <a:pt x="92638" y="13272"/>
                </a:lnTo>
                <a:lnTo>
                  <a:pt x="92690" y="12581"/>
                </a:lnTo>
                <a:lnTo>
                  <a:pt x="92796" y="11182"/>
                </a:lnTo>
                <a:lnTo>
                  <a:pt x="92917" y="9561"/>
                </a:lnTo>
                <a:lnTo>
                  <a:pt x="93027" y="8101"/>
                </a:lnTo>
                <a:lnTo>
                  <a:pt x="93154" y="6414"/>
                </a:lnTo>
                <a:lnTo>
                  <a:pt x="93262" y="4979"/>
                </a:lnTo>
                <a:lnTo>
                  <a:pt x="90579" y="4979"/>
                </a:lnTo>
                <a:lnTo>
                  <a:pt x="91203" y="4589"/>
                </a:lnTo>
                <a:lnTo>
                  <a:pt x="91407" y="4589"/>
                </a:lnTo>
                <a:lnTo>
                  <a:pt x="92289" y="4174"/>
                </a:lnTo>
                <a:close/>
              </a:path>
              <a:path w="106045" h="31114">
                <a:moveTo>
                  <a:pt x="102006" y="3219"/>
                </a:moveTo>
                <a:lnTo>
                  <a:pt x="93394" y="3219"/>
                </a:lnTo>
                <a:lnTo>
                  <a:pt x="93374" y="3492"/>
                </a:lnTo>
                <a:lnTo>
                  <a:pt x="93262" y="4979"/>
                </a:lnTo>
                <a:lnTo>
                  <a:pt x="93154" y="6414"/>
                </a:lnTo>
                <a:lnTo>
                  <a:pt x="93027" y="8101"/>
                </a:lnTo>
                <a:lnTo>
                  <a:pt x="92917" y="9561"/>
                </a:lnTo>
                <a:lnTo>
                  <a:pt x="92796" y="11182"/>
                </a:lnTo>
                <a:lnTo>
                  <a:pt x="92690" y="12581"/>
                </a:lnTo>
                <a:lnTo>
                  <a:pt x="92638" y="13272"/>
                </a:lnTo>
                <a:lnTo>
                  <a:pt x="92527" y="14754"/>
                </a:lnTo>
                <a:lnTo>
                  <a:pt x="92428" y="16075"/>
                </a:lnTo>
                <a:lnTo>
                  <a:pt x="102916" y="16075"/>
                </a:lnTo>
                <a:lnTo>
                  <a:pt x="103458" y="15574"/>
                </a:lnTo>
                <a:lnTo>
                  <a:pt x="104662" y="13948"/>
                </a:lnTo>
                <a:lnTo>
                  <a:pt x="104988" y="13272"/>
                </a:lnTo>
                <a:lnTo>
                  <a:pt x="105094" y="13054"/>
                </a:lnTo>
                <a:lnTo>
                  <a:pt x="105596" y="11182"/>
                </a:lnTo>
                <a:lnTo>
                  <a:pt x="105561" y="8929"/>
                </a:lnTo>
                <a:lnTo>
                  <a:pt x="105466" y="8101"/>
                </a:lnTo>
                <a:lnTo>
                  <a:pt x="105172" y="7151"/>
                </a:lnTo>
                <a:lnTo>
                  <a:pt x="104226" y="5364"/>
                </a:lnTo>
                <a:lnTo>
                  <a:pt x="103605" y="4589"/>
                </a:lnTo>
                <a:lnTo>
                  <a:pt x="102006" y="3219"/>
                </a:lnTo>
                <a:close/>
              </a:path>
              <a:path w="106045" h="31114">
                <a:moveTo>
                  <a:pt x="96763" y="0"/>
                </a:moveTo>
                <a:lnTo>
                  <a:pt x="93500" y="0"/>
                </a:lnTo>
                <a:lnTo>
                  <a:pt x="92498" y="280"/>
                </a:lnTo>
                <a:lnTo>
                  <a:pt x="87445" y="5788"/>
                </a:lnTo>
                <a:lnTo>
                  <a:pt x="91043" y="4589"/>
                </a:lnTo>
                <a:lnTo>
                  <a:pt x="91203" y="4589"/>
                </a:lnTo>
                <a:lnTo>
                  <a:pt x="93394" y="3219"/>
                </a:lnTo>
                <a:lnTo>
                  <a:pt x="102006" y="3219"/>
                </a:lnTo>
                <a:lnTo>
                  <a:pt x="99696" y="1239"/>
                </a:lnTo>
                <a:lnTo>
                  <a:pt x="98662" y="619"/>
                </a:lnTo>
                <a:lnTo>
                  <a:pt x="96763" y="0"/>
                </a:lnTo>
                <a:close/>
              </a:path>
              <a:path w="106045" h="31114">
                <a:moveTo>
                  <a:pt x="91407" y="4589"/>
                </a:moveTo>
                <a:lnTo>
                  <a:pt x="91203" y="4589"/>
                </a:lnTo>
                <a:lnTo>
                  <a:pt x="90579" y="4979"/>
                </a:lnTo>
                <a:lnTo>
                  <a:pt x="91407" y="4589"/>
                </a:lnTo>
                <a:close/>
              </a:path>
              <a:path w="106045" h="31114">
                <a:moveTo>
                  <a:pt x="93322" y="4174"/>
                </a:moveTo>
                <a:lnTo>
                  <a:pt x="92289" y="4174"/>
                </a:lnTo>
                <a:lnTo>
                  <a:pt x="90579" y="4979"/>
                </a:lnTo>
                <a:lnTo>
                  <a:pt x="93262" y="4979"/>
                </a:lnTo>
                <a:lnTo>
                  <a:pt x="93322" y="4174"/>
                </a:lnTo>
                <a:close/>
              </a:path>
              <a:path w="106045" h="31114">
                <a:moveTo>
                  <a:pt x="93394" y="3219"/>
                </a:moveTo>
                <a:lnTo>
                  <a:pt x="91203" y="4589"/>
                </a:lnTo>
                <a:lnTo>
                  <a:pt x="91043" y="4589"/>
                </a:lnTo>
                <a:lnTo>
                  <a:pt x="92289" y="4174"/>
                </a:lnTo>
                <a:lnTo>
                  <a:pt x="93322" y="4174"/>
                </a:lnTo>
                <a:lnTo>
                  <a:pt x="93394" y="3219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4192" y="3569947"/>
            <a:ext cx="383866" cy="1183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32199" y="3437218"/>
            <a:ext cx="358747" cy="2672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39613" y="3626291"/>
            <a:ext cx="108845" cy="10567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41101" y="3480861"/>
            <a:ext cx="527894" cy="21763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22416" y="3485225"/>
            <a:ext cx="478388" cy="23221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49141" y="3373255"/>
            <a:ext cx="585237" cy="35570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1951" y="3423985"/>
            <a:ext cx="1770783" cy="86059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311659" y="3406985"/>
            <a:ext cx="763986" cy="44013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6210" y="4067669"/>
            <a:ext cx="486786" cy="12735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399664" y="3947967"/>
            <a:ext cx="215976" cy="44913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735103" y="3967685"/>
            <a:ext cx="154240" cy="21935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073490" y="4106915"/>
            <a:ext cx="206598" cy="11328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416752" y="3974874"/>
            <a:ext cx="233936" cy="21361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881331" y="3924894"/>
            <a:ext cx="591965" cy="34660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685617" y="3936214"/>
            <a:ext cx="852285" cy="48146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722350" y="696385"/>
            <a:ext cx="373249" cy="271341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3749005" y="2304445"/>
            <a:ext cx="34290" cy="237490"/>
          </a:xfrm>
          <a:custGeom>
            <a:avLst/>
            <a:gdLst/>
            <a:ahLst/>
            <a:cxnLst/>
            <a:rect l="l" t="t" r="r" b="b"/>
            <a:pathLst>
              <a:path w="34289" h="237489">
                <a:moveTo>
                  <a:pt x="8322" y="47907"/>
                </a:moveTo>
                <a:lnTo>
                  <a:pt x="12356" y="120159"/>
                </a:lnTo>
                <a:lnTo>
                  <a:pt x="13212" y="167120"/>
                </a:lnTo>
                <a:lnTo>
                  <a:pt x="13224" y="192664"/>
                </a:lnTo>
                <a:lnTo>
                  <a:pt x="14018" y="210049"/>
                </a:lnTo>
                <a:lnTo>
                  <a:pt x="14074" y="211277"/>
                </a:lnTo>
                <a:lnTo>
                  <a:pt x="14611" y="218266"/>
                </a:lnTo>
                <a:lnTo>
                  <a:pt x="14709" y="219529"/>
                </a:lnTo>
                <a:lnTo>
                  <a:pt x="14814" y="220899"/>
                </a:lnTo>
                <a:lnTo>
                  <a:pt x="24800" y="237045"/>
                </a:lnTo>
                <a:lnTo>
                  <a:pt x="27866" y="237045"/>
                </a:lnTo>
                <a:lnTo>
                  <a:pt x="34188" y="227761"/>
                </a:lnTo>
                <a:lnTo>
                  <a:pt x="33960" y="226747"/>
                </a:lnTo>
                <a:lnTo>
                  <a:pt x="31362" y="220899"/>
                </a:lnTo>
                <a:lnTo>
                  <a:pt x="30858" y="220899"/>
                </a:lnTo>
                <a:lnTo>
                  <a:pt x="30192" y="218266"/>
                </a:lnTo>
                <a:lnTo>
                  <a:pt x="30655" y="218266"/>
                </a:lnTo>
                <a:lnTo>
                  <a:pt x="30117" y="211277"/>
                </a:lnTo>
                <a:lnTo>
                  <a:pt x="30028" y="210049"/>
                </a:lnTo>
                <a:lnTo>
                  <a:pt x="29237" y="192664"/>
                </a:lnTo>
                <a:lnTo>
                  <a:pt x="29211" y="167120"/>
                </a:lnTo>
                <a:lnTo>
                  <a:pt x="28382" y="120884"/>
                </a:lnTo>
                <a:lnTo>
                  <a:pt x="28369" y="120159"/>
                </a:lnTo>
                <a:lnTo>
                  <a:pt x="25906" y="66128"/>
                </a:lnTo>
                <a:lnTo>
                  <a:pt x="25843" y="64743"/>
                </a:lnTo>
                <a:lnTo>
                  <a:pt x="24423" y="48464"/>
                </a:lnTo>
                <a:lnTo>
                  <a:pt x="10419" y="48464"/>
                </a:lnTo>
                <a:lnTo>
                  <a:pt x="8322" y="47907"/>
                </a:lnTo>
                <a:close/>
              </a:path>
              <a:path w="34289" h="237489">
                <a:moveTo>
                  <a:pt x="30192" y="218266"/>
                </a:moveTo>
                <a:lnTo>
                  <a:pt x="30858" y="220899"/>
                </a:lnTo>
                <a:lnTo>
                  <a:pt x="30753" y="219529"/>
                </a:lnTo>
                <a:lnTo>
                  <a:pt x="30192" y="218266"/>
                </a:lnTo>
                <a:close/>
              </a:path>
              <a:path w="34289" h="237489">
                <a:moveTo>
                  <a:pt x="30753" y="219529"/>
                </a:moveTo>
                <a:lnTo>
                  <a:pt x="30858" y="220899"/>
                </a:lnTo>
                <a:lnTo>
                  <a:pt x="31362" y="220899"/>
                </a:lnTo>
                <a:lnTo>
                  <a:pt x="30753" y="219529"/>
                </a:lnTo>
                <a:close/>
              </a:path>
              <a:path w="34289" h="237489">
                <a:moveTo>
                  <a:pt x="30655" y="218266"/>
                </a:moveTo>
                <a:lnTo>
                  <a:pt x="30192" y="218266"/>
                </a:lnTo>
                <a:lnTo>
                  <a:pt x="30753" y="219529"/>
                </a:lnTo>
                <a:lnTo>
                  <a:pt x="30655" y="218266"/>
                </a:lnTo>
                <a:close/>
              </a:path>
              <a:path w="34289" h="237489">
                <a:moveTo>
                  <a:pt x="4395" y="12387"/>
                </a:moveTo>
                <a:lnTo>
                  <a:pt x="4472" y="13151"/>
                </a:lnTo>
                <a:lnTo>
                  <a:pt x="6438" y="26907"/>
                </a:lnTo>
                <a:lnTo>
                  <a:pt x="6457" y="27039"/>
                </a:lnTo>
                <a:lnTo>
                  <a:pt x="6568" y="27736"/>
                </a:lnTo>
                <a:lnTo>
                  <a:pt x="7759" y="41429"/>
                </a:lnTo>
                <a:lnTo>
                  <a:pt x="7853" y="42505"/>
                </a:lnTo>
                <a:lnTo>
                  <a:pt x="7938" y="43489"/>
                </a:lnTo>
                <a:lnTo>
                  <a:pt x="8019" y="44413"/>
                </a:lnTo>
                <a:lnTo>
                  <a:pt x="8098" y="45325"/>
                </a:lnTo>
                <a:lnTo>
                  <a:pt x="8225" y="46784"/>
                </a:lnTo>
                <a:lnTo>
                  <a:pt x="8322" y="47907"/>
                </a:lnTo>
                <a:lnTo>
                  <a:pt x="10419" y="48464"/>
                </a:lnTo>
                <a:lnTo>
                  <a:pt x="11204" y="48464"/>
                </a:lnTo>
                <a:lnTo>
                  <a:pt x="13306" y="48183"/>
                </a:lnTo>
                <a:lnTo>
                  <a:pt x="19198" y="41429"/>
                </a:lnTo>
                <a:lnTo>
                  <a:pt x="19126" y="39340"/>
                </a:lnTo>
                <a:lnTo>
                  <a:pt x="17739" y="28934"/>
                </a:lnTo>
                <a:lnTo>
                  <a:pt x="17638" y="28174"/>
                </a:lnTo>
                <a:lnTo>
                  <a:pt x="17579" y="27736"/>
                </a:lnTo>
                <a:lnTo>
                  <a:pt x="17469" y="26907"/>
                </a:lnTo>
                <a:lnTo>
                  <a:pt x="16305" y="15845"/>
                </a:lnTo>
                <a:lnTo>
                  <a:pt x="9529" y="15845"/>
                </a:lnTo>
                <a:lnTo>
                  <a:pt x="10186" y="15400"/>
                </a:lnTo>
                <a:lnTo>
                  <a:pt x="7218" y="13755"/>
                </a:lnTo>
                <a:lnTo>
                  <a:pt x="5250" y="13755"/>
                </a:lnTo>
                <a:lnTo>
                  <a:pt x="4395" y="12387"/>
                </a:lnTo>
                <a:close/>
              </a:path>
              <a:path w="34289" h="237489">
                <a:moveTo>
                  <a:pt x="20298" y="10817"/>
                </a:moveTo>
                <a:lnTo>
                  <a:pt x="16954" y="10817"/>
                </a:lnTo>
                <a:lnTo>
                  <a:pt x="16139" y="12856"/>
                </a:lnTo>
                <a:lnTo>
                  <a:pt x="16085" y="13755"/>
                </a:lnTo>
                <a:lnTo>
                  <a:pt x="17364" y="25911"/>
                </a:lnTo>
                <a:lnTo>
                  <a:pt x="17469" y="26907"/>
                </a:lnTo>
                <a:lnTo>
                  <a:pt x="19126" y="39340"/>
                </a:lnTo>
                <a:lnTo>
                  <a:pt x="19198" y="41429"/>
                </a:lnTo>
                <a:lnTo>
                  <a:pt x="18647" y="43489"/>
                </a:lnTo>
                <a:lnTo>
                  <a:pt x="11204" y="48464"/>
                </a:lnTo>
                <a:lnTo>
                  <a:pt x="24423" y="48464"/>
                </a:lnTo>
                <a:lnTo>
                  <a:pt x="22718" y="28934"/>
                </a:lnTo>
                <a:lnTo>
                  <a:pt x="22614" y="27736"/>
                </a:lnTo>
                <a:lnTo>
                  <a:pt x="22542" y="26907"/>
                </a:lnTo>
                <a:lnTo>
                  <a:pt x="22455" y="25911"/>
                </a:lnTo>
                <a:lnTo>
                  <a:pt x="20718" y="13755"/>
                </a:lnTo>
                <a:lnTo>
                  <a:pt x="20631" y="13151"/>
                </a:lnTo>
                <a:lnTo>
                  <a:pt x="20522" y="12387"/>
                </a:lnTo>
                <a:lnTo>
                  <a:pt x="20414" y="11632"/>
                </a:lnTo>
                <a:lnTo>
                  <a:pt x="20298" y="10817"/>
                </a:lnTo>
                <a:close/>
              </a:path>
              <a:path w="34289" h="237489">
                <a:moveTo>
                  <a:pt x="12780" y="0"/>
                </a:moveTo>
                <a:lnTo>
                  <a:pt x="7836" y="0"/>
                </a:lnTo>
                <a:lnTo>
                  <a:pt x="6420" y="434"/>
                </a:lnTo>
                <a:lnTo>
                  <a:pt x="0" y="13755"/>
                </a:lnTo>
                <a:lnTo>
                  <a:pt x="1282" y="25911"/>
                </a:lnTo>
                <a:lnTo>
                  <a:pt x="1387" y="26907"/>
                </a:lnTo>
                <a:lnTo>
                  <a:pt x="1475" y="27736"/>
                </a:lnTo>
                <a:lnTo>
                  <a:pt x="1601" y="28934"/>
                </a:lnTo>
                <a:lnTo>
                  <a:pt x="3412" y="42505"/>
                </a:lnTo>
                <a:lnTo>
                  <a:pt x="8228" y="47907"/>
                </a:lnTo>
                <a:lnTo>
                  <a:pt x="8166" y="46106"/>
                </a:lnTo>
                <a:lnTo>
                  <a:pt x="6672" y="28934"/>
                </a:lnTo>
                <a:lnTo>
                  <a:pt x="6568" y="27736"/>
                </a:lnTo>
                <a:lnTo>
                  <a:pt x="4559" y="13755"/>
                </a:lnTo>
                <a:lnTo>
                  <a:pt x="4472" y="13151"/>
                </a:lnTo>
                <a:lnTo>
                  <a:pt x="4363" y="12387"/>
                </a:lnTo>
                <a:lnTo>
                  <a:pt x="4255" y="11632"/>
                </a:lnTo>
                <a:lnTo>
                  <a:pt x="4139" y="10817"/>
                </a:lnTo>
                <a:lnTo>
                  <a:pt x="4115" y="10647"/>
                </a:lnTo>
                <a:lnTo>
                  <a:pt x="20274" y="10647"/>
                </a:lnTo>
                <a:lnTo>
                  <a:pt x="19872" y="7833"/>
                </a:lnTo>
                <a:lnTo>
                  <a:pt x="14493" y="600"/>
                </a:lnTo>
                <a:lnTo>
                  <a:pt x="12780" y="0"/>
                </a:lnTo>
                <a:close/>
              </a:path>
              <a:path w="34289" h="237489">
                <a:moveTo>
                  <a:pt x="10186" y="15400"/>
                </a:moveTo>
                <a:lnTo>
                  <a:pt x="9529" y="15845"/>
                </a:lnTo>
                <a:lnTo>
                  <a:pt x="10989" y="15845"/>
                </a:lnTo>
                <a:lnTo>
                  <a:pt x="10186" y="15400"/>
                </a:lnTo>
                <a:close/>
              </a:path>
              <a:path w="34289" h="237489">
                <a:moveTo>
                  <a:pt x="15751" y="11632"/>
                </a:moveTo>
                <a:lnTo>
                  <a:pt x="10186" y="15400"/>
                </a:lnTo>
                <a:lnTo>
                  <a:pt x="10989" y="15845"/>
                </a:lnTo>
                <a:lnTo>
                  <a:pt x="16305" y="15845"/>
                </a:lnTo>
                <a:lnTo>
                  <a:pt x="16215" y="14989"/>
                </a:lnTo>
                <a:lnTo>
                  <a:pt x="15286" y="14989"/>
                </a:lnTo>
                <a:lnTo>
                  <a:pt x="15457" y="13755"/>
                </a:lnTo>
                <a:lnTo>
                  <a:pt x="15582" y="12856"/>
                </a:lnTo>
                <a:lnTo>
                  <a:pt x="15679" y="12154"/>
                </a:lnTo>
                <a:lnTo>
                  <a:pt x="15751" y="11632"/>
                </a:lnTo>
                <a:close/>
              </a:path>
              <a:path w="34289" h="237489">
                <a:moveTo>
                  <a:pt x="20274" y="10647"/>
                </a:moveTo>
                <a:lnTo>
                  <a:pt x="4115" y="10647"/>
                </a:lnTo>
                <a:lnTo>
                  <a:pt x="4665" y="12154"/>
                </a:lnTo>
                <a:lnTo>
                  <a:pt x="4750" y="12387"/>
                </a:lnTo>
                <a:lnTo>
                  <a:pt x="10186" y="15400"/>
                </a:lnTo>
                <a:lnTo>
                  <a:pt x="15751" y="11632"/>
                </a:lnTo>
                <a:lnTo>
                  <a:pt x="15814" y="11182"/>
                </a:lnTo>
                <a:lnTo>
                  <a:pt x="16416" y="11182"/>
                </a:lnTo>
                <a:lnTo>
                  <a:pt x="16954" y="10817"/>
                </a:lnTo>
                <a:lnTo>
                  <a:pt x="20298" y="10817"/>
                </a:lnTo>
                <a:lnTo>
                  <a:pt x="20274" y="10647"/>
                </a:lnTo>
                <a:close/>
              </a:path>
              <a:path w="34289" h="237489">
                <a:moveTo>
                  <a:pt x="15861" y="11632"/>
                </a:moveTo>
                <a:lnTo>
                  <a:pt x="15679" y="12154"/>
                </a:lnTo>
                <a:lnTo>
                  <a:pt x="15286" y="14989"/>
                </a:lnTo>
                <a:lnTo>
                  <a:pt x="16021" y="13151"/>
                </a:lnTo>
                <a:lnTo>
                  <a:pt x="15916" y="12154"/>
                </a:lnTo>
                <a:lnTo>
                  <a:pt x="15861" y="11632"/>
                </a:lnTo>
                <a:close/>
              </a:path>
              <a:path w="34289" h="237489">
                <a:moveTo>
                  <a:pt x="16021" y="13151"/>
                </a:moveTo>
                <a:lnTo>
                  <a:pt x="15286" y="14989"/>
                </a:lnTo>
                <a:lnTo>
                  <a:pt x="16215" y="14989"/>
                </a:lnTo>
                <a:lnTo>
                  <a:pt x="16085" y="13755"/>
                </a:lnTo>
                <a:lnTo>
                  <a:pt x="16021" y="13151"/>
                </a:lnTo>
                <a:close/>
              </a:path>
              <a:path w="34289" h="237489">
                <a:moveTo>
                  <a:pt x="4330" y="12154"/>
                </a:moveTo>
                <a:lnTo>
                  <a:pt x="4395" y="12387"/>
                </a:lnTo>
                <a:lnTo>
                  <a:pt x="5250" y="13755"/>
                </a:lnTo>
                <a:lnTo>
                  <a:pt x="4750" y="12387"/>
                </a:lnTo>
                <a:lnTo>
                  <a:pt x="4330" y="12154"/>
                </a:lnTo>
                <a:close/>
              </a:path>
              <a:path w="34289" h="237489">
                <a:moveTo>
                  <a:pt x="4750" y="12387"/>
                </a:moveTo>
                <a:lnTo>
                  <a:pt x="5250" y="13755"/>
                </a:lnTo>
                <a:lnTo>
                  <a:pt x="7218" y="13755"/>
                </a:lnTo>
                <a:lnTo>
                  <a:pt x="4750" y="12387"/>
                </a:lnTo>
                <a:close/>
              </a:path>
              <a:path w="34289" h="237489">
                <a:moveTo>
                  <a:pt x="16954" y="10817"/>
                </a:moveTo>
                <a:lnTo>
                  <a:pt x="16416" y="11182"/>
                </a:lnTo>
                <a:lnTo>
                  <a:pt x="15861" y="11632"/>
                </a:lnTo>
                <a:lnTo>
                  <a:pt x="15916" y="12154"/>
                </a:lnTo>
                <a:lnTo>
                  <a:pt x="16021" y="13151"/>
                </a:lnTo>
                <a:lnTo>
                  <a:pt x="16954" y="10817"/>
                </a:lnTo>
                <a:close/>
              </a:path>
              <a:path w="34289" h="237489">
                <a:moveTo>
                  <a:pt x="4310" y="11182"/>
                </a:moveTo>
                <a:lnTo>
                  <a:pt x="4330" y="12154"/>
                </a:lnTo>
                <a:lnTo>
                  <a:pt x="4750" y="12387"/>
                </a:lnTo>
                <a:lnTo>
                  <a:pt x="4310" y="11182"/>
                </a:lnTo>
                <a:close/>
              </a:path>
              <a:path w="34289" h="237489">
                <a:moveTo>
                  <a:pt x="16416" y="11182"/>
                </a:moveTo>
                <a:lnTo>
                  <a:pt x="15814" y="11182"/>
                </a:lnTo>
                <a:lnTo>
                  <a:pt x="15861" y="11632"/>
                </a:lnTo>
                <a:lnTo>
                  <a:pt x="16416" y="1118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68987" y="2326015"/>
            <a:ext cx="367325" cy="349130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4374655" y="2449512"/>
            <a:ext cx="198120" cy="86360"/>
          </a:xfrm>
          <a:custGeom>
            <a:avLst/>
            <a:gdLst/>
            <a:ahLst/>
            <a:cxnLst/>
            <a:rect l="l" t="t" r="r" b="b"/>
            <a:pathLst>
              <a:path w="198120" h="86360">
                <a:moveTo>
                  <a:pt x="141097" y="6946"/>
                </a:moveTo>
                <a:lnTo>
                  <a:pt x="134162" y="0"/>
                </a:lnTo>
                <a:lnTo>
                  <a:pt x="6934" y="0"/>
                </a:lnTo>
                <a:lnTo>
                  <a:pt x="0" y="6946"/>
                </a:lnTo>
                <a:lnTo>
                  <a:pt x="0" y="9067"/>
                </a:lnTo>
                <a:lnTo>
                  <a:pt x="6946" y="16002"/>
                </a:lnTo>
                <a:lnTo>
                  <a:pt x="134150" y="16002"/>
                </a:lnTo>
                <a:lnTo>
                  <a:pt x="141097" y="9067"/>
                </a:lnTo>
                <a:lnTo>
                  <a:pt x="141097" y="6946"/>
                </a:lnTo>
                <a:close/>
              </a:path>
              <a:path w="198120" h="86360">
                <a:moveTo>
                  <a:pt x="198031" y="51727"/>
                </a:moveTo>
                <a:lnTo>
                  <a:pt x="197713" y="49631"/>
                </a:lnTo>
                <a:lnTo>
                  <a:pt x="197459" y="48933"/>
                </a:lnTo>
                <a:lnTo>
                  <a:pt x="197408" y="48768"/>
                </a:lnTo>
                <a:lnTo>
                  <a:pt x="196608" y="47409"/>
                </a:lnTo>
                <a:lnTo>
                  <a:pt x="196329" y="46939"/>
                </a:lnTo>
                <a:lnTo>
                  <a:pt x="196100" y="46647"/>
                </a:lnTo>
                <a:lnTo>
                  <a:pt x="195567" y="46062"/>
                </a:lnTo>
                <a:lnTo>
                  <a:pt x="193865" y="44805"/>
                </a:lnTo>
                <a:lnTo>
                  <a:pt x="193154" y="44475"/>
                </a:lnTo>
                <a:lnTo>
                  <a:pt x="193357" y="44475"/>
                </a:lnTo>
                <a:lnTo>
                  <a:pt x="190868" y="43853"/>
                </a:lnTo>
                <a:lnTo>
                  <a:pt x="189509" y="43853"/>
                </a:lnTo>
                <a:lnTo>
                  <a:pt x="187731" y="44119"/>
                </a:lnTo>
                <a:lnTo>
                  <a:pt x="186753" y="44475"/>
                </a:lnTo>
                <a:lnTo>
                  <a:pt x="182664" y="46939"/>
                </a:lnTo>
                <a:lnTo>
                  <a:pt x="177025" y="48768"/>
                </a:lnTo>
                <a:lnTo>
                  <a:pt x="154368" y="52933"/>
                </a:lnTo>
                <a:lnTo>
                  <a:pt x="105879" y="60210"/>
                </a:lnTo>
                <a:lnTo>
                  <a:pt x="78524" y="63423"/>
                </a:lnTo>
                <a:lnTo>
                  <a:pt x="70205" y="64211"/>
                </a:lnTo>
                <a:lnTo>
                  <a:pt x="68935" y="64439"/>
                </a:lnTo>
                <a:lnTo>
                  <a:pt x="43942" y="79387"/>
                </a:lnTo>
                <a:lnTo>
                  <a:pt x="44615" y="81394"/>
                </a:lnTo>
                <a:lnTo>
                  <a:pt x="50317" y="85788"/>
                </a:lnTo>
                <a:lnTo>
                  <a:pt x="53390" y="85788"/>
                </a:lnTo>
                <a:lnTo>
                  <a:pt x="63690" y="82359"/>
                </a:lnTo>
                <a:lnTo>
                  <a:pt x="72123" y="80137"/>
                </a:lnTo>
                <a:lnTo>
                  <a:pt x="71716" y="80137"/>
                </a:lnTo>
                <a:lnTo>
                  <a:pt x="72351" y="80086"/>
                </a:lnTo>
                <a:lnTo>
                  <a:pt x="74053" y="79921"/>
                </a:lnTo>
                <a:lnTo>
                  <a:pt x="79603" y="79387"/>
                </a:lnTo>
                <a:lnTo>
                  <a:pt x="79768" y="79387"/>
                </a:lnTo>
                <a:lnTo>
                  <a:pt x="108292" y="76022"/>
                </a:lnTo>
                <a:lnTo>
                  <a:pt x="157302" y="68668"/>
                </a:lnTo>
                <a:lnTo>
                  <a:pt x="194995" y="58166"/>
                </a:lnTo>
                <a:lnTo>
                  <a:pt x="197942" y="52933"/>
                </a:lnTo>
                <a:lnTo>
                  <a:pt x="198031" y="5172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751289" y="2281200"/>
            <a:ext cx="1079886" cy="48653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946288" y="895108"/>
            <a:ext cx="159187" cy="289422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5177473" y="912870"/>
            <a:ext cx="272415" cy="186690"/>
          </a:xfrm>
          <a:custGeom>
            <a:avLst/>
            <a:gdLst/>
            <a:ahLst/>
            <a:cxnLst/>
            <a:rect l="l" t="t" r="r" b="b"/>
            <a:pathLst>
              <a:path w="272414" h="186690">
                <a:moveTo>
                  <a:pt x="132569" y="108795"/>
                </a:moveTo>
                <a:lnTo>
                  <a:pt x="116357" y="108795"/>
                </a:lnTo>
                <a:lnTo>
                  <a:pt x="116053" y="109505"/>
                </a:lnTo>
                <a:lnTo>
                  <a:pt x="115890" y="110262"/>
                </a:lnTo>
                <a:lnTo>
                  <a:pt x="115728" y="110262"/>
                </a:lnTo>
                <a:lnTo>
                  <a:pt x="113656" y="115097"/>
                </a:lnTo>
                <a:lnTo>
                  <a:pt x="113569" y="115507"/>
                </a:lnTo>
                <a:lnTo>
                  <a:pt x="109108" y="122822"/>
                </a:lnTo>
                <a:lnTo>
                  <a:pt x="108557" y="123835"/>
                </a:lnTo>
                <a:lnTo>
                  <a:pt x="91836" y="144721"/>
                </a:lnTo>
                <a:lnTo>
                  <a:pt x="91337" y="145375"/>
                </a:lnTo>
                <a:lnTo>
                  <a:pt x="74137" y="164119"/>
                </a:lnTo>
                <a:lnTo>
                  <a:pt x="64542" y="172998"/>
                </a:lnTo>
                <a:lnTo>
                  <a:pt x="63935" y="173828"/>
                </a:lnTo>
                <a:lnTo>
                  <a:pt x="63050" y="175727"/>
                </a:lnTo>
                <a:lnTo>
                  <a:pt x="62804" y="176725"/>
                </a:lnTo>
                <a:lnTo>
                  <a:pt x="62853" y="179835"/>
                </a:lnTo>
                <a:lnTo>
                  <a:pt x="69193" y="186074"/>
                </a:lnTo>
                <a:lnTo>
                  <a:pt x="72275" y="186074"/>
                </a:lnTo>
                <a:lnTo>
                  <a:pt x="75862" y="184881"/>
                </a:lnTo>
                <a:lnTo>
                  <a:pt x="76500" y="184641"/>
                </a:lnTo>
                <a:lnTo>
                  <a:pt x="77953" y="184028"/>
                </a:lnTo>
                <a:lnTo>
                  <a:pt x="76172" y="184028"/>
                </a:lnTo>
                <a:lnTo>
                  <a:pt x="68211" y="170568"/>
                </a:lnTo>
                <a:lnTo>
                  <a:pt x="121126" y="133715"/>
                </a:lnTo>
                <a:lnTo>
                  <a:pt x="132253" y="110262"/>
                </a:lnTo>
                <a:lnTo>
                  <a:pt x="115890" y="110262"/>
                </a:lnTo>
                <a:lnTo>
                  <a:pt x="116131" y="109505"/>
                </a:lnTo>
                <a:lnTo>
                  <a:pt x="132416" y="109505"/>
                </a:lnTo>
                <a:lnTo>
                  <a:pt x="132569" y="108795"/>
                </a:lnTo>
                <a:close/>
              </a:path>
              <a:path w="272414" h="186690">
                <a:moveTo>
                  <a:pt x="103317" y="155966"/>
                </a:moveTo>
                <a:lnTo>
                  <a:pt x="70200" y="169905"/>
                </a:lnTo>
                <a:lnTo>
                  <a:pt x="68211" y="170568"/>
                </a:lnTo>
                <a:lnTo>
                  <a:pt x="76172" y="184028"/>
                </a:lnTo>
                <a:lnTo>
                  <a:pt x="84999" y="175863"/>
                </a:lnTo>
                <a:lnTo>
                  <a:pt x="85457" y="175404"/>
                </a:lnTo>
                <a:lnTo>
                  <a:pt x="103317" y="155966"/>
                </a:lnTo>
                <a:close/>
              </a:path>
              <a:path w="272414" h="186690">
                <a:moveTo>
                  <a:pt x="220649" y="131328"/>
                </a:moveTo>
                <a:lnTo>
                  <a:pt x="219475" y="131328"/>
                </a:lnTo>
                <a:lnTo>
                  <a:pt x="191796" y="132915"/>
                </a:lnTo>
                <a:lnTo>
                  <a:pt x="192069" y="132915"/>
                </a:lnTo>
                <a:lnTo>
                  <a:pt x="167792" y="135784"/>
                </a:lnTo>
                <a:lnTo>
                  <a:pt x="110421" y="152968"/>
                </a:lnTo>
                <a:lnTo>
                  <a:pt x="85457" y="175404"/>
                </a:lnTo>
                <a:lnTo>
                  <a:pt x="84999" y="175863"/>
                </a:lnTo>
                <a:lnTo>
                  <a:pt x="76172" y="184028"/>
                </a:lnTo>
                <a:lnTo>
                  <a:pt x="77953" y="184028"/>
                </a:lnTo>
                <a:lnTo>
                  <a:pt x="115841" y="168032"/>
                </a:lnTo>
                <a:lnTo>
                  <a:pt x="145327" y="157473"/>
                </a:lnTo>
                <a:lnTo>
                  <a:pt x="145178" y="157473"/>
                </a:lnTo>
                <a:lnTo>
                  <a:pt x="146044" y="157217"/>
                </a:lnTo>
                <a:lnTo>
                  <a:pt x="146271" y="157217"/>
                </a:lnTo>
                <a:lnTo>
                  <a:pt x="169894" y="151671"/>
                </a:lnTo>
                <a:lnTo>
                  <a:pt x="169669" y="151671"/>
                </a:lnTo>
                <a:lnTo>
                  <a:pt x="192721" y="148946"/>
                </a:lnTo>
                <a:lnTo>
                  <a:pt x="191673" y="148946"/>
                </a:lnTo>
                <a:lnTo>
                  <a:pt x="220096" y="147316"/>
                </a:lnTo>
                <a:lnTo>
                  <a:pt x="271916" y="147316"/>
                </a:lnTo>
                <a:lnTo>
                  <a:pt x="271442" y="145793"/>
                </a:lnTo>
                <a:lnTo>
                  <a:pt x="234431" y="131673"/>
                </a:lnTo>
                <a:lnTo>
                  <a:pt x="237310" y="131673"/>
                </a:lnTo>
                <a:lnTo>
                  <a:pt x="220649" y="131328"/>
                </a:lnTo>
                <a:close/>
              </a:path>
              <a:path w="272414" h="186690">
                <a:moveTo>
                  <a:pt x="146044" y="157217"/>
                </a:moveTo>
                <a:lnTo>
                  <a:pt x="145178" y="157473"/>
                </a:lnTo>
                <a:lnTo>
                  <a:pt x="145327" y="157473"/>
                </a:lnTo>
                <a:lnTo>
                  <a:pt x="146044" y="157217"/>
                </a:lnTo>
                <a:close/>
              </a:path>
              <a:path w="272414" h="186690">
                <a:moveTo>
                  <a:pt x="146271" y="157217"/>
                </a:moveTo>
                <a:lnTo>
                  <a:pt x="146044" y="157217"/>
                </a:lnTo>
                <a:lnTo>
                  <a:pt x="145327" y="157473"/>
                </a:lnTo>
                <a:lnTo>
                  <a:pt x="145178" y="157473"/>
                </a:lnTo>
                <a:lnTo>
                  <a:pt x="146271" y="157217"/>
                </a:lnTo>
                <a:close/>
              </a:path>
              <a:path w="272414" h="186690">
                <a:moveTo>
                  <a:pt x="252299" y="151873"/>
                </a:moveTo>
                <a:lnTo>
                  <a:pt x="261293" y="156596"/>
                </a:lnTo>
                <a:lnTo>
                  <a:pt x="262568" y="156974"/>
                </a:lnTo>
                <a:lnTo>
                  <a:pt x="265437" y="156974"/>
                </a:lnTo>
                <a:lnTo>
                  <a:pt x="271494" y="152091"/>
                </a:lnTo>
                <a:lnTo>
                  <a:pt x="253011" y="152091"/>
                </a:lnTo>
                <a:lnTo>
                  <a:pt x="252299" y="151873"/>
                </a:lnTo>
                <a:close/>
              </a:path>
              <a:path w="272414" h="186690">
                <a:moveTo>
                  <a:pt x="251991" y="151671"/>
                </a:moveTo>
                <a:lnTo>
                  <a:pt x="252299" y="151873"/>
                </a:lnTo>
                <a:lnTo>
                  <a:pt x="253011" y="152091"/>
                </a:lnTo>
                <a:lnTo>
                  <a:pt x="251991" y="151671"/>
                </a:lnTo>
                <a:close/>
              </a:path>
              <a:path w="272414" h="186690">
                <a:moveTo>
                  <a:pt x="271684" y="151671"/>
                </a:moveTo>
                <a:lnTo>
                  <a:pt x="251991" y="151671"/>
                </a:lnTo>
                <a:lnTo>
                  <a:pt x="253011" y="152091"/>
                </a:lnTo>
                <a:lnTo>
                  <a:pt x="271494" y="152091"/>
                </a:lnTo>
                <a:lnTo>
                  <a:pt x="271609" y="151873"/>
                </a:lnTo>
                <a:lnTo>
                  <a:pt x="271684" y="151671"/>
                </a:lnTo>
                <a:close/>
              </a:path>
              <a:path w="272414" h="186690">
                <a:moveTo>
                  <a:pt x="242749" y="148946"/>
                </a:moveTo>
                <a:lnTo>
                  <a:pt x="252299" y="151873"/>
                </a:lnTo>
                <a:lnTo>
                  <a:pt x="251914" y="151671"/>
                </a:lnTo>
                <a:lnTo>
                  <a:pt x="271684" y="151671"/>
                </a:lnTo>
                <a:lnTo>
                  <a:pt x="271940" y="150807"/>
                </a:lnTo>
                <a:lnTo>
                  <a:pt x="271982" y="149214"/>
                </a:lnTo>
                <a:lnTo>
                  <a:pt x="243946" y="149214"/>
                </a:lnTo>
                <a:lnTo>
                  <a:pt x="242749" y="148946"/>
                </a:lnTo>
                <a:close/>
              </a:path>
              <a:path w="272414" h="186690">
                <a:moveTo>
                  <a:pt x="271916" y="147316"/>
                </a:moveTo>
                <a:lnTo>
                  <a:pt x="220096" y="147316"/>
                </a:lnTo>
                <a:lnTo>
                  <a:pt x="236750" y="147660"/>
                </a:lnTo>
                <a:lnTo>
                  <a:pt x="233209" y="147660"/>
                </a:lnTo>
                <a:lnTo>
                  <a:pt x="243946" y="149214"/>
                </a:lnTo>
                <a:lnTo>
                  <a:pt x="243623" y="149214"/>
                </a:lnTo>
                <a:lnTo>
                  <a:pt x="242749" y="148946"/>
                </a:lnTo>
                <a:lnTo>
                  <a:pt x="271989" y="148946"/>
                </a:lnTo>
                <a:lnTo>
                  <a:pt x="271916" y="147316"/>
                </a:lnTo>
                <a:close/>
              </a:path>
              <a:path w="272414" h="186690">
                <a:moveTo>
                  <a:pt x="271989" y="148946"/>
                </a:moveTo>
                <a:lnTo>
                  <a:pt x="242749" y="148946"/>
                </a:lnTo>
                <a:lnTo>
                  <a:pt x="243946" y="149214"/>
                </a:lnTo>
                <a:lnTo>
                  <a:pt x="271982" y="149214"/>
                </a:lnTo>
                <a:lnTo>
                  <a:pt x="271989" y="148946"/>
                </a:lnTo>
                <a:close/>
              </a:path>
              <a:path w="272414" h="186690">
                <a:moveTo>
                  <a:pt x="134851" y="95916"/>
                </a:moveTo>
                <a:lnTo>
                  <a:pt x="118979" y="95916"/>
                </a:lnTo>
                <a:lnTo>
                  <a:pt x="118825" y="96635"/>
                </a:lnTo>
                <a:lnTo>
                  <a:pt x="118803" y="97363"/>
                </a:lnTo>
                <a:lnTo>
                  <a:pt x="118668" y="97363"/>
                </a:lnTo>
                <a:lnTo>
                  <a:pt x="116053" y="109505"/>
                </a:lnTo>
                <a:lnTo>
                  <a:pt x="116357" y="108795"/>
                </a:lnTo>
                <a:lnTo>
                  <a:pt x="132569" y="108795"/>
                </a:lnTo>
                <a:lnTo>
                  <a:pt x="134617" y="99286"/>
                </a:lnTo>
                <a:lnTo>
                  <a:pt x="134793" y="97840"/>
                </a:lnTo>
                <a:lnTo>
                  <a:pt x="134808" y="97363"/>
                </a:lnTo>
                <a:lnTo>
                  <a:pt x="118803" y="97363"/>
                </a:lnTo>
                <a:lnTo>
                  <a:pt x="118892" y="96635"/>
                </a:lnTo>
                <a:lnTo>
                  <a:pt x="134829" y="96635"/>
                </a:lnTo>
                <a:lnTo>
                  <a:pt x="134851" y="95916"/>
                </a:lnTo>
                <a:close/>
              </a:path>
              <a:path w="272414" h="186690">
                <a:moveTo>
                  <a:pt x="135180" y="82576"/>
                </a:moveTo>
                <a:lnTo>
                  <a:pt x="119245" y="82576"/>
                </a:lnTo>
                <a:lnTo>
                  <a:pt x="119299" y="83054"/>
                </a:lnTo>
                <a:lnTo>
                  <a:pt x="119375" y="83725"/>
                </a:lnTo>
                <a:lnTo>
                  <a:pt x="119501" y="84838"/>
                </a:lnTo>
                <a:lnTo>
                  <a:pt x="119177" y="84838"/>
                </a:lnTo>
                <a:lnTo>
                  <a:pt x="118846" y="95916"/>
                </a:lnTo>
                <a:lnTo>
                  <a:pt x="118825" y="96635"/>
                </a:lnTo>
                <a:lnTo>
                  <a:pt x="118979" y="95916"/>
                </a:lnTo>
                <a:lnTo>
                  <a:pt x="134851" y="95916"/>
                </a:lnTo>
                <a:lnTo>
                  <a:pt x="135181" y="84838"/>
                </a:lnTo>
                <a:lnTo>
                  <a:pt x="119501" y="84838"/>
                </a:lnTo>
                <a:lnTo>
                  <a:pt x="119211" y="83725"/>
                </a:lnTo>
                <a:lnTo>
                  <a:pt x="135214" y="83725"/>
                </a:lnTo>
                <a:lnTo>
                  <a:pt x="135180" y="82576"/>
                </a:lnTo>
                <a:close/>
              </a:path>
              <a:path w="272414" h="186690">
                <a:moveTo>
                  <a:pt x="119299" y="83054"/>
                </a:moveTo>
                <a:lnTo>
                  <a:pt x="119211" y="83725"/>
                </a:lnTo>
                <a:lnTo>
                  <a:pt x="119501" y="84838"/>
                </a:lnTo>
                <a:lnTo>
                  <a:pt x="119375" y="83725"/>
                </a:lnTo>
                <a:lnTo>
                  <a:pt x="119299" y="83054"/>
                </a:lnTo>
                <a:close/>
              </a:path>
              <a:path w="272414" h="186690">
                <a:moveTo>
                  <a:pt x="117551" y="77377"/>
                </a:moveTo>
                <a:lnTo>
                  <a:pt x="119211" y="83725"/>
                </a:lnTo>
                <a:lnTo>
                  <a:pt x="119245" y="82576"/>
                </a:lnTo>
                <a:lnTo>
                  <a:pt x="135180" y="82576"/>
                </a:lnTo>
                <a:lnTo>
                  <a:pt x="134978" y="80791"/>
                </a:lnTo>
                <a:lnTo>
                  <a:pt x="134316" y="78261"/>
                </a:lnTo>
                <a:lnTo>
                  <a:pt x="118042" y="78261"/>
                </a:lnTo>
                <a:lnTo>
                  <a:pt x="117551" y="77377"/>
                </a:lnTo>
                <a:close/>
              </a:path>
              <a:path w="272414" h="186690">
                <a:moveTo>
                  <a:pt x="117294" y="76395"/>
                </a:moveTo>
                <a:lnTo>
                  <a:pt x="117551" y="77377"/>
                </a:lnTo>
                <a:lnTo>
                  <a:pt x="118042" y="78261"/>
                </a:lnTo>
                <a:lnTo>
                  <a:pt x="117294" y="76395"/>
                </a:lnTo>
                <a:close/>
              </a:path>
              <a:path w="272414" h="186690">
                <a:moveTo>
                  <a:pt x="133828" y="76395"/>
                </a:moveTo>
                <a:lnTo>
                  <a:pt x="117294" y="76395"/>
                </a:lnTo>
                <a:lnTo>
                  <a:pt x="118042" y="78261"/>
                </a:lnTo>
                <a:lnTo>
                  <a:pt x="134316" y="78261"/>
                </a:lnTo>
                <a:lnTo>
                  <a:pt x="133828" y="76395"/>
                </a:lnTo>
                <a:close/>
              </a:path>
              <a:path w="272414" h="186690">
                <a:moveTo>
                  <a:pt x="91116" y="21121"/>
                </a:moveTo>
                <a:lnTo>
                  <a:pt x="67703" y="21121"/>
                </a:lnTo>
                <a:lnTo>
                  <a:pt x="68053" y="21402"/>
                </a:lnTo>
                <a:lnTo>
                  <a:pt x="68145" y="21534"/>
                </a:lnTo>
                <a:lnTo>
                  <a:pt x="68787" y="21973"/>
                </a:lnTo>
                <a:lnTo>
                  <a:pt x="68614" y="21973"/>
                </a:lnTo>
                <a:lnTo>
                  <a:pt x="90315" y="42280"/>
                </a:lnTo>
                <a:lnTo>
                  <a:pt x="91309" y="43174"/>
                </a:lnTo>
                <a:lnTo>
                  <a:pt x="103658" y="56702"/>
                </a:lnTo>
                <a:lnTo>
                  <a:pt x="106292" y="60167"/>
                </a:lnTo>
                <a:lnTo>
                  <a:pt x="112304" y="67942"/>
                </a:lnTo>
                <a:lnTo>
                  <a:pt x="117551" y="77377"/>
                </a:lnTo>
                <a:lnTo>
                  <a:pt x="117294" y="76395"/>
                </a:lnTo>
                <a:lnTo>
                  <a:pt x="133828" y="76395"/>
                </a:lnTo>
                <a:lnTo>
                  <a:pt x="103140" y="32409"/>
                </a:lnTo>
                <a:lnTo>
                  <a:pt x="92027" y="21973"/>
                </a:lnTo>
                <a:lnTo>
                  <a:pt x="68767" y="21973"/>
                </a:lnTo>
                <a:lnTo>
                  <a:pt x="68219" y="21534"/>
                </a:lnTo>
                <a:lnTo>
                  <a:pt x="91557" y="21534"/>
                </a:lnTo>
                <a:lnTo>
                  <a:pt x="91116" y="21121"/>
                </a:lnTo>
                <a:close/>
              </a:path>
              <a:path w="272414" h="186690">
                <a:moveTo>
                  <a:pt x="61220" y="0"/>
                </a:moveTo>
                <a:lnTo>
                  <a:pt x="56884" y="0"/>
                </a:lnTo>
                <a:lnTo>
                  <a:pt x="35394" y="2480"/>
                </a:lnTo>
                <a:lnTo>
                  <a:pt x="697" y="32739"/>
                </a:lnTo>
                <a:lnTo>
                  <a:pt x="0" y="35807"/>
                </a:lnTo>
                <a:lnTo>
                  <a:pt x="38" y="36847"/>
                </a:lnTo>
                <a:lnTo>
                  <a:pt x="7843" y="44090"/>
                </a:lnTo>
                <a:lnTo>
                  <a:pt x="8718" y="44090"/>
                </a:lnTo>
                <a:lnTo>
                  <a:pt x="11563" y="43412"/>
                </a:lnTo>
                <a:lnTo>
                  <a:pt x="11267" y="43412"/>
                </a:lnTo>
                <a:lnTo>
                  <a:pt x="11786" y="43174"/>
                </a:lnTo>
                <a:lnTo>
                  <a:pt x="13609" y="41883"/>
                </a:lnTo>
                <a:lnTo>
                  <a:pt x="14316" y="41120"/>
                </a:lnTo>
                <a:lnTo>
                  <a:pt x="21936" y="28742"/>
                </a:lnTo>
                <a:lnTo>
                  <a:pt x="24483" y="25486"/>
                </a:lnTo>
                <a:lnTo>
                  <a:pt x="24245" y="25486"/>
                </a:lnTo>
                <a:lnTo>
                  <a:pt x="25446" y="24227"/>
                </a:lnTo>
                <a:lnTo>
                  <a:pt x="25741" y="24227"/>
                </a:lnTo>
                <a:lnTo>
                  <a:pt x="27938" y="22379"/>
                </a:lnTo>
                <a:lnTo>
                  <a:pt x="27639" y="22379"/>
                </a:lnTo>
                <a:lnTo>
                  <a:pt x="29100" y="21402"/>
                </a:lnTo>
                <a:lnTo>
                  <a:pt x="29522" y="21402"/>
                </a:lnTo>
                <a:lnTo>
                  <a:pt x="32227" y="19997"/>
                </a:lnTo>
                <a:lnTo>
                  <a:pt x="31871" y="19997"/>
                </a:lnTo>
                <a:lnTo>
                  <a:pt x="33376" y="19400"/>
                </a:lnTo>
                <a:lnTo>
                  <a:pt x="33978" y="19400"/>
                </a:lnTo>
                <a:lnTo>
                  <a:pt x="37609" y="18371"/>
                </a:lnTo>
                <a:lnTo>
                  <a:pt x="37228" y="18371"/>
                </a:lnTo>
                <a:lnTo>
                  <a:pt x="38492" y="18121"/>
                </a:lnTo>
                <a:lnTo>
                  <a:pt x="39396" y="18121"/>
                </a:lnTo>
                <a:lnTo>
                  <a:pt x="58431" y="15924"/>
                </a:lnTo>
                <a:lnTo>
                  <a:pt x="56757" y="15372"/>
                </a:lnTo>
                <a:lnTo>
                  <a:pt x="84972" y="15372"/>
                </a:lnTo>
                <a:lnTo>
                  <a:pt x="78634" y="9441"/>
                </a:lnTo>
                <a:lnTo>
                  <a:pt x="77687" y="8681"/>
                </a:lnTo>
                <a:lnTo>
                  <a:pt x="69466" y="3053"/>
                </a:lnTo>
                <a:lnTo>
                  <a:pt x="67454" y="2057"/>
                </a:lnTo>
                <a:lnTo>
                  <a:pt x="61220" y="0"/>
                </a:lnTo>
                <a:close/>
              </a:path>
              <a:path w="272414" h="186690">
                <a:moveTo>
                  <a:pt x="25446" y="24227"/>
                </a:moveTo>
                <a:lnTo>
                  <a:pt x="24245" y="25486"/>
                </a:lnTo>
                <a:lnTo>
                  <a:pt x="24913" y="24924"/>
                </a:lnTo>
                <a:lnTo>
                  <a:pt x="25446" y="24227"/>
                </a:lnTo>
                <a:close/>
              </a:path>
              <a:path w="272414" h="186690">
                <a:moveTo>
                  <a:pt x="24913" y="24924"/>
                </a:moveTo>
                <a:lnTo>
                  <a:pt x="24245" y="25486"/>
                </a:lnTo>
                <a:lnTo>
                  <a:pt x="24483" y="25486"/>
                </a:lnTo>
                <a:lnTo>
                  <a:pt x="24913" y="24924"/>
                </a:lnTo>
                <a:close/>
              </a:path>
              <a:path w="272414" h="186690">
                <a:moveTo>
                  <a:pt x="25741" y="24227"/>
                </a:moveTo>
                <a:lnTo>
                  <a:pt x="25446" y="24227"/>
                </a:lnTo>
                <a:lnTo>
                  <a:pt x="24913" y="24924"/>
                </a:lnTo>
                <a:lnTo>
                  <a:pt x="25741" y="24227"/>
                </a:lnTo>
                <a:close/>
              </a:path>
              <a:path w="272414" h="186690">
                <a:moveTo>
                  <a:pt x="28943" y="21534"/>
                </a:moveTo>
                <a:lnTo>
                  <a:pt x="27639" y="22379"/>
                </a:lnTo>
                <a:lnTo>
                  <a:pt x="28421" y="21973"/>
                </a:lnTo>
                <a:lnTo>
                  <a:pt x="28943" y="21534"/>
                </a:lnTo>
                <a:close/>
              </a:path>
              <a:path w="272414" h="186690">
                <a:moveTo>
                  <a:pt x="28421" y="21973"/>
                </a:moveTo>
                <a:lnTo>
                  <a:pt x="27639" y="22379"/>
                </a:lnTo>
                <a:lnTo>
                  <a:pt x="27938" y="22379"/>
                </a:lnTo>
                <a:lnTo>
                  <a:pt x="28421" y="21973"/>
                </a:lnTo>
                <a:close/>
              </a:path>
              <a:path w="272414" h="186690">
                <a:moveTo>
                  <a:pt x="29522" y="21402"/>
                </a:moveTo>
                <a:lnTo>
                  <a:pt x="29100" y="21402"/>
                </a:lnTo>
                <a:lnTo>
                  <a:pt x="28421" y="21973"/>
                </a:lnTo>
                <a:lnTo>
                  <a:pt x="29522" y="21402"/>
                </a:lnTo>
                <a:close/>
              </a:path>
              <a:path w="272414" h="186690">
                <a:moveTo>
                  <a:pt x="61361" y="16891"/>
                </a:moveTo>
                <a:lnTo>
                  <a:pt x="67951" y="21402"/>
                </a:lnTo>
                <a:lnTo>
                  <a:pt x="67703" y="21121"/>
                </a:lnTo>
                <a:lnTo>
                  <a:pt x="91116" y="21121"/>
                </a:lnTo>
                <a:lnTo>
                  <a:pt x="86976" y="17247"/>
                </a:lnTo>
                <a:lnTo>
                  <a:pt x="62440" y="17247"/>
                </a:lnTo>
                <a:lnTo>
                  <a:pt x="61361" y="16891"/>
                </a:lnTo>
                <a:close/>
              </a:path>
              <a:path w="272414" h="186690">
                <a:moveTo>
                  <a:pt x="33376" y="19400"/>
                </a:moveTo>
                <a:lnTo>
                  <a:pt x="31871" y="19997"/>
                </a:lnTo>
                <a:lnTo>
                  <a:pt x="32654" y="19775"/>
                </a:lnTo>
                <a:lnTo>
                  <a:pt x="33376" y="19400"/>
                </a:lnTo>
                <a:close/>
              </a:path>
              <a:path w="272414" h="186690">
                <a:moveTo>
                  <a:pt x="32654" y="19775"/>
                </a:moveTo>
                <a:lnTo>
                  <a:pt x="31871" y="19997"/>
                </a:lnTo>
                <a:lnTo>
                  <a:pt x="32227" y="19997"/>
                </a:lnTo>
                <a:lnTo>
                  <a:pt x="32654" y="19775"/>
                </a:lnTo>
                <a:close/>
              </a:path>
              <a:path w="272414" h="186690">
                <a:moveTo>
                  <a:pt x="33978" y="19400"/>
                </a:moveTo>
                <a:lnTo>
                  <a:pt x="33376" y="19400"/>
                </a:lnTo>
                <a:lnTo>
                  <a:pt x="32654" y="19775"/>
                </a:lnTo>
                <a:lnTo>
                  <a:pt x="33978" y="19400"/>
                </a:lnTo>
                <a:close/>
              </a:path>
              <a:path w="272414" h="186690">
                <a:moveTo>
                  <a:pt x="38492" y="18121"/>
                </a:moveTo>
                <a:lnTo>
                  <a:pt x="37228" y="18371"/>
                </a:lnTo>
                <a:lnTo>
                  <a:pt x="37609" y="18371"/>
                </a:lnTo>
                <a:lnTo>
                  <a:pt x="38492" y="18121"/>
                </a:lnTo>
                <a:close/>
              </a:path>
              <a:path w="272414" h="186690">
                <a:moveTo>
                  <a:pt x="39396" y="18121"/>
                </a:moveTo>
                <a:lnTo>
                  <a:pt x="38492" y="18121"/>
                </a:lnTo>
                <a:lnTo>
                  <a:pt x="37609" y="18371"/>
                </a:lnTo>
                <a:lnTo>
                  <a:pt x="37228" y="18371"/>
                </a:lnTo>
                <a:lnTo>
                  <a:pt x="39396" y="18121"/>
                </a:lnTo>
                <a:close/>
              </a:path>
              <a:path w="272414" h="186690">
                <a:moveTo>
                  <a:pt x="60429" y="16253"/>
                </a:moveTo>
                <a:lnTo>
                  <a:pt x="61361" y="16891"/>
                </a:lnTo>
                <a:lnTo>
                  <a:pt x="62440" y="17247"/>
                </a:lnTo>
                <a:lnTo>
                  <a:pt x="60429" y="16253"/>
                </a:lnTo>
                <a:close/>
              </a:path>
              <a:path w="272414" h="186690">
                <a:moveTo>
                  <a:pt x="85914" y="16253"/>
                </a:moveTo>
                <a:lnTo>
                  <a:pt x="60429" y="16253"/>
                </a:lnTo>
                <a:lnTo>
                  <a:pt x="62440" y="17247"/>
                </a:lnTo>
                <a:lnTo>
                  <a:pt x="86976" y="17247"/>
                </a:lnTo>
                <a:lnTo>
                  <a:pt x="85914" y="16253"/>
                </a:lnTo>
                <a:close/>
              </a:path>
              <a:path w="272414" h="186690">
                <a:moveTo>
                  <a:pt x="84972" y="15372"/>
                </a:moveTo>
                <a:lnTo>
                  <a:pt x="56757" y="15372"/>
                </a:lnTo>
                <a:lnTo>
                  <a:pt x="60181" y="15722"/>
                </a:lnTo>
                <a:lnTo>
                  <a:pt x="58431" y="15924"/>
                </a:lnTo>
                <a:lnTo>
                  <a:pt x="61361" y="16891"/>
                </a:lnTo>
                <a:lnTo>
                  <a:pt x="60429" y="16253"/>
                </a:lnTo>
                <a:lnTo>
                  <a:pt x="85914" y="16253"/>
                </a:lnTo>
                <a:lnTo>
                  <a:pt x="84972" y="15372"/>
                </a:lnTo>
                <a:close/>
              </a:path>
              <a:path w="272414" h="186690">
                <a:moveTo>
                  <a:pt x="56757" y="15372"/>
                </a:moveTo>
                <a:lnTo>
                  <a:pt x="58431" y="15924"/>
                </a:lnTo>
                <a:lnTo>
                  <a:pt x="60181" y="15722"/>
                </a:lnTo>
                <a:lnTo>
                  <a:pt x="56757" y="1537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557580" y="807670"/>
            <a:ext cx="298918" cy="357438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5989218" y="919885"/>
            <a:ext cx="126364" cy="62230"/>
          </a:xfrm>
          <a:custGeom>
            <a:avLst/>
            <a:gdLst/>
            <a:ahLst/>
            <a:cxnLst/>
            <a:rect l="l" t="t" r="r" b="b"/>
            <a:pathLst>
              <a:path w="126364" h="62230">
                <a:moveTo>
                  <a:pt x="119481" y="14020"/>
                </a:moveTo>
                <a:lnTo>
                  <a:pt x="91706" y="14020"/>
                </a:lnTo>
                <a:lnTo>
                  <a:pt x="91528" y="14020"/>
                </a:lnTo>
                <a:lnTo>
                  <a:pt x="83248" y="17665"/>
                </a:lnTo>
                <a:lnTo>
                  <a:pt x="82740" y="17881"/>
                </a:lnTo>
                <a:lnTo>
                  <a:pt x="83362" y="17665"/>
                </a:lnTo>
                <a:lnTo>
                  <a:pt x="114922" y="17665"/>
                </a:lnTo>
                <a:lnTo>
                  <a:pt x="115112" y="17513"/>
                </a:lnTo>
                <a:lnTo>
                  <a:pt x="119481" y="14020"/>
                </a:lnTo>
                <a:close/>
              </a:path>
              <a:path w="126364" h="62230">
                <a:moveTo>
                  <a:pt x="122389" y="6629"/>
                </a:moveTo>
                <a:lnTo>
                  <a:pt x="117576" y="444"/>
                </a:lnTo>
                <a:lnTo>
                  <a:pt x="117754" y="444"/>
                </a:lnTo>
                <a:lnTo>
                  <a:pt x="116357" y="0"/>
                </a:lnTo>
                <a:lnTo>
                  <a:pt x="112712" y="0"/>
                </a:lnTo>
                <a:lnTo>
                  <a:pt x="111175" y="444"/>
                </a:lnTo>
                <a:lnTo>
                  <a:pt x="110261" y="914"/>
                </a:lnTo>
                <a:lnTo>
                  <a:pt x="103111" y="6629"/>
                </a:lnTo>
                <a:lnTo>
                  <a:pt x="101206" y="8229"/>
                </a:lnTo>
                <a:lnTo>
                  <a:pt x="92176" y="13741"/>
                </a:lnTo>
                <a:lnTo>
                  <a:pt x="91706" y="14020"/>
                </a:lnTo>
                <a:lnTo>
                  <a:pt x="92252" y="13741"/>
                </a:lnTo>
                <a:lnTo>
                  <a:pt x="119824" y="13741"/>
                </a:lnTo>
                <a:lnTo>
                  <a:pt x="120103" y="13525"/>
                </a:lnTo>
                <a:lnTo>
                  <a:pt x="120904" y="12623"/>
                </a:lnTo>
                <a:lnTo>
                  <a:pt x="121932" y="10769"/>
                </a:lnTo>
                <a:lnTo>
                  <a:pt x="122250" y="9766"/>
                </a:lnTo>
                <a:lnTo>
                  <a:pt x="122377" y="8229"/>
                </a:lnTo>
                <a:lnTo>
                  <a:pt x="122389" y="6629"/>
                </a:lnTo>
                <a:close/>
              </a:path>
              <a:path w="126364" h="62230">
                <a:moveTo>
                  <a:pt x="125945" y="52666"/>
                </a:moveTo>
                <a:lnTo>
                  <a:pt x="104419" y="42316"/>
                </a:lnTo>
                <a:lnTo>
                  <a:pt x="53060" y="42316"/>
                </a:lnTo>
                <a:lnTo>
                  <a:pt x="49364" y="41706"/>
                </a:lnTo>
                <a:lnTo>
                  <a:pt x="88125" y="32905"/>
                </a:lnTo>
                <a:lnTo>
                  <a:pt x="114642" y="17881"/>
                </a:lnTo>
                <a:lnTo>
                  <a:pt x="82740" y="17881"/>
                </a:lnTo>
                <a:lnTo>
                  <a:pt x="82448" y="17881"/>
                </a:lnTo>
                <a:lnTo>
                  <a:pt x="73304" y="20434"/>
                </a:lnTo>
                <a:lnTo>
                  <a:pt x="43942" y="26479"/>
                </a:lnTo>
                <a:lnTo>
                  <a:pt x="42976" y="26479"/>
                </a:lnTo>
                <a:lnTo>
                  <a:pt x="19227" y="28181"/>
                </a:lnTo>
                <a:lnTo>
                  <a:pt x="19608" y="28181"/>
                </a:lnTo>
                <a:lnTo>
                  <a:pt x="15849" y="28714"/>
                </a:lnTo>
                <a:lnTo>
                  <a:pt x="15849" y="39408"/>
                </a:lnTo>
                <a:lnTo>
                  <a:pt x="15570" y="38658"/>
                </a:lnTo>
                <a:lnTo>
                  <a:pt x="15430" y="38290"/>
                </a:lnTo>
                <a:lnTo>
                  <a:pt x="15633" y="38658"/>
                </a:lnTo>
                <a:lnTo>
                  <a:pt x="15849" y="39408"/>
                </a:lnTo>
                <a:lnTo>
                  <a:pt x="15849" y="28714"/>
                </a:lnTo>
                <a:lnTo>
                  <a:pt x="13855" y="28994"/>
                </a:lnTo>
                <a:lnTo>
                  <a:pt x="13855" y="44475"/>
                </a:lnTo>
                <a:lnTo>
                  <a:pt x="13652" y="45135"/>
                </a:lnTo>
                <a:lnTo>
                  <a:pt x="10922" y="45542"/>
                </a:lnTo>
                <a:lnTo>
                  <a:pt x="13627" y="45161"/>
                </a:lnTo>
                <a:lnTo>
                  <a:pt x="13855" y="44475"/>
                </a:lnTo>
                <a:lnTo>
                  <a:pt x="13855" y="28994"/>
                </a:lnTo>
                <a:lnTo>
                  <a:pt x="7823" y="29832"/>
                </a:lnTo>
                <a:lnTo>
                  <a:pt x="0" y="40665"/>
                </a:lnTo>
                <a:lnTo>
                  <a:pt x="508" y="43192"/>
                </a:lnTo>
                <a:lnTo>
                  <a:pt x="11201" y="56502"/>
                </a:lnTo>
                <a:lnTo>
                  <a:pt x="11976" y="56502"/>
                </a:lnTo>
                <a:lnTo>
                  <a:pt x="20078" y="48475"/>
                </a:lnTo>
                <a:lnTo>
                  <a:pt x="19812" y="46380"/>
                </a:lnTo>
                <a:lnTo>
                  <a:pt x="19532" y="45542"/>
                </a:lnTo>
                <a:lnTo>
                  <a:pt x="19481" y="45389"/>
                </a:lnTo>
                <a:lnTo>
                  <a:pt x="18961" y="44475"/>
                </a:lnTo>
                <a:lnTo>
                  <a:pt x="18592" y="44475"/>
                </a:lnTo>
                <a:lnTo>
                  <a:pt x="18923" y="44437"/>
                </a:lnTo>
                <a:lnTo>
                  <a:pt x="21539" y="44056"/>
                </a:lnTo>
                <a:lnTo>
                  <a:pt x="29387" y="43497"/>
                </a:lnTo>
                <a:lnTo>
                  <a:pt x="28917" y="44691"/>
                </a:lnTo>
                <a:lnTo>
                  <a:pt x="28727" y="45707"/>
                </a:lnTo>
                <a:lnTo>
                  <a:pt x="51066" y="58204"/>
                </a:lnTo>
                <a:lnTo>
                  <a:pt x="102539" y="58204"/>
                </a:lnTo>
                <a:lnTo>
                  <a:pt x="109550" y="58928"/>
                </a:lnTo>
                <a:lnTo>
                  <a:pt x="110731" y="59042"/>
                </a:lnTo>
                <a:lnTo>
                  <a:pt x="109855" y="59042"/>
                </a:lnTo>
                <a:lnTo>
                  <a:pt x="109562" y="58928"/>
                </a:lnTo>
                <a:lnTo>
                  <a:pt x="115874" y="61531"/>
                </a:lnTo>
                <a:lnTo>
                  <a:pt x="116890" y="61734"/>
                </a:lnTo>
                <a:lnTo>
                  <a:pt x="119011" y="61734"/>
                </a:lnTo>
                <a:lnTo>
                  <a:pt x="120027" y="61531"/>
                </a:lnTo>
                <a:lnTo>
                  <a:pt x="121996" y="60718"/>
                </a:lnTo>
                <a:lnTo>
                  <a:pt x="122859" y="60134"/>
                </a:lnTo>
                <a:lnTo>
                  <a:pt x="123952" y="59042"/>
                </a:lnTo>
                <a:lnTo>
                  <a:pt x="124358" y="58635"/>
                </a:lnTo>
                <a:lnTo>
                  <a:pt x="124460" y="58483"/>
                </a:lnTo>
                <a:lnTo>
                  <a:pt x="124929" y="57772"/>
                </a:lnTo>
                <a:lnTo>
                  <a:pt x="125717" y="55867"/>
                </a:lnTo>
                <a:lnTo>
                  <a:pt x="125945" y="54787"/>
                </a:lnTo>
                <a:lnTo>
                  <a:pt x="125945" y="5266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212879" y="783967"/>
            <a:ext cx="126521" cy="22766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429343" y="743224"/>
            <a:ext cx="206730" cy="22961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704850" y="768010"/>
            <a:ext cx="261397" cy="18717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005716" y="2224582"/>
            <a:ext cx="335833" cy="38085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66317" y="2217055"/>
            <a:ext cx="399167" cy="43687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428990" y="2135977"/>
            <a:ext cx="819927" cy="45659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545690" y="2211905"/>
            <a:ext cx="355915" cy="40005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050292" y="2246012"/>
            <a:ext cx="349676" cy="41275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039356" y="579625"/>
            <a:ext cx="348681" cy="34553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746412" y="1602032"/>
            <a:ext cx="141853" cy="14754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017706" y="1386409"/>
            <a:ext cx="390635" cy="296150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4927090" y="3181508"/>
            <a:ext cx="216535" cy="24130"/>
          </a:xfrm>
          <a:custGeom>
            <a:avLst/>
            <a:gdLst/>
            <a:ahLst/>
            <a:cxnLst/>
            <a:rect l="l" t="t" r="r" b="b"/>
            <a:pathLst>
              <a:path w="216535" h="24130">
                <a:moveTo>
                  <a:pt x="35029" y="0"/>
                </a:moveTo>
                <a:lnTo>
                  <a:pt x="32906" y="0"/>
                </a:lnTo>
                <a:lnTo>
                  <a:pt x="24768" y="974"/>
                </a:lnTo>
                <a:lnTo>
                  <a:pt x="0" y="13766"/>
                </a:lnTo>
                <a:lnTo>
                  <a:pt x="50" y="17928"/>
                </a:lnTo>
                <a:lnTo>
                  <a:pt x="6855" y="23761"/>
                </a:lnTo>
                <a:lnTo>
                  <a:pt x="8848" y="23761"/>
                </a:lnTo>
                <a:lnTo>
                  <a:pt x="9752" y="23571"/>
                </a:lnTo>
                <a:lnTo>
                  <a:pt x="10966" y="23105"/>
                </a:lnTo>
                <a:lnTo>
                  <a:pt x="19535" y="19433"/>
                </a:lnTo>
                <a:lnTo>
                  <a:pt x="26917" y="16948"/>
                </a:lnTo>
                <a:lnTo>
                  <a:pt x="26266" y="16948"/>
                </a:lnTo>
                <a:lnTo>
                  <a:pt x="28251" y="16503"/>
                </a:lnTo>
                <a:lnTo>
                  <a:pt x="29624" y="16503"/>
                </a:lnTo>
                <a:lnTo>
                  <a:pt x="34097" y="15968"/>
                </a:lnTo>
                <a:lnTo>
                  <a:pt x="214223" y="15968"/>
                </a:lnTo>
                <a:lnTo>
                  <a:pt x="214743" y="15448"/>
                </a:lnTo>
                <a:lnTo>
                  <a:pt x="215320" y="14583"/>
                </a:lnTo>
                <a:lnTo>
                  <a:pt x="216132" y="12625"/>
                </a:lnTo>
                <a:lnTo>
                  <a:pt x="216296" y="11798"/>
                </a:lnTo>
                <a:lnTo>
                  <a:pt x="216335" y="9484"/>
                </a:lnTo>
                <a:lnTo>
                  <a:pt x="216203" y="8820"/>
                </a:lnTo>
                <a:lnTo>
                  <a:pt x="209482" y="2564"/>
                </a:lnTo>
                <a:lnTo>
                  <a:pt x="74756" y="2564"/>
                </a:lnTo>
                <a:lnTo>
                  <a:pt x="35029" y="0"/>
                </a:lnTo>
                <a:close/>
              </a:path>
              <a:path w="216535" h="24130">
                <a:moveTo>
                  <a:pt x="214223" y="15968"/>
                </a:moveTo>
                <a:lnTo>
                  <a:pt x="34097" y="15968"/>
                </a:lnTo>
                <a:lnTo>
                  <a:pt x="73921" y="18540"/>
                </a:lnTo>
                <a:lnTo>
                  <a:pt x="209400" y="18540"/>
                </a:lnTo>
                <a:lnTo>
                  <a:pt x="210419" y="18337"/>
                </a:lnTo>
                <a:lnTo>
                  <a:pt x="212379" y="17525"/>
                </a:lnTo>
                <a:lnTo>
                  <a:pt x="213244" y="16948"/>
                </a:lnTo>
                <a:lnTo>
                  <a:pt x="214223" y="15968"/>
                </a:lnTo>
                <a:close/>
              </a:path>
              <a:path w="216535" h="24130">
                <a:moveTo>
                  <a:pt x="28251" y="16503"/>
                </a:moveTo>
                <a:lnTo>
                  <a:pt x="26266" y="16948"/>
                </a:lnTo>
                <a:lnTo>
                  <a:pt x="26917" y="16948"/>
                </a:lnTo>
                <a:lnTo>
                  <a:pt x="28251" y="16503"/>
                </a:lnTo>
                <a:close/>
              </a:path>
              <a:path w="216535" h="24130">
                <a:moveTo>
                  <a:pt x="29624" y="16503"/>
                </a:moveTo>
                <a:lnTo>
                  <a:pt x="28251" y="16503"/>
                </a:lnTo>
                <a:lnTo>
                  <a:pt x="26917" y="16948"/>
                </a:lnTo>
                <a:lnTo>
                  <a:pt x="25911" y="16948"/>
                </a:lnTo>
                <a:lnTo>
                  <a:pt x="29624" y="1650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275946" y="3152806"/>
            <a:ext cx="274320" cy="29209"/>
          </a:xfrm>
          <a:custGeom>
            <a:avLst/>
            <a:gdLst/>
            <a:ahLst/>
            <a:cxnLst/>
            <a:rect l="l" t="t" r="r" b="b"/>
            <a:pathLst>
              <a:path w="274320" h="29210">
                <a:moveTo>
                  <a:pt x="266800" y="0"/>
                </a:moveTo>
                <a:lnTo>
                  <a:pt x="265221" y="0"/>
                </a:lnTo>
                <a:lnTo>
                  <a:pt x="234436" y="3970"/>
                </a:lnTo>
                <a:lnTo>
                  <a:pt x="233823" y="3970"/>
                </a:lnTo>
                <a:lnTo>
                  <a:pt x="205640" y="5266"/>
                </a:lnTo>
                <a:lnTo>
                  <a:pt x="36876" y="5266"/>
                </a:lnTo>
                <a:lnTo>
                  <a:pt x="29063" y="6243"/>
                </a:lnTo>
                <a:lnTo>
                  <a:pt x="0" y="22539"/>
                </a:lnTo>
                <a:lnTo>
                  <a:pt x="670" y="24551"/>
                </a:lnTo>
                <a:lnTo>
                  <a:pt x="6370" y="28938"/>
                </a:lnTo>
                <a:lnTo>
                  <a:pt x="9443" y="28938"/>
                </a:lnTo>
                <a:lnTo>
                  <a:pt x="21833" y="24810"/>
                </a:lnTo>
                <a:lnTo>
                  <a:pt x="31378" y="22117"/>
                </a:lnTo>
                <a:lnTo>
                  <a:pt x="31048" y="22117"/>
                </a:lnTo>
                <a:lnTo>
                  <a:pt x="32222" y="21879"/>
                </a:lnTo>
                <a:lnTo>
                  <a:pt x="32948" y="21879"/>
                </a:lnTo>
                <a:lnTo>
                  <a:pt x="38362" y="21202"/>
                </a:lnTo>
                <a:lnTo>
                  <a:pt x="207342" y="21202"/>
                </a:lnTo>
                <a:lnTo>
                  <a:pt x="235827" y="19892"/>
                </a:lnTo>
                <a:lnTo>
                  <a:pt x="236041" y="19892"/>
                </a:lnTo>
                <a:lnTo>
                  <a:pt x="273175" y="11108"/>
                </a:lnTo>
                <a:lnTo>
                  <a:pt x="273605" y="9522"/>
                </a:lnTo>
                <a:lnTo>
                  <a:pt x="273729" y="9062"/>
                </a:lnTo>
                <a:lnTo>
                  <a:pt x="273800" y="8023"/>
                </a:lnTo>
                <a:lnTo>
                  <a:pt x="273601" y="6480"/>
                </a:lnTo>
                <a:lnTo>
                  <a:pt x="273528" y="5920"/>
                </a:lnTo>
                <a:lnTo>
                  <a:pt x="273308" y="5266"/>
                </a:lnTo>
                <a:lnTo>
                  <a:pt x="273197" y="4935"/>
                </a:lnTo>
                <a:lnTo>
                  <a:pt x="272141" y="3096"/>
                </a:lnTo>
                <a:lnTo>
                  <a:pt x="271457" y="2312"/>
                </a:lnTo>
                <a:lnTo>
                  <a:pt x="269778" y="1017"/>
                </a:lnTo>
                <a:lnTo>
                  <a:pt x="268847" y="554"/>
                </a:lnTo>
                <a:lnTo>
                  <a:pt x="266800" y="0"/>
                </a:lnTo>
                <a:close/>
              </a:path>
              <a:path w="274320" h="29210">
                <a:moveTo>
                  <a:pt x="32222" y="21879"/>
                </a:moveTo>
                <a:lnTo>
                  <a:pt x="31048" y="22117"/>
                </a:lnTo>
                <a:lnTo>
                  <a:pt x="31378" y="22117"/>
                </a:lnTo>
                <a:lnTo>
                  <a:pt x="32222" y="21879"/>
                </a:lnTo>
                <a:close/>
              </a:path>
              <a:path w="274320" h="29210">
                <a:moveTo>
                  <a:pt x="32948" y="21879"/>
                </a:moveTo>
                <a:lnTo>
                  <a:pt x="32222" y="21879"/>
                </a:lnTo>
                <a:lnTo>
                  <a:pt x="31378" y="22117"/>
                </a:lnTo>
                <a:lnTo>
                  <a:pt x="31048" y="22117"/>
                </a:lnTo>
                <a:lnTo>
                  <a:pt x="32948" y="2187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799385" y="3139892"/>
            <a:ext cx="198755" cy="26670"/>
          </a:xfrm>
          <a:custGeom>
            <a:avLst/>
            <a:gdLst/>
            <a:ahLst/>
            <a:cxnLst/>
            <a:rect l="l" t="t" r="r" b="b"/>
            <a:pathLst>
              <a:path w="198754" h="26669">
                <a:moveTo>
                  <a:pt x="151815" y="16950"/>
                </a:moveTo>
                <a:lnTo>
                  <a:pt x="189501" y="26371"/>
                </a:lnTo>
                <a:lnTo>
                  <a:pt x="190342" y="26371"/>
                </a:lnTo>
                <a:lnTo>
                  <a:pt x="198229" y="19217"/>
                </a:lnTo>
                <a:lnTo>
                  <a:pt x="198138" y="17230"/>
                </a:lnTo>
                <a:lnTo>
                  <a:pt x="153616" y="17230"/>
                </a:lnTo>
                <a:lnTo>
                  <a:pt x="151815" y="16950"/>
                </a:lnTo>
                <a:close/>
              </a:path>
              <a:path w="198754" h="26669">
                <a:moveTo>
                  <a:pt x="134904" y="0"/>
                </a:moveTo>
                <a:lnTo>
                  <a:pt x="17023" y="0"/>
                </a:lnTo>
                <a:lnTo>
                  <a:pt x="9211" y="1301"/>
                </a:lnTo>
                <a:lnTo>
                  <a:pt x="0" y="8971"/>
                </a:lnTo>
                <a:lnTo>
                  <a:pt x="20" y="12118"/>
                </a:lnTo>
                <a:lnTo>
                  <a:pt x="6790" y="18545"/>
                </a:lnTo>
                <a:lnTo>
                  <a:pt x="8993" y="18545"/>
                </a:lnTo>
                <a:lnTo>
                  <a:pt x="10336" y="18178"/>
                </a:lnTo>
                <a:lnTo>
                  <a:pt x="11304" y="17744"/>
                </a:lnTo>
                <a:lnTo>
                  <a:pt x="12893" y="16950"/>
                </a:lnTo>
                <a:lnTo>
                  <a:pt x="12242" y="16950"/>
                </a:lnTo>
                <a:lnTo>
                  <a:pt x="14103" y="16346"/>
                </a:lnTo>
                <a:lnTo>
                  <a:pt x="16249" y="16346"/>
                </a:lnTo>
                <a:lnTo>
                  <a:pt x="18990" y="15888"/>
                </a:lnTo>
                <a:lnTo>
                  <a:pt x="197898" y="15888"/>
                </a:lnTo>
                <a:lnTo>
                  <a:pt x="155695" y="1432"/>
                </a:lnTo>
                <a:lnTo>
                  <a:pt x="154852" y="1301"/>
                </a:lnTo>
                <a:lnTo>
                  <a:pt x="155737" y="1301"/>
                </a:lnTo>
                <a:lnTo>
                  <a:pt x="134904" y="0"/>
                </a:lnTo>
                <a:close/>
              </a:path>
              <a:path w="198754" h="26669">
                <a:moveTo>
                  <a:pt x="197898" y="15888"/>
                </a:moveTo>
                <a:lnTo>
                  <a:pt x="132667" y="15888"/>
                </a:lnTo>
                <a:lnTo>
                  <a:pt x="154151" y="17230"/>
                </a:lnTo>
                <a:lnTo>
                  <a:pt x="152933" y="17230"/>
                </a:lnTo>
                <a:lnTo>
                  <a:pt x="151815" y="16950"/>
                </a:lnTo>
                <a:lnTo>
                  <a:pt x="198096" y="16950"/>
                </a:lnTo>
                <a:lnTo>
                  <a:pt x="198006" y="16346"/>
                </a:lnTo>
                <a:lnTo>
                  <a:pt x="197898" y="15888"/>
                </a:lnTo>
                <a:close/>
              </a:path>
              <a:path w="198754" h="26669">
                <a:moveTo>
                  <a:pt x="198096" y="16950"/>
                </a:moveTo>
                <a:lnTo>
                  <a:pt x="151815" y="16950"/>
                </a:lnTo>
                <a:lnTo>
                  <a:pt x="153616" y="17230"/>
                </a:lnTo>
                <a:lnTo>
                  <a:pt x="198138" y="17230"/>
                </a:lnTo>
                <a:lnTo>
                  <a:pt x="198096" y="16950"/>
                </a:lnTo>
                <a:close/>
              </a:path>
              <a:path w="198754" h="26669">
                <a:moveTo>
                  <a:pt x="14103" y="16346"/>
                </a:moveTo>
                <a:lnTo>
                  <a:pt x="12242" y="16950"/>
                </a:lnTo>
                <a:lnTo>
                  <a:pt x="12893" y="16950"/>
                </a:lnTo>
                <a:lnTo>
                  <a:pt x="14103" y="16346"/>
                </a:lnTo>
                <a:close/>
              </a:path>
              <a:path w="198754" h="26669">
                <a:moveTo>
                  <a:pt x="16249" y="16346"/>
                </a:moveTo>
                <a:lnTo>
                  <a:pt x="14103" y="16346"/>
                </a:lnTo>
                <a:lnTo>
                  <a:pt x="12893" y="16950"/>
                </a:lnTo>
                <a:lnTo>
                  <a:pt x="12624" y="16950"/>
                </a:lnTo>
                <a:lnTo>
                  <a:pt x="16249" y="1634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195110" y="3113782"/>
            <a:ext cx="300355" cy="29209"/>
          </a:xfrm>
          <a:custGeom>
            <a:avLst/>
            <a:gdLst/>
            <a:ahLst/>
            <a:cxnLst/>
            <a:rect l="l" t="t" r="r" b="b"/>
            <a:pathLst>
              <a:path w="300354" h="29210">
                <a:moveTo>
                  <a:pt x="222690" y="0"/>
                </a:moveTo>
                <a:lnTo>
                  <a:pt x="46296" y="0"/>
                </a:lnTo>
                <a:lnTo>
                  <a:pt x="30021" y="1628"/>
                </a:lnTo>
                <a:lnTo>
                  <a:pt x="0" y="20214"/>
                </a:lnTo>
                <a:lnTo>
                  <a:pt x="78" y="21908"/>
                </a:lnTo>
                <a:lnTo>
                  <a:pt x="7408" y="29042"/>
                </a:lnTo>
                <a:lnTo>
                  <a:pt x="8298" y="29042"/>
                </a:lnTo>
                <a:lnTo>
                  <a:pt x="21384" y="21908"/>
                </a:lnTo>
                <a:lnTo>
                  <a:pt x="22680" y="21253"/>
                </a:lnTo>
                <a:lnTo>
                  <a:pt x="23044" y="21253"/>
                </a:lnTo>
                <a:lnTo>
                  <a:pt x="32438" y="17545"/>
                </a:lnTo>
                <a:lnTo>
                  <a:pt x="31612" y="17545"/>
                </a:lnTo>
                <a:lnTo>
                  <a:pt x="33036" y="17199"/>
                </a:lnTo>
                <a:lnTo>
                  <a:pt x="35066" y="17199"/>
                </a:lnTo>
                <a:lnTo>
                  <a:pt x="47482" y="15957"/>
                </a:lnTo>
                <a:lnTo>
                  <a:pt x="298121" y="15957"/>
                </a:lnTo>
                <a:lnTo>
                  <a:pt x="258947" y="662"/>
                </a:lnTo>
                <a:lnTo>
                  <a:pt x="261113" y="662"/>
                </a:lnTo>
                <a:lnTo>
                  <a:pt x="222690" y="0"/>
                </a:lnTo>
                <a:close/>
              </a:path>
              <a:path w="300354" h="29210">
                <a:moveTo>
                  <a:pt x="272279" y="18304"/>
                </a:moveTo>
                <a:lnTo>
                  <a:pt x="288597" y="28345"/>
                </a:lnTo>
                <a:lnTo>
                  <a:pt x="289572" y="28707"/>
                </a:lnTo>
                <a:lnTo>
                  <a:pt x="291666" y="29042"/>
                </a:lnTo>
                <a:lnTo>
                  <a:pt x="292540" y="29042"/>
                </a:lnTo>
                <a:lnTo>
                  <a:pt x="299911" y="20214"/>
                </a:lnTo>
                <a:lnTo>
                  <a:pt x="299517" y="18507"/>
                </a:lnTo>
                <a:lnTo>
                  <a:pt x="274040" y="18507"/>
                </a:lnTo>
                <a:lnTo>
                  <a:pt x="272279" y="18304"/>
                </a:lnTo>
                <a:close/>
              </a:path>
              <a:path w="300354" h="29210">
                <a:moveTo>
                  <a:pt x="22681" y="21253"/>
                </a:moveTo>
                <a:lnTo>
                  <a:pt x="21384" y="21908"/>
                </a:lnTo>
                <a:lnTo>
                  <a:pt x="22060" y="21641"/>
                </a:lnTo>
                <a:lnTo>
                  <a:pt x="22681" y="21253"/>
                </a:lnTo>
                <a:close/>
              </a:path>
              <a:path w="300354" h="29210">
                <a:moveTo>
                  <a:pt x="22060" y="21641"/>
                </a:moveTo>
                <a:lnTo>
                  <a:pt x="21384" y="21908"/>
                </a:lnTo>
                <a:lnTo>
                  <a:pt x="21633" y="21908"/>
                </a:lnTo>
                <a:lnTo>
                  <a:pt x="22060" y="21641"/>
                </a:lnTo>
                <a:close/>
              </a:path>
              <a:path w="300354" h="29210">
                <a:moveTo>
                  <a:pt x="23044" y="21253"/>
                </a:moveTo>
                <a:lnTo>
                  <a:pt x="22681" y="21253"/>
                </a:lnTo>
                <a:lnTo>
                  <a:pt x="22060" y="21641"/>
                </a:lnTo>
                <a:lnTo>
                  <a:pt x="23044" y="21253"/>
                </a:lnTo>
                <a:close/>
              </a:path>
              <a:path w="300354" h="29210">
                <a:moveTo>
                  <a:pt x="271261" y="17545"/>
                </a:moveTo>
                <a:lnTo>
                  <a:pt x="271045" y="17545"/>
                </a:lnTo>
                <a:lnTo>
                  <a:pt x="272279" y="18304"/>
                </a:lnTo>
                <a:lnTo>
                  <a:pt x="274040" y="18507"/>
                </a:lnTo>
                <a:lnTo>
                  <a:pt x="271261" y="17545"/>
                </a:lnTo>
                <a:close/>
              </a:path>
              <a:path w="300354" h="29210">
                <a:moveTo>
                  <a:pt x="299166" y="17545"/>
                </a:moveTo>
                <a:lnTo>
                  <a:pt x="271261" y="17545"/>
                </a:lnTo>
                <a:lnTo>
                  <a:pt x="274040" y="18507"/>
                </a:lnTo>
                <a:lnTo>
                  <a:pt x="299517" y="18507"/>
                </a:lnTo>
                <a:lnTo>
                  <a:pt x="299431" y="18148"/>
                </a:lnTo>
                <a:lnTo>
                  <a:pt x="299166" y="17545"/>
                </a:lnTo>
                <a:close/>
              </a:path>
              <a:path w="300354" h="29210">
                <a:moveTo>
                  <a:pt x="298121" y="15957"/>
                </a:moveTo>
                <a:lnTo>
                  <a:pt x="220280" y="15957"/>
                </a:lnTo>
                <a:lnTo>
                  <a:pt x="257893" y="16606"/>
                </a:lnTo>
                <a:lnTo>
                  <a:pt x="257554" y="16606"/>
                </a:lnTo>
                <a:lnTo>
                  <a:pt x="272279" y="18304"/>
                </a:lnTo>
                <a:lnTo>
                  <a:pt x="271045" y="17545"/>
                </a:lnTo>
                <a:lnTo>
                  <a:pt x="299166" y="17545"/>
                </a:lnTo>
                <a:lnTo>
                  <a:pt x="299007" y="17199"/>
                </a:lnTo>
                <a:lnTo>
                  <a:pt x="298121" y="15957"/>
                </a:lnTo>
                <a:close/>
              </a:path>
              <a:path w="300354" h="29210">
                <a:moveTo>
                  <a:pt x="33313" y="17199"/>
                </a:moveTo>
                <a:lnTo>
                  <a:pt x="33036" y="17199"/>
                </a:lnTo>
                <a:lnTo>
                  <a:pt x="31612" y="17545"/>
                </a:lnTo>
                <a:lnTo>
                  <a:pt x="32438" y="17545"/>
                </a:lnTo>
                <a:lnTo>
                  <a:pt x="33313" y="17199"/>
                </a:lnTo>
                <a:close/>
              </a:path>
              <a:path w="300354" h="29210">
                <a:moveTo>
                  <a:pt x="35066" y="17199"/>
                </a:moveTo>
                <a:lnTo>
                  <a:pt x="33313" y="17199"/>
                </a:lnTo>
                <a:lnTo>
                  <a:pt x="32438" y="17545"/>
                </a:lnTo>
                <a:lnTo>
                  <a:pt x="31612" y="17545"/>
                </a:lnTo>
                <a:lnTo>
                  <a:pt x="35066" y="1719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094617" y="3965162"/>
            <a:ext cx="230040" cy="64016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6544288" y="3950396"/>
            <a:ext cx="223520" cy="38735"/>
          </a:xfrm>
          <a:custGeom>
            <a:avLst/>
            <a:gdLst/>
            <a:ahLst/>
            <a:cxnLst/>
            <a:rect l="l" t="t" r="r" b="b"/>
            <a:pathLst>
              <a:path w="223520" h="38735">
                <a:moveTo>
                  <a:pt x="216323" y="0"/>
                </a:moveTo>
                <a:lnTo>
                  <a:pt x="163273" y="0"/>
                </a:lnTo>
                <a:lnTo>
                  <a:pt x="115045" y="1859"/>
                </a:lnTo>
                <a:lnTo>
                  <a:pt x="88861" y="3728"/>
                </a:lnTo>
                <a:lnTo>
                  <a:pt x="16991" y="3728"/>
                </a:lnTo>
                <a:lnTo>
                  <a:pt x="0" y="18616"/>
                </a:lnTo>
                <a:lnTo>
                  <a:pt x="771" y="22475"/>
                </a:lnTo>
                <a:lnTo>
                  <a:pt x="11272" y="38139"/>
                </a:lnTo>
                <a:lnTo>
                  <a:pt x="13266" y="38139"/>
                </a:lnTo>
                <a:lnTo>
                  <a:pt x="20312" y="29166"/>
                </a:lnTo>
                <a:lnTo>
                  <a:pt x="20122" y="28144"/>
                </a:lnTo>
                <a:lnTo>
                  <a:pt x="17302" y="21092"/>
                </a:lnTo>
                <a:lnTo>
                  <a:pt x="12749" y="21092"/>
                </a:lnTo>
                <a:lnTo>
                  <a:pt x="15316" y="18359"/>
                </a:lnTo>
                <a:lnTo>
                  <a:pt x="15573" y="16003"/>
                </a:lnTo>
                <a:lnTo>
                  <a:pt x="15650" y="15300"/>
                </a:lnTo>
                <a:lnTo>
                  <a:pt x="218485" y="15300"/>
                </a:lnTo>
                <a:lnTo>
                  <a:pt x="219277" y="14973"/>
                </a:lnTo>
                <a:lnTo>
                  <a:pt x="223233" y="6931"/>
                </a:lnTo>
                <a:lnTo>
                  <a:pt x="223031" y="5911"/>
                </a:lnTo>
                <a:lnTo>
                  <a:pt x="217317" y="198"/>
                </a:lnTo>
                <a:lnTo>
                  <a:pt x="216323" y="0"/>
                </a:lnTo>
                <a:close/>
              </a:path>
              <a:path w="223520" h="38735">
                <a:moveTo>
                  <a:pt x="15316" y="18359"/>
                </a:moveTo>
                <a:lnTo>
                  <a:pt x="12749" y="21092"/>
                </a:lnTo>
                <a:lnTo>
                  <a:pt x="14452" y="20210"/>
                </a:lnTo>
                <a:lnTo>
                  <a:pt x="13265" y="20210"/>
                </a:lnTo>
                <a:lnTo>
                  <a:pt x="14474" y="19847"/>
                </a:lnTo>
                <a:lnTo>
                  <a:pt x="15153" y="19847"/>
                </a:lnTo>
                <a:lnTo>
                  <a:pt x="15206" y="19361"/>
                </a:lnTo>
                <a:lnTo>
                  <a:pt x="15316" y="18359"/>
                </a:lnTo>
                <a:close/>
              </a:path>
              <a:path w="223520" h="38735">
                <a:moveTo>
                  <a:pt x="16805" y="19847"/>
                </a:moveTo>
                <a:lnTo>
                  <a:pt x="16678" y="19847"/>
                </a:lnTo>
                <a:lnTo>
                  <a:pt x="13265" y="20210"/>
                </a:lnTo>
                <a:lnTo>
                  <a:pt x="14452" y="20210"/>
                </a:lnTo>
                <a:lnTo>
                  <a:pt x="12749" y="21092"/>
                </a:lnTo>
                <a:lnTo>
                  <a:pt x="17302" y="21092"/>
                </a:lnTo>
                <a:lnTo>
                  <a:pt x="16950" y="20210"/>
                </a:lnTo>
                <a:lnTo>
                  <a:pt x="15074" y="20210"/>
                </a:lnTo>
                <a:lnTo>
                  <a:pt x="15234" y="19847"/>
                </a:lnTo>
                <a:lnTo>
                  <a:pt x="16805" y="19847"/>
                </a:lnTo>
                <a:close/>
              </a:path>
              <a:path w="223520" h="38735">
                <a:moveTo>
                  <a:pt x="16093" y="19361"/>
                </a:moveTo>
                <a:lnTo>
                  <a:pt x="13265" y="20210"/>
                </a:lnTo>
                <a:lnTo>
                  <a:pt x="14452" y="20210"/>
                </a:lnTo>
                <a:lnTo>
                  <a:pt x="16093" y="19361"/>
                </a:lnTo>
                <a:close/>
              </a:path>
              <a:path w="223520" h="38735">
                <a:moveTo>
                  <a:pt x="16312" y="18616"/>
                </a:moveTo>
                <a:lnTo>
                  <a:pt x="16464" y="19361"/>
                </a:lnTo>
                <a:lnTo>
                  <a:pt x="16093" y="19361"/>
                </a:lnTo>
                <a:lnTo>
                  <a:pt x="15153" y="19847"/>
                </a:lnTo>
                <a:lnTo>
                  <a:pt x="15114" y="20210"/>
                </a:lnTo>
                <a:lnTo>
                  <a:pt x="13265" y="20210"/>
                </a:lnTo>
                <a:lnTo>
                  <a:pt x="16678" y="19847"/>
                </a:lnTo>
                <a:lnTo>
                  <a:pt x="16805" y="19847"/>
                </a:lnTo>
                <a:lnTo>
                  <a:pt x="16312" y="18616"/>
                </a:lnTo>
                <a:close/>
              </a:path>
              <a:path w="223520" h="38735">
                <a:moveTo>
                  <a:pt x="16397" y="17208"/>
                </a:moveTo>
                <a:lnTo>
                  <a:pt x="15316" y="18359"/>
                </a:lnTo>
                <a:lnTo>
                  <a:pt x="15206" y="19361"/>
                </a:lnTo>
                <a:lnTo>
                  <a:pt x="15153" y="19847"/>
                </a:lnTo>
                <a:lnTo>
                  <a:pt x="15448" y="19361"/>
                </a:lnTo>
                <a:lnTo>
                  <a:pt x="16397" y="17208"/>
                </a:lnTo>
                <a:close/>
              </a:path>
              <a:path w="223520" h="38735">
                <a:moveTo>
                  <a:pt x="16055" y="17984"/>
                </a:moveTo>
                <a:lnTo>
                  <a:pt x="15234" y="19847"/>
                </a:lnTo>
                <a:lnTo>
                  <a:pt x="14474" y="19847"/>
                </a:lnTo>
                <a:lnTo>
                  <a:pt x="16093" y="19361"/>
                </a:lnTo>
                <a:lnTo>
                  <a:pt x="16461" y="19361"/>
                </a:lnTo>
                <a:lnTo>
                  <a:pt x="16312" y="18616"/>
                </a:lnTo>
                <a:lnTo>
                  <a:pt x="16166" y="18359"/>
                </a:lnTo>
                <a:lnTo>
                  <a:pt x="16055" y="17984"/>
                </a:lnTo>
                <a:close/>
              </a:path>
              <a:path w="223520" h="38735">
                <a:moveTo>
                  <a:pt x="132043" y="17208"/>
                </a:moveTo>
                <a:lnTo>
                  <a:pt x="16397" y="17208"/>
                </a:lnTo>
                <a:lnTo>
                  <a:pt x="16116" y="17632"/>
                </a:lnTo>
                <a:lnTo>
                  <a:pt x="16186" y="17984"/>
                </a:lnTo>
                <a:lnTo>
                  <a:pt x="16312" y="18616"/>
                </a:lnTo>
                <a:lnTo>
                  <a:pt x="16805" y="19847"/>
                </a:lnTo>
                <a:lnTo>
                  <a:pt x="87724" y="19847"/>
                </a:lnTo>
                <a:lnTo>
                  <a:pt x="113796" y="17984"/>
                </a:lnTo>
                <a:lnTo>
                  <a:pt x="111848" y="17984"/>
                </a:lnTo>
                <a:lnTo>
                  <a:pt x="132043" y="17208"/>
                </a:lnTo>
                <a:close/>
              </a:path>
              <a:path w="223520" h="38735">
                <a:moveTo>
                  <a:pt x="15650" y="15300"/>
                </a:moveTo>
                <a:lnTo>
                  <a:pt x="15442" y="17208"/>
                </a:lnTo>
                <a:lnTo>
                  <a:pt x="15316" y="18359"/>
                </a:lnTo>
                <a:lnTo>
                  <a:pt x="15998" y="17632"/>
                </a:lnTo>
                <a:lnTo>
                  <a:pt x="16031" y="17208"/>
                </a:lnTo>
                <a:lnTo>
                  <a:pt x="15790" y="16003"/>
                </a:lnTo>
                <a:lnTo>
                  <a:pt x="15747" y="15784"/>
                </a:lnTo>
                <a:lnTo>
                  <a:pt x="15650" y="15300"/>
                </a:lnTo>
                <a:close/>
              </a:path>
              <a:path w="223520" h="38735">
                <a:moveTo>
                  <a:pt x="218485" y="15300"/>
                </a:moveTo>
                <a:lnTo>
                  <a:pt x="15650" y="15300"/>
                </a:lnTo>
                <a:lnTo>
                  <a:pt x="16031" y="17208"/>
                </a:lnTo>
                <a:lnTo>
                  <a:pt x="16116" y="17632"/>
                </a:lnTo>
                <a:lnTo>
                  <a:pt x="16397" y="17208"/>
                </a:lnTo>
                <a:lnTo>
                  <a:pt x="132043" y="17208"/>
                </a:lnTo>
                <a:lnTo>
                  <a:pt x="163393" y="16003"/>
                </a:lnTo>
                <a:lnTo>
                  <a:pt x="216221" y="16003"/>
                </a:lnTo>
                <a:lnTo>
                  <a:pt x="217317" y="15784"/>
                </a:lnTo>
                <a:lnTo>
                  <a:pt x="218485" y="1530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855389" y="3481765"/>
            <a:ext cx="517923" cy="455091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2751982" y="6514620"/>
            <a:ext cx="257810" cy="29209"/>
          </a:xfrm>
          <a:custGeom>
            <a:avLst/>
            <a:gdLst/>
            <a:ahLst/>
            <a:cxnLst/>
            <a:rect l="l" t="t" r="r" b="b"/>
            <a:pathLst>
              <a:path w="257810" h="29209">
                <a:moveTo>
                  <a:pt x="235719" y="0"/>
                </a:moveTo>
                <a:lnTo>
                  <a:pt x="232181" y="0"/>
                </a:lnTo>
                <a:lnTo>
                  <a:pt x="203739" y="1022"/>
                </a:lnTo>
                <a:lnTo>
                  <a:pt x="99039" y="9658"/>
                </a:lnTo>
                <a:lnTo>
                  <a:pt x="98492" y="9658"/>
                </a:lnTo>
                <a:lnTo>
                  <a:pt x="57636" y="10732"/>
                </a:lnTo>
                <a:lnTo>
                  <a:pt x="30050" y="10732"/>
                </a:lnTo>
                <a:lnTo>
                  <a:pt x="15644" y="11847"/>
                </a:lnTo>
                <a:lnTo>
                  <a:pt x="0" y="21285"/>
                </a:lnTo>
                <a:lnTo>
                  <a:pt x="202" y="22908"/>
                </a:lnTo>
                <a:lnTo>
                  <a:pt x="6907" y="28855"/>
                </a:lnTo>
                <a:lnTo>
                  <a:pt x="8560" y="28855"/>
                </a:lnTo>
                <a:lnTo>
                  <a:pt x="16786" y="27826"/>
                </a:lnTo>
                <a:lnTo>
                  <a:pt x="16393" y="27826"/>
                </a:lnTo>
                <a:lnTo>
                  <a:pt x="30980" y="26704"/>
                </a:lnTo>
                <a:lnTo>
                  <a:pt x="58832" y="26704"/>
                </a:lnTo>
                <a:lnTo>
                  <a:pt x="100395" y="25598"/>
                </a:lnTo>
                <a:lnTo>
                  <a:pt x="203268" y="17108"/>
                </a:lnTo>
                <a:lnTo>
                  <a:pt x="201317" y="17108"/>
                </a:lnTo>
                <a:lnTo>
                  <a:pt x="234159" y="15936"/>
                </a:lnTo>
                <a:lnTo>
                  <a:pt x="255249" y="15936"/>
                </a:lnTo>
                <a:lnTo>
                  <a:pt x="255982" y="15118"/>
                </a:lnTo>
                <a:lnTo>
                  <a:pt x="257702" y="9117"/>
                </a:lnTo>
                <a:lnTo>
                  <a:pt x="257175" y="7063"/>
                </a:lnTo>
                <a:lnTo>
                  <a:pt x="251873" y="2308"/>
                </a:lnTo>
                <a:lnTo>
                  <a:pt x="235719" y="0"/>
                </a:lnTo>
                <a:close/>
              </a:path>
              <a:path w="257810" h="29209">
                <a:moveTo>
                  <a:pt x="255205" y="15936"/>
                </a:moveTo>
                <a:lnTo>
                  <a:pt x="234159" y="15936"/>
                </a:lnTo>
                <a:lnTo>
                  <a:pt x="249611" y="18140"/>
                </a:lnTo>
                <a:lnTo>
                  <a:pt x="250432" y="18140"/>
                </a:lnTo>
                <a:lnTo>
                  <a:pt x="252705" y="17557"/>
                </a:lnTo>
                <a:lnTo>
                  <a:pt x="253642" y="17108"/>
                </a:lnTo>
                <a:lnTo>
                  <a:pt x="255205" y="1593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298042" y="6482220"/>
            <a:ext cx="274955" cy="24765"/>
          </a:xfrm>
          <a:custGeom>
            <a:avLst/>
            <a:gdLst/>
            <a:ahLst/>
            <a:cxnLst/>
            <a:rect l="l" t="t" r="r" b="b"/>
            <a:pathLst>
              <a:path w="274954" h="24765">
                <a:moveTo>
                  <a:pt x="249417" y="0"/>
                </a:moveTo>
                <a:lnTo>
                  <a:pt x="24254" y="0"/>
                </a:lnTo>
                <a:lnTo>
                  <a:pt x="13432" y="1139"/>
                </a:lnTo>
                <a:lnTo>
                  <a:pt x="0" y="14954"/>
                </a:lnTo>
                <a:lnTo>
                  <a:pt x="94" y="18445"/>
                </a:lnTo>
                <a:lnTo>
                  <a:pt x="6350" y="24500"/>
                </a:lnTo>
                <a:lnTo>
                  <a:pt x="9423" y="24500"/>
                </a:lnTo>
                <a:lnTo>
                  <a:pt x="14494" y="18919"/>
                </a:lnTo>
                <a:lnTo>
                  <a:pt x="17077" y="15991"/>
                </a:lnTo>
                <a:lnTo>
                  <a:pt x="18492" y="15991"/>
                </a:lnTo>
                <a:lnTo>
                  <a:pt x="19350" y="15681"/>
                </a:lnTo>
                <a:lnTo>
                  <a:pt x="274116" y="15681"/>
                </a:lnTo>
                <a:lnTo>
                  <a:pt x="274728" y="13999"/>
                </a:lnTo>
                <a:lnTo>
                  <a:pt x="274793" y="10852"/>
                </a:lnTo>
                <a:lnTo>
                  <a:pt x="274546" y="9842"/>
                </a:lnTo>
                <a:lnTo>
                  <a:pt x="259112" y="1139"/>
                </a:lnTo>
                <a:lnTo>
                  <a:pt x="259381" y="1139"/>
                </a:lnTo>
                <a:lnTo>
                  <a:pt x="249417" y="0"/>
                </a:lnTo>
                <a:close/>
              </a:path>
              <a:path w="274954" h="24765">
                <a:moveTo>
                  <a:pt x="273642" y="16588"/>
                </a:moveTo>
                <a:lnTo>
                  <a:pt x="255411" y="16588"/>
                </a:lnTo>
                <a:lnTo>
                  <a:pt x="257073" y="16981"/>
                </a:lnTo>
                <a:lnTo>
                  <a:pt x="256422" y="16981"/>
                </a:lnTo>
                <a:lnTo>
                  <a:pt x="265548" y="20298"/>
                </a:lnTo>
                <a:lnTo>
                  <a:pt x="267883" y="20298"/>
                </a:lnTo>
                <a:lnTo>
                  <a:pt x="269273" y="19958"/>
                </a:lnTo>
                <a:lnTo>
                  <a:pt x="271194" y="19061"/>
                </a:lnTo>
                <a:lnTo>
                  <a:pt x="272032" y="18445"/>
                </a:lnTo>
                <a:lnTo>
                  <a:pt x="273374" y="16981"/>
                </a:lnTo>
                <a:lnTo>
                  <a:pt x="257073" y="16981"/>
                </a:lnTo>
                <a:lnTo>
                  <a:pt x="255411" y="16588"/>
                </a:lnTo>
                <a:lnTo>
                  <a:pt x="273642" y="16588"/>
                </a:lnTo>
                <a:close/>
              </a:path>
              <a:path w="274954" h="24765">
                <a:moveTo>
                  <a:pt x="17136" y="15991"/>
                </a:moveTo>
                <a:lnTo>
                  <a:pt x="16550" y="16588"/>
                </a:lnTo>
                <a:lnTo>
                  <a:pt x="14494" y="18919"/>
                </a:lnTo>
                <a:lnTo>
                  <a:pt x="16261" y="17741"/>
                </a:lnTo>
                <a:lnTo>
                  <a:pt x="16641" y="16981"/>
                </a:lnTo>
                <a:lnTo>
                  <a:pt x="15750" y="16981"/>
                </a:lnTo>
                <a:lnTo>
                  <a:pt x="16837" y="16588"/>
                </a:lnTo>
                <a:lnTo>
                  <a:pt x="17136" y="15991"/>
                </a:lnTo>
                <a:close/>
              </a:path>
              <a:path w="274954" h="24765">
                <a:moveTo>
                  <a:pt x="16261" y="17741"/>
                </a:moveTo>
                <a:lnTo>
                  <a:pt x="14494" y="18919"/>
                </a:lnTo>
                <a:lnTo>
                  <a:pt x="15672" y="18919"/>
                </a:lnTo>
                <a:lnTo>
                  <a:pt x="16261" y="17741"/>
                </a:lnTo>
                <a:close/>
              </a:path>
              <a:path w="274954" h="24765">
                <a:moveTo>
                  <a:pt x="19350" y="15681"/>
                </a:moveTo>
                <a:lnTo>
                  <a:pt x="16837" y="16588"/>
                </a:lnTo>
                <a:lnTo>
                  <a:pt x="16261" y="17741"/>
                </a:lnTo>
                <a:lnTo>
                  <a:pt x="19350" y="15681"/>
                </a:lnTo>
                <a:close/>
              </a:path>
              <a:path w="274954" h="24765">
                <a:moveTo>
                  <a:pt x="16837" y="16588"/>
                </a:moveTo>
                <a:lnTo>
                  <a:pt x="15750" y="16981"/>
                </a:lnTo>
                <a:lnTo>
                  <a:pt x="16641" y="16981"/>
                </a:lnTo>
                <a:lnTo>
                  <a:pt x="16837" y="16588"/>
                </a:lnTo>
                <a:close/>
              </a:path>
              <a:path w="274954" h="24765">
                <a:moveTo>
                  <a:pt x="274116" y="15681"/>
                </a:moveTo>
                <a:lnTo>
                  <a:pt x="19350" y="15681"/>
                </a:lnTo>
                <a:lnTo>
                  <a:pt x="17401" y="16981"/>
                </a:lnTo>
                <a:lnTo>
                  <a:pt x="15750" y="16981"/>
                </a:lnTo>
                <a:lnTo>
                  <a:pt x="25144" y="15991"/>
                </a:lnTo>
                <a:lnTo>
                  <a:pt x="274003" y="15991"/>
                </a:lnTo>
                <a:lnTo>
                  <a:pt x="274116" y="15681"/>
                </a:lnTo>
                <a:close/>
              </a:path>
              <a:path w="274954" h="24765">
                <a:moveTo>
                  <a:pt x="274003" y="15991"/>
                </a:moveTo>
                <a:lnTo>
                  <a:pt x="248456" y="15991"/>
                </a:lnTo>
                <a:lnTo>
                  <a:pt x="257108" y="16981"/>
                </a:lnTo>
                <a:lnTo>
                  <a:pt x="256422" y="16981"/>
                </a:lnTo>
                <a:lnTo>
                  <a:pt x="255342" y="16588"/>
                </a:lnTo>
                <a:lnTo>
                  <a:pt x="273642" y="16588"/>
                </a:lnTo>
                <a:lnTo>
                  <a:pt x="274003" y="15991"/>
                </a:lnTo>
                <a:close/>
              </a:path>
              <a:path w="274954" h="24765">
                <a:moveTo>
                  <a:pt x="18492" y="15991"/>
                </a:moveTo>
                <a:lnTo>
                  <a:pt x="17136" y="15991"/>
                </a:lnTo>
                <a:lnTo>
                  <a:pt x="16837" y="16588"/>
                </a:lnTo>
                <a:lnTo>
                  <a:pt x="18492" y="1599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798661" y="6432542"/>
            <a:ext cx="327025" cy="31115"/>
          </a:xfrm>
          <a:custGeom>
            <a:avLst/>
            <a:gdLst/>
            <a:ahLst/>
            <a:cxnLst/>
            <a:rect l="l" t="t" r="r" b="b"/>
            <a:pathLst>
              <a:path w="327025" h="31114">
                <a:moveTo>
                  <a:pt x="319655" y="0"/>
                </a:moveTo>
                <a:lnTo>
                  <a:pt x="318386" y="0"/>
                </a:lnTo>
                <a:lnTo>
                  <a:pt x="255908" y="2155"/>
                </a:lnTo>
                <a:lnTo>
                  <a:pt x="156455" y="4319"/>
                </a:lnTo>
                <a:lnTo>
                  <a:pt x="84913" y="7578"/>
                </a:lnTo>
                <a:lnTo>
                  <a:pt x="59308" y="9804"/>
                </a:lnTo>
                <a:lnTo>
                  <a:pt x="58103" y="9804"/>
                </a:lnTo>
                <a:lnTo>
                  <a:pt x="12773" y="13108"/>
                </a:lnTo>
                <a:lnTo>
                  <a:pt x="0" y="24621"/>
                </a:lnTo>
                <a:lnTo>
                  <a:pt x="670" y="26633"/>
                </a:lnTo>
                <a:lnTo>
                  <a:pt x="6370" y="31019"/>
                </a:lnTo>
                <a:lnTo>
                  <a:pt x="9443" y="31019"/>
                </a:lnTo>
                <a:lnTo>
                  <a:pt x="16188" y="28773"/>
                </a:lnTo>
                <a:lnTo>
                  <a:pt x="16014" y="28773"/>
                </a:lnTo>
                <a:lnTo>
                  <a:pt x="16924" y="28528"/>
                </a:lnTo>
                <a:lnTo>
                  <a:pt x="17199" y="28528"/>
                </a:lnTo>
                <a:lnTo>
                  <a:pt x="23088" y="27310"/>
                </a:lnTo>
                <a:lnTo>
                  <a:pt x="22626" y="27310"/>
                </a:lnTo>
                <a:lnTo>
                  <a:pt x="33044" y="26775"/>
                </a:lnTo>
                <a:lnTo>
                  <a:pt x="61483" y="25673"/>
                </a:lnTo>
                <a:lnTo>
                  <a:pt x="86050" y="23536"/>
                </a:lnTo>
                <a:lnTo>
                  <a:pt x="157040" y="20306"/>
                </a:lnTo>
                <a:lnTo>
                  <a:pt x="256358" y="18144"/>
                </a:lnTo>
                <a:lnTo>
                  <a:pt x="319996" y="15948"/>
                </a:lnTo>
                <a:lnTo>
                  <a:pt x="326617" y="6658"/>
                </a:lnTo>
                <a:lnTo>
                  <a:pt x="326379" y="5645"/>
                </a:lnTo>
                <a:lnTo>
                  <a:pt x="320473" y="133"/>
                </a:lnTo>
                <a:lnTo>
                  <a:pt x="319655" y="0"/>
                </a:lnTo>
                <a:close/>
              </a:path>
              <a:path w="327025" h="31114">
                <a:moveTo>
                  <a:pt x="16924" y="28528"/>
                </a:moveTo>
                <a:lnTo>
                  <a:pt x="16014" y="28773"/>
                </a:lnTo>
                <a:lnTo>
                  <a:pt x="16188" y="28773"/>
                </a:lnTo>
                <a:lnTo>
                  <a:pt x="16924" y="28528"/>
                </a:lnTo>
                <a:close/>
              </a:path>
              <a:path w="327025" h="31114">
                <a:moveTo>
                  <a:pt x="17199" y="28528"/>
                </a:moveTo>
                <a:lnTo>
                  <a:pt x="16924" y="28528"/>
                </a:lnTo>
                <a:lnTo>
                  <a:pt x="16188" y="28773"/>
                </a:lnTo>
                <a:lnTo>
                  <a:pt x="16014" y="28773"/>
                </a:lnTo>
                <a:lnTo>
                  <a:pt x="17199" y="2852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333684" y="6404486"/>
            <a:ext cx="426084" cy="33655"/>
          </a:xfrm>
          <a:custGeom>
            <a:avLst/>
            <a:gdLst/>
            <a:ahLst/>
            <a:cxnLst/>
            <a:rect l="l" t="t" r="r" b="b"/>
            <a:pathLst>
              <a:path w="426085" h="33654">
                <a:moveTo>
                  <a:pt x="80528" y="0"/>
                </a:moveTo>
                <a:lnTo>
                  <a:pt x="40420" y="0"/>
                </a:lnTo>
                <a:lnTo>
                  <a:pt x="38649" y="198"/>
                </a:lnTo>
                <a:lnTo>
                  <a:pt x="2503" y="19415"/>
                </a:lnTo>
                <a:lnTo>
                  <a:pt x="0" y="25059"/>
                </a:lnTo>
                <a:lnTo>
                  <a:pt x="40" y="26098"/>
                </a:lnTo>
                <a:lnTo>
                  <a:pt x="7863" y="33323"/>
                </a:lnTo>
                <a:lnTo>
                  <a:pt x="8728" y="33323"/>
                </a:lnTo>
                <a:lnTo>
                  <a:pt x="10965" y="32786"/>
                </a:lnTo>
                <a:lnTo>
                  <a:pt x="11908" y="32349"/>
                </a:lnTo>
                <a:lnTo>
                  <a:pt x="24636" y="23096"/>
                </a:lnTo>
                <a:lnTo>
                  <a:pt x="24937" y="22965"/>
                </a:lnTo>
                <a:lnTo>
                  <a:pt x="33504" y="17950"/>
                </a:lnTo>
                <a:lnTo>
                  <a:pt x="32773" y="17950"/>
                </a:lnTo>
                <a:lnTo>
                  <a:pt x="34989" y="17072"/>
                </a:lnTo>
                <a:lnTo>
                  <a:pt x="36613" y="17072"/>
                </a:lnTo>
                <a:lnTo>
                  <a:pt x="41331" y="15994"/>
                </a:lnTo>
                <a:lnTo>
                  <a:pt x="40431" y="15994"/>
                </a:lnTo>
                <a:lnTo>
                  <a:pt x="42214" y="15792"/>
                </a:lnTo>
                <a:lnTo>
                  <a:pt x="420209" y="15792"/>
                </a:lnTo>
                <a:lnTo>
                  <a:pt x="422269" y="14881"/>
                </a:lnTo>
                <a:lnTo>
                  <a:pt x="423122" y="14283"/>
                </a:lnTo>
                <a:lnTo>
                  <a:pt x="424586" y="12750"/>
                </a:lnTo>
                <a:lnTo>
                  <a:pt x="425143" y="11871"/>
                </a:lnTo>
                <a:lnTo>
                  <a:pt x="425807" y="10158"/>
                </a:lnTo>
                <a:lnTo>
                  <a:pt x="425909" y="9894"/>
                </a:lnTo>
                <a:lnTo>
                  <a:pt x="425939" y="9724"/>
                </a:lnTo>
                <a:lnTo>
                  <a:pt x="426039" y="6750"/>
                </a:lnTo>
                <a:lnTo>
                  <a:pt x="425811" y="5735"/>
                </a:lnTo>
                <a:lnTo>
                  <a:pt x="424955" y="3794"/>
                </a:lnTo>
                <a:lnTo>
                  <a:pt x="424357" y="2943"/>
                </a:lnTo>
                <a:lnTo>
                  <a:pt x="423534" y="2157"/>
                </a:lnTo>
                <a:lnTo>
                  <a:pt x="215426" y="2157"/>
                </a:lnTo>
                <a:lnTo>
                  <a:pt x="80528" y="0"/>
                </a:lnTo>
                <a:close/>
              </a:path>
              <a:path w="426085" h="33654">
                <a:moveTo>
                  <a:pt x="418062" y="15994"/>
                </a:moveTo>
                <a:lnTo>
                  <a:pt x="80238" y="15994"/>
                </a:lnTo>
                <a:lnTo>
                  <a:pt x="215224" y="18152"/>
                </a:lnTo>
                <a:lnTo>
                  <a:pt x="324326" y="18152"/>
                </a:lnTo>
                <a:lnTo>
                  <a:pt x="418062" y="15994"/>
                </a:lnTo>
                <a:close/>
              </a:path>
              <a:path w="426085" h="33654">
                <a:moveTo>
                  <a:pt x="35003" y="17072"/>
                </a:moveTo>
                <a:lnTo>
                  <a:pt x="32773" y="17950"/>
                </a:lnTo>
                <a:lnTo>
                  <a:pt x="33972" y="17676"/>
                </a:lnTo>
                <a:lnTo>
                  <a:pt x="35003" y="17072"/>
                </a:lnTo>
                <a:close/>
              </a:path>
              <a:path w="426085" h="33654">
                <a:moveTo>
                  <a:pt x="33972" y="17676"/>
                </a:moveTo>
                <a:lnTo>
                  <a:pt x="32773" y="17950"/>
                </a:lnTo>
                <a:lnTo>
                  <a:pt x="33504" y="17950"/>
                </a:lnTo>
                <a:lnTo>
                  <a:pt x="33972" y="17676"/>
                </a:lnTo>
                <a:close/>
              </a:path>
              <a:path w="426085" h="33654">
                <a:moveTo>
                  <a:pt x="36613" y="17072"/>
                </a:moveTo>
                <a:lnTo>
                  <a:pt x="35003" y="17072"/>
                </a:lnTo>
                <a:lnTo>
                  <a:pt x="33972" y="17676"/>
                </a:lnTo>
                <a:lnTo>
                  <a:pt x="36613" y="17072"/>
                </a:lnTo>
                <a:close/>
              </a:path>
              <a:path w="426085" h="33654">
                <a:moveTo>
                  <a:pt x="42214" y="15792"/>
                </a:moveTo>
                <a:lnTo>
                  <a:pt x="40431" y="15994"/>
                </a:lnTo>
                <a:lnTo>
                  <a:pt x="41331" y="15994"/>
                </a:lnTo>
                <a:lnTo>
                  <a:pt x="42214" y="15792"/>
                </a:lnTo>
                <a:close/>
              </a:path>
              <a:path w="426085" h="33654">
                <a:moveTo>
                  <a:pt x="420091" y="15792"/>
                </a:moveTo>
                <a:lnTo>
                  <a:pt x="42214" y="15792"/>
                </a:lnTo>
                <a:lnTo>
                  <a:pt x="41331" y="15994"/>
                </a:lnTo>
                <a:lnTo>
                  <a:pt x="419184" y="15994"/>
                </a:lnTo>
                <a:lnTo>
                  <a:pt x="420091" y="15792"/>
                </a:lnTo>
                <a:close/>
              </a:path>
              <a:path w="426085" h="33654">
                <a:moveTo>
                  <a:pt x="419074" y="0"/>
                </a:moveTo>
                <a:lnTo>
                  <a:pt x="417883" y="0"/>
                </a:lnTo>
                <a:lnTo>
                  <a:pt x="324017" y="2157"/>
                </a:lnTo>
                <a:lnTo>
                  <a:pt x="423534" y="2157"/>
                </a:lnTo>
                <a:lnTo>
                  <a:pt x="422823" y="1479"/>
                </a:lnTo>
                <a:lnTo>
                  <a:pt x="421946" y="922"/>
                </a:lnTo>
                <a:lnTo>
                  <a:pt x="420076" y="198"/>
                </a:lnTo>
                <a:lnTo>
                  <a:pt x="420208" y="198"/>
                </a:lnTo>
                <a:lnTo>
                  <a:pt x="41907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886745" y="6090626"/>
            <a:ext cx="469399" cy="325606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460934" y="6018485"/>
            <a:ext cx="211413" cy="24492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5736889" y="6031929"/>
            <a:ext cx="175667" cy="195515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4961780" y="6542227"/>
            <a:ext cx="139700" cy="267335"/>
          </a:xfrm>
          <a:custGeom>
            <a:avLst/>
            <a:gdLst/>
            <a:ahLst/>
            <a:cxnLst/>
            <a:rect l="l" t="t" r="r" b="b"/>
            <a:pathLst>
              <a:path w="139700" h="267334">
                <a:moveTo>
                  <a:pt x="124130" y="64942"/>
                </a:moveTo>
                <a:lnTo>
                  <a:pt x="107991" y="64942"/>
                </a:lnTo>
                <a:lnTo>
                  <a:pt x="122942" y="67716"/>
                </a:lnTo>
                <a:lnTo>
                  <a:pt x="122186" y="69101"/>
                </a:lnTo>
                <a:lnTo>
                  <a:pt x="108344" y="106953"/>
                </a:lnTo>
                <a:lnTo>
                  <a:pt x="108363" y="216279"/>
                </a:lnTo>
                <a:lnTo>
                  <a:pt x="109364" y="228443"/>
                </a:lnTo>
                <a:lnTo>
                  <a:pt x="109431" y="229261"/>
                </a:lnTo>
                <a:lnTo>
                  <a:pt x="109502" y="230122"/>
                </a:lnTo>
                <a:lnTo>
                  <a:pt x="126392" y="265215"/>
                </a:lnTo>
                <a:lnTo>
                  <a:pt x="131323" y="266866"/>
                </a:lnTo>
                <a:lnTo>
                  <a:pt x="132094" y="266866"/>
                </a:lnTo>
                <a:lnTo>
                  <a:pt x="139346" y="258757"/>
                </a:lnTo>
                <a:lnTo>
                  <a:pt x="139274" y="257719"/>
                </a:lnTo>
                <a:lnTo>
                  <a:pt x="138840" y="256128"/>
                </a:lnTo>
                <a:lnTo>
                  <a:pt x="138716" y="255673"/>
                </a:lnTo>
                <a:lnTo>
                  <a:pt x="138253" y="254742"/>
                </a:lnTo>
                <a:lnTo>
                  <a:pt x="133500" y="248601"/>
                </a:lnTo>
                <a:lnTo>
                  <a:pt x="133356" y="248601"/>
                </a:lnTo>
                <a:lnTo>
                  <a:pt x="133037" y="248003"/>
                </a:lnTo>
                <a:lnTo>
                  <a:pt x="132623" y="247468"/>
                </a:lnTo>
                <a:lnTo>
                  <a:pt x="132752" y="247468"/>
                </a:lnTo>
                <a:lnTo>
                  <a:pt x="129138" y="240690"/>
                </a:lnTo>
                <a:lnTo>
                  <a:pt x="128967" y="240690"/>
                </a:lnTo>
                <a:lnTo>
                  <a:pt x="128738" y="239939"/>
                </a:lnTo>
                <a:lnTo>
                  <a:pt x="128375" y="239259"/>
                </a:lnTo>
                <a:lnTo>
                  <a:pt x="128530" y="239259"/>
                </a:lnTo>
                <a:lnTo>
                  <a:pt x="125744" y="230122"/>
                </a:lnTo>
                <a:lnTo>
                  <a:pt x="125552" y="230122"/>
                </a:lnTo>
                <a:lnTo>
                  <a:pt x="125481" y="229261"/>
                </a:lnTo>
                <a:lnTo>
                  <a:pt x="125232" y="228443"/>
                </a:lnTo>
                <a:lnTo>
                  <a:pt x="125414" y="228443"/>
                </a:lnTo>
                <a:lnTo>
                  <a:pt x="124415" y="216279"/>
                </a:lnTo>
                <a:lnTo>
                  <a:pt x="124288" y="117048"/>
                </a:lnTo>
                <a:lnTo>
                  <a:pt x="124264" y="65943"/>
                </a:lnTo>
                <a:lnTo>
                  <a:pt x="124130" y="64942"/>
                </a:lnTo>
                <a:close/>
              </a:path>
              <a:path w="139700" h="267334">
                <a:moveTo>
                  <a:pt x="133037" y="248003"/>
                </a:moveTo>
                <a:lnTo>
                  <a:pt x="133356" y="248601"/>
                </a:lnTo>
                <a:lnTo>
                  <a:pt x="133500" y="248601"/>
                </a:lnTo>
                <a:lnTo>
                  <a:pt x="133037" y="248003"/>
                </a:lnTo>
                <a:close/>
              </a:path>
              <a:path w="139700" h="267334">
                <a:moveTo>
                  <a:pt x="132752" y="247468"/>
                </a:moveTo>
                <a:lnTo>
                  <a:pt x="132623" y="247468"/>
                </a:lnTo>
                <a:lnTo>
                  <a:pt x="133037" y="248003"/>
                </a:lnTo>
                <a:lnTo>
                  <a:pt x="132752" y="247468"/>
                </a:lnTo>
                <a:close/>
              </a:path>
              <a:path w="139700" h="267334">
                <a:moveTo>
                  <a:pt x="128738" y="239939"/>
                </a:moveTo>
                <a:lnTo>
                  <a:pt x="128967" y="240690"/>
                </a:lnTo>
                <a:lnTo>
                  <a:pt x="129138" y="240690"/>
                </a:lnTo>
                <a:lnTo>
                  <a:pt x="128738" y="239939"/>
                </a:lnTo>
                <a:close/>
              </a:path>
              <a:path w="139700" h="267334">
                <a:moveTo>
                  <a:pt x="128530" y="239259"/>
                </a:moveTo>
                <a:lnTo>
                  <a:pt x="128375" y="239259"/>
                </a:lnTo>
                <a:lnTo>
                  <a:pt x="128738" y="239939"/>
                </a:lnTo>
                <a:lnTo>
                  <a:pt x="128530" y="239259"/>
                </a:lnTo>
                <a:close/>
              </a:path>
              <a:path w="139700" h="267334">
                <a:moveTo>
                  <a:pt x="125481" y="229261"/>
                </a:moveTo>
                <a:lnTo>
                  <a:pt x="125552" y="230122"/>
                </a:lnTo>
                <a:lnTo>
                  <a:pt x="125744" y="230122"/>
                </a:lnTo>
                <a:lnTo>
                  <a:pt x="125481" y="229261"/>
                </a:lnTo>
                <a:close/>
              </a:path>
              <a:path w="139700" h="267334">
                <a:moveTo>
                  <a:pt x="125414" y="228443"/>
                </a:moveTo>
                <a:lnTo>
                  <a:pt x="125232" y="228443"/>
                </a:lnTo>
                <a:lnTo>
                  <a:pt x="125481" y="229261"/>
                </a:lnTo>
                <a:lnTo>
                  <a:pt x="125414" y="228443"/>
                </a:lnTo>
                <a:close/>
              </a:path>
              <a:path w="139700" h="267334">
                <a:moveTo>
                  <a:pt x="30502" y="0"/>
                </a:moveTo>
                <a:lnTo>
                  <a:pt x="29456" y="0"/>
                </a:lnTo>
                <a:lnTo>
                  <a:pt x="27376" y="415"/>
                </a:lnTo>
                <a:lnTo>
                  <a:pt x="2286" y="69999"/>
                </a:lnTo>
                <a:lnTo>
                  <a:pt x="0" y="97890"/>
                </a:lnTo>
                <a:lnTo>
                  <a:pt x="342" y="117048"/>
                </a:lnTo>
                <a:lnTo>
                  <a:pt x="5549" y="141479"/>
                </a:lnTo>
                <a:lnTo>
                  <a:pt x="5669" y="141801"/>
                </a:lnTo>
                <a:lnTo>
                  <a:pt x="42815" y="167096"/>
                </a:lnTo>
                <a:lnTo>
                  <a:pt x="45594" y="167096"/>
                </a:lnTo>
                <a:lnTo>
                  <a:pt x="75043" y="151574"/>
                </a:lnTo>
                <a:lnTo>
                  <a:pt x="41570" y="151574"/>
                </a:lnTo>
                <a:lnTo>
                  <a:pt x="43828" y="150822"/>
                </a:lnTo>
                <a:lnTo>
                  <a:pt x="40640" y="149983"/>
                </a:lnTo>
                <a:lnTo>
                  <a:pt x="39886" y="149983"/>
                </a:lnTo>
                <a:lnTo>
                  <a:pt x="38366" y="149398"/>
                </a:lnTo>
                <a:lnTo>
                  <a:pt x="38757" y="149398"/>
                </a:lnTo>
                <a:lnTo>
                  <a:pt x="29517" y="144619"/>
                </a:lnTo>
                <a:lnTo>
                  <a:pt x="29174" y="144619"/>
                </a:lnTo>
                <a:lnTo>
                  <a:pt x="27847" y="143756"/>
                </a:lnTo>
                <a:lnTo>
                  <a:pt x="28097" y="143756"/>
                </a:lnTo>
                <a:lnTo>
                  <a:pt x="25256" y="141479"/>
                </a:lnTo>
                <a:lnTo>
                  <a:pt x="24611" y="141479"/>
                </a:lnTo>
                <a:lnTo>
                  <a:pt x="24270" y="140987"/>
                </a:lnTo>
                <a:lnTo>
                  <a:pt x="23918" y="140681"/>
                </a:lnTo>
                <a:lnTo>
                  <a:pt x="22895" y="139586"/>
                </a:lnTo>
                <a:lnTo>
                  <a:pt x="23297" y="139586"/>
                </a:lnTo>
                <a:lnTo>
                  <a:pt x="20981" y="136254"/>
                </a:lnTo>
                <a:lnTo>
                  <a:pt x="20673" y="136254"/>
                </a:lnTo>
                <a:lnTo>
                  <a:pt x="19739" y="134466"/>
                </a:lnTo>
                <a:lnTo>
                  <a:pt x="20011" y="134466"/>
                </a:lnTo>
                <a:lnTo>
                  <a:pt x="18077" y="129235"/>
                </a:lnTo>
                <a:lnTo>
                  <a:pt x="17908" y="129235"/>
                </a:lnTo>
                <a:lnTo>
                  <a:pt x="17888" y="129106"/>
                </a:lnTo>
                <a:lnTo>
                  <a:pt x="17506" y="127693"/>
                </a:lnTo>
                <a:lnTo>
                  <a:pt x="17668" y="127693"/>
                </a:lnTo>
                <a:lnTo>
                  <a:pt x="16514" y="120282"/>
                </a:lnTo>
                <a:lnTo>
                  <a:pt x="16469" y="119997"/>
                </a:lnTo>
                <a:lnTo>
                  <a:pt x="16383" y="119440"/>
                </a:lnTo>
                <a:lnTo>
                  <a:pt x="15999" y="97890"/>
                </a:lnTo>
                <a:lnTo>
                  <a:pt x="16063" y="96226"/>
                </a:lnTo>
                <a:lnTo>
                  <a:pt x="17898" y="74193"/>
                </a:lnTo>
                <a:lnTo>
                  <a:pt x="17996" y="73022"/>
                </a:lnTo>
                <a:lnTo>
                  <a:pt x="18027" y="72646"/>
                </a:lnTo>
                <a:lnTo>
                  <a:pt x="18430" y="70581"/>
                </a:lnTo>
                <a:lnTo>
                  <a:pt x="24350" y="37280"/>
                </a:lnTo>
                <a:lnTo>
                  <a:pt x="24460" y="36661"/>
                </a:lnTo>
                <a:lnTo>
                  <a:pt x="24574" y="36019"/>
                </a:lnTo>
                <a:lnTo>
                  <a:pt x="25675" y="33218"/>
                </a:lnTo>
                <a:lnTo>
                  <a:pt x="27978" y="26694"/>
                </a:lnTo>
                <a:lnTo>
                  <a:pt x="30941" y="21370"/>
                </a:lnTo>
                <a:lnTo>
                  <a:pt x="32050" y="19304"/>
                </a:lnTo>
                <a:lnTo>
                  <a:pt x="37134" y="11739"/>
                </a:lnTo>
                <a:lnTo>
                  <a:pt x="37226" y="11602"/>
                </a:lnTo>
                <a:lnTo>
                  <a:pt x="37623" y="10641"/>
                </a:lnTo>
                <a:lnTo>
                  <a:pt x="38035" y="8561"/>
                </a:lnTo>
                <a:lnTo>
                  <a:pt x="38033" y="7520"/>
                </a:lnTo>
                <a:lnTo>
                  <a:pt x="32589" y="415"/>
                </a:lnTo>
                <a:lnTo>
                  <a:pt x="30502" y="0"/>
                </a:lnTo>
                <a:close/>
              </a:path>
              <a:path w="139700" h="267334">
                <a:moveTo>
                  <a:pt x="43828" y="150822"/>
                </a:moveTo>
                <a:lnTo>
                  <a:pt x="41570" y="151574"/>
                </a:lnTo>
                <a:lnTo>
                  <a:pt x="46135" y="151429"/>
                </a:lnTo>
                <a:lnTo>
                  <a:pt x="43828" y="150822"/>
                </a:lnTo>
                <a:close/>
              </a:path>
              <a:path w="139700" h="267334">
                <a:moveTo>
                  <a:pt x="49453" y="148948"/>
                </a:moveTo>
                <a:lnTo>
                  <a:pt x="43828" y="150822"/>
                </a:lnTo>
                <a:lnTo>
                  <a:pt x="46135" y="151429"/>
                </a:lnTo>
                <a:lnTo>
                  <a:pt x="41570" y="151574"/>
                </a:lnTo>
                <a:lnTo>
                  <a:pt x="75043" y="151574"/>
                </a:lnTo>
                <a:lnTo>
                  <a:pt x="77698" y="149398"/>
                </a:lnTo>
                <a:lnTo>
                  <a:pt x="48701" y="149398"/>
                </a:lnTo>
                <a:lnTo>
                  <a:pt x="49453" y="148948"/>
                </a:lnTo>
                <a:close/>
              </a:path>
              <a:path w="139700" h="267334">
                <a:moveTo>
                  <a:pt x="38420" y="149398"/>
                </a:moveTo>
                <a:lnTo>
                  <a:pt x="38835" y="149579"/>
                </a:lnTo>
                <a:lnTo>
                  <a:pt x="39886" y="149983"/>
                </a:lnTo>
                <a:lnTo>
                  <a:pt x="39105" y="149579"/>
                </a:lnTo>
                <a:lnTo>
                  <a:pt x="38420" y="149398"/>
                </a:lnTo>
                <a:close/>
              </a:path>
              <a:path w="139700" h="267334">
                <a:moveTo>
                  <a:pt x="39105" y="149579"/>
                </a:moveTo>
                <a:lnTo>
                  <a:pt x="39886" y="149983"/>
                </a:lnTo>
                <a:lnTo>
                  <a:pt x="40640" y="149983"/>
                </a:lnTo>
                <a:lnTo>
                  <a:pt x="39105" y="149579"/>
                </a:lnTo>
                <a:close/>
              </a:path>
              <a:path w="139700" h="267334">
                <a:moveTo>
                  <a:pt x="38757" y="149398"/>
                </a:moveTo>
                <a:lnTo>
                  <a:pt x="38420" y="149398"/>
                </a:lnTo>
                <a:lnTo>
                  <a:pt x="39105" y="149579"/>
                </a:lnTo>
                <a:lnTo>
                  <a:pt x="38757" y="149398"/>
                </a:lnTo>
                <a:close/>
              </a:path>
              <a:path w="139700" h="267334">
                <a:moveTo>
                  <a:pt x="50288" y="148670"/>
                </a:moveTo>
                <a:lnTo>
                  <a:pt x="49453" y="148948"/>
                </a:lnTo>
                <a:lnTo>
                  <a:pt x="48701" y="149398"/>
                </a:lnTo>
                <a:lnTo>
                  <a:pt x="50288" y="148670"/>
                </a:lnTo>
                <a:close/>
              </a:path>
              <a:path w="139700" h="267334">
                <a:moveTo>
                  <a:pt x="78587" y="148670"/>
                </a:moveTo>
                <a:lnTo>
                  <a:pt x="50288" y="148670"/>
                </a:lnTo>
                <a:lnTo>
                  <a:pt x="48701" y="149398"/>
                </a:lnTo>
                <a:lnTo>
                  <a:pt x="77698" y="149398"/>
                </a:lnTo>
                <a:lnTo>
                  <a:pt x="78587" y="148670"/>
                </a:lnTo>
                <a:close/>
              </a:path>
              <a:path w="139700" h="267334">
                <a:moveTo>
                  <a:pt x="88121" y="140681"/>
                </a:moveTo>
                <a:lnTo>
                  <a:pt x="63233" y="140681"/>
                </a:lnTo>
                <a:lnTo>
                  <a:pt x="62723" y="140987"/>
                </a:lnTo>
                <a:lnTo>
                  <a:pt x="62123" y="141479"/>
                </a:lnTo>
                <a:lnTo>
                  <a:pt x="61903" y="141479"/>
                </a:lnTo>
                <a:lnTo>
                  <a:pt x="49453" y="148948"/>
                </a:lnTo>
                <a:lnTo>
                  <a:pt x="50288" y="148670"/>
                </a:lnTo>
                <a:lnTo>
                  <a:pt x="78587" y="148670"/>
                </a:lnTo>
                <a:lnTo>
                  <a:pt x="87363" y="141479"/>
                </a:lnTo>
                <a:lnTo>
                  <a:pt x="62097" y="141479"/>
                </a:lnTo>
                <a:lnTo>
                  <a:pt x="62797" y="140987"/>
                </a:lnTo>
                <a:lnTo>
                  <a:pt x="87830" y="140987"/>
                </a:lnTo>
                <a:lnTo>
                  <a:pt x="88121" y="140681"/>
                </a:lnTo>
                <a:close/>
              </a:path>
              <a:path w="139700" h="267334">
                <a:moveTo>
                  <a:pt x="27847" y="143756"/>
                </a:moveTo>
                <a:lnTo>
                  <a:pt x="29174" y="144619"/>
                </a:lnTo>
                <a:lnTo>
                  <a:pt x="28551" y="144120"/>
                </a:lnTo>
                <a:lnTo>
                  <a:pt x="27847" y="143756"/>
                </a:lnTo>
                <a:close/>
              </a:path>
              <a:path w="139700" h="267334">
                <a:moveTo>
                  <a:pt x="28551" y="144120"/>
                </a:moveTo>
                <a:lnTo>
                  <a:pt x="29174" y="144619"/>
                </a:lnTo>
                <a:lnTo>
                  <a:pt x="29517" y="144619"/>
                </a:lnTo>
                <a:lnTo>
                  <a:pt x="28551" y="144120"/>
                </a:lnTo>
                <a:close/>
              </a:path>
              <a:path w="139700" h="267334">
                <a:moveTo>
                  <a:pt x="28097" y="143756"/>
                </a:moveTo>
                <a:lnTo>
                  <a:pt x="27847" y="143756"/>
                </a:lnTo>
                <a:lnTo>
                  <a:pt x="28551" y="144120"/>
                </a:lnTo>
                <a:lnTo>
                  <a:pt x="28097" y="143756"/>
                </a:lnTo>
                <a:close/>
              </a:path>
              <a:path w="139700" h="267334">
                <a:moveTo>
                  <a:pt x="23801" y="140313"/>
                </a:moveTo>
                <a:lnTo>
                  <a:pt x="24057" y="140681"/>
                </a:lnTo>
                <a:lnTo>
                  <a:pt x="24204" y="140987"/>
                </a:lnTo>
                <a:lnTo>
                  <a:pt x="24663" y="141479"/>
                </a:lnTo>
                <a:lnTo>
                  <a:pt x="25256" y="141479"/>
                </a:lnTo>
                <a:lnTo>
                  <a:pt x="23801" y="140313"/>
                </a:lnTo>
                <a:close/>
              </a:path>
              <a:path w="139700" h="267334">
                <a:moveTo>
                  <a:pt x="22895" y="139586"/>
                </a:moveTo>
                <a:lnTo>
                  <a:pt x="24204" y="140987"/>
                </a:lnTo>
                <a:lnTo>
                  <a:pt x="24057" y="140681"/>
                </a:lnTo>
                <a:lnTo>
                  <a:pt x="23801" y="140313"/>
                </a:lnTo>
                <a:lnTo>
                  <a:pt x="22895" y="139586"/>
                </a:lnTo>
                <a:close/>
              </a:path>
              <a:path w="139700" h="267334">
                <a:moveTo>
                  <a:pt x="76450" y="129740"/>
                </a:moveTo>
                <a:lnTo>
                  <a:pt x="62723" y="140987"/>
                </a:lnTo>
                <a:lnTo>
                  <a:pt x="63233" y="140681"/>
                </a:lnTo>
                <a:lnTo>
                  <a:pt x="88121" y="140681"/>
                </a:lnTo>
                <a:lnTo>
                  <a:pt x="88727" y="140044"/>
                </a:lnTo>
                <a:lnTo>
                  <a:pt x="95745" y="130540"/>
                </a:lnTo>
                <a:lnTo>
                  <a:pt x="75859" y="130540"/>
                </a:lnTo>
                <a:lnTo>
                  <a:pt x="76450" y="129740"/>
                </a:lnTo>
                <a:close/>
              </a:path>
              <a:path w="139700" h="267334">
                <a:moveTo>
                  <a:pt x="23297" y="139586"/>
                </a:moveTo>
                <a:lnTo>
                  <a:pt x="22895" y="139586"/>
                </a:lnTo>
                <a:lnTo>
                  <a:pt x="23801" y="140313"/>
                </a:lnTo>
                <a:lnTo>
                  <a:pt x="23297" y="139586"/>
                </a:lnTo>
                <a:close/>
              </a:path>
              <a:path w="139700" h="267334">
                <a:moveTo>
                  <a:pt x="19739" y="134466"/>
                </a:moveTo>
                <a:lnTo>
                  <a:pt x="20673" y="136254"/>
                </a:lnTo>
                <a:lnTo>
                  <a:pt x="20321" y="135303"/>
                </a:lnTo>
                <a:lnTo>
                  <a:pt x="19739" y="134466"/>
                </a:lnTo>
                <a:close/>
              </a:path>
              <a:path w="139700" h="267334">
                <a:moveTo>
                  <a:pt x="20321" y="135303"/>
                </a:moveTo>
                <a:lnTo>
                  <a:pt x="20673" y="136254"/>
                </a:lnTo>
                <a:lnTo>
                  <a:pt x="20981" y="136254"/>
                </a:lnTo>
                <a:lnTo>
                  <a:pt x="20321" y="135303"/>
                </a:lnTo>
                <a:close/>
              </a:path>
              <a:path w="139700" h="267334">
                <a:moveTo>
                  <a:pt x="20011" y="134466"/>
                </a:moveTo>
                <a:lnTo>
                  <a:pt x="19739" y="134466"/>
                </a:lnTo>
                <a:lnTo>
                  <a:pt x="20321" y="135303"/>
                </a:lnTo>
                <a:lnTo>
                  <a:pt x="20011" y="134466"/>
                </a:lnTo>
                <a:close/>
              </a:path>
              <a:path w="139700" h="267334">
                <a:moveTo>
                  <a:pt x="77101" y="129235"/>
                </a:moveTo>
                <a:lnTo>
                  <a:pt x="76450" y="129740"/>
                </a:lnTo>
                <a:lnTo>
                  <a:pt x="75859" y="130540"/>
                </a:lnTo>
                <a:lnTo>
                  <a:pt x="77101" y="129235"/>
                </a:lnTo>
                <a:close/>
              </a:path>
              <a:path w="139700" h="267334">
                <a:moveTo>
                  <a:pt x="96804" y="129106"/>
                </a:moveTo>
                <a:lnTo>
                  <a:pt x="77223" y="129106"/>
                </a:lnTo>
                <a:lnTo>
                  <a:pt x="75859" y="130540"/>
                </a:lnTo>
                <a:lnTo>
                  <a:pt x="95745" y="130540"/>
                </a:lnTo>
                <a:lnTo>
                  <a:pt x="96709" y="129235"/>
                </a:lnTo>
                <a:lnTo>
                  <a:pt x="96804" y="129106"/>
                </a:lnTo>
                <a:close/>
              </a:path>
              <a:path w="139700" h="267334">
                <a:moveTo>
                  <a:pt x="103449" y="117048"/>
                </a:moveTo>
                <a:lnTo>
                  <a:pt x="85822" y="117048"/>
                </a:lnTo>
                <a:lnTo>
                  <a:pt x="85382" y="117644"/>
                </a:lnTo>
                <a:lnTo>
                  <a:pt x="85059" y="118310"/>
                </a:lnTo>
                <a:lnTo>
                  <a:pt x="84890" y="118310"/>
                </a:lnTo>
                <a:lnTo>
                  <a:pt x="76450" y="129740"/>
                </a:lnTo>
                <a:lnTo>
                  <a:pt x="77223" y="129106"/>
                </a:lnTo>
                <a:lnTo>
                  <a:pt x="96804" y="129106"/>
                </a:lnTo>
                <a:lnTo>
                  <a:pt x="98691" y="126551"/>
                </a:lnTo>
                <a:lnTo>
                  <a:pt x="99453" y="125289"/>
                </a:lnTo>
                <a:lnTo>
                  <a:pt x="102837" y="118310"/>
                </a:lnTo>
                <a:lnTo>
                  <a:pt x="85059" y="118310"/>
                </a:lnTo>
                <a:lnTo>
                  <a:pt x="85462" y="117644"/>
                </a:lnTo>
                <a:lnTo>
                  <a:pt x="103160" y="117644"/>
                </a:lnTo>
                <a:lnTo>
                  <a:pt x="103449" y="117048"/>
                </a:lnTo>
                <a:close/>
              </a:path>
              <a:path w="139700" h="267334">
                <a:moveTo>
                  <a:pt x="17785" y="128446"/>
                </a:moveTo>
                <a:lnTo>
                  <a:pt x="17908" y="129235"/>
                </a:lnTo>
                <a:lnTo>
                  <a:pt x="18029" y="129106"/>
                </a:lnTo>
                <a:lnTo>
                  <a:pt x="17785" y="128446"/>
                </a:lnTo>
                <a:close/>
              </a:path>
              <a:path w="139700" h="267334">
                <a:moveTo>
                  <a:pt x="17668" y="127693"/>
                </a:moveTo>
                <a:lnTo>
                  <a:pt x="17506" y="127693"/>
                </a:lnTo>
                <a:lnTo>
                  <a:pt x="17785" y="128446"/>
                </a:lnTo>
                <a:lnTo>
                  <a:pt x="17668" y="127693"/>
                </a:lnTo>
                <a:close/>
              </a:path>
              <a:path w="139700" h="267334">
                <a:moveTo>
                  <a:pt x="116919" y="55893"/>
                </a:moveTo>
                <a:lnTo>
                  <a:pt x="114943" y="55893"/>
                </a:lnTo>
                <a:lnTo>
                  <a:pt x="114009" y="56066"/>
                </a:lnTo>
                <a:lnTo>
                  <a:pt x="104666" y="73399"/>
                </a:lnTo>
                <a:lnTo>
                  <a:pt x="102679" y="78865"/>
                </a:lnTo>
                <a:lnTo>
                  <a:pt x="98344" y="90910"/>
                </a:lnTo>
                <a:lnTo>
                  <a:pt x="85382" y="117644"/>
                </a:lnTo>
                <a:lnTo>
                  <a:pt x="85822" y="117048"/>
                </a:lnTo>
                <a:lnTo>
                  <a:pt x="103449" y="117048"/>
                </a:lnTo>
                <a:lnTo>
                  <a:pt x="108344" y="106953"/>
                </a:lnTo>
                <a:lnTo>
                  <a:pt x="108337" y="67000"/>
                </a:lnTo>
                <a:lnTo>
                  <a:pt x="108125" y="65943"/>
                </a:lnTo>
                <a:lnTo>
                  <a:pt x="107991" y="64942"/>
                </a:lnTo>
                <a:lnTo>
                  <a:pt x="124130" y="64942"/>
                </a:lnTo>
                <a:lnTo>
                  <a:pt x="123782" y="62340"/>
                </a:lnTo>
                <a:lnTo>
                  <a:pt x="123719" y="61871"/>
                </a:lnTo>
                <a:lnTo>
                  <a:pt x="117854" y="56066"/>
                </a:lnTo>
                <a:lnTo>
                  <a:pt x="116919" y="55893"/>
                </a:lnTo>
                <a:close/>
              </a:path>
              <a:path w="139700" h="267334">
                <a:moveTo>
                  <a:pt x="107991" y="64942"/>
                </a:moveTo>
                <a:lnTo>
                  <a:pt x="108125" y="65943"/>
                </a:lnTo>
                <a:lnTo>
                  <a:pt x="108337" y="67000"/>
                </a:lnTo>
                <a:lnTo>
                  <a:pt x="108344" y="106953"/>
                </a:lnTo>
                <a:lnTo>
                  <a:pt x="121961" y="69999"/>
                </a:lnTo>
                <a:lnTo>
                  <a:pt x="121696" y="69999"/>
                </a:lnTo>
                <a:lnTo>
                  <a:pt x="122434" y="68110"/>
                </a:lnTo>
                <a:lnTo>
                  <a:pt x="122727" y="68110"/>
                </a:lnTo>
                <a:lnTo>
                  <a:pt x="122942" y="67716"/>
                </a:lnTo>
                <a:lnTo>
                  <a:pt x="107991" y="64942"/>
                </a:lnTo>
                <a:close/>
              </a:path>
              <a:path w="139700" h="267334">
                <a:moveTo>
                  <a:pt x="122434" y="68110"/>
                </a:moveTo>
                <a:lnTo>
                  <a:pt x="121696" y="69999"/>
                </a:lnTo>
                <a:lnTo>
                  <a:pt x="122186" y="69101"/>
                </a:lnTo>
                <a:lnTo>
                  <a:pt x="122434" y="68110"/>
                </a:lnTo>
                <a:close/>
              </a:path>
              <a:path w="139700" h="267334">
                <a:moveTo>
                  <a:pt x="122186" y="69101"/>
                </a:moveTo>
                <a:lnTo>
                  <a:pt x="121696" y="69999"/>
                </a:lnTo>
                <a:lnTo>
                  <a:pt x="121961" y="69999"/>
                </a:lnTo>
                <a:lnTo>
                  <a:pt x="122186" y="69101"/>
                </a:lnTo>
                <a:close/>
              </a:path>
              <a:path w="139700" h="267334">
                <a:moveTo>
                  <a:pt x="122727" y="68110"/>
                </a:moveTo>
                <a:lnTo>
                  <a:pt x="122434" y="68110"/>
                </a:lnTo>
                <a:lnTo>
                  <a:pt x="122186" y="69101"/>
                </a:lnTo>
                <a:lnTo>
                  <a:pt x="122727" y="6811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2" name="object 62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5181379" y="6564893"/>
            <a:ext cx="188695" cy="357121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719794" y="6663503"/>
            <a:ext cx="157152" cy="148784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208279" y="6761466"/>
            <a:ext cx="100732" cy="215337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028315" y="6608788"/>
            <a:ext cx="113681" cy="241698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668261" y="4252890"/>
            <a:ext cx="1262705" cy="45949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3660271" y="6618506"/>
            <a:ext cx="279128" cy="236372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5551123" y="6615931"/>
            <a:ext cx="213995" cy="27940"/>
          </a:xfrm>
          <a:custGeom>
            <a:avLst/>
            <a:gdLst/>
            <a:ahLst/>
            <a:cxnLst/>
            <a:rect l="l" t="t" r="r" b="b"/>
            <a:pathLst>
              <a:path w="213995" h="27940">
                <a:moveTo>
                  <a:pt x="206096" y="0"/>
                </a:moveTo>
                <a:lnTo>
                  <a:pt x="204759" y="0"/>
                </a:lnTo>
                <a:lnTo>
                  <a:pt x="186960" y="4370"/>
                </a:lnTo>
                <a:lnTo>
                  <a:pt x="186330" y="4370"/>
                </a:lnTo>
                <a:lnTo>
                  <a:pt x="161118" y="7141"/>
                </a:lnTo>
                <a:lnTo>
                  <a:pt x="160513" y="7141"/>
                </a:lnTo>
                <a:lnTo>
                  <a:pt x="105279" y="9442"/>
                </a:lnTo>
                <a:lnTo>
                  <a:pt x="58165" y="9442"/>
                </a:lnTo>
                <a:lnTo>
                  <a:pt x="21396" y="10638"/>
                </a:lnTo>
                <a:lnTo>
                  <a:pt x="0" y="18360"/>
                </a:lnTo>
                <a:lnTo>
                  <a:pt x="58" y="21507"/>
                </a:lnTo>
                <a:lnTo>
                  <a:pt x="6609" y="27757"/>
                </a:lnTo>
                <a:lnTo>
                  <a:pt x="8604" y="27757"/>
                </a:lnTo>
                <a:lnTo>
                  <a:pt x="22450" y="26603"/>
                </a:lnTo>
                <a:lnTo>
                  <a:pt x="22318" y="26603"/>
                </a:lnTo>
                <a:lnTo>
                  <a:pt x="58680" y="25431"/>
                </a:lnTo>
                <a:lnTo>
                  <a:pt x="105761" y="25431"/>
                </a:lnTo>
                <a:lnTo>
                  <a:pt x="162429" y="23070"/>
                </a:lnTo>
                <a:lnTo>
                  <a:pt x="162600" y="23070"/>
                </a:lnTo>
                <a:lnTo>
                  <a:pt x="208573" y="15532"/>
                </a:lnTo>
                <a:lnTo>
                  <a:pt x="213701" y="8180"/>
                </a:lnTo>
                <a:lnTo>
                  <a:pt x="213655" y="7141"/>
                </a:lnTo>
                <a:lnTo>
                  <a:pt x="207895" y="275"/>
                </a:lnTo>
                <a:lnTo>
                  <a:pt x="20609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600492" y="6696150"/>
            <a:ext cx="161925" cy="46990"/>
          </a:xfrm>
          <a:custGeom>
            <a:avLst/>
            <a:gdLst/>
            <a:ahLst/>
            <a:cxnLst/>
            <a:rect l="l" t="t" r="r" b="b"/>
            <a:pathLst>
              <a:path w="161925" h="46990">
                <a:moveTo>
                  <a:pt x="126336" y="7340"/>
                </a:moveTo>
                <a:lnTo>
                  <a:pt x="105575" y="10504"/>
                </a:lnTo>
                <a:lnTo>
                  <a:pt x="84271" y="12904"/>
                </a:lnTo>
                <a:lnTo>
                  <a:pt x="84475" y="12904"/>
                </a:lnTo>
                <a:lnTo>
                  <a:pt x="37041" y="22037"/>
                </a:lnTo>
                <a:lnTo>
                  <a:pt x="36805" y="22037"/>
                </a:lnTo>
                <a:lnTo>
                  <a:pt x="17338" y="24296"/>
                </a:lnTo>
                <a:lnTo>
                  <a:pt x="0" y="37832"/>
                </a:lnTo>
                <a:lnTo>
                  <a:pt x="8" y="39465"/>
                </a:lnTo>
                <a:lnTo>
                  <a:pt x="474" y="41283"/>
                </a:lnTo>
                <a:lnTo>
                  <a:pt x="511" y="41427"/>
                </a:lnTo>
                <a:lnTo>
                  <a:pt x="839" y="42113"/>
                </a:lnTo>
                <a:lnTo>
                  <a:pt x="960" y="42365"/>
                </a:lnTo>
                <a:lnTo>
                  <a:pt x="2233" y="44061"/>
                </a:lnTo>
                <a:lnTo>
                  <a:pt x="7912" y="46482"/>
                </a:lnTo>
                <a:lnTo>
                  <a:pt x="8728" y="46482"/>
                </a:lnTo>
                <a:lnTo>
                  <a:pt x="11006" y="45899"/>
                </a:lnTo>
                <a:lnTo>
                  <a:pt x="11943" y="45449"/>
                </a:lnTo>
                <a:lnTo>
                  <a:pt x="16395" y="42113"/>
                </a:lnTo>
                <a:lnTo>
                  <a:pt x="16125" y="42113"/>
                </a:lnTo>
                <a:lnTo>
                  <a:pt x="17501" y="41283"/>
                </a:lnTo>
                <a:lnTo>
                  <a:pt x="17876" y="41283"/>
                </a:lnTo>
                <a:lnTo>
                  <a:pt x="20208" y="40178"/>
                </a:lnTo>
                <a:lnTo>
                  <a:pt x="19243" y="40178"/>
                </a:lnTo>
                <a:lnTo>
                  <a:pt x="21715" y="39465"/>
                </a:lnTo>
                <a:lnTo>
                  <a:pt x="25117" y="39465"/>
                </a:lnTo>
                <a:lnTo>
                  <a:pt x="39493" y="37832"/>
                </a:lnTo>
                <a:lnTo>
                  <a:pt x="39624" y="37832"/>
                </a:lnTo>
                <a:lnTo>
                  <a:pt x="86969" y="28712"/>
                </a:lnTo>
                <a:lnTo>
                  <a:pt x="108050" y="26316"/>
                </a:lnTo>
                <a:lnTo>
                  <a:pt x="129233" y="23080"/>
                </a:lnTo>
                <a:lnTo>
                  <a:pt x="161881" y="7481"/>
                </a:lnTo>
                <a:lnTo>
                  <a:pt x="125839" y="7481"/>
                </a:lnTo>
                <a:lnTo>
                  <a:pt x="126336" y="7340"/>
                </a:lnTo>
                <a:close/>
              </a:path>
              <a:path w="161925" h="46990">
                <a:moveTo>
                  <a:pt x="17309" y="41427"/>
                </a:moveTo>
                <a:lnTo>
                  <a:pt x="16125" y="42113"/>
                </a:lnTo>
                <a:lnTo>
                  <a:pt x="16857" y="41766"/>
                </a:lnTo>
                <a:lnTo>
                  <a:pt x="17309" y="41427"/>
                </a:lnTo>
                <a:close/>
              </a:path>
              <a:path w="161925" h="46990">
                <a:moveTo>
                  <a:pt x="16857" y="41766"/>
                </a:moveTo>
                <a:lnTo>
                  <a:pt x="16125" y="42113"/>
                </a:lnTo>
                <a:lnTo>
                  <a:pt x="16395" y="42113"/>
                </a:lnTo>
                <a:lnTo>
                  <a:pt x="16857" y="41766"/>
                </a:lnTo>
                <a:close/>
              </a:path>
              <a:path w="161925" h="46990">
                <a:moveTo>
                  <a:pt x="17876" y="41283"/>
                </a:moveTo>
                <a:lnTo>
                  <a:pt x="17501" y="41283"/>
                </a:lnTo>
                <a:lnTo>
                  <a:pt x="16857" y="41766"/>
                </a:lnTo>
                <a:lnTo>
                  <a:pt x="17876" y="41283"/>
                </a:lnTo>
                <a:close/>
              </a:path>
              <a:path w="161925" h="46990">
                <a:moveTo>
                  <a:pt x="21715" y="39465"/>
                </a:moveTo>
                <a:lnTo>
                  <a:pt x="19243" y="40178"/>
                </a:lnTo>
                <a:lnTo>
                  <a:pt x="20535" y="40024"/>
                </a:lnTo>
                <a:lnTo>
                  <a:pt x="21715" y="39465"/>
                </a:lnTo>
                <a:close/>
              </a:path>
              <a:path w="161925" h="46990">
                <a:moveTo>
                  <a:pt x="20535" y="40024"/>
                </a:moveTo>
                <a:lnTo>
                  <a:pt x="19243" y="40178"/>
                </a:lnTo>
                <a:lnTo>
                  <a:pt x="20208" y="40178"/>
                </a:lnTo>
                <a:lnTo>
                  <a:pt x="20535" y="40024"/>
                </a:lnTo>
                <a:close/>
              </a:path>
              <a:path w="161925" h="46990">
                <a:moveTo>
                  <a:pt x="25193" y="39465"/>
                </a:moveTo>
                <a:lnTo>
                  <a:pt x="21715" y="39465"/>
                </a:lnTo>
                <a:lnTo>
                  <a:pt x="20535" y="40024"/>
                </a:lnTo>
                <a:lnTo>
                  <a:pt x="25193" y="39465"/>
                </a:lnTo>
                <a:close/>
              </a:path>
              <a:path w="161925" h="46990">
                <a:moveTo>
                  <a:pt x="155891" y="0"/>
                </a:moveTo>
                <a:lnTo>
                  <a:pt x="152180" y="0"/>
                </a:lnTo>
                <a:lnTo>
                  <a:pt x="125839" y="7481"/>
                </a:lnTo>
                <a:lnTo>
                  <a:pt x="126482" y="7340"/>
                </a:lnTo>
                <a:lnTo>
                  <a:pt x="161883" y="7340"/>
                </a:lnTo>
                <a:lnTo>
                  <a:pt x="156882" y="318"/>
                </a:lnTo>
                <a:lnTo>
                  <a:pt x="155891" y="0"/>
                </a:lnTo>
                <a:close/>
              </a:path>
              <a:path w="161925" h="46990">
                <a:moveTo>
                  <a:pt x="161883" y="7340"/>
                </a:moveTo>
                <a:lnTo>
                  <a:pt x="126482" y="7340"/>
                </a:lnTo>
                <a:lnTo>
                  <a:pt x="125839" y="7481"/>
                </a:lnTo>
                <a:lnTo>
                  <a:pt x="161881" y="7481"/>
                </a:lnTo>
                <a:lnTo>
                  <a:pt x="161883" y="734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971321" y="6448643"/>
            <a:ext cx="165735" cy="321310"/>
          </a:xfrm>
          <a:custGeom>
            <a:avLst/>
            <a:gdLst/>
            <a:ahLst/>
            <a:cxnLst/>
            <a:rect l="l" t="t" r="r" b="b"/>
            <a:pathLst>
              <a:path w="165735" h="321309">
                <a:moveTo>
                  <a:pt x="147850" y="64103"/>
                </a:moveTo>
                <a:lnTo>
                  <a:pt x="144804" y="64103"/>
                </a:lnTo>
                <a:lnTo>
                  <a:pt x="140260" y="79032"/>
                </a:lnTo>
                <a:lnTo>
                  <a:pt x="138643" y="83313"/>
                </a:lnTo>
                <a:lnTo>
                  <a:pt x="134217" y="94869"/>
                </a:lnTo>
                <a:lnTo>
                  <a:pt x="134862" y="110070"/>
                </a:lnTo>
                <a:lnTo>
                  <a:pt x="134895" y="110851"/>
                </a:lnTo>
                <a:lnTo>
                  <a:pt x="135001" y="113391"/>
                </a:lnTo>
                <a:lnTo>
                  <a:pt x="136206" y="183286"/>
                </a:lnTo>
                <a:lnTo>
                  <a:pt x="136141" y="199343"/>
                </a:lnTo>
                <a:lnTo>
                  <a:pt x="135646" y="234936"/>
                </a:lnTo>
                <a:lnTo>
                  <a:pt x="135002" y="271053"/>
                </a:lnTo>
                <a:lnTo>
                  <a:pt x="135005" y="271800"/>
                </a:lnTo>
                <a:lnTo>
                  <a:pt x="135714" y="286992"/>
                </a:lnTo>
                <a:lnTo>
                  <a:pt x="135815" y="289162"/>
                </a:lnTo>
                <a:lnTo>
                  <a:pt x="136012" y="290588"/>
                </a:lnTo>
                <a:lnTo>
                  <a:pt x="138336" y="300659"/>
                </a:lnTo>
                <a:lnTo>
                  <a:pt x="138445" y="301134"/>
                </a:lnTo>
                <a:lnTo>
                  <a:pt x="139465" y="303590"/>
                </a:lnTo>
                <a:lnTo>
                  <a:pt x="156214" y="320964"/>
                </a:lnTo>
                <a:lnTo>
                  <a:pt x="158334" y="320964"/>
                </a:lnTo>
                <a:lnTo>
                  <a:pt x="165270" y="314027"/>
                </a:lnTo>
                <a:lnTo>
                  <a:pt x="165270" y="311970"/>
                </a:lnTo>
                <a:lnTo>
                  <a:pt x="165067" y="310887"/>
                </a:lnTo>
                <a:lnTo>
                  <a:pt x="164256" y="308928"/>
                </a:lnTo>
                <a:lnTo>
                  <a:pt x="163678" y="308063"/>
                </a:lnTo>
                <a:lnTo>
                  <a:pt x="157677" y="302060"/>
                </a:lnTo>
                <a:lnTo>
                  <a:pt x="157394" y="302060"/>
                </a:lnTo>
                <a:lnTo>
                  <a:pt x="156276" y="300659"/>
                </a:lnTo>
                <a:lnTo>
                  <a:pt x="156514" y="300659"/>
                </a:lnTo>
                <a:lnTo>
                  <a:pt x="154554" y="297538"/>
                </a:lnTo>
                <a:lnTo>
                  <a:pt x="154033" y="297538"/>
                </a:lnTo>
                <a:lnTo>
                  <a:pt x="153014" y="295084"/>
                </a:lnTo>
                <a:lnTo>
                  <a:pt x="153467" y="295084"/>
                </a:lnTo>
                <a:lnTo>
                  <a:pt x="151928" y="288416"/>
                </a:lnTo>
                <a:lnTo>
                  <a:pt x="151796" y="288416"/>
                </a:lnTo>
                <a:lnTo>
                  <a:pt x="151762" y="287699"/>
                </a:lnTo>
                <a:lnTo>
                  <a:pt x="151599" y="286992"/>
                </a:lnTo>
                <a:lnTo>
                  <a:pt x="151729" y="286992"/>
                </a:lnTo>
                <a:lnTo>
                  <a:pt x="151019" y="271800"/>
                </a:lnTo>
                <a:lnTo>
                  <a:pt x="150984" y="271053"/>
                </a:lnTo>
                <a:lnTo>
                  <a:pt x="151641" y="235188"/>
                </a:lnTo>
                <a:lnTo>
                  <a:pt x="151896" y="216714"/>
                </a:lnTo>
                <a:lnTo>
                  <a:pt x="152012" y="208318"/>
                </a:lnTo>
                <a:lnTo>
                  <a:pt x="152136" y="199343"/>
                </a:lnTo>
                <a:lnTo>
                  <a:pt x="152205" y="183286"/>
                </a:lnTo>
                <a:lnTo>
                  <a:pt x="150997" y="113391"/>
                </a:lnTo>
                <a:lnTo>
                  <a:pt x="147918" y="64670"/>
                </a:lnTo>
                <a:lnTo>
                  <a:pt x="147850" y="64103"/>
                </a:lnTo>
                <a:close/>
              </a:path>
              <a:path w="165735" h="321309">
                <a:moveTo>
                  <a:pt x="156276" y="300659"/>
                </a:moveTo>
                <a:lnTo>
                  <a:pt x="157394" y="302060"/>
                </a:lnTo>
                <a:lnTo>
                  <a:pt x="156916" y="301300"/>
                </a:lnTo>
                <a:lnTo>
                  <a:pt x="156813" y="301134"/>
                </a:lnTo>
                <a:lnTo>
                  <a:pt x="156276" y="300659"/>
                </a:lnTo>
                <a:close/>
              </a:path>
              <a:path w="165735" h="321309">
                <a:moveTo>
                  <a:pt x="156916" y="301300"/>
                </a:moveTo>
                <a:lnTo>
                  <a:pt x="157394" y="302060"/>
                </a:lnTo>
                <a:lnTo>
                  <a:pt x="157677" y="302060"/>
                </a:lnTo>
                <a:lnTo>
                  <a:pt x="156916" y="301300"/>
                </a:lnTo>
                <a:close/>
              </a:path>
              <a:path w="165735" h="321309">
                <a:moveTo>
                  <a:pt x="156514" y="300659"/>
                </a:moveTo>
                <a:lnTo>
                  <a:pt x="156276" y="300659"/>
                </a:lnTo>
                <a:lnTo>
                  <a:pt x="156751" y="301134"/>
                </a:lnTo>
                <a:lnTo>
                  <a:pt x="156514" y="300659"/>
                </a:lnTo>
                <a:close/>
              </a:path>
              <a:path w="165735" h="321309">
                <a:moveTo>
                  <a:pt x="153014" y="295084"/>
                </a:moveTo>
                <a:lnTo>
                  <a:pt x="154033" y="297538"/>
                </a:lnTo>
                <a:lnTo>
                  <a:pt x="153731" y="296226"/>
                </a:lnTo>
                <a:lnTo>
                  <a:pt x="153014" y="295084"/>
                </a:lnTo>
                <a:close/>
              </a:path>
              <a:path w="165735" h="321309">
                <a:moveTo>
                  <a:pt x="153731" y="296226"/>
                </a:moveTo>
                <a:lnTo>
                  <a:pt x="154033" y="297538"/>
                </a:lnTo>
                <a:lnTo>
                  <a:pt x="154554" y="297538"/>
                </a:lnTo>
                <a:lnTo>
                  <a:pt x="153731" y="296226"/>
                </a:lnTo>
                <a:close/>
              </a:path>
              <a:path w="165735" h="321309">
                <a:moveTo>
                  <a:pt x="153467" y="295084"/>
                </a:moveTo>
                <a:lnTo>
                  <a:pt x="153014" y="295084"/>
                </a:lnTo>
                <a:lnTo>
                  <a:pt x="153731" y="296226"/>
                </a:lnTo>
                <a:lnTo>
                  <a:pt x="153467" y="295084"/>
                </a:lnTo>
                <a:close/>
              </a:path>
              <a:path w="165735" h="321309">
                <a:moveTo>
                  <a:pt x="151762" y="287699"/>
                </a:moveTo>
                <a:lnTo>
                  <a:pt x="151796" y="288416"/>
                </a:lnTo>
                <a:lnTo>
                  <a:pt x="151928" y="288416"/>
                </a:lnTo>
                <a:lnTo>
                  <a:pt x="151762" y="287699"/>
                </a:lnTo>
                <a:close/>
              </a:path>
              <a:path w="165735" h="321309">
                <a:moveTo>
                  <a:pt x="151729" y="286992"/>
                </a:moveTo>
                <a:lnTo>
                  <a:pt x="151599" y="286992"/>
                </a:lnTo>
                <a:lnTo>
                  <a:pt x="151762" y="287699"/>
                </a:lnTo>
                <a:lnTo>
                  <a:pt x="151729" y="286992"/>
                </a:lnTo>
                <a:close/>
              </a:path>
              <a:path w="165735" h="321309">
                <a:moveTo>
                  <a:pt x="42023" y="0"/>
                </a:moveTo>
                <a:lnTo>
                  <a:pt x="38815" y="0"/>
                </a:lnTo>
                <a:lnTo>
                  <a:pt x="37812" y="274"/>
                </a:lnTo>
                <a:lnTo>
                  <a:pt x="5217" y="81777"/>
                </a:lnTo>
                <a:lnTo>
                  <a:pt x="24" y="135651"/>
                </a:lnTo>
                <a:lnTo>
                  <a:pt x="0" y="137185"/>
                </a:lnTo>
                <a:lnTo>
                  <a:pt x="604" y="172877"/>
                </a:lnTo>
                <a:lnTo>
                  <a:pt x="656" y="175915"/>
                </a:lnTo>
                <a:lnTo>
                  <a:pt x="1166" y="183286"/>
                </a:lnTo>
                <a:lnTo>
                  <a:pt x="1183" y="183538"/>
                </a:lnTo>
                <a:lnTo>
                  <a:pt x="1293" y="185127"/>
                </a:lnTo>
                <a:lnTo>
                  <a:pt x="1357" y="186047"/>
                </a:lnTo>
                <a:lnTo>
                  <a:pt x="1467" y="187639"/>
                </a:lnTo>
                <a:lnTo>
                  <a:pt x="1594" y="188608"/>
                </a:lnTo>
                <a:lnTo>
                  <a:pt x="2967" y="195695"/>
                </a:lnTo>
                <a:lnTo>
                  <a:pt x="3073" y="196242"/>
                </a:lnTo>
                <a:lnTo>
                  <a:pt x="3186" y="196825"/>
                </a:lnTo>
                <a:lnTo>
                  <a:pt x="3280" y="197308"/>
                </a:lnTo>
                <a:lnTo>
                  <a:pt x="3378" y="197817"/>
                </a:lnTo>
                <a:lnTo>
                  <a:pt x="3837" y="199343"/>
                </a:lnTo>
                <a:lnTo>
                  <a:pt x="21407" y="216714"/>
                </a:lnTo>
                <a:lnTo>
                  <a:pt x="23973" y="216714"/>
                </a:lnTo>
                <a:lnTo>
                  <a:pt x="57970" y="201841"/>
                </a:lnTo>
                <a:lnTo>
                  <a:pt x="23687" y="201841"/>
                </a:lnTo>
                <a:lnTo>
                  <a:pt x="20125" y="199539"/>
                </a:lnTo>
                <a:lnTo>
                  <a:pt x="21133" y="199539"/>
                </a:lnTo>
                <a:lnTo>
                  <a:pt x="20054" y="197817"/>
                </a:lnTo>
                <a:lnTo>
                  <a:pt x="19956" y="197661"/>
                </a:lnTo>
                <a:lnTo>
                  <a:pt x="20445" y="197661"/>
                </a:lnTo>
                <a:lnTo>
                  <a:pt x="19255" y="194774"/>
                </a:lnTo>
                <a:lnTo>
                  <a:pt x="19083" y="194774"/>
                </a:lnTo>
                <a:lnTo>
                  <a:pt x="18931" y="193987"/>
                </a:lnTo>
                <a:lnTo>
                  <a:pt x="18626" y="193248"/>
                </a:lnTo>
                <a:lnTo>
                  <a:pt x="18787" y="193248"/>
                </a:lnTo>
                <a:lnTo>
                  <a:pt x="17487" y="186535"/>
                </a:lnTo>
                <a:lnTo>
                  <a:pt x="17392" y="186047"/>
                </a:lnTo>
                <a:lnTo>
                  <a:pt x="16691" y="175915"/>
                </a:lnTo>
                <a:lnTo>
                  <a:pt x="16593" y="172877"/>
                </a:lnTo>
                <a:lnTo>
                  <a:pt x="15998" y="137185"/>
                </a:lnTo>
                <a:lnTo>
                  <a:pt x="16095" y="135651"/>
                </a:lnTo>
                <a:lnTo>
                  <a:pt x="21111" y="83609"/>
                </a:lnTo>
                <a:lnTo>
                  <a:pt x="28026" y="32025"/>
                </a:lnTo>
                <a:lnTo>
                  <a:pt x="27845" y="32025"/>
                </a:lnTo>
                <a:lnTo>
                  <a:pt x="28134" y="31221"/>
                </a:lnTo>
                <a:lnTo>
                  <a:pt x="28246" y="30384"/>
                </a:lnTo>
                <a:lnTo>
                  <a:pt x="28435" y="30384"/>
                </a:lnTo>
                <a:lnTo>
                  <a:pt x="30677" y="24146"/>
                </a:lnTo>
                <a:lnTo>
                  <a:pt x="30118" y="24146"/>
                </a:lnTo>
                <a:lnTo>
                  <a:pt x="31463" y="21837"/>
                </a:lnTo>
                <a:lnTo>
                  <a:pt x="31577" y="21640"/>
                </a:lnTo>
                <a:lnTo>
                  <a:pt x="31944" y="21640"/>
                </a:lnTo>
                <a:lnTo>
                  <a:pt x="33324" y="20413"/>
                </a:lnTo>
                <a:lnTo>
                  <a:pt x="33837" y="20413"/>
                </a:lnTo>
                <a:lnTo>
                  <a:pt x="35819" y="19079"/>
                </a:lnTo>
                <a:lnTo>
                  <a:pt x="35969" y="19079"/>
                </a:lnTo>
                <a:lnTo>
                  <a:pt x="48361" y="9423"/>
                </a:lnTo>
                <a:lnTo>
                  <a:pt x="48341" y="6276"/>
                </a:lnTo>
                <a:lnTo>
                  <a:pt x="42846" y="274"/>
                </a:lnTo>
                <a:lnTo>
                  <a:pt x="42023" y="0"/>
                </a:lnTo>
                <a:close/>
              </a:path>
              <a:path w="165735" h="321309">
                <a:moveTo>
                  <a:pt x="20125" y="199539"/>
                </a:moveTo>
                <a:lnTo>
                  <a:pt x="23687" y="201841"/>
                </a:lnTo>
                <a:lnTo>
                  <a:pt x="22222" y="200200"/>
                </a:lnTo>
                <a:lnTo>
                  <a:pt x="20125" y="199539"/>
                </a:lnTo>
                <a:close/>
              </a:path>
              <a:path w="165735" h="321309">
                <a:moveTo>
                  <a:pt x="22903" y="200962"/>
                </a:moveTo>
                <a:lnTo>
                  <a:pt x="23687" y="201841"/>
                </a:lnTo>
                <a:lnTo>
                  <a:pt x="57970" y="201841"/>
                </a:lnTo>
                <a:lnTo>
                  <a:pt x="58908" y="201161"/>
                </a:lnTo>
                <a:lnTo>
                  <a:pt x="25277" y="201161"/>
                </a:lnTo>
                <a:lnTo>
                  <a:pt x="22903" y="200962"/>
                </a:lnTo>
                <a:close/>
              </a:path>
              <a:path w="165735" h="321309">
                <a:moveTo>
                  <a:pt x="22222" y="200200"/>
                </a:moveTo>
                <a:lnTo>
                  <a:pt x="22903" y="200962"/>
                </a:lnTo>
                <a:lnTo>
                  <a:pt x="25277" y="201161"/>
                </a:lnTo>
                <a:lnTo>
                  <a:pt x="22222" y="200200"/>
                </a:lnTo>
                <a:close/>
              </a:path>
              <a:path w="165735" h="321309">
                <a:moveTo>
                  <a:pt x="27819" y="200030"/>
                </a:moveTo>
                <a:lnTo>
                  <a:pt x="21094" y="200962"/>
                </a:lnTo>
                <a:lnTo>
                  <a:pt x="24645" y="200962"/>
                </a:lnTo>
                <a:lnTo>
                  <a:pt x="25277" y="201161"/>
                </a:lnTo>
                <a:lnTo>
                  <a:pt x="58908" y="201161"/>
                </a:lnTo>
                <a:lnTo>
                  <a:pt x="59966" y="200395"/>
                </a:lnTo>
                <a:lnTo>
                  <a:pt x="26910" y="200395"/>
                </a:lnTo>
                <a:lnTo>
                  <a:pt x="27819" y="200030"/>
                </a:lnTo>
                <a:close/>
              </a:path>
              <a:path w="165735" h="321309">
                <a:moveTo>
                  <a:pt x="64895" y="196825"/>
                </a:moveTo>
                <a:lnTo>
                  <a:pt x="35794" y="196825"/>
                </a:lnTo>
                <a:lnTo>
                  <a:pt x="35275" y="197034"/>
                </a:lnTo>
                <a:lnTo>
                  <a:pt x="34797" y="197308"/>
                </a:lnTo>
                <a:lnTo>
                  <a:pt x="34593" y="197308"/>
                </a:lnTo>
                <a:lnTo>
                  <a:pt x="26910" y="200395"/>
                </a:lnTo>
                <a:lnTo>
                  <a:pt x="28285" y="200030"/>
                </a:lnTo>
                <a:lnTo>
                  <a:pt x="60470" y="200030"/>
                </a:lnTo>
                <a:lnTo>
                  <a:pt x="64229" y="197308"/>
                </a:lnTo>
                <a:lnTo>
                  <a:pt x="34797" y="197308"/>
                </a:lnTo>
                <a:lnTo>
                  <a:pt x="35363" y="197034"/>
                </a:lnTo>
                <a:lnTo>
                  <a:pt x="64607" y="197034"/>
                </a:lnTo>
                <a:lnTo>
                  <a:pt x="64895" y="196825"/>
                </a:lnTo>
                <a:close/>
              </a:path>
              <a:path w="165735" h="321309">
                <a:moveTo>
                  <a:pt x="60470" y="200030"/>
                </a:moveTo>
                <a:lnTo>
                  <a:pt x="28285" y="200030"/>
                </a:lnTo>
                <a:lnTo>
                  <a:pt x="26910" y="200395"/>
                </a:lnTo>
                <a:lnTo>
                  <a:pt x="59966" y="200395"/>
                </a:lnTo>
                <a:lnTo>
                  <a:pt x="60470" y="200030"/>
                </a:lnTo>
                <a:close/>
              </a:path>
              <a:path w="165735" h="321309">
                <a:moveTo>
                  <a:pt x="21219" y="199539"/>
                </a:moveTo>
                <a:lnTo>
                  <a:pt x="20125" y="199539"/>
                </a:lnTo>
                <a:lnTo>
                  <a:pt x="22222" y="200200"/>
                </a:lnTo>
                <a:lnTo>
                  <a:pt x="22071" y="200030"/>
                </a:lnTo>
                <a:lnTo>
                  <a:pt x="21421" y="200030"/>
                </a:lnTo>
                <a:lnTo>
                  <a:pt x="21219" y="199539"/>
                </a:lnTo>
                <a:close/>
              </a:path>
              <a:path w="165735" h="321309">
                <a:moveTo>
                  <a:pt x="20864" y="198679"/>
                </a:moveTo>
                <a:lnTo>
                  <a:pt x="21138" y="199343"/>
                </a:lnTo>
                <a:lnTo>
                  <a:pt x="21133" y="199539"/>
                </a:lnTo>
                <a:lnTo>
                  <a:pt x="21440" y="200030"/>
                </a:lnTo>
                <a:lnTo>
                  <a:pt x="22071" y="200030"/>
                </a:lnTo>
                <a:lnTo>
                  <a:pt x="20864" y="198679"/>
                </a:lnTo>
                <a:close/>
              </a:path>
              <a:path w="165735" h="321309">
                <a:moveTo>
                  <a:pt x="20095" y="197817"/>
                </a:moveTo>
                <a:lnTo>
                  <a:pt x="20594" y="198679"/>
                </a:lnTo>
                <a:lnTo>
                  <a:pt x="21010" y="199343"/>
                </a:lnTo>
                <a:lnTo>
                  <a:pt x="21133" y="199539"/>
                </a:lnTo>
                <a:lnTo>
                  <a:pt x="21138" y="199343"/>
                </a:lnTo>
                <a:lnTo>
                  <a:pt x="20864" y="198679"/>
                </a:lnTo>
                <a:lnTo>
                  <a:pt x="20095" y="197817"/>
                </a:lnTo>
                <a:close/>
              </a:path>
              <a:path w="165735" h="321309">
                <a:moveTo>
                  <a:pt x="20445" y="197661"/>
                </a:moveTo>
                <a:lnTo>
                  <a:pt x="19956" y="197661"/>
                </a:lnTo>
                <a:lnTo>
                  <a:pt x="20864" y="198679"/>
                </a:lnTo>
                <a:lnTo>
                  <a:pt x="20509" y="197817"/>
                </a:lnTo>
                <a:lnTo>
                  <a:pt x="20445" y="197661"/>
                </a:lnTo>
                <a:close/>
              </a:path>
              <a:path w="165735" h="321309">
                <a:moveTo>
                  <a:pt x="139723" y="52757"/>
                </a:moveTo>
                <a:lnTo>
                  <a:pt x="136416" y="52757"/>
                </a:lnTo>
                <a:lnTo>
                  <a:pt x="135424" y="53039"/>
                </a:lnTo>
                <a:lnTo>
                  <a:pt x="125140" y="73841"/>
                </a:lnTo>
                <a:lnTo>
                  <a:pt x="117087" y="94869"/>
                </a:lnTo>
                <a:lnTo>
                  <a:pt x="113805" y="103567"/>
                </a:lnTo>
                <a:lnTo>
                  <a:pt x="108883" y="113190"/>
                </a:lnTo>
                <a:lnTo>
                  <a:pt x="103354" y="124098"/>
                </a:lnTo>
                <a:lnTo>
                  <a:pt x="86660" y="149735"/>
                </a:lnTo>
                <a:lnTo>
                  <a:pt x="79235" y="159449"/>
                </a:lnTo>
                <a:lnTo>
                  <a:pt x="76836" y="162636"/>
                </a:lnTo>
                <a:lnTo>
                  <a:pt x="67040" y="173403"/>
                </a:lnTo>
                <a:lnTo>
                  <a:pt x="66716" y="173812"/>
                </a:lnTo>
                <a:lnTo>
                  <a:pt x="56316" y="183286"/>
                </a:lnTo>
                <a:lnTo>
                  <a:pt x="48969" y="188608"/>
                </a:lnTo>
                <a:lnTo>
                  <a:pt x="45547" y="191143"/>
                </a:lnTo>
                <a:lnTo>
                  <a:pt x="35275" y="197034"/>
                </a:lnTo>
                <a:lnTo>
                  <a:pt x="35794" y="196825"/>
                </a:lnTo>
                <a:lnTo>
                  <a:pt x="64895" y="196825"/>
                </a:lnTo>
                <a:lnTo>
                  <a:pt x="65700" y="196242"/>
                </a:lnTo>
                <a:lnTo>
                  <a:pt x="99370" y="159449"/>
                </a:lnTo>
                <a:lnTo>
                  <a:pt x="128047" y="110851"/>
                </a:lnTo>
                <a:lnTo>
                  <a:pt x="134217" y="94869"/>
                </a:lnTo>
                <a:lnTo>
                  <a:pt x="133739" y="83609"/>
                </a:lnTo>
                <a:lnTo>
                  <a:pt x="133662" y="81777"/>
                </a:lnTo>
                <a:lnTo>
                  <a:pt x="133545" y="79032"/>
                </a:lnTo>
                <a:lnTo>
                  <a:pt x="133438" y="78312"/>
                </a:lnTo>
                <a:lnTo>
                  <a:pt x="132139" y="67447"/>
                </a:lnTo>
                <a:lnTo>
                  <a:pt x="132083" y="66981"/>
                </a:lnTo>
                <a:lnTo>
                  <a:pt x="131983" y="66140"/>
                </a:lnTo>
                <a:lnTo>
                  <a:pt x="131950" y="65865"/>
                </a:lnTo>
                <a:lnTo>
                  <a:pt x="131209" y="64670"/>
                </a:lnTo>
                <a:lnTo>
                  <a:pt x="131048" y="64363"/>
                </a:lnTo>
                <a:lnTo>
                  <a:pt x="144661" y="64363"/>
                </a:lnTo>
                <a:lnTo>
                  <a:pt x="144804" y="64103"/>
                </a:lnTo>
                <a:lnTo>
                  <a:pt x="147850" y="64103"/>
                </a:lnTo>
                <a:lnTo>
                  <a:pt x="147691" y="62771"/>
                </a:lnTo>
                <a:lnTo>
                  <a:pt x="141544" y="53333"/>
                </a:lnTo>
                <a:lnTo>
                  <a:pt x="139723" y="52757"/>
                </a:lnTo>
                <a:close/>
              </a:path>
              <a:path w="165735" h="321309">
                <a:moveTo>
                  <a:pt x="18931" y="193987"/>
                </a:moveTo>
                <a:lnTo>
                  <a:pt x="19083" y="194774"/>
                </a:lnTo>
                <a:lnTo>
                  <a:pt x="19255" y="194774"/>
                </a:lnTo>
                <a:lnTo>
                  <a:pt x="18931" y="193987"/>
                </a:lnTo>
                <a:close/>
              </a:path>
              <a:path w="165735" h="321309">
                <a:moveTo>
                  <a:pt x="18787" y="193248"/>
                </a:moveTo>
                <a:lnTo>
                  <a:pt x="18626" y="193248"/>
                </a:lnTo>
                <a:lnTo>
                  <a:pt x="18931" y="193987"/>
                </a:lnTo>
                <a:lnTo>
                  <a:pt x="18787" y="193248"/>
                </a:lnTo>
                <a:close/>
              </a:path>
              <a:path w="165735" h="321309">
                <a:moveTo>
                  <a:pt x="131983" y="66140"/>
                </a:moveTo>
                <a:lnTo>
                  <a:pt x="133365" y="77701"/>
                </a:lnTo>
                <a:lnTo>
                  <a:pt x="133438" y="78312"/>
                </a:lnTo>
                <a:lnTo>
                  <a:pt x="133547" y="79032"/>
                </a:lnTo>
                <a:lnTo>
                  <a:pt x="134217" y="94869"/>
                </a:lnTo>
                <a:lnTo>
                  <a:pt x="140065" y="79599"/>
                </a:lnTo>
                <a:lnTo>
                  <a:pt x="143787" y="67447"/>
                </a:lnTo>
                <a:lnTo>
                  <a:pt x="132671" y="67447"/>
                </a:lnTo>
                <a:lnTo>
                  <a:pt x="132526" y="66981"/>
                </a:lnTo>
                <a:lnTo>
                  <a:pt x="131983" y="66140"/>
                </a:lnTo>
                <a:close/>
              </a:path>
              <a:path w="165735" h="321309">
                <a:moveTo>
                  <a:pt x="133777" y="64670"/>
                </a:moveTo>
                <a:lnTo>
                  <a:pt x="131807" y="64670"/>
                </a:lnTo>
                <a:lnTo>
                  <a:pt x="132179" y="65865"/>
                </a:lnTo>
                <a:lnTo>
                  <a:pt x="132264" y="66140"/>
                </a:lnTo>
                <a:lnTo>
                  <a:pt x="132425" y="66981"/>
                </a:lnTo>
                <a:lnTo>
                  <a:pt x="132671" y="67447"/>
                </a:lnTo>
                <a:lnTo>
                  <a:pt x="143787" y="67447"/>
                </a:lnTo>
                <a:lnTo>
                  <a:pt x="143928" y="66981"/>
                </a:lnTo>
                <a:lnTo>
                  <a:pt x="143224" y="66981"/>
                </a:lnTo>
                <a:lnTo>
                  <a:pt x="143837" y="65865"/>
                </a:lnTo>
                <a:lnTo>
                  <a:pt x="144386" y="65865"/>
                </a:lnTo>
                <a:lnTo>
                  <a:pt x="133777" y="64670"/>
                </a:lnTo>
                <a:close/>
              </a:path>
              <a:path w="165735" h="321309">
                <a:moveTo>
                  <a:pt x="131807" y="64670"/>
                </a:moveTo>
                <a:lnTo>
                  <a:pt x="131838" y="65865"/>
                </a:lnTo>
                <a:lnTo>
                  <a:pt x="132425" y="66981"/>
                </a:lnTo>
                <a:lnTo>
                  <a:pt x="132264" y="66140"/>
                </a:lnTo>
                <a:lnTo>
                  <a:pt x="131807" y="64670"/>
                </a:lnTo>
                <a:close/>
              </a:path>
              <a:path w="165735" h="321309">
                <a:moveTo>
                  <a:pt x="144725" y="64363"/>
                </a:moveTo>
                <a:lnTo>
                  <a:pt x="144493" y="64670"/>
                </a:lnTo>
                <a:lnTo>
                  <a:pt x="143224" y="66981"/>
                </a:lnTo>
                <a:lnTo>
                  <a:pt x="144180" y="65865"/>
                </a:lnTo>
                <a:lnTo>
                  <a:pt x="144632" y="64670"/>
                </a:lnTo>
                <a:lnTo>
                  <a:pt x="144725" y="64363"/>
                </a:lnTo>
                <a:close/>
              </a:path>
              <a:path w="165735" h="321309">
                <a:moveTo>
                  <a:pt x="144268" y="65865"/>
                </a:moveTo>
                <a:lnTo>
                  <a:pt x="143945" y="66140"/>
                </a:lnTo>
                <a:lnTo>
                  <a:pt x="143224" y="66981"/>
                </a:lnTo>
                <a:lnTo>
                  <a:pt x="143928" y="66981"/>
                </a:lnTo>
                <a:lnTo>
                  <a:pt x="144184" y="66140"/>
                </a:lnTo>
                <a:lnTo>
                  <a:pt x="144268" y="65865"/>
                </a:lnTo>
                <a:close/>
              </a:path>
              <a:path w="165735" h="321309">
                <a:moveTo>
                  <a:pt x="131048" y="64363"/>
                </a:moveTo>
                <a:lnTo>
                  <a:pt x="131838" y="65865"/>
                </a:lnTo>
                <a:lnTo>
                  <a:pt x="131807" y="64670"/>
                </a:lnTo>
                <a:lnTo>
                  <a:pt x="133777" y="64670"/>
                </a:lnTo>
                <a:lnTo>
                  <a:pt x="131048" y="64363"/>
                </a:lnTo>
                <a:close/>
              </a:path>
              <a:path w="165735" h="321309">
                <a:moveTo>
                  <a:pt x="144661" y="64363"/>
                </a:moveTo>
                <a:lnTo>
                  <a:pt x="131048" y="64363"/>
                </a:lnTo>
                <a:lnTo>
                  <a:pt x="144386" y="65865"/>
                </a:lnTo>
                <a:lnTo>
                  <a:pt x="143837" y="65865"/>
                </a:lnTo>
                <a:lnTo>
                  <a:pt x="144661" y="64363"/>
                </a:lnTo>
                <a:close/>
              </a:path>
              <a:path w="165735" h="321309">
                <a:moveTo>
                  <a:pt x="28134" y="31221"/>
                </a:moveTo>
                <a:lnTo>
                  <a:pt x="27845" y="32025"/>
                </a:lnTo>
                <a:lnTo>
                  <a:pt x="28026" y="32025"/>
                </a:lnTo>
                <a:lnTo>
                  <a:pt x="28134" y="31221"/>
                </a:lnTo>
                <a:close/>
              </a:path>
              <a:path w="165735" h="321309">
                <a:moveTo>
                  <a:pt x="28435" y="30384"/>
                </a:moveTo>
                <a:lnTo>
                  <a:pt x="28246" y="30384"/>
                </a:lnTo>
                <a:lnTo>
                  <a:pt x="28134" y="31221"/>
                </a:lnTo>
                <a:lnTo>
                  <a:pt x="28435" y="30384"/>
                </a:lnTo>
                <a:close/>
              </a:path>
              <a:path w="165735" h="321309">
                <a:moveTo>
                  <a:pt x="31507" y="21837"/>
                </a:moveTo>
                <a:lnTo>
                  <a:pt x="30770" y="23027"/>
                </a:lnTo>
                <a:lnTo>
                  <a:pt x="30118" y="24146"/>
                </a:lnTo>
                <a:lnTo>
                  <a:pt x="31079" y="23027"/>
                </a:lnTo>
                <a:lnTo>
                  <a:pt x="31507" y="21837"/>
                </a:lnTo>
                <a:close/>
              </a:path>
              <a:path w="165735" h="321309">
                <a:moveTo>
                  <a:pt x="31079" y="23027"/>
                </a:moveTo>
                <a:lnTo>
                  <a:pt x="30118" y="24146"/>
                </a:lnTo>
                <a:lnTo>
                  <a:pt x="30677" y="24146"/>
                </a:lnTo>
                <a:lnTo>
                  <a:pt x="31079" y="23027"/>
                </a:lnTo>
                <a:close/>
              </a:path>
              <a:path w="165735" h="321309">
                <a:moveTo>
                  <a:pt x="32015" y="21640"/>
                </a:moveTo>
                <a:lnTo>
                  <a:pt x="31577" y="21640"/>
                </a:lnTo>
                <a:lnTo>
                  <a:pt x="31079" y="23027"/>
                </a:lnTo>
                <a:lnTo>
                  <a:pt x="32101" y="21837"/>
                </a:lnTo>
                <a:lnTo>
                  <a:pt x="31722" y="21837"/>
                </a:lnTo>
                <a:lnTo>
                  <a:pt x="32015" y="21640"/>
                </a:lnTo>
                <a:close/>
              </a:path>
              <a:path w="165735" h="321309">
                <a:moveTo>
                  <a:pt x="32620" y="21232"/>
                </a:moveTo>
                <a:lnTo>
                  <a:pt x="31944" y="21640"/>
                </a:lnTo>
                <a:lnTo>
                  <a:pt x="31722" y="21837"/>
                </a:lnTo>
                <a:lnTo>
                  <a:pt x="32101" y="21837"/>
                </a:lnTo>
                <a:lnTo>
                  <a:pt x="32620" y="21232"/>
                </a:lnTo>
                <a:close/>
              </a:path>
              <a:path w="165735" h="321309">
                <a:moveTo>
                  <a:pt x="33324" y="20413"/>
                </a:moveTo>
                <a:lnTo>
                  <a:pt x="31944" y="21640"/>
                </a:lnTo>
                <a:lnTo>
                  <a:pt x="32620" y="21232"/>
                </a:lnTo>
                <a:lnTo>
                  <a:pt x="33324" y="20413"/>
                </a:lnTo>
                <a:close/>
              </a:path>
              <a:path w="165735" h="321309">
                <a:moveTo>
                  <a:pt x="33837" y="20413"/>
                </a:moveTo>
                <a:lnTo>
                  <a:pt x="33324" y="20413"/>
                </a:lnTo>
                <a:lnTo>
                  <a:pt x="32620" y="21232"/>
                </a:lnTo>
                <a:lnTo>
                  <a:pt x="33837" y="20413"/>
                </a:lnTo>
                <a:close/>
              </a:path>
              <a:path w="165735" h="321309">
                <a:moveTo>
                  <a:pt x="35969" y="19079"/>
                </a:moveTo>
                <a:lnTo>
                  <a:pt x="35819" y="19079"/>
                </a:lnTo>
                <a:lnTo>
                  <a:pt x="35387" y="19370"/>
                </a:lnTo>
                <a:lnTo>
                  <a:pt x="35969" y="1907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6214125" y="6493983"/>
            <a:ext cx="393037" cy="305405"/>
          </a:xfrm>
          <a:prstGeom prst="rect">
            <a:avLst/>
          </a:prstGeom>
        </p:spPr>
      </p:pic>
      <p:sp>
        <p:nvSpPr>
          <p:cNvPr id="72" name="object 72"/>
          <p:cNvSpPr/>
          <p:nvPr/>
        </p:nvSpPr>
        <p:spPr>
          <a:xfrm>
            <a:off x="942023" y="7396220"/>
            <a:ext cx="714375" cy="62865"/>
          </a:xfrm>
          <a:custGeom>
            <a:avLst/>
            <a:gdLst/>
            <a:ahLst/>
            <a:cxnLst/>
            <a:rect l="l" t="t" r="r" b="b"/>
            <a:pathLst>
              <a:path w="714375" h="62865">
                <a:moveTo>
                  <a:pt x="25011" y="13091"/>
                </a:moveTo>
                <a:lnTo>
                  <a:pt x="22928" y="13091"/>
                </a:lnTo>
                <a:lnTo>
                  <a:pt x="19864" y="17516"/>
                </a:lnTo>
                <a:lnTo>
                  <a:pt x="19538" y="17957"/>
                </a:lnTo>
                <a:lnTo>
                  <a:pt x="49594" y="50209"/>
                </a:lnTo>
                <a:lnTo>
                  <a:pt x="97266" y="62635"/>
                </a:lnTo>
                <a:lnTo>
                  <a:pt x="314931" y="62635"/>
                </a:lnTo>
                <a:lnTo>
                  <a:pt x="334676" y="61399"/>
                </a:lnTo>
                <a:lnTo>
                  <a:pt x="335008" y="61399"/>
                </a:lnTo>
                <a:lnTo>
                  <a:pt x="355235" y="57607"/>
                </a:lnTo>
                <a:lnTo>
                  <a:pt x="356392" y="57332"/>
                </a:lnTo>
                <a:lnTo>
                  <a:pt x="387822" y="49475"/>
                </a:lnTo>
                <a:lnTo>
                  <a:pt x="404610" y="46659"/>
                </a:lnTo>
                <a:lnTo>
                  <a:pt x="98148" y="46659"/>
                </a:lnTo>
                <a:lnTo>
                  <a:pt x="90395" y="46391"/>
                </a:lnTo>
                <a:lnTo>
                  <a:pt x="87279" y="46391"/>
                </a:lnTo>
                <a:lnTo>
                  <a:pt x="83106" y="45556"/>
                </a:lnTo>
                <a:lnTo>
                  <a:pt x="82520" y="45556"/>
                </a:lnTo>
                <a:lnTo>
                  <a:pt x="72811" y="42318"/>
                </a:lnTo>
                <a:lnTo>
                  <a:pt x="57535" y="36226"/>
                </a:lnTo>
                <a:lnTo>
                  <a:pt x="57363" y="36226"/>
                </a:lnTo>
                <a:lnTo>
                  <a:pt x="43825" y="28705"/>
                </a:lnTo>
                <a:lnTo>
                  <a:pt x="43653" y="28705"/>
                </a:lnTo>
                <a:lnTo>
                  <a:pt x="43160" y="28336"/>
                </a:lnTo>
                <a:lnTo>
                  <a:pt x="42675" y="28067"/>
                </a:lnTo>
                <a:lnTo>
                  <a:pt x="42440" y="27796"/>
                </a:lnTo>
                <a:lnTo>
                  <a:pt x="30631" y="18948"/>
                </a:lnTo>
                <a:lnTo>
                  <a:pt x="30204" y="18496"/>
                </a:lnTo>
                <a:lnTo>
                  <a:pt x="27505" y="15977"/>
                </a:lnTo>
                <a:lnTo>
                  <a:pt x="26769" y="15977"/>
                </a:lnTo>
                <a:lnTo>
                  <a:pt x="26637" y="15712"/>
                </a:lnTo>
                <a:lnTo>
                  <a:pt x="26434" y="15529"/>
                </a:lnTo>
                <a:lnTo>
                  <a:pt x="25574" y="15529"/>
                </a:lnTo>
                <a:lnTo>
                  <a:pt x="25574" y="15020"/>
                </a:lnTo>
                <a:lnTo>
                  <a:pt x="25389" y="14689"/>
                </a:lnTo>
                <a:lnTo>
                  <a:pt x="25267" y="14174"/>
                </a:lnTo>
                <a:lnTo>
                  <a:pt x="25195" y="13871"/>
                </a:lnTo>
                <a:lnTo>
                  <a:pt x="25074" y="13359"/>
                </a:lnTo>
                <a:lnTo>
                  <a:pt x="25011" y="13091"/>
                </a:lnTo>
                <a:close/>
              </a:path>
              <a:path w="714375" h="62865">
                <a:moveTo>
                  <a:pt x="518352" y="41607"/>
                </a:moveTo>
                <a:lnTo>
                  <a:pt x="353764" y="41607"/>
                </a:lnTo>
                <a:lnTo>
                  <a:pt x="332704" y="45556"/>
                </a:lnTo>
                <a:lnTo>
                  <a:pt x="331750" y="45556"/>
                </a:lnTo>
                <a:lnTo>
                  <a:pt x="314095" y="46659"/>
                </a:lnTo>
                <a:lnTo>
                  <a:pt x="404610" y="46659"/>
                </a:lnTo>
                <a:lnTo>
                  <a:pt x="406218" y="46391"/>
                </a:lnTo>
                <a:lnTo>
                  <a:pt x="432204" y="46391"/>
                </a:lnTo>
                <a:lnTo>
                  <a:pt x="473366" y="44674"/>
                </a:lnTo>
                <a:lnTo>
                  <a:pt x="500376" y="43083"/>
                </a:lnTo>
                <a:lnTo>
                  <a:pt x="500648" y="43083"/>
                </a:lnTo>
                <a:lnTo>
                  <a:pt x="518352" y="41607"/>
                </a:lnTo>
                <a:close/>
              </a:path>
              <a:path w="714375" h="62865">
                <a:moveTo>
                  <a:pt x="81638" y="45262"/>
                </a:moveTo>
                <a:lnTo>
                  <a:pt x="82619" y="45556"/>
                </a:lnTo>
                <a:lnTo>
                  <a:pt x="83106" y="45556"/>
                </a:lnTo>
                <a:lnTo>
                  <a:pt x="81638" y="45262"/>
                </a:lnTo>
                <a:close/>
              </a:path>
              <a:path w="714375" h="62865">
                <a:moveTo>
                  <a:pt x="697951" y="22913"/>
                </a:moveTo>
                <a:lnTo>
                  <a:pt x="697990" y="25948"/>
                </a:lnTo>
                <a:lnTo>
                  <a:pt x="698106" y="29756"/>
                </a:lnTo>
                <a:lnTo>
                  <a:pt x="698226" y="33695"/>
                </a:lnTo>
                <a:lnTo>
                  <a:pt x="698346" y="36529"/>
                </a:lnTo>
                <a:lnTo>
                  <a:pt x="698431" y="36901"/>
                </a:lnTo>
                <a:lnTo>
                  <a:pt x="698540" y="37373"/>
                </a:lnTo>
                <a:lnTo>
                  <a:pt x="699412" y="39307"/>
                </a:lnTo>
                <a:lnTo>
                  <a:pt x="700015" y="40154"/>
                </a:lnTo>
                <a:lnTo>
                  <a:pt x="701559" y="41607"/>
                </a:lnTo>
                <a:lnTo>
                  <a:pt x="702698" y="42318"/>
                </a:lnTo>
                <a:lnTo>
                  <a:pt x="702864" y="42318"/>
                </a:lnTo>
                <a:lnTo>
                  <a:pt x="704880" y="43083"/>
                </a:lnTo>
                <a:lnTo>
                  <a:pt x="707920" y="43083"/>
                </a:lnTo>
                <a:lnTo>
                  <a:pt x="711199" y="41607"/>
                </a:lnTo>
                <a:lnTo>
                  <a:pt x="710947" y="41607"/>
                </a:lnTo>
                <a:lnTo>
                  <a:pt x="711159" y="41456"/>
                </a:lnTo>
                <a:lnTo>
                  <a:pt x="712818" y="39766"/>
                </a:lnTo>
                <a:lnTo>
                  <a:pt x="713369" y="38884"/>
                </a:lnTo>
                <a:lnTo>
                  <a:pt x="714121" y="36901"/>
                </a:lnTo>
                <a:lnTo>
                  <a:pt x="714215" y="33265"/>
                </a:lnTo>
                <a:lnTo>
                  <a:pt x="700554" y="33265"/>
                </a:lnTo>
                <a:lnTo>
                  <a:pt x="702660" y="32830"/>
                </a:lnTo>
                <a:lnTo>
                  <a:pt x="702392" y="32830"/>
                </a:lnTo>
                <a:lnTo>
                  <a:pt x="706397" y="31113"/>
                </a:lnTo>
                <a:lnTo>
                  <a:pt x="707297" y="30572"/>
                </a:lnTo>
                <a:lnTo>
                  <a:pt x="708481" y="29503"/>
                </a:lnTo>
                <a:lnTo>
                  <a:pt x="709152" y="28705"/>
                </a:lnTo>
                <a:lnTo>
                  <a:pt x="710954" y="25467"/>
                </a:lnTo>
                <a:lnTo>
                  <a:pt x="710804" y="25467"/>
                </a:lnTo>
                <a:lnTo>
                  <a:pt x="711191" y="24970"/>
                </a:lnTo>
                <a:lnTo>
                  <a:pt x="711555" y="24363"/>
                </a:lnTo>
                <a:lnTo>
                  <a:pt x="707439" y="23446"/>
                </a:lnTo>
                <a:lnTo>
                  <a:pt x="698078" y="23446"/>
                </a:lnTo>
                <a:lnTo>
                  <a:pt x="697951" y="22913"/>
                </a:lnTo>
                <a:close/>
              </a:path>
              <a:path w="714375" h="62865">
                <a:moveTo>
                  <a:pt x="697182" y="17317"/>
                </a:moveTo>
                <a:lnTo>
                  <a:pt x="610730" y="17317"/>
                </a:lnTo>
                <a:lnTo>
                  <a:pt x="596017" y="18948"/>
                </a:lnTo>
                <a:lnTo>
                  <a:pt x="576037" y="20612"/>
                </a:lnTo>
                <a:lnTo>
                  <a:pt x="561523" y="20612"/>
                </a:lnTo>
                <a:lnTo>
                  <a:pt x="550072" y="22244"/>
                </a:lnTo>
                <a:lnTo>
                  <a:pt x="535747" y="23836"/>
                </a:lnTo>
                <a:lnTo>
                  <a:pt x="519406" y="25467"/>
                </a:lnTo>
                <a:lnTo>
                  <a:pt x="499931" y="27087"/>
                </a:lnTo>
                <a:lnTo>
                  <a:pt x="472380" y="28705"/>
                </a:lnTo>
                <a:lnTo>
                  <a:pt x="430926" y="30433"/>
                </a:lnTo>
                <a:lnTo>
                  <a:pt x="404670" y="30433"/>
                </a:lnTo>
                <a:lnTo>
                  <a:pt x="385087" y="33695"/>
                </a:lnTo>
                <a:lnTo>
                  <a:pt x="384462" y="33826"/>
                </a:lnTo>
                <a:lnTo>
                  <a:pt x="350496" y="42318"/>
                </a:lnTo>
                <a:lnTo>
                  <a:pt x="350320" y="42318"/>
                </a:lnTo>
                <a:lnTo>
                  <a:pt x="353542" y="41607"/>
                </a:lnTo>
                <a:lnTo>
                  <a:pt x="518352" y="41607"/>
                </a:lnTo>
                <a:lnTo>
                  <a:pt x="520165" y="41456"/>
                </a:lnTo>
                <a:lnTo>
                  <a:pt x="520308" y="41456"/>
                </a:lnTo>
                <a:lnTo>
                  <a:pt x="537197" y="39766"/>
                </a:lnTo>
                <a:lnTo>
                  <a:pt x="552361" y="38080"/>
                </a:lnTo>
                <a:lnTo>
                  <a:pt x="563216" y="36529"/>
                </a:lnTo>
                <a:lnTo>
                  <a:pt x="577671" y="36529"/>
                </a:lnTo>
                <a:lnTo>
                  <a:pt x="597809" y="34847"/>
                </a:lnTo>
                <a:lnTo>
                  <a:pt x="612051" y="33265"/>
                </a:lnTo>
                <a:lnTo>
                  <a:pt x="698212" y="33265"/>
                </a:lnTo>
                <a:lnTo>
                  <a:pt x="698098" y="29503"/>
                </a:lnTo>
                <a:lnTo>
                  <a:pt x="697975" y="25467"/>
                </a:lnTo>
                <a:lnTo>
                  <a:pt x="697877" y="22244"/>
                </a:lnTo>
                <a:lnTo>
                  <a:pt x="697704" y="21874"/>
                </a:lnTo>
                <a:lnTo>
                  <a:pt x="697580" y="21352"/>
                </a:lnTo>
                <a:lnTo>
                  <a:pt x="713854" y="21352"/>
                </a:lnTo>
                <a:lnTo>
                  <a:pt x="713756" y="20612"/>
                </a:lnTo>
                <a:lnTo>
                  <a:pt x="713696" y="20157"/>
                </a:lnTo>
                <a:lnTo>
                  <a:pt x="695604" y="20157"/>
                </a:lnTo>
                <a:lnTo>
                  <a:pt x="697071" y="17516"/>
                </a:lnTo>
                <a:lnTo>
                  <a:pt x="697182" y="17317"/>
                </a:lnTo>
                <a:close/>
              </a:path>
              <a:path w="714375" h="62865">
                <a:moveTo>
                  <a:pt x="56920" y="35980"/>
                </a:moveTo>
                <a:lnTo>
                  <a:pt x="57363" y="36226"/>
                </a:lnTo>
                <a:lnTo>
                  <a:pt x="57535" y="36226"/>
                </a:lnTo>
                <a:lnTo>
                  <a:pt x="56920" y="35980"/>
                </a:lnTo>
                <a:close/>
              </a:path>
              <a:path w="714375" h="62865">
                <a:moveTo>
                  <a:pt x="713854" y="21352"/>
                </a:moveTo>
                <a:lnTo>
                  <a:pt x="697791" y="21352"/>
                </a:lnTo>
                <a:lnTo>
                  <a:pt x="711567" y="24363"/>
                </a:lnTo>
                <a:lnTo>
                  <a:pt x="709152" y="28705"/>
                </a:lnTo>
                <a:lnTo>
                  <a:pt x="708481" y="29503"/>
                </a:lnTo>
                <a:lnTo>
                  <a:pt x="707297" y="30572"/>
                </a:lnTo>
                <a:lnTo>
                  <a:pt x="706397" y="31113"/>
                </a:lnTo>
                <a:lnTo>
                  <a:pt x="702392" y="32830"/>
                </a:lnTo>
                <a:lnTo>
                  <a:pt x="702660" y="32830"/>
                </a:lnTo>
                <a:lnTo>
                  <a:pt x="700554" y="33265"/>
                </a:lnTo>
                <a:lnTo>
                  <a:pt x="714215" y="33265"/>
                </a:lnTo>
                <a:lnTo>
                  <a:pt x="714101" y="29503"/>
                </a:lnTo>
                <a:lnTo>
                  <a:pt x="713979" y="25467"/>
                </a:lnTo>
                <a:lnTo>
                  <a:pt x="713854" y="21352"/>
                </a:lnTo>
                <a:close/>
              </a:path>
              <a:path w="714375" h="62865">
                <a:moveTo>
                  <a:pt x="17894" y="0"/>
                </a:moveTo>
                <a:lnTo>
                  <a:pt x="16849" y="0"/>
                </a:lnTo>
                <a:lnTo>
                  <a:pt x="14511" y="367"/>
                </a:lnTo>
                <a:lnTo>
                  <a:pt x="14827" y="367"/>
                </a:lnTo>
                <a:lnTo>
                  <a:pt x="13842" y="704"/>
                </a:lnTo>
                <a:lnTo>
                  <a:pt x="13984" y="704"/>
                </a:lnTo>
                <a:lnTo>
                  <a:pt x="11931" y="1845"/>
                </a:lnTo>
                <a:lnTo>
                  <a:pt x="11321" y="2303"/>
                </a:lnTo>
                <a:lnTo>
                  <a:pt x="0" y="23836"/>
                </a:lnTo>
                <a:lnTo>
                  <a:pt x="283" y="24970"/>
                </a:lnTo>
                <a:lnTo>
                  <a:pt x="7655" y="30067"/>
                </a:lnTo>
                <a:lnTo>
                  <a:pt x="8496" y="30067"/>
                </a:lnTo>
                <a:lnTo>
                  <a:pt x="14743" y="25948"/>
                </a:lnTo>
                <a:lnTo>
                  <a:pt x="14227" y="25467"/>
                </a:lnTo>
                <a:lnTo>
                  <a:pt x="13835" y="24970"/>
                </a:lnTo>
                <a:lnTo>
                  <a:pt x="12461" y="23130"/>
                </a:lnTo>
                <a:lnTo>
                  <a:pt x="10144" y="18496"/>
                </a:lnTo>
                <a:lnTo>
                  <a:pt x="10028" y="18174"/>
                </a:lnTo>
                <a:lnTo>
                  <a:pt x="9949" y="17957"/>
                </a:lnTo>
                <a:lnTo>
                  <a:pt x="9649" y="16708"/>
                </a:lnTo>
                <a:lnTo>
                  <a:pt x="9577" y="8947"/>
                </a:lnTo>
                <a:lnTo>
                  <a:pt x="25574" y="8947"/>
                </a:lnTo>
                <a:lnTo>
                  <a:pt x="25163" y="6417"/>
                </a:lnTo>
                <a:lnTo>
                  <a:pt x="19750" y="367"/>
                </a:lnTo>
                <a:lnTo>
                  <a:pt x="17894" y="0"/>
                </a:lnTo>
                <a:close/>
              </a:path>
              <a:path w="714375" h="62865">
                <a:moveTo>
                  <a:pt x="43160" y="28336"/>
                </a:moveTo>
                <a:lnTo>
                  <a:pt x="43663" y="28705"/>
                </a:lnTo>
                <a:lnTo>
                  <a:pt x="43825" y="28705"/>
                </a:lnTo>
                <a:lnTo>
                  <a:pt x="43160" y="28336"/>
                </a:lnTo>
                <a:close/>
              </a:path>
              <a:path w="714375" h="62865">
                <a:moveTo>
                  <a:pt x="9716" y="10659"/>
                </a:moveTo>
                <a:lnTo>
                  <a:pt x="10028" y="18174"/>
                </a:lnTo>
                <a:lnTo>
                  <a:pt x="10144" y="18496"/>
                </a:lnTo>
                <a:lnTo>
                  <a:pt x="14743" y="25948"/>
                </a:lnTo>
                <a:lnTo>
                  <a:pt x="19538" y="17957"/>
                </a:lnTo>
                <a:lnTo>
                  <a:pt x="19864" y="17516"/>
                </a:lnTo>
                <a:lnTo>
                  <a:pt x="21113" y="15712"/>
                </a:lnTo>
                <a:lnTo>
                  <a:pt x="21239" y="15529"/>
                </a:lnTo>
                <a:lnTo>
                  <a:pt x="20236" y="15529"/>
                </a:lnTo>
                <a:lnTo>
                  <a:pt x="20798" y="15020"/>
                </a:lnTo>
                <a:lnTo>
                  <a:pt x="21154" y="15020"/>
                </a:lnTo>
                <a:lnTo>
                  <a:pt x="11969" y="11475"/>
                </a:lnTo>
                <a:lnTo>
                  <a:pt x="9987" y="11475"/>
                </a:lnTo>
                <a:lnTo>
                  <a:pt x="9716" y="10659"/>
                </a:lnTo>
                <a:close/>
              </a:path>
              <a:path w="714375" h="62865">
                <a:moveTo>
                  <a:pt x="711230" y="24970"/>
                </a:moveTo>
                <a:lnTo>
                  <a:pt x="710826" y="25467"/>
                </a:lnTo>
                <a:lnTo>
                  <a:pt x="710954" y="25467"/>
                </a:lnTo>
                <a:lnTo>
                  <a:pt x="711230" y="24970"/>
                </a:lnTo>
                <a:close/>
              </a:path>
              <a:path w="714375" h="62865">
                <a:moveTo>
                  <a:pt x="700196" y="21874"/>
                </a:moveTo>
                <a:lnTo>
                  <a:pt x="697870" y="21874"/>
                </a:lnTo>
                <a:lnTo>
                  <a:pt x="697973" y="22653"/>
                </a:lnTo>
                <a:lnTo>
                  <a:pt x="698078" y="23446"/>
                </a:lnTo>
                <a:lnTo>
                  <a:pt x="707439" y="23446"/>
                </a:lnTo>
                <a:lnTo>
                  <a:pt x="700196" y="21874"/>
                </a:lnTo>
                <a:close/>
              </a:path>
              <a:path w="714375" h="62865">
                <a:moveTo>
                  <a:pt x="697791" y="21352"/>
                </a:moveTo>
                <a:lnTo>
                  <a:pt x="697792" y="22244"/>
                </a:lnTo>
                <a:lnTo>
                  <a:pt x="697866" y="21874"/>
                </a:lnTo>
                <a:lnTo>
                  <a:pt x="700196" y="21874"/>
                </a:lnTo>
                <a:lnTo>
                  <a:pt x="697791" y="21352"/>
                </a:lnTo>
                <a:close/>
              </a:path>
              <a:path w="714375" h="62865">
                <a:moveTo>
                  <a:pt x="706298" y="11475"/>
                </a:moveTo>
                <a:lnTo>
                  <a:pt x="704581" y="11475"/>
                </a:lnTo>
                <a:lnTo>
                  <a:pt x="703072" y="11720"/>
                </a:lnTo>
                <a:lnTo>
                  <a:pt x="695604" y="20157"/>
                </a:lnTo>
                <a:lnTo>
                  <a:pt x="698041" y="17957"/>
                </a:lnTo>
                <a:lnTo>
                  <a:pt x="696488" y="17957"/>
                </a:lnTo>
                <a:lnTo>
                  <a:pt x="699403" y="16708"/>
                </a:lnTo>
                <a:lnTo>
                  <a:pt x="712936" y="16708"/>
                </a:lnTo>
                <a:lnTo>
                  <a:pt x="712608" y="15977"/>
                </a:lnTo>
                <a:lnTo>
                  <a:pt x="707429" y="11720"/>
                </a:lnTo>
                <a:lnTo>
                  <a:pt x="706298" y="11475"/>
                </a:lnTo>
                <a:close/>
              </a:path>
              <a:path w="714375" h="62865">
                <a:moveTo>
                  <a:pt x="713062" y="17317"/>
                </a:moveTo>
                <a:lnTo>
                  <a:pt x="699498" y="17317"/>
                </a:lnTo>
                <a:lnTo>
                  <a:pt x="698530" y="17516"/>
                </a:lnTo>
                <a:lnTo>
                  <a:pt x="695604" y="20157"/>
                </a:lnTo>
                <a:lnTo>
                  <a:pt x="713696" y="20157"/>
                </a:lnTo>
                <a:lnTo>
                  <a:pt x="713645" y="19776"/>
                </a:lnTo>
                <a:lnTo>
                  <a:pt x="713564" y="19419"/>
                </a:lnTo>
                <a:lnTo>
                  <a:pt x="713451" y="18948"/>
                </a:lnTo>
                <a:lnTo>
                  <a:pt x="713343" y="18496"/>
                </a:lnTo>
                <a:lnTo>
                  <a:pt x="713267" y="18174"/>
                </a:lnTo>
                <a:lnTo>
                  <a:pt x="713215" y="17957"/>
                </a:lnTo>
                <a:lnTo>
                  <a:pt x="713110" y="17516"/>
                </a:lnTo>
                <a:lnTo>
                  <a:pt x="713062" y="17317"/>
                </a:lnTo>
                <a:close/>
              </a:path>
              <a:path w="714375" h="62865">
                <a:moveTo>
                  <a:pt x="699425" y="16708"/>
                </a:moveTo>
                <a:lnTo>
                  <a:pt x="696488" y="17957"/>
                </a:lnTo>
                <a:lnTo>
                  <a:pt x="698530" y="17516"/>
                </a:lnTo>
                <a:lnTo>
                  <a:pt x="699425" y="16708"/>
                </a:lnTo>
                <a:close/>
              </a:path>
              <a:path w="714375" h="62865">
                <a:moveTo>
                  <a:pt x="698530" y="17516"/>
                </a:moveTo>
                <a:lnTo>
                  <a:pt x="696378" y="17957"/>
                </a:lnTo>
                <a:lnTo>
                  <a:pt x="698041" y="17957"/>
                </a:lnTo>
                <a:lnTo>
                  <a:pt x="698530" y="17516"/>
                </a:lnTo>
                <a:close/>
              </a:path>
              <a:path w="714375" h="62865">
                <a:moveTo>
                  <a:pt x="712917" y="16708"/>
                </a:moveTo>
                <a:lnTo>
                  <a:pt x="699425" y="16708"/>
                </a:lnTo>
                <a:lnTo>
                  <a:pt x="698530" y="17516"/>
                </a:lnTo>
                <a:lnTo>
                  <a:pt x="699498" y="17317"/>
                </a:lnTo>
                <a:lnTo>
                  <a:pt x="713062" y="17317"/>
                </a:lnTo>
                <a:lnTo>
                  <a:pt x="712917" y="16708"/>
                </a:lnTo>
                <a:close/>
              </a:path>
              <a:path w="714375" h="62865">
                <a:moveTo>
                  <a:pt x="26125" y="14689"/>
                </a:moveTo>
                <a:lnTo>
                  <a:pt x="26545" y="15529"/>
                </a:lnTo>
                <a:lnTo>
                  <a:pt x="26571" y="15712"/>
                </a:lnTo>
                <a:lnTo>
                  <a:pt x="26769" y="15977"/>
                </a:lnTo>
                <a:lnTo>
                  <a:pt x="27505" y="15977"/>
                </a:lnTo>
                <a:lnTo>
                  <a:pt x="26125" y="14689"/>
                </a:lnTo>
                <a:close/>
              </a:path>
              <a:path w="714375" h="62865">
                <a:moveTo>
                  <a:pt x="22742" y="13359"/>
                </a:moveTo>
                <a:lnTo>
                  <a:pt x="22066" y="13871"/>
                </a:lnTo>
                <a:lnTo>
                  <a:pt x="20236" y="15529"/>
                </a:lnTo>
                <a:lnTo>
                  <a:pt x="21154" y="15020"/>
                </a:lnTo>
                <a:lnTo>
                  <a:pt x="21592" y="15020"/>
                </a:lnTo>
                <a:lnTo>
                  <a:pt x="22742" y="13359"/>
                </a:lnTo>
                <a:close/>
              </a:path>
              <a:path w="714375" h="62865">
                <a:moveTo>
                  <a:pt x="21592" y="15020"/>
                </a:moveTo>
                <a:lnTo>
                  <a:pt x="21154" y="15020"/>
                </a:lnTo>
                <a:lnTo>
                  <a:pt x="20236" y="15529"/>
                </a:lnTo>
                <a:lnTo>
                  <a:pt x="21239" y="15529"/>
                </a:lnTo>
                <a:lnTo>
                  <a:pt x="21592" y="15020"/>
                </a:lnTo>
                <a:close/>
              </a:path>
              <a:path w="714375" h="62865">
                <a:moveTo>
                  <a:pt x="25574" y="14377"/>
                </a:moveTo>
                <a:lnTo>
                  <a:pt x="25587" y="15529"/>
                </a:lnTo>
                <a:lnTo>
                  <a:pt x="26434" y="15529"/>
                </a:lnTo>
                <a:lnTo>
                  <a:pt x="25574" y="14377"/>
                </a:lnTo>
                <a:close/>
              </a:path>
              <a:path w="714375" h="62865">
                <a:moveTo>
                  <a:pt x="25574" y="14174"/>
                </a:moveTo>
                <a:lnTo>
                  <a:pt x="25574" y="14377"/>
                </a:lnTo>
                <a:lnTo>
                  <a:pt x="26434" y="15529"/>
                </a:lnTo>
                <a:lnTo>
                  <a:pt x="26291" y="15020"/>
                </a:lnTo>
                <a:lnTo>
                  <a:pt x="26125" y="14689"/>
                </a:lnTo>
                <a:lnTo>
                  <a:pt x="25574" y="14174"/>
                </a:lnTo>
                <a:close/>
              </a:path>
              <a:path w="714375" h="62865">
                <a:moveTo>
                  <a:pt x="25574" y="8947"/>
                </a:moveTo>
                <a:lnTo>
                  <a:pt x="9577" y="8947"/>
                </a:lnTo>
                <a:lnTo>
                  <a:pt x="9704" y="9726"/>
                </a:lnTo>
                <a:lnTo>
                  <a:pt x="9793" y="10280"/>
                </a:lnTo>
                <a:lnTo>
                  <a:pt x="9855" y="10659"/>
                </a:lnTo>
                <a:lnTo>
                  <a:pt x="21154" y="15020"/>
                </a:lnTo>
                <a:lnTo>
                  <a:pt x="20798" y="15020"/>
                </a:lnTo>
                <a:lnTo>
                  <a:pt x="22928" y="13091"/>
                </a:lnTo>
                <a:lnTo>
                  <a:pt x="25011" y="13091"/>
                </a:lnTo>
                <a:lnTo>
                  <a:pt x="24810" y="12238"/>
                </a:lnTo>
                <a:lnTo>
                  <a:pt x="24729" y="11897"/>
                </a:lnTo>
                <a:lnTo>
                  <a:pt x="25574" y="11897"/>
                </a:lnTo>
                <a:lnTo>
                  <a:pt x="25574" y="8947"/>
                </a:lnTo>
                <a:close/>
              </a:path>
              <a:path w="714375" h="62865">
                <a:moveTo>
                  <a:pt x="25195" y="13871"/>
                </a:moveTo>
                <a:lnTo>
                  <a:pt x="25267" y="14174"/>
                </a:lnTo>
                <a:lnTo>
                  <a:pt x="25389" y="14689"/>
                </a:lnTo>
                <a:lnTo>
                  <a:pt x="25467" y="15020"/>
                </a:lnTo>
                <a:lnTo>
                  <a:pt x="25574" y="14377"/>
                </a:lnTo>
                <a:lnTo>
                  <a:pt x="25195" y="13871"/>
                </a:lnTo>
                <a:close/>
              </a:path>
              <a:path w="714375" h="62865">
                <a:moveTo>
                  <a:pt x="25460" y="13359"/>
                </a:moveTo>
                <a:lnTo>
                  <a:pt x="25574" y="14174"/>
                </a:lnTo>
                <a:lnTo>
                  <a:pt x="26125" y="14689"/>
                </a:lnTo>
                <a:lnTo>
                  <a:pt x="25460" y="13359"/>
                </a:lnTo>
                <a:close/>
              </a:path>
              <a:path w="714375" h="62865">
                <a:moveTo>
                  <a:pt x="25249" y="13871"/>
                </a:moveTo>
                <a:lnTo>
                  <a:pt x="25422" y="14174"/>
                </a:lnTo>
                <a:lnTo>
                  <a:pt x="25574" y="14377"/>
                </a:lnTo>
                <a:lnTo>
                  <a:pt x="25574" y="14174"/>
                </a:lnTo>
                <a:lnTo>
                  <a:pt x="25249" y="13871"/>
                </a:lnTo>
                <a:close/>
              </a:path>
              <a:path w="714375" h="62865">
                <a:moveTo>
                  <a:pt x="24900" y="12238"/>
                </a:moveTo>
                <a:lnTo>
                  <a:pt x="25011" y="13091"/>
                </a:lnTo>
                <a:lnTo>
                  <a:pt x="25074" y="13359"/>
                </a:lnTo>
                <a:lnTo>
                  <a:pt x="25249" y="13871"/>
                </a:lnTo>
                <a:lnTo>
                  <a:pt x="25574" y="14174"/>
                </a:lnTo>
                <a:lnTo>
                  <a:pt x="25574" y="13359"/>
                </a:lnTo>
                <a:lnTo>
                  <a:pt x="25326" y="13091"/>
                </a:lnTo>
                <a:lnTo>
                  <a:pt x="24900" y="12238"/>
                </a:lnTo>
                <a:close/>
              </a:path>
              <a:path w="714375" h="62865">
                <a:moveTo>
                  <a:pt x="25574" y="11897"/>
                </a:moveTo>
                <a:lnTo>
                  <a:pt x="24729" y="11897"/>
                </a:lnTo>
                <a:lnTo>
                  <a:pt x="25460" y="13359"/>
                </a:lnTo>
                <a:lnTo>
                  <a:pt x="25574" y="11897"/>
                </a:lnTo>
                <a:close/>
              </a:path>
              <a:path w="714375" h="62865">
                <a:moveTo>
                  <a:pt x="9704" y="9726"/>
                </a:moveTo>
                <a:lnTo>
                  <a:pt x="9716" y="10659"/>
                </a:lnTo>
                <a:lnTo>
                  <a:pt x="9987" y="11475"/>
                </a:lnTo>
                <a:lnTo>
                  <a:pt x="9855" y="10659"/>
                </a:lnTo>
                <a:lnTo>
                  <a:pt x="9793" y="10280"/>
                </a:lnTo>
                <a:lnTo>
                  <a:pt x="9704" y="9726"/>
                </a:lnTo>
                <a:close/>
              </a:path>
              <a:path w="714375" h="62865">
                <a:moveTo>
                  <a:pt x="9855" y="10659"/>
                </a:moveTo>
                <a:lnTo>
                  <a:pt x="9987" y="11475"/>
                </a:lnTo>
                <a:lnTo>
                  <a:pt x="11969" y="11475"/>
                </a:lnTo>
                <a:lnTo>
                  <a:pt x="9855" y="1065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110525" y="7852567"/>
            <a:ext cx="190500" cy="19685"/>
          </a:xfrm>
          <a:custGeom>
            <a:avLst/>
            <a:gdLst/>
            <a:ahLst/>
            <a:cxnLst/>
            <a:rect l="l" t="t" r="r" b="b"/>
            <a:pathLst>
              <a:path w="190500" h="19684">
                <a:moveTo>
                  <a:pt x="119573" y="0"/>
                </a:moveTo>
                <a:lnTo>
                  <a:pt x="20746" y="0"/>
                </a:lnTo>
                <a:lnTo>
                  <a:pt x="19631" y="129"/>
                </a:lnTo>
                <a:lnTo>
                  <a:pt x="0" y="13285"/>
                </a:lnTo>
                <a:lnTo>
                  <a:pt x="44" y="15377"/>
                </a:lnTo>
                <a:lnTo>
                  <a:pt x="3873" y="19081"/>
                </a:lnTo>
                <a:lnTo>
                  <a:pt x="5611" y="19081"/>
                </a:lnTo>
                <a:lnTo>
                  <a:pt x="6840" y="18698"/>
                </a:lnTo>
                <a:lnTo>
                  <a:pt x="7395" y="18395"/>
                </a:lnTo>
                <a:lnTo>
                  <a:pt x="13529" y="13285"/>
                </a:lnTo>
                <a:lnTo>
                  <a:pt x="14676" y="12578"/>
                </a:lnTo>
                <a:lnTo>
                  <a:pt x="17471" y="10755"/>
                </a:lnTo>
                <a:lnTo>
                  <a:pt x="16948" y="10755"/>
                </a:lnTo>
                <a:lnTo>
                  <a:pt x="18477" y="10100"/>
                </a:lnTo>
                <a:lnTo>
                  <a:pt x="19700" y="10100"/>
                </a:lnTo>
                <a:lnTo>
                  <a:pt x="21322" y="9714"/>
                </a:lnTo>
                <a:lnTo>
                  <a:pt x="20757" y="9714"/>
                </a:lnTo>
                <a:lnTo>
                  <a:pt x="21882" y="9580"/>
                </a:lnTo>
                <a:lnTo>
                  <a:pt x="189984" y="9580"/>
                </a:lnTo>
                <a:lnTo>
                  <a:pt x="189822" y="8832"/>
                </a:lnTo>
                <a:lnTo>
                  <a:pt x="169160" y="2660"/>
                </a:lnTo>
                <a:lnTo>
                  <a:pt x="169347" y="2660"/>
                </a:lnTo>
                <a:lnTo>
                  <a:pt x="151525" y="939"/>
                </a:lnTo>
                <a:lnTo>
                  <a:pt x="119573" y="0"/>
                </a:lnTo>
                <a:close/>
              </a:path>
              <a:path w="190500" h="19684">
                <a:moveTo>
                  <a:pt x="189984" y="9580"/>
                </a:moveTo>
                <a:lnTo>
                  <a:pt x="21882" y="9580"/>
                </a:lnTo>
                <a:lnTo>
                  <a:pt x="21322" y="9714"/>
                </a:lnTo>
                <a:lnTo>
                  <a:pt x="119417" y="9714"/>
                </a:lnTo>
                <a:lnTo>
                  <a:pt x="154823" y="10755"/>
                </a:lnTo>
                <a:lnTo>
                  <a:pt x="152205" y="10755"/>
                </a:lnTo>
                <a:lnTo>
                  <a:pt x="167730" y="12274"/>
                </a:lnTo>
                <a:lnTo>
                  <a:pt x="184920" y="15377"/>
                </a:lnTo>
                <a:lnTo>
                  <a:pt x="185616" y="15377"/>
                </a:lnTo>
                <a:lnTo>
                  <a:pt x="186874" y="15102"/>
                </a:lnTo>
                <a:lnTo>
                  <a:pt x="189766" y="12274"/>
                </a:lnTo>
                <a:lnTo>
                  <a:pt x="189878" y="11990"/>
                </a:lnTo>
                <a:lnTo>
                  <a:pt x="189984" y="9580"/>
                </a:lnTo>
                <a:close/>
              </a:path>
              <a:path w="190500" h="19684">
                <a:moveTo>
                  <a:pt x="18477" y="10100"/>
                </a:moveTo>
                <a:lnTo>
                  <a:pt x="16948" y="10755"/>
                </a:lnTo>
                <a:lnTo>
                  <a:pt x="17471" y="10755"/>
                </a:lnTo>
                <a:lnTo>
                  <a:pt x="18477" y="10100"/>
                </a:lnTo>
                <a:close/>
              </a:path>
              <a:path w="190500" h="19684">
                <a:moveTo>
                  <a:pt x="19700" y="10100"/>
                </a:moveTo>
                <a:lnTo>
                  <a:pt x="18477" y="10100"/>
                </a:lnTo>
                <a:lnTo>
                  <a:pt x="17471" y="10755"/>
                </a:lnTo>
                <a:lnTo>
                  <a:pt x="16948" y="10755"/>
                </a:lnTo>
                <a:lnTo>
                  <a:pt x="19700" y="10100"/>
                </a:lnTo>
                <a:close/>
              </a:path>
              <a:path w="190500" h="19684">
                <a:moveTo>
                  <a:pt x="21882" y="9580"/>
                </a:moveTo>
                <a:lnTo>
                  <a:pt x="20757" y="9714"/>
                </a:lnTo>
                <a:lnTo>
                  <a:pt x="21322" y="9714"/>
                </a:lnTo>
                <a:lnTo>
                  <a:pt x="21882" y="958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437611" y="7835751"/>
            <a:ext cx="196215" cy="20955"/>
          </a:xfrm>
          <a:custGeom>
            <a:avLst/>
            <a:gdLst/>
            <a:ahLst/>
            <a:cxnLst/>
            <a:rect l="l" t="t" r="r" b="b"/>
            <a:pathLst>
              <a:path w="196214" h="20954">
                <a:moveTo>
                  <a:pt x="185048" y="9612"/>
                </a:moveTo>
                <a:lnTo>
                  <a:pt x="92934" y="9612"/>
                </a:lnTo>
                <a:lnTo>
                  <a:pt x="120150" y="10551"/>
                </a:lnTo>
                <a:lnTo>
                  <a:pt x="120015" y="10551"/>
                </a:lnTo>
                <a:lnTo>
                  <a:pt x="144771" y="13399"/>
                </a:lnTo>
                <a:lnTo>
                  <a:pt x="163800" y="15302"/>
                </a:lnTo>
                <a:lnTo>
                  <a:pt x="163575" y="15302"/>
                </a:lnTo>
                <a:lnTo>
                  <a:pt x="172867" y="16615"/>
                </a:lnTo>
                <a:lnTo>
                  <a:pt x="190262" y="20902"/>
                </a:lnTo>
                <a:lnTo>
                  <a:pt x="191708" y="20902"/>
                </a:lnTo>
                <a:lnTo>
                  <a:pt x="195620" y="16767"/>
                </a:lnTo>
                <a:lnTo>
                  <a:pt x="195503" y="14665"/>
                </a:lnTo>
                <a:lnTo>
                  <a:pt x="192587" y="11471"/>
                </a:lnTo>
                <a:lnTo>
                  <a:pt x="185048" y="9612"/>
                </a:lnTo>
                <a:close/>
              </a:path>
              <a:path w="196214" h="20954">
                <a:moveTo>
                  <a:pt x="96101" y="0"/>
                </a:moveTo>
                <a:lnTo>
                  <a:pt x="20653" y="0"/>
                </a:lnTo>
                <a:lnTo>
                  <a:pt x="15014" y="1174"/>
                </a:lnTo>
                <a:lnTo>
                  <a:pt x="0" y="15302"/>
                </a:lnTo>
                <a:lnTo>
                  <a:pt x="284" y="16212"/>
                </a:lnTo>
                <a:lnTo>
                  <a:pt x="3816" y="18981"/>
                </a:lnTo>
                <a:lnTo>
                  <a:pt x="5558" y="18981"/>
                </a:lnTo>
                <a:lnTo>
                  <a:pt x="6787" y="18599"/>
                </a:lnTo>
                <a:lnTo>
                  <a:pt x="7165" y="18393"/>
                </a:lnTo>
                <a:lnTo>
                  <a:pt x="7513" y="18154"/>
                </a:lnTo>
                <a:lnTo>
                  <a:pt x="13476" y="13186"/>
                </a:lnTo>
                <a:lnTo>
                  <a:pt x="14655" y="12503"/>
                </a:lnTo>
                <a:lnTo>
                  <a:pt x="17564" y="10685"/>
                </a:lnTo>
                <a:lnTo>
                  <a:pt x="16996" y="10685"/>
                </a:lnTo>
                <a:lnTo>
                  <a:pt x="18580" y="10050"/>
                </a:lnTo>
                <a:lnTo>
                  <a:pt x="20047" y="10050"/>
                </a:lnTo>
                <a:lnTo>
                  <a:pt x="22152" y="9612"/>
                </a:lnTo>
                <a:lnTo>
                  <a:pt x="185048" y="9612"/>
                </a:lnTo>
                <a:lnTo>
                  <a:pt x="174811" y="7087"/>
                </a:lnTo>
                <a:lnTo>
                  <a:pt x="175003" y="7087"/>
                </a:lnTo>
                <a:lnTo>
                  <a:pt x="164030" y="5560"/>
                </a:lnTo>
                <a:lnTo>
                  <a:pt x="145307" y="3689"/>
                </a:lnTo>
                <a:lnTo>
                  <a:pt x="120874" y="869"/>
                </a:lnTo>
                <a:lnTo>
                  <a:pt x="121294" y="869"/>
                </a:lnTo>
                <a:lnTo>
                  <a:pt x="96101" y="0"/>
                </a:lnTo>
                <a:close/>
              </a:path>
              <a:path w="196214" h="20954">
                <a:moveTo>
                  <a:pt x="18580" y="10050"/>
                </a:moveTo>
                <a:lnTo>
                  <a:pt x="16996" y="10685"/>
                </a:lnTo>
                <a:lnTo>
                  <a:pt x="17642" y="10551"/>
                </a:lnTo>
                <a:lnTo>
                  <a:pt x="17780" y="10551"/>
                </a:lnTo>
                <a:lnTo>
                  <a:pt x="18580" y="10050"/>
                </a:lnTo>
                <a:close/>
              </a:path>
              <a:path w="196214" h="20954">
                <a:moveTo>
                  <a:pt x="17780" y="10551"/>
                </a:moveTo>
                <a:lnTo>
                  <a:pt x="17642" y="10551"/>
                </a:lnTo>
                <a:lnTo>
                  <a:pt x="16996" y="10685"/>
                </a:lnTo>
                <a:lnTo>
                  <a:pt x="17564" y="10685"/>
                </a:lnTo>
                <a:lnTo>
                  <a:pt x="17780" y="10551"/>
                </a:lnTo>
                <a:close/>
              </a:path>
              <a:path w="196214" h="20954">
                <a:moveTo>
                  <a:pt x="20047" y="10050"/>
                </a:moveTo>
                <a:lnTo>
                  <a:pt x="18580" y="10050"/>
                </a:lnTo>
                <a:lnTo>
                  <a:pt x="17780" y="10551"/>
                </a:lnTo>
                <a:lnTo>
                  <a:pt x="17642" y="10551"/>
                </a:lnTo>
                <a:lnTo>
                  <a:pt x="20047" y="1005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785233" y="7811218"/>
            <a:ext cx="151130" cy="24765"/>
          </a:xfrm>
          <a:custGeom>
            <a:avLst/>
            <a:gdLst/>
            <a:ahLst/>
            <a:cxnLst/>
            <a:rect l="l" t="t" r="r" b="b"/>
            <a:pathLst>
              <a:path w="151130" h="24765">
                <a:moveTo>
                  <a:pt x="127888" y="9566"/>
                </a:moveTo>
                <a:lnTo>
                  <a:pt x="30426" y="9566"/>
                </a:lnTo>
                <a:lnTo>
                  <a:pt x="29842" y="9712"/>
                </a:lnTo>
                <a:lnTo>
                  <a:pt x="55459" y="9712"/>
                </a:lnTo>
                <a:lnTo>
                  <a:pt x="83018" y="10695"/>
                </a:lnTo>
                <a:lnTo>
                  <a:pt x="82052" y="10695"/>
                </a:lnTo>
                <a:lnTo>
                  <a:pt x="97715" y="12272"/>
                </a:lnTo>
                <a:lnTo>
                  <a:pt x="112813" y="15260"/>
                </a:lnTo>
                <a:lnTo>
                  <a:pt x="145024" y="24731"/>
                </a:lnTo>
                <a:lnTo>
                  <a:pt x="146679" y="24731"/>
                </a:lnTo>
                <a:lnTo>
                  <a:pt x="150617" y="20643"/>
                </a:lnTo>
                <a:lnTo>
                  <a:pt x="150537" y="18733"/>
                </a:lnTo>
                <a:lnTo>
                  <a:pt x="147471" y="15260"/>
                </a:lnTo>
                <a:lnTo>
                  <a:pt x="147242" y="15260"/>
                </a:lnTo>
                <a:lnTo>
                  <a:pt x="127888" y="9566"/>
                </a:lnTo>
                <a:close/>
              </a:path>
              <a:path w="151130" h="24765">
                <a:moveTo>
                  <a:pt x="55734" y="0"/>
                </a:moveTo>
                <a:lnTo>
                  <a:pt x="29227" y="0"/>
                </a:lnTo>
                <a:lnTo>
                  <a:pt x="28070" y="143"/>
                </a:lnTo>
                <a:lnTo>
                  <a:pt x="0" y="18733"/>
                </a:lnTo>
                <a:lnTo>
                  <a:pt x="212" y="19691"/>
                </a:lnTo>
                <a:lnTo>
                  <a:pt x="3880" y="22893"/>
                </a:lnTo>
                <a:lnTo>
                  <a:pt x="5236" y="22893"/>
                </a:lnTo>
                <a:lnTo>
                  <a:pt x="7214" y="22453"/>
                </a:lnTo>
                <a:lnTo>
                  <a:pt x="6937" y="22453"/>
                </a:lnTo>
                <a:lnTo>
                  <a:pt x="16579" y="15707"/>
                </a:lnTo>
                <a:lnTo>
                  <a:pt x="17290" y="15260"/>
                </a:lnTo>
                <a:lnTo>
                  <a:pt x="24231" y="11212"/>
                </a:lnTo>
                <a:lnTo>
                  <a:pt x="23847" y="11212"/>
                </a:lnTo>
                <a:lnTo>
                  <a:pt x="25117" y="10695"/>
                </a:lnTo>
                <a:lnTo>
                  <a:pt x="25913" y="10695"/>
                </a:lnTo>
                <a:lnTo>
                  <a:pt x="29842" y="9712"/>
                </a:lnTo>
                <a:lnTo>
                  <a:pt x="29247" y="9712"/>
                </a:lnTo>
                <a:lnTo>
                  <a:pt x="30426" y="9566"/>
                </a:lnTo>
                <a:lnTo>
                  <a:pt x="127888" y="9566"/>
                </a:lnTo>
                <a:lnTo>
                  <a:pt x="115196" y="5833"/>
                </a:lnTo>
                <a:lnTo>
                  <a:pt x="99258" y="2673"/>
                </a:lnTo>
                <a:lnTo>
                  <a:pt x="99479" y="2673"/>
                </a:lnTo>
                <a:lnTo>
                  <a:pt x="82047" y="939"/>
                </a:lnTo>
                <a:lnTo>
                  <a:pt x="55734" y="0"/>
                </a:lnTo>
                <a:close/>
              </a:path>
              <a:path w="151130" h="24765">
                <a:moveTo>
                  <a:pt x="25117" y="10695"/>
                </a:moveTo>
                <a:lnTo>
                  <a:pt x="23847" y="11212"/>
                </a:lnTo>
                <a:lnTo>
                  <a:pt x="24519" y="11044"/>
                </a:lnTo>
                <a:lnTo>
                  <a:pt x="25117" y="10695"/>
                </a:lnTo>
                <a:close/>
              </a:path>
              <a:path w="151130" h="24765">
                <a:moveTo>
                  <a:pt x="24519" y="11044"/>
                </a:moveTo>
                <a:lnTo>
                  <a:pt x="23847" y="11212"/>
                </a:lnTo>
                <a:lnTo>
                  <a:pt x="24231" y="11212"/>
                </a:lnTo>
                <a:lnTo>
                  <a:pt x="24519" y="11044"/>
                </a:lnTo>
                <a:close/>
              </a:path>
              <a:path w="151130" h="24765">
                <a:moveTo>
                  <a:pt x="25913" y="10695"/>
                </a:moveTo>
                <a:lnTo>
                  <a:pt x="25117" y="10695"/>
                </a:lnTo>
                <a:lnTo>
                  <a:pt x="24519" y="11044"/>
                </a:lnTo>
                <a:lnTo>
                  <a:pt x="25913" y="10695"/>
                </a:lnTo>
                <a:close/>
              </a:path>
              <a:path w="151130" h="24765">
                <a:moveTo>
                  <a:pt x="30426" y="9566"/>
                </a:moveTo>
                <a:lnTo>
                  <a:pt x="29247" y="9712"/>
                </a:lnTo>
                <a:lnTo>
                  <a:pt x="29842" y="9712"/>
                </a:lnTo>
                <a:lnTo>
                  <a:pt x="30426" y="956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6" name="object 76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813612" y="7611737"/>
            <a:ext cx="131666" cy="26745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130744" y="7604071"/>
            <a:ext cx="138258" cy="223211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485262" y="7562686"/>
            <a:ext cx="97558" cy="208582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833478" y="7590816"/>
            <a:ext cx="146064" cy="144705"/>
          </a:xfrm>
          <a:prstGeom prst="rect">
            <a:avLst/>
          </a:prstGeom>
        </p:spPr>
      </p:pic>
      <p:grpSp>
        <p:nvGrpSpPr>
          <p:cNvPr id="80" name="object 80"/>
          <p:cNvGrpSpPr/>
          <p:nvPr/>
        </p:nvGrpSpPr>
        <p:grpSpPr>
          <a:xfrm>
            <a:off x="1334773" y="7416153"/>
            <a:ext cx="2700655" cy="897890"/>
            <a:chOff x="1334773" y="7416153"/>
            <a:chExt cx="2700655" cy="897890"/>
          </a:xfrm>
        </p:grpSpPr>
        <p:pic>
          <p:nvPicPr>
            <p:cNvPr id="81" name="object 8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34773" y="8024948"/>
              <a:ext cx="1430490" cy="28901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150031" y="7416153"/>
              <a:ext cx="1885138" cy="564572"/>
            </a:xfrm>
            <a:prstGeom prst="rect">
              <a:avLst/>
            </a:prstGeom>
          </p:spPr>
        </p:pic>
      </p:grpSp>
      <p:pic>
        <p:nvPicPr>
          <p:cNvPr id="83" name="object 83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303282" y="7561202"/>
            <a:ext cx="389740" cy="455007"/>
          </a:xfrm>
          <a:prstGeom prst="rect">
            <a:avLst/>
          </a:prstGeom>
        </p:spPr>
      </p:pic>
      <p:sp>
        <p:nvSpPr>
          <p:cNvPr id="84" name="object 84"/>
          <p:cNvSpPr/>
          <p:nvPr/>
        </p:nvSpPr>
        <p:spPr>
          <a:xfrm>
            <a:off x="520661" y="8713254"/>
            <a:ext cx="104139" cy="222885"/>
          </a:xfrm>
          <a:custGeom>
            <a:avLst/>
            <a:gdLst/>
            <a:ahLst/>
            <a:cxnLst/>
            <a:rect l="l" t="t" r="r" b="b"/>
            <a:pathLst>
              <a:path w="104140" h="222884">
                <a:moveTo>
                  <a:pt x="15989" y="6934"/>
                </a:moveTo>
                <a:lnTo>
                  <a:pt x="9055" y="0"/>
                </a:lnTo>
                <a:lnTo>
                  <a:pt x="6934" y="0"/>
                </a:lnTo>
                <a:lnTo>
                  <a:pt x="0" y="6934"/>
                </a:lnTo>
                <a:lnTo>
                  <a:pt x="0" y="9055"/>
                </a:lnTo>
                <a:lnTo>
                  <a:pt x="6934" y="15989"/>
                </a:lnTo>
                <a:lnTo>
                  <a:pt x="9055" y="15989"/>
                </a:lnTo>
                <a:lnTo>
                  <a:pt x="15989" y="9055"/>
                </a:lnTo>
                <a:lnTo>
                  <a:pt x="15989" y="7988"/>
                </a:lnTo>
                <a:lnTo>
                  <a:pt x="15989" y="6934"/>
                </a:lnTo>
                <a:close/>
              </a:path>
              <a:path w="104140" h="222884">
                <a:moveTo>
                  <a:pt x="104076" y="213525"/>
                </a:moveTo>
                <a:lnTo>
                  <a:pt x="103492" y="211480"/>
                </a:lnTo>
                <a:lnTo>
                  <a:pt x="103022" y="210566"/>
                </a:lnTo>
                <a:lnTo>
                  <a:pt x="85839" y="188976"/>
                </a:lnTo>
                <a:lnTo>
                  <a:pt x="82486" y="183248"/>
                </a:lnTo>
                <a:lnTo>
                  <a:pt x="78536" y="176669"/>
                </a:lnTo>
                <a:lnTo>
                  <a:pt x="78016" y="175806"/>
                </a:lnTo>
                <a:lnTo>
                  <a:pt x="77762" y="175018"/>
                </a:lnTo>
                <a:lnTo>
                  <a:pt x="74053" y="163537"/>
                </a:lnTo>
                <a:lnTo>
                  <a:pt x="71945" y="149898"/>
                </a:lnTo>
                <a:lnTo>
                  <a:pt x="71869" y="149466"/>
                </a:lnTo>
                <a:lnTo>
                  <a:pt x="71805" y="149047"/>
                </a:lnTo>
                <a:lnTo>
                  <a:pt x="70243" y="118554"/>
                </a:lnTo>
                <a:lnTo>
                  <a:pt x="70294" y="93713"/>
                </a:lnTo>
                <a:lnTo>
                  <a:pt x="70942" y="86283"/>
                </a:lnTo>
                <a:lnTo>
                  <a:pt x="71031" y="85356"/>
                </a:lnTo>
                <a:lnTo>
                  <a:pt x="71374" y="83972"/>
                </a:lnTo>
                <a:lnTo>
                  <a:pt x="73367" y="74320"/>
                </a:lnTo>
                <a:lnTo>
                  <a:pt x="73431" y="74002"/>
                </a:lnTo>
                <a:lnTo>
                  <a:pt x="77000" y="59740"/>
                </a:lnTo>
                <a:lnTo>
                  <a:pt x="77050" y="58699"/>
                </a:lnTo>
                <a:lnTo>
                  <a:pt x="76784" y="56883"/>
                </a:lnTo>
                <a:lnTo>
                  <a:pt x="76746" y="56603"/>
                </a:lnTo>
                <a:lnTo>
                  <a:pt x="76479" y="55854"/>
                </a:lnTo>
                <a:lnTo>
                  <a:pt x="72161" y="51422"/>
                </a:lnTo>
                <a:lnTo>
                  <a:pt x="72351" y="51422"/>
                </a:lnTo>
                <a:lnTo>
                  <a:pt x="69900" y="50812"/>
                </a:lnTo>
                <a:lnTo>
                  <a:pt x="68529" y="50812"/>
                </a:lnTo>
                <a:lnTo>
                  <a:pt x="54241" y="93713"/>
                </a:lnTo>
                <a:lnTo>
                  <a:pt x="54229" y="118554"/>
                </a:lnTo>
                <a:lnTo>
                  <a:pt x="55829" y="149047"/>
                </a:lnTo>
                <a:lnTo>
                  <a:pt x="55918" y="150749"/>
                </a:lnTo>
                <a:lnTo>
                  <a:pt x="72720" y="198069"/>
                </a:lnTo>
                <a:lnTo>
                  <a:pt x="94627" y="222694"/>
                </a:lnTo>
                <a:lnTo>
                  <a:pt x="97282" y="222694"/>
                </a:lnTo>
                <a:lnTo>
                  <a:pt x="98920" y="222224"/>
                </a:lnTo>
                <a:lnTo>
                  <a:pt x="99098" y="222224"/>
                </a:lnTo>
                <a:lnTo>
                  <a:pt x="104051" y="215620"/>
                </a:lnTo>
                <a:lnTo>
                  <a:pt x="104076" y="21352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07066" y="8801334"/>
            <a:ext cx="29845" cy="122555"/>
          </a:xfrm>
          <a:custGeom>
            <a:avLst/>
            <a:gdLst/>
            <a:ahLst/>
            <a:cxnLst/>
            <a:rect l="l" t="t" r="r" b="b"/>
            <a:pathLst>
              <a:path w="29845" h="122554">
                <a:moveTo>
                  <a:pt x="12277" y="0"/>
                </a:moveTo>
                <a:lnTo>
                  <a:pt x="10904" y="0"/>
                </a:lnTo>
                <a:lnTo>
                  <a:pt x="9141" y="261"/>
                </a:lnTo>
                <a:lnTo>
                  <a:pt x="3978" y="4810"/>
                </a:lnTo>
                <a:lnTo>
                  <a:pt x="3866" y="5046"/>
                </a:lnTo>
                <a:lnTo>
                  <a:pt x="1913" y="12852"/>
                </a:lnTo>
                <a:lnTo>
                  <a:pt x="1735" y="13801"/>
                </a:lnTo>
                <a:lnTo>
                  <a:pt x="41" y="27355"/>
                </a:lnTo>
                <a:lnTo>
                  <a:pt x="0" y="84834"/>
                </a:lnTo>
                <a:lnTo>
                  <a:pt x="1444" y="105054"/>
                </a:lnTo>
                <a:lnTo>
                  <a:pt x="1469" y="105407"/>
                </a:lnTo>
                <a:lnTo>
                  <a:pt x="1584" y="107017"/>
                </a:lnTo>
                <a:lnTo>
                  <a:pt x="11936" y="121400"/>
                </a:lnTo>
                <a:lnTo>
                  <a:pt x="12286" y="121400"/>
                </a:lnTo>
                <a:lnTo>
                  <a:pt x="15781" y="121931"/>
                </a:lnTo>
                <a:lnTo>
                  <a:pt x="18230" y="121931"/>
                </a:lnTo>
                <a:lnTo>
                  <a:pt x="24209" y="120679"/>
                </a:lnTo>
                <a:lnTo>
                  <a:pt x="25166" y="120271"/>
                </a:lnTo>
                <a:lnTo>
                  <a:pt x="26917" y="119075"/>
                </a:lnTo>
                <a:lnTo>
                  <a:pt x="27645" y="118332"/>
                </a:lnTo>
                <a:lnTo>
                  <a:pt x="28695" y="116726"/>
                </a:lnTo>
                <a:lnTo>
                  <a:pt x="28806" y="116558"/>
                </a:lnTo>
                <a:lnTo>
                  <a:pt x="29179" y="115630"/>
                </a:lnTo>
                <a:lnTo>
                  <a:pt x="29587" y="113508"/>
                </a:lnTo>
                <a:lnTo>
                  <a:pt x="29577" y="112468"/>
                </a:lnTo>
                <a:lnTo>
                  <a:pt x="29252" y="110917"/>
                </a:lnTo>
                <a:lnTo>
                  <a:pt x="29143" y="110393"/>
                </a:lnTo>
                <a:lnTo>
                  <a:pt x="28735" y="109435"/>
                </a:lnTo>
                <a:lnTo>
                  <a:pt x="28134" y="108555"/>
                </a:lnTo>
                <a:lnTo>
                  <a:pt x="18495" y="108555"/>
                </a:lnTo>
                <a:lnTo>
                  <a:pt x="17135" y="106681"/>
                </a:lnTo>
                <a:lnTo>
                  <a:pt x="14683" y="105585"/>
                </a:lnTo>
                <a:lnTo>
                  <a:pt x="16340" y="105585"/>
                </a:lnTo>
                <a:lnTo>
                  <a:pt x="16211" y="105407"/>
                </a:lnTo>
                <a:lnTo>
                  <a:pt x="17194" y="105407"/>
                </a:lnTo>
                <a:lnTo>
                  <a:pt x="17114" y="105054"/>
                </a:lnTo>
                <a:lnTo>
                  <a:pt x="17481" y="105054"/>
                </a:lnTo>
                <a:lnTo>
                  <a:pt x="16037" y="84834"/>
                </a:lnTo>
                <a:lnTo>
                  <a:pt x="15976" y="28347"/>
                </a:lnTo>
                <a:lnTo>
                  <a:pt x="16162" y="27355"/>
                </a:lnTo>
                <a:lnTo>
                  <a:pt x="17490" y="16733"/>
                </a:lnTo>
                <a:lnTo>
                  <a:pt x="17609" y="15786"/>
                </a:lnTo>
                <a:lnTo>
                  <a:pt x="18164" y="13801"/>
                </a:lnTo>
                <a:lnTo>
                  <a:pt x="19381" y="8925"/>
                </a:lnTo>
                <a:lnTo>
                  <a:pt x="14544" y="613"/>
                </a:lnTo>
                <a:lnTo>
                  <a:pt x="14731" y="613"/>
                </a:lnTo>
                <a:lnTo>
                  <a:pt x="12277" y="0"/>
                </a:lnTo>
                <a:close/>
              </a:path>
              <a:path w="29845" h="122554">
                <a:moveTo>
                  <a:pt x="17629" y="106361"/>
                </a:moveTo>
                <a:lnTo>
                  <a:pt x="17668" y="107415"/>
                </a:lnTo>
                <a:lnTo>
                  <a:pt x="18495" y="108555"/>
                </a:lnTo>
                <a:lnTo>
                  <a:pt x="17755" y="106681"/>
                </a:lnTo>
                <a:lnTo>
                  <a:pt x="17411" y="106361"/>
                </a:lnTo>
                <a:lnTo>
                  <a:pt x="17629" y="106361"/>
                </a:lnTo>
                <a:close/>
              </a:path>
              <a:path w="29845" h="122554">
                <a:moveTo>
                  <a:pt x="24699" y="105585"/>
                </a:moveTo>
                <a:lnTo>
                  <a:pt x="17519" y="105585"/>
                </a:lnTo>
                <a:lnTo>
                  <a:pt x="17629" y="106361"/>
                </a:lnTo>
                <a:lnTo>
                  <a:pt x="17798" y="106681"/>
                </a:lnTo>
                <a:lnTo>
                  <a:pt x="18686" y="107415"/>
                </a:lnTo>
                <a:lnTo>
                  <a:pt x="18044" y="107415"/>
                </a:lnTo>
                <a:lnTo>
                  <a:pt x="18493" y="108555"/>
                </a:lnTo>
                <a:lnTo>
                  <a:pt x="28134" y="108555"/>
                </a:lnTo>
                <a:lnTo>
                  <a:pt x="27539" y="107684"/>
                </a:lnTo>
                <a:lnTo>
                  <a:pt x="27264" y="107415"/>
                </a:lnTo>
                <a:lnTo>
                  <a:pt x="18777" y="107415"/>
                </a:lnTo>
                <a:lnTo>
                  <a:pt x="17887" y="107017"/>
                </a:lnTo>
                <a:lnTo>
                  <a:pt x="26858" y="107017"/>
                </a:lnTo>
                <a:lnTo>
                  <a:pt x="26375" y="106681"/>
                </a:lnTo>
                <a:lnTo>
                  <a:pt x="24699" y="105585"/>
                </a:lnTo>
                <a:close/>
              </a:path>
              <a:path w="29845" h="122554">
                <a:moveTo>
                  <a:pt x="17135" y="106681"/>
                </a:moveTo>
                <a:lnTo>
                  <a:pt x="17668" y="107415"/>
                </a:lnTo>
                <a:lnTo>
                  <a:pt x="17622" y="107017"/>
                </a:lnTo>
                <a:lnTo>
                  <a:pt x="17887" y="107017"/>
                </a:lnTo>
                <a:lnTo>
                  <a:pt x="17135" y="106681"/>
                </a:lnTo>
                <a:close/>
              </a:path>
              <a:path w="29845" h="122554">
                <a:moveTo>
                  <a:pt x="17798" y="106681"/>
                </a:moveTo>
                <a:lnTo>
                  <a:pt x="17887" y="107017"/>
                </a:lnTo>
                <a:lnTo>
                  <a:pt x="18777" y="107415"/>
                </a:lnTo>
                <a:lnTo>
                  <a:pt x="18205" y="107017"/>
                </a:lnTo>
                <a:lnTo>
                  <a:pt x="17798" y="106681"/>
                </a:lnTo>
                <a:close/>
              </a:path>
              <a:path w="29845" h="122554">
                <a:moveTo>
                  <a:pt x="16256" y="105407"/>
                </a:moveTo>
                <a:lnTo>
                  <a:pt x="16340" y="105585"/>
                </a:lnTo>
                <a:lnTo>
                  <a:pt x="17135" y="106681"/>
                </a:lnTo>
                <a:lnTo>
                  <a:pt x="17887" y="107017"/>
                </a:lnTo>
                <a:lnTo>
                  <a:pt x="17560" y="107017"/>
                </a:lnTo>
                <a:lnTo>
                  <a:pt x="17483" y="106681"/>
                </a:lnTo>
                <a:lnTo>
                  <a:pt x="17411" y="106361"/>
                </a:lnTo>
                <a:lnTo>
                  <a:pt x="16256" y="105407"/>
                </a:lnTo>
                <a:close/>
              </a:path>
              <a:path w="29845" h="122554">
                <a:moveTo>
                  <a:pt x="16340" y="105585"/>
                </a:moveTo>
                <a:lnTo>
                  <a:pt x="14683" y="105585"/>
                </a:lnTo>
                <a:lnTo>
                  <a:pt x="17135" y="106681"/>
                </a:lnTo>
                <a:lnTo>
                  <a:pt x="16340" y="105585"/>
                </a:lnTo>
                <a:close/>
              </a:path>
              <a:path w="29845" h="122554">
                <a:moveTo>
                  <a:pt x="17323" y="105585"/>
                </a:moveTo>
                <a:lnTo>
                  <a:pt x="17411" y="106361"/>
                </a:lnTo>
                <a:lnTo>
                  <a:pt x="17798" y="106681"/>
                </a:lnTo>
                <a:lnTo>
                  <a:pt x="17598" y="106681"/>
                </a:lnTo>
                <a:lnTo>
                  <a:pt x="17563" y="106194"/>
                </a:lnTo>
                <a:lnTo>
                  <a:pt x="17323" y="105585"/>
                </a:lnTo>
                <a:close/>
              </a:path>
              <a:path w="29845" h="122554">
                <a:moveTo>
                  <a:pt x="17194" y="105407"/>
                </a:moveTo>
                <a:lnTo>
                  <a:pt x="16256" y="105407"/>
                </a:lnTo>
                <a:lnTo>
                  <a:pt x="17411" y="106361"/>
                </a:lnTo>
                <a:lnTo>
                  <a:pt x="17234" y="105585"/>
                </a:lnTo>
                <a:lnTo>
                  <a:pt x="17194" y="105407"/>
                </a:lnTo>
                <a:close/>
              </a:path>
              <a:path w="29845" h="122554">
                <a:moveTo>
                  <a:pt x="17481" y="105054"/>
                </a:moveTo>
                <a:lnTo>
                  <a:pt x="17114" y="105054"/>
                </a:lnTo>
                <a:lnTo>
                  <a:pt x="17563" y="106194"/>
                </a:lnTo>
                <a:lnTo>
                  <a:pt x="17481" y="105054"/>
                </a:lnTo>
                <a:close/>
              </a:path>
              <a:path w="29845" h="122554">
                <a:moveTo>
                  <a:pt x="22182" y="105054"/>
                </a:moveTo>
                <a:lnTo>
                  <a:pt x="20793" y="105054"/>
                </a:lnTo>
                <a:lnTo>
                  <a:pt x="18252" y="105585"/>
                </a:lnTo>
                <a:lnTo>
                  <a:pt x="24498" y="105585"/>
                </a:lnTo>
                <a:lnTo>
                  <a:pt x="24057" y="105407"/>
                </a:lnTo>
                <a:lnTo>
                  <a:pt x="22182" y="10505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49502" y="8594756"/>
            <a:ext cx="202565" cy="415925"/>
          </a:xfrm>
          <a:custGeom>
            <a:avLst/>
            <a:gdLst/>
            <a:ahLst/>
            <a:cxnLst/>
            <a:rect l="l" t="t" r="r" b="b"/>
            <a:pathLst>
              <a:path w="202565" h="415925">
                <a:moveTo>
                  <a:pt x="172140" y="395319"/>
                </a:moveTo>
                <a:lnTo>
                  <a:pt x="64740" y="395319"/>
                </a:lnTo>
                <a:lnTo>
                  <a:pt x="117032" y="403819"/>
                </a:lnTo>
                <a:lnTo>
                  <a:pt x="169077" y="411020"/>
                </a:lnTo>
                <a:lnTo>
                  <a:pt x="193902" y="415809"/>
                </a:lnTo>
                <a:lnTo>
                  <a:pt x="194911" y="415809"/>
                </a:lnTo>
                <a:lnTo>
                  <a:pt x="197019" y="415377"/>
                </a:lnTo>
                <a:lnTo>
                  <a:pt x="202428" y="408231"/>
                </a:lnTo>
                <a:lnTo>
                  <a:pt x="202422" y="407191"/>
                </a:lnTo>
                <a:lnTo>
                  <a:pt x="196932" y="400107"/>
                </a:lnTo>
                <a:lnTo>
                  <a:pt x="172140" y="395319"/>
                </a:lnTo>
                <a:close/>
              </a:path>
              <a:path w="202565" h="415925">
                <a:moveTo>
                  <a:pt x="121571" y="0"/>
                </a:moveTo>
                <a:lnTo>
                  <a:pt x="118202" y="0"/>
                </a:lnTo>
                <a:lnTo>
                  <a:pt x="85219" y="10413"/>
                </a:lnTo>
                <a:lnTo>
                  <a:pt x="47614" y="35647"/>
                </a:lnTo>
                <a:lnTo>
                  <a:pt x="23897" y="112920"/>
                </a:lnTo>
                <a:lnTo>
                  <a:pt x="14577" y="155704"/>
                </a:lnTo>
                <a:lnTo>
                  <a:pt x="6812" y="206984"/>
                </a:lnTo>
                <a:lnTo>
                  <a:pt x="1729" y="255700"/>
                </a:lnTo>
                <a:lnTo>
                  <a:pt x="0" y="293872"/>
                </a:lnTo>
                <a:lnTo>
                  <a:pt x="1" y="294613"/>
                </a:lnTo>
                <a:lnTo>
                  <a:pt x="6973" y="339009"/>
                </a:lnTo>
                <a:lnTo>
                  <a:pt x="25366" y="372468"/>
                </a:lnTo>
                <a:lnTo>
                  <a:pt x="64572" y="395319"/>
                </a:lnTo>
                <a:lnTo>
                  <a:pt x="172364" y="395319"/>
                </a:lnTo>
                <a:lnTo>
                  <a:pt x="119424" y="388001"/>
                </a:lnTo>
                <a:lnTo>
                  <a:pt x="68393" y="379705"/>
                </a:lnTo>
                <a:lnTo>
                  <a:pt x="68124" y="379705"/>
                </a:lnTo>
                <a:lnTo>
                  <a:pt x="54563" y="376016"/>
                </a:lnTo>
                <a:lnTo>
                  <a:pt x="53998" y="376016"/>
                </a:lnTo>
                <a:lnTo>
                  <a:pt x="52556" y="375470"/>
                </a:lnTo>
                <a:lnTo>
                  <a:pt x="52892" y="375470"/>
                </a:lnTo>
                <a:lnTo>
                  <a:pt x="49154" y="373625"/>
                </a:lnTo>
                <a:lnTo>
                  <a:pt x="47844" y="373625"/>
                </a:lnTo>
                <a:lnTo>
                  <a:pt x="45420" y="371781"/>
                </a:lnTo>
                <a:lnTo>
                  <a:pt x="46198" y="371781"/>
                </a:lnTo>
                <a:lnTo>
                  <a:pt x="38275" y="362907"/>
                </a:lnTo>
                <a:lnTo>
                  <a:pt x="38105" y="362907"/>
                </a:lnTo>
                <a:lnTo>
                  <a:pt x="37732" y="362299"/>
                </a:lnTo>
                <a:lnTo>
                  <a:pt x="37254" y="361764"/>
                </a:lnTo>
                <a:lnTo>
                  <a:pt x="37404" y="361764"/>
                </a:lnTo>
                <a:lnTo>
                  <a:pt x="26668" y="344270"/>
                </a:lnTo>
                <a:lnTo>
                  <a:pt x="24867" y="340057"/>
                </a:lnTo>
                <a:lnTo>
                  <a:pt x="21968" y="333548"/>
                </a:lnTo>
                <a:lnTo>
                  <a:pt x="19909" y="326089"/>
                </a:lnTo>
                <a:lnTo>
                  <a:pt x="18643" y="321677"/>
                </a:lnTo>
                <a:lnTo>
                  <a:pt x="16887" y="310076"/>
                </a:lnTo>
                <a:lnTo>
                  <a:pt x="16767" y="309308"/>
                </a:lnTo>
                <a:lnTo>
                  <a:pt x="16700" y="308882"/>
                </a:lnTo>
                <a:lnTo>
                  <a:pt x="16633" y="308455"/>
                </a:lnTo>
                <a:lnTo>
                  <a:pt x="16016" y="294613"/>
                </a:lnTo>
                <a:lnTo>
                  <a:pt x="15979" y="293872"/>
                </a:lnTo>
                <a:lnTo>
                  <a:pt x="17653" y="257360"/>
                </a:lnTo>
                <a:lnTo>
                  <a:pt x="17763" y="256171"/>
                </a:lnTo>
                <a:lnTo>
                  <a:pt x="22684" y="209012"/>
                </a:lnTo>
                <a:lnTo>
                  <a:pt x="22723" y="208645"/>
                </a:lnTo>
                <a:lnTo>
                  <a:pt x="30224" y="159109"/>
                </a:lnTo>
                <a:lnTo>
                  <a:pt x="30301" y="158603"/>
                </a:lnTo>
                <a:lnTo>
                  <a:pt x="30839" y="156211"/>
                </a:lnTo>
                <a:lnTo>
                  <a:pt x="39443" y="116710"/>
                </a:lnTo>
                <a:lnTo>
                  <a:pt x="39527" y="116325"/>
                </a:lnTo>
                <a:lnTo>
                  <a:pt x="56377" y="54015"/>
                </a:lnTo>
                <a:lnTo>
                  <a:pt x="58376" y="49842"/>
                </a:lnTo>
                <a:lnTo>
                  <a:pt x="60030" y="46182"/>
                </a:lnTo>
                <a:lnTo>
                  <a:pt x="59653" y="46182"/>
                </a:lnTo>
                <a:lnTo>
                  <a:pt x="60922" y="44208"/>
                </a:lnTo>
                <a:lnTo>
                  <a:pt x="61380" y="44208"/>
                </a:lnTo>
                <a:lnTo>
                  <a:pt x="66610" y="38232"/>
                </a:lnTo>
                <a:lnTo>
                  <a:pt x="66253" y="38232"/>
                </a:lnTo>
                <a:lnTo>
                  <a:pt x="67807" y="36864"/>
                </a:lnTo>
                <a:lnTo>
                  <a:pt x="68285" y="36864"/>
                </a:lnTo>
                <a:lnTo>
                  <a:pt x="76442" y="31375"/>
                </a:lnTo>
                <a:lnTo>
                  <a:pt x="76145" y="31375"/>
                </a:lnTo>
                <a:lnTo>
                  <a:pt x="77584" y="30606"/>
                </a:lnTo>
                <a:lnTo>
                  <a:pt x="78025" y="30606"/>
                </a:lnTo>
                <a:lnTo>
                  <a:pt x="90107" y="25667"/>
                </a:lnTo>
                <a:lnTo>
                  <a:pt x="92276" y="24960"/>
                </a:lnTo>
                <a:lnTo>
                  <a:pt x="127696" y="9624"/>
                </a:lnTo>
                <a:lnTo>
                  <a:pt x="127766" y="6478"/>
                </a:lnTo>
                <a:lnTo>
                  <a:pt x="127127" y="4455"/>
                </a:lnTo>
                <a:lnTo>
                  <a:pt x="126627" y="3543"/>
                </a:lnTo>
                <a:lnTo>
                  <a:pt x="125263" y="1920"/>
                </a:lnTo>
                <a:lnTo>
                  <a:pt x="124451" y="1268"/>
                </a:lnTo>
                <a:lnTo>
                  <a:pt x="122570" y="290"/>
                </a:lnTo>
                <a:lnTo>
                  <a:pt x="121571" y="0"/>
                </a:lnTo>
                <a:close/>
              </a:path>
              <a:path w="202565" h="415925">
                <a:moveTo>
                  <a:pt x="52556" y="375470"/>
                </a:moveTo>
                <a:lnTo>
                  <a:pt x="53998" y="376016"/>
                </a:lnTo>
                <a:lnTo>
                  <a:pt x="53304" y="375673"/>
                </a:lnTo>
                <a:lnTo>
                  <a:pt x="52556" y="375470"/>
                </a:lnTo>
                <a:close/>
              </a:path>
              <a:path w="202565" h="415925">
                <a:moveTo>
                  <a:pt x="53304" y="375673"/>
                </a:moveTo>
                <a:lnTo>
                  <a:pt x="53998" y="376016"/>
                </a:lnTo>
                <a:lnTo>
                  <a:pt x="54563" y="376016"/>
                </a:lnTo>
                <a:lnTo>
                  <a:pt x="53304" y="375673"/>
                </a:lnTo>
                <a:close/>
              </a:path>
              <a:path w="202565" h="415925">
                <a:moveTo>
                  <a:pt x="52892" y="375470"/>
                </a:moveTo>
                <a:lnTo>
                  <a:pt x="52556" y="375470"/>
                </a:lnTo>
                <a:lnTo>
                  <a:pt x="53304" y="375673"/>
                </a:lnTo>
                <a:lnTo>
                  <a:pt x="52892" y="375470"/>
                </a:lnTo>
                <a:close/>
              </a:path>
              <a:path w="202565" h="415925">
                <a:moveTo>
                  <a:pt x="45420" y="371781"/>
                </a:moveTo>
                <a:lnTo>
                  <a:pt x="47844" y="373625"/>
                </a:lnTo>
                <a:lnTo>
                  <a:pt x="46812" y="372468"/>
                </a:lnTo>
                <a:lnTo>
                  <a:pt x="45420" y="371781"/>
                </a:lnTo>
                <a:close/>
              </a:path>
              <a:path w="202565" h="415925">
                <a:moveTo>
                  <a:pt x="46812" y="372468"/>
                </a:moveTo>
                <a:lnTo>
                  <a:pt x="47844" y="373625"/>
                </a:lnTo>
                <a:lnTo>
                  <a:pt x="49154" y="373625"/>
                </a:lnTo>
                <a:lnTo>
                  <a:pt x="46812" y="372468"/>
                </a:lnTo>
                <a:close/>
              </a:path>
              <a:path w="202565" h="415925">
                <a:moveTo>
                  <a:pt x="46198" y="371781"/>
                </a:moveTo>
                <a:lnTo>
                  <a:pt x="45420" y="371781"/>
                </a:lnTo>
                <a:lnTo>
                  <a:pt x="46812" y="372468"/>
                </a:lnTo>
                <a:lnTo>
                  <a:pt x="46198" y="371781"/>
                </a:lnTo>
                <a:close/>
              </a:path>
              <a:path w="202565" h="415925">
                <a:moveTo>
                  <a:pt x="37732" y="362299"/>
                </a:moveTo>
                <a:lnTo>
                  <a:pt x="38105" y="362907"/>
                </a:lnTo>
                <a:lnTo>
                  <a:pt x="38275" y="362907"/>
                </a:lnTo>
                <a:lnTo>
                  <a:pt x="37732" y="362299"/>
                </a:lnTo>
                <a:close/>
              </a:path>
              <a:path w="202565" h="415925">
                <a:moveTo>
                  <a:pt x="37404" y="361764"/>
                </a:moveTo>
                <a:lnTo>
                  <a:pt x="37254" y="361764"/>
                </a:lnTo>
                <a:lnTo>
                  <a:pt x="37732" y="362299"/>
                </a:lnTo>
                <a:lnTo>
                  <a:pt x="37404" y="361764"/>
                </a:lnTo>
                <a:close/>
              </a:path>
              <a:path w="202565" h="415925">
                <a:moveTo>
                  <a:pt x="60922" y="44208"/>
                </a:moveTo>
                <a:lnTo>
                  <a:pt x="59653" y="46182"/>
                </a:lnTo>
                <a:lnTo>
                  <a:pt x="60433" y="45290"/>
                </a:lnTo>
                <a:lnTo>
                  <a:pt x="60922" y="44208"/>
                </a:lnTo>
                <a:close/>
              </a:path>
              <a:path w="202565" h="415925">
                <a:moveTo>
                  <a:pt x="60433" y="45290"/>
                </a:moveTo>
                <a:lnTo>
                  <a:pt x="59653" y="46182"/>
                </a:lnTo>
                <a:lnTo>
                  <a:pt x="60030" y="46182"/>
                </a:lnTo>
                <a:lnTo>
                  <a:pt x="60433" y="45290"/>
                </a:lnTo>
                <a:close/>
              </a:path>
              <a:path w="202565" h="415925">
                <a:moveTo>
                  <a:pt x="61380" y="44208"/>
                </a:moveTo>
                <a:lnTo>
                  <a:pt x="60922" y="44208"/>
                </a:lnTo>
                <a:lnTo>
                  <a:pt x="60433" y="45290"/>
                </a:lnTo>
                <a:lnTo>
                  <a:pt x="61380" y="44208"/>
                </a:lnTo>
                <a:close/>
              </a:path>
              <a:path w="202565" h="415925">
                <a:moveTo>
                  <a:pt x="67807" y="36864"/>
                </a:moveTo>
                <a:lnTo>
                  <a:pt x="66253" y="38232"/>
                </a:lnTo>
                <a:lnTo>
                  <a:pt x="67121" y="37647"/>
                </a:lnTo>
                <a:lnTo>
                  <a:pt x="67807" y="36864"/>
                </a:lnTo>
                <a:close/>
              </a:path>
              <a:path w="202565" h="415925">
                <a:moveTo>
                  <a:pt x="67121" y="37647"/>
                </a:moveTo>
                <a:lnTo>
                  <a:pt x="66253" y="38232"/>
                </a:lnTo>
                <a:lnTo>
                  <a:pt x="66610" y="38232"/>
                </a:lnTo>
                <a:lnTo>
                  <a:pt x="67121" y="37647"/>
                </a:lnTo>
                <a:close/>
              </a:path>
              <a:path w="202565" h="415925">
                <a:moveTo>
                  <a:pt x="68285" y="36864"/>
                </a:moveTo>
                <a:lnTo>
                  <a:pt x="67807" y="36864"/>
                </a:lnTo>
                <a:lnTo>
                  <a:pt x="67121" y="37647"/>
                </a:lnTo>
                <a:lnTo>
                  <a:pt x="68285" y="36864"/>
                </a:lnTo>
                <a:close/>
              </a:path>
              <a:path w="202565" h="415925">
                <a:moveTo>
                  <a:pt x="77584" y="30606"/>
                </a:moveTo>
                <a:lnTo>
                  <a:pt x="76145" y="31375"/>
                </a:lnTo>
                <a:lnTo>
                  <a:pt x="76902" y="31065"/>
                </a:lnTo>
                <a:lnTo>
                  <a:pt x="77584" y="30606"/>
                </a:lnTo>
                <a:close/>
              </a:path>
              <a:path w="202565" h="415925">
                <a:moveTo>
                  <a:pt x="76902" y="31065"/>
                </a:moveTo>
                <a:lnTo>
                  <a:pt x="76145" y="31375"/>
                </a:lnTo>
                <a:lnTo>
                  <a:pt x="76442" y="31375"/>
                </a:lnTo>
                <a:lnTo>
                  <a:pt x="76902" y="31065"/>
                </a:lnTo>
                <a:close/>
              </a:path>
              <a:path w="202565" h="415925">
                <a:moveTo>
                  <a:pt x="78025" y="30606"/>
                </a:moveTo>
                <a:lnTo>
                  <a:pt x="77584" y="30606"/>
                </a:lnTo>
                <a:lnTo>
                  <a:pt x="76902" y="31065"/>
                </a:lnTo>
                <a:lnTo>
                  <a:pt x="78025" y="3060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85025" y="8526945"/>
            <a:ext cx="198120" cy="565150"/>
          </a:xfrm>
          <a:custGeom>
            <a:avLst/>
            <a:gdLst/>
            <a:ahLst/>
            <a:cxnLst/>
            <a:rect l="l" t="t" r="r" b="b"/>
            <a:pathLst>
              <a:path w="198119" h="565150">
                <a:moveTo>
                  <a:pt x="99946" y="28962"/>
                </a:moveTo>
                <a:lnTo>
                  <a:pt x="109365" y="36558"/>
                </a:lnTo>
                <a:lnTo>
                  <a:pt x="112279" y="38812"/>
                </a:lnTo>
                <a:lnTo>
                  <a:pt x="125764" y="53063"/>
                </a:lnTo>
                <a:lnTo>
                  <a:pt x="140193" y="71565"/>
                </a:lnTo>
                <a:lnTo>
                  <a:pt x="148889" y="84974"/>
                </a:lnTo>
                <a:lnTo>
                  <a:pt x="153650" y="92238"/>
                </a:lnTo>
                <a:lnTo>
                  <a:pt x="161483" y="107605"/>
                </a:lnTo>
                <a:lnTo>
                  <a:pt x="164410" y="113237"/>
                </a:lnTo>
                <a:lnTo>
                  <a:pt x="170994" y="130738"/>
                </a:lnTo>
                <a:lnTo>
                  <a:pt x="172499" y="134583"/>
                </a:lnTo>
                <a:lnTo>
                  <a:pt x="177393" y="154348"/>
                </a:lnTo>
                <a:lnTo>
                  <a:pt x="177937" y="156300"/>
                </a:lnTo>
                <a:lnTo>
                  <a:pt x="180873" y="180187"/>
                </a:lnTo>
                <a:lnTo>
                  <a:pt x="180961" y="180897"/>
                </a:lnTo>
                <a:lnTo>
                  <a:pt x="181082" y="182140"/>
                </a:lnTo>
                <a:lnTo>
                  <a:pt x="181075" y="250054"/>
                </a:lnTo>
                <a:lnTo>
                  <a:pt x="177942" y="293244"/>
                </a:lnTo>
                <a:lnTo>
                  <a:pt x="172341" y="336938"/>
                </a:lnTo>
                <a:lnTo>
                  <a:pt x="163873" y="376068"/>
                </a:lnTo>
                <a:lnTo>
                  <a:pt x="138384" y="440898"/>
                </a:lnTo>
                <a:lnTo>
                  <a:pt x="101348" y="496730"/>
                </a:lnTo>
                <a:lnTo>
                  <a:pt x="52246" y="552189"/>
                </a:lnTo>
                <a:lnTo>
                  <a:pt x="51694" y="553072"/>
                </a:lnTo>
                <a:lnTo>
                  <a:pt x="50942" y="555054"/>
                </a:lnTo>
                <a:lnTo>
                  <a:pt x="50833" y="558200"/>
                </a:lnTo>
                <a:lnTo>
                  <a:pt x="51066" y="559214"/>
                </a:lnTo>
                <a:lnTo>
                  <a:pt x="57399" y="564925"/>
                </a:lnTo>
                <a:lnTo>
                  <a:pt x="60445" y="564925"/>
                </a:lnTo>
                <a:lnTo>
                  <a:pt x="90350" y="535062"/>
                </a:lnTo>
                <a:lnTo>
                  <a:pt x="134232" y="478328"/>
                </a:lnTo>
                <a:lnTo>
                  <a:pt x="167059" y="417448"/>
                </a:lnTo>
                <a:lnTo>
                  <a:pt x="179072" y="381058"/>
                </a:lnTo>
                <a:lnTo>
                  <a:pt x="187972" y="340338"/>
                </a:lnTo>
                <a:lnTo>
                  <a:pt x="193852" y="294847"/>
                </a:lnTo>
                <a:lnTo>
                  <a:pt x="197047" y="250860"/>
                </a:lnTo>
                <a:lnTo>
                  <a:pt x="198105" y="212708"/>
                </a:lnTo>
                <a:lnTo>
                  <a:pt x="197088" y="182140"/>
                </a:lnTo>
                <a:lnTo>
                  <a:pt x="188026" y="130738"/>
                </a:lnTo>
                <a:lnTo>
                  <a:pt x="167903" y="84974"/>
                </a:lnTo>
                <a:lnTo>
                  <a:pt x="138391" y="43242"/>
                </a:lnTo>
                <a:lnTo>
                  <a:pt x="125805" y="29839"/>
                </a:lnTo>
                <a:lnTo>
                  <a:pt x="101292" y="29839"/>
                </a:lnTo>
                <a:lnTo>
                  <a:pt x="99946" y="28962"/>
                </a:lnTo>
                <a:close/>
              </a:path>
              <a:path w="198119" h="565150">
                <a:moveTo>
                  <a:pt x="58284" y="0"/>
                </a:moveTo>
                <a:lnTo>
                  <a:pt x="55913" y="0"/>
                </a:lnTo>
                <a:lnTo>
                  <a:pt x="49559" y="952"/>
                </a:lnTo>
                <a:lnTo>
                  <a:pt x="2077" y="32891"/>
                </a:lnTo>
                <a:lnTo>
                  <a:pt x="0" y="39704"/>
                </a:lnTo>
                <a:lnTo>
                  <a:pt x="612" y="41733"/>
                </a:lnTo>
                <a:lnTo>
                  <a:pt x="6473" y="46370"/>
                </a:lnTo>
                <a:lnTo>
                  <a:pt x="9256" y="46370"/>
                </a:lnTo>
                <a:lnTo>
                  <a:pt x="11286" y="45758"/>
                </a:lnTo>
                <a:lnTo>
                  <a:pt x="12204" y="45269"/>
                </a:lnTo>
                <a:lnTo>
                  <a:pt x="31386" y="29578"/>
                </a:lnTo>
                <a:lnTo>
                  <a:pt x="46826" y="19156"/>
                </a:lnTo>
                <a:lnTo>
                  <a:pt x="46496" y="19156"/>
                </a:lnTo>
                <a:lnTo>
                  <a:pt x="48019" y="18351"/>
                </a:lnTo>
                <a:lnTo>
                  <a:pt x="48523" y="18351"/>
                </a:lnTo>
                <a:lnTo>
                  <a:pt x="52501" y="16771"/>
                </a:lnTo>
                <a:lnTo>
                  <a:pt x="51932" y="16771"/>
                </a:lnTo>
                <a:lnTo>
                  <a:pt x="53697" y="16296"/>
                </a:lnTo>
                <a:lnTo>
                  <a:pt x="55100" y="16296"/>
                </a:lnTo>
                <a:lnTo>
                  <a:pt x="57125" y="15993"/>
                </a:lnTo>
                <a:lnTo>
                  <a:pt x="55968" y="15828"/>
                </a:lnTo>
                <a:lnTo>
                  <a:pt x="108943" y="15828"/>
                </a:lnTo>
                <a:lnTo>
                  <a:pt x="108641" y="15631"/>
                </a:lnTo>
                <a:lnTo>
                  <a:pt x="96357" y="9278"/>
                </a:lnTo>
                <a:lnTo>
                  <a:pt x="95023" y="8733"/>
                </a:lnTo>
                <a:lnTo>
                  <a:pt x="74267" y="2378"/>
                </a:lnTo>
                <a:lnTo>
                  <a:pt x="73057" y="2109"/>
                </a:lnTo>
                <a:lnTo>
                  <a:pt x="58284" y="0"/>
                </a:lnTo>
                <a:close/>
              </a:path>
              <a:path w="198119" h="565150">
                <a:moveTo>
                  <a:pt x="124977" y="28962"/>
                </a:moveTo>
                <a:lnTo>
                  <a:pt x="99946" y="28962"/>
                </a:lnTo>
                <a:lnTo>
                  <a:pt x="100786" y="29578"/>
                </a:lnTo>
                <a:lnTo>
                  <a:pt x="101292" y="29839"/>
                </a:lnTo>
                <a:lnTo>
                  <a:pt x="125805" y="29839"/>
                </a:lnTo>
                <a:lnTo>
                  <a:pt x="124977" y="28962"/>
                </a:lnTo>
                <a:close/>
              </a:path>
              <a:path w="198119" h="565150">
                <a:moveTo>
                  <a:pt x="89649" y="23817"/>
                </a:moveTo>
                <a:lnTo>
                  <a:pt x="100786" y="29578"/>
                </a:lnTo>
                <a:lnTo>
                  <a:pt x="99946" y="28962"/>
                </a:lnTo>
                <a:lnTo>
                  <a:pt x="124977" y="28962"/>
                </a:lnTo>
                <a:lnTo>
                  <a:pt x="123918" y="27838"/>
                </a:lnTo>
                <a:lnTo>
                  <a:pt x="123119" y="27100"/>
                </a:lnTo>
                <a:lnTo>
                  <a:pt x="119312" y="24029"/>
                </a:lnTo>
                <a:lnTo>
                  <a:pt x="90341" y="24029"/>
                </a:lnTo>
                <a:lnTo>
                  <a:pt x="89649" y="23817"/>
                </a:lnTo>
                <a:close/>
              </a:path>
              <a:path w="198119" h="565150">
                <a:moveTo>
                  <a:pt x="89007" y="23486"/>
                </a:moveTo>
                <a:lnTo>
                  <a:pt x="89649" y="23817"/>
                </a:lnTo>
                <a:lnTo>
                  <a:pt x="90341" y="24029"/>
                </a:lnTo>
                <a:lnTo>
                  <a:pt x="89007" y="23486"/>
                </a:lnTo>
                <a:close/>
              </a:path>
              <a:path w="198119" h="565150">
                <a:moveTo>
                  <a:pt x="118638" y="23486"/>
                </a:moveTo>
                <a:lnTo>
                  <a:pt x="89007" y="23486"/>
                </a:lnTo>
                <a:lnTo>
                  <a:pt x="90341" y="24029"/>
                </a:lnTo>
                <a:lnTo>
                  <a:pt x="119312" y="24029"/>
                </a:lnTo>
                <a:lnTo>
                  <a:pt x="118638" y="23486"/>
                </a:lnTo>
                <a:close/>
              </a:path>
              <a:path w="198119" h="565150">
                <a:moveTo>
                  <a:pt x="69584" y="17675"/>
                </a:moveTo>
                <a:lnTo>
                  <a:pt x="89649" y="23817"/>
                </a:lnTo>
                <a:lnTo>
                  <a:pt x="89007" y="23486"/>
                </a:lnTo>
                <a:lnTo>
                  <a:pt x="118638" y="23486"/>
                </a:lnTo>
                <a:lnTo>
                  <a:pt x="111767" y="17945"/>
                </a:lnTo>
                <a:lnTo>
                  <a:pt x="70794" y="17945"/>
                </a:lnTo>
                <a:lnTo>
                  <a:pt x="69584" y="17675"/>
                </a:lnTo>
                <a:close/>
              </a:path>
              <a:path w="198119" h="565150">
                <a:moveTo>
                  <a:pt x="48019" y="18351"/>
                </a:moveTo>
                <a:lnTo>
                  <a:pt x="46496" y="19156"/>
                </a:lnTo>
                <a:lnTo>
                  <a:pt x="47298" y="18837"/>
                </a:lnTo>
                <a:lnTo>
                  <a:pt x="48019" y="18351"/>
                </a:lnTo>
                <a:close/>
              </a:path>
              <a:path w="198119" h="565150">
                <a:moveTo>
                  <a:pt x="47298" y="18837"/>
                </a:moveTo>
                <a:lnTo>
                  <a:pt x="46496" y="19156"/>
                </a:lnTo>
                <a:lnTo>
                  <a:pt x="46826" y="19156"/>
                </a:lnTo>
                <a:lnTo>
                  <a:pt x="47298" y="18837"/>
                </a:lnTo>
                <a:close/>
              </a:path>
              <a:path w="198119" h="565150">
                <a:moveTo>
                  <a:pt x="48523" y="18351"/>
                </a:moveTo>
                <a:lnTo>
                  <a:pt x="48019" y="18351"/>
                </a:lnTo>
                <a:lnTo>
                  <a:pt x="47298" y="18837"/>
                </a:lnTo>
                <a:lnTo>
                  <a:pt x="48523" y="18351"/>
                </a:lnTo>
                <a:close/>
              </a:path>
              <a:path w="198119" h="565150">
                <a:moveTo>
                  <a:pt x="108943" y="15828"/>
                </a:moveTo>
                <a:lnTo>
                  <a:pt x="58226" y="15828"/>
                </a:lnTo>
                <a:lnTo>
                  <a:pt x="57125" y="15993"/>
                </a:lnTo>
                <a:lnTo>
                  <a:pt x="70794" y="17945"/>
                </a:lnTo>
                <a:lnTo>
                  <a:pt x="70464" y="17945"/>
                </a:lnTo>
                <a:lnTo>
                  <a:pt x="69584" y="17675"/>
                </a:lnTo>
                <a:lnTo>
                  <a:pt x="111433" y="17675"/>
                </a:lnTo>
                <a:lnTo>
                  <a:pt x="110142" y="16634"/>
                </a:lnTo>
                <a:lnTo>
                  <a:pt x="108943" y="15828"/>
                </a:lnTo>
                <a:close/>
              </a:path>
              <a:path w="198119" h="565150">
                <a:moveTo>
                  <a:pt x="111433" y="17675"/>
                </a:moveTo>
                <a:lnTo>
                  <a:pt x="69584" y="17675"/>
                </a:lnTo>
                <a:lnTo>
                  <a:pt x="70794" y="17945"/>
                </a:lnTo>
                <a:lnTo>
                  <a:pt x="111767" y="17945"/>
                </a:lnTo>
                <a:lnTo>
                  <a:pt x="111433" y="17675"/>
                </a:lnTo>
                <a:close/>
              </a:path>
              <a:path w="198119" h="565150">
                <a:moveTo>
                  <a:pt x="53697" y="16296"/>
                </a:moveTo>
                <a:lnTo>
                  <a:pt x="51932" y="16771"/>
                </a:lnTo>
                <a:lnTo>
                  <a:pt x="52846" y="16634"/>
                </a:lnTo>
                <a:lnTo>
                  <a:pt x="53697" y="16296"/>
                </a:lnTo>
                <a:close/>
              </a:path>
              <a:path w="198119" h="565150">
                <a:moveTo>
                  <a:pt x="52846" y="16634"/>
                </a:moveTo>
                <a:lnTo>
                  <a:pt x="51932" y="16771"/>
                </a:lnTo>
                <a:lnTo>
                  <a:pt x="52501" y="16771"/>
                </a:lnTo>
                <a:lnTo>
                  <a:pt x="52846" y="16634"/>
                </a:lnTo>
                <a:close/>
              </a:path>
              <a:path w="198119" h="565150">
                <a:moveTo>
                  <a:pt x="55100" y="16296"/>
                </a:moveTo>
                <a:lnTo>
                  <a:pt x="53697" y="16296"/>
                </a:lnTo>
                <a:lnTo>
                  <a:pt x="52846" y="16634"/>
                </a:lnTo>
                <a:lnTo>
                  <a:pt x="55100" y="16296"/>
                </a:lnTo>
                <a:close/>
              </a:path>
              <a:path w="198119" h="565150">
                <a:moveTo>
                  <a:pt x="58226" y="15828"/>
                </a:moveTo>
                <a:lnTo>
                  <a:pt x="55968" y="15828"/>
                </a:lnTo>
                <a:lnTo>
                  <a:pt x="57125" y="15993"/>
                </a:lnTo>
                <a:lnTo>
                  <a:pt x="58226" y="1582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917085" y="8916637"/>
            <a:ext cx="343535" cy="27940"/>
          </a:xfrm>
          <a:custGeom>
            <a:avLst/>
            <a:gdLst/>
            <a:ahLst/>
            <a:cxnLst/>
            <a:rect l="l" t="t" r="r" b="b"/>
            <a:pathLst>
              <a:path w="343535" h="27940">
                <a:moveTo>
                  <a:pt x="335936" y="0"/>
                </a:moveTo>
                <a:lnTo>
                  <a:pt x="334540" y="0"/>
                </a:lnTo>
                <a:lnTo>
                  <a:pt x="304565" y="7567"/>
                </a:lnTo>
                <a:lnTo>
                  <a:pt x="304063" y="7567"/>
                </a:lnTo>
                <a:lnTo>
                  <a:pt x="279520" y="10601"/>
                </a:lnTo>
                <a:lnTo>
                  <a:pt x="275165" y="10601"/>
                </a:lnTo>
                <a:lnTo>
                  <a:pt x="179701" y="11711"/>
                </a:lnTo>
                <a:lnTo>
                  <a:pt x="6935" y="11711"/>
                </a:lnTo>
                <a:lnTo>
                  <a:pt x="5915" y="11915"/>
                </a:lnTo>
                <a:lnTo>
                  <a:pt x="0" y="18648"/>
                </a:lnTo>
                <a:lnTo>
                  <a:pt x="0" y="20768"/>
                </a:lnTo>
                <a:lnTo>
                  <a:pt x="6948" y="27707"/>
                </a:lnTo>
                <a:lnTo>
                  <a:pt x="179903" y="27707"/>
                </a:lnTo>
                <a:lnTo>
                  <a:pt x="280593" y="26536"/>
                </a:lnTo>
                <a:lnTo>
                  <a:pt x="280999" y="26536"/>
                </a:lnTo>
                <a:lnTo>
                  <a:pt x="338456" y="15506"/>
                </a:lnTo>
                <a:lnTo>
                  <a:pt x="343536" y="8121"/>
                </a:lnTo>
                <a:lnTo>
                  <a:pt x="343482" y="7082"/>
                </a:lnTo>
                <a:lnTo>
                  <a:pt x="337677" y="254"/>
                </a:lnTo>
                <a:lnTo>
                  <a:pt x="33593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508859" y="8881624"/>
            <a:ext cx="297180" cy="40005"/>
          </a:xfrm>
          <a:custGeom>
            <a:avLst/>
            <a:gdLst/>
            <a:ahLst/>
            <a:cxnLst/>
            <a:rect l="l" t="t" r="r" b="b"/>
            <a:pathLst>
              <a:path w="297180" h="40004">
                <a:moveTo>
                  <a:pt x="290007" y="0"/>
                </a:moveTo>
                <a:lnTo>
                  <a:pt x="287754" y="0"/>
                </a:lnTo>
                <a:lnTo>
                  <a:pt x="258514" y="3507"/>
                </a:lnTo>
                <a:lnTo>
                  <a:pt x="257798" y="3507"/>
                </a:lnTo>
                <a:lnTo>
                  <a:pt x="227559" y="4626"/>
                </a:lnTo>
                <a:lnTo>
                  <a:pt x="151528" y="4626"/>
                </a:lnTo>
                <a:lnTo>
                  <a:pt x="96217" y="6987"/>
                </a:lnTo>
                <a:lnTo>
                  <a:pt x="55189" y="10496"/>
                </a:lnTo>
                <a:lnTo>
                  <a:pt x="31746" y="11681"/>
                </a:lnTo>
                <a:lnTo>
                  <a:pt x="17711" y="13143"/>
                </a:lnTo>
                <a:lnTo>
                  <a:pt x="193" y="29563"/>
                </a:lnTo>
                <a:lnTo>
                  <a:pt x="82" y="30307"/>
                </a:lnTo>
                <a:lnTo>
                  <a:pt x="7886" y="39396"/>
                </a:lnTo>
                <a:lnTo>
                  <a:pt x="8722" y="39396"/>
                </a:lnTo>
                <a:lnTo>
                  <a:pt x="17378" y="31217"/>
                </a:lnTo>
                <a:lnTo>
                  <a:pt x="17098" y="31217"/>
                </a:lnTo>
                <a:lnTo>
                  <a:pt x="17820" y="30307"/>
                </a:lnTo>
                <a:lnTo>
                  <a:pt x="17231" y="30307"/>
                </a:lnTo>
                <a:lnTo>
                  <a:pt x="19729" y="28660"/>
                </a:lnTo>
                <a:lnTo>
                  <a:pt x="20758" y="28660"/>
                </a:lnTo>
                <a:lnTo>
                  <a:pt x="21616" y="28481"/>
                </a:lnTo>
                <a:lnTo>
                  <a:pt x="24868" y="28481"/>
                </a:lnTo>
                <a:lnTo>
                  <a:pt x="33098" y="27623"/>
                </a:lnTo>
                <a:lnTo>
                  <a:pt x="56649" y="26435"/>
                </a:lnTo>
                <a:lnTo>
                  <a:pt x="97331" y="22948"/>
                </a:lnTo>
                <a:lnTo>
                  <a:pt x="152030" y="20617"/>
                </a:lnTo>
                <a:lnTo>
                  <a:pt x="228048" y="20617"/>
                </a:lnTo>
                <a:lnTo>
                  <a:pt x="259764" y="19441"/>
                </a:lnTo>
                <a:lnTo>
                  <a:pt x="259998" y="19441"/>
                </a:lnTo>
                <a:lnTo>
                  <a:pt x="290711" y="15753"/>
                </a:lnTo>
                <a:lnTo>
                  <a:pt x="291358" y="15542"/>
                </a:lnTo>
                <a:lnTo>
                  <a:pt x="291502" y="15542"/>
                </a:lnTo>
                <a:lnTo>
                  <a:pt x="296692" y="9077"/>
                </a:lnTo>
                <a:lnTo>
                  <a:pt x="296647" y="6987"/>
                </a:lnTo>
                <a:lnTo>
                  <a:pt x="291885" y="527"/>
                </a:lnTo>
                <a:lnTo>
                  <a:pt x="290007" y="0"/>
                </a:lnTo>
                <a:close/>
              </a:path>
              <a:path w="297180" h="40004">
                <a:moveTo>
                  <a:pt x="18637" y="29721"/>
                </a:moveTo>
                <a:lnTo>
                  <a:pt x="18135" y="29941"/>
                </a:lnTo>
                <a:lnTo>
                  <a:pt x="17820" y="30307"/>
                </a:lnTo>
                <a:lnTo>
                  <a:pt x="17098" y="31217"/>
                </a:lnTo>
                <a:lnTo>
                  <a:pt x="18034" y="30307"/>
                </a:lnTo>
                <a:lnTo>
                  <a:pt x="18135" y="29941"/>
                </a:lnTo>
                <a:lnTo>
                  <a:pt x="18411" y="29941"/>
                </a:lnTo>
                <a:lnTo>
                  <a:pt x="18637" y="29721"/>
                </a:lnTo>
                <a:close/>
              </a:path>
              <a:path w="297180" h="40004">
                <a:moveTo>
                  <a:pt x="17760" y="30574"/>
                </a:moveTo>
                <a:lnTo>
                  <a:pt x="17098" y="31217"/>
                </a:lnTo>
                <a:lnTo>
                  <a:pt x="17378" y="31217"/>
                </a:lnTo>
                <a:lnTo>
                  <a:pt x="17760" y="30574"/>
                </a:lnTo>
                <a:close/>
              </a:path>
              <a:path w="297180" h="40004">
                <a:moveTo>
                  <a:pt x="18358" y="29563"/>
                </a:moveTo>
                <a:lnTo>
                  <a:pt x="17231" y="30307"/>
                </a:lnTo>
                <a:lnTo>
                  <a:pt x="18110" y="29941"/>
                </a:lnTo>
                <a:lnTo>
                  <a:pt x="18254" y="29721"/>
                </a:lnTo>
                <a:lnTo>
                  <a:pt x="18358" y="29563"/>
                </a:lnTo>
                <a:close/>
              </a:path>
              <a:path w="297180" h="40004">
                <a:moveTo>
                  <a:pt x="18110" y="29941"/>
                </a:moveTo>
                <a:lnTo>
                  <a:pt x="17231" y="30307"/>
                </a:lnTo>
                <a:lnTo>
                  <a:pt x="17820" y="30307"/>
                </a:lnTo>
                <a:lnTo>
                  <a:pt x="18110" y="29941"/>
                </a:lnTo>
                <a:close/>
              </a:path>
              <a:path w="297180" h="40004">
                <a:moveTo>
                  <a:pt x="19729" y="28660"/>
                </a:moveTo>
                <a:lnTo>
                  <a:pt x="18358" y="29563"/>
                </a:lnTo>
                <a:lnTo>
                  <a:pt x="18135" y="29941"/>
                </a:lnTo>
                <a:lnTo>
                  <a:pt x="18637" y="29721"/>
                </a:lnTo>
                <a:lnTo>
                  <a:pt x="19729" y="28660"/>
                </a:lnTo>
                <a:close/>
              </a:path>
              <a:path w="297180" h="40004">
                <a:moveTo>
                  <a:pt x="20758" y="28660"/>
                </a:moveTo>
                <a:lnTo>
                  <a:pt x="19729" y="28660"/>
                </a:lnTo>
                <a:lnTo>
                  <a:pt x="18637" y="29721"/>
                </a:lnTo>
                <a:lnTo>
                  <a:pt x="19920" y="29187"/>
                </a:lnTo>
                <a:lnTo>
                  <a:pt x="18233" y="29187"/>
                </a:lnTo>
                <a:lnTo>
                  <a:pt x="20758" y="28660"/>
                </a:lnTo>
                <a:close/>
              </a:path>
              <a:path w="297180" h="40004">
                <a:moveTo>
                  <a:pt x="21616" y="28481"/>
                </a:moveTo>
                <a:lnTo>
                  <a:pt x="18233" y="29187"/>
                </a:lnTo>
                <a:lnTo>
                  <a:pt x="19920" y="29187"/>
                </a:lnTo>
                <a:lnTo>
                  <a:pt x="21616" y="28481"/>
                </a:lnTo>
                <a:close/>
              </a:path>
              <a:path w="297180" h="40004">
                <a:moveTo>
                  <a:pt x="24868" y="28481"/>
                </a:moveTo>
                <a:lnTo>
                  <a:pt x="21616" y="28481"/>
                </a:lnTo>
                <a:lnTo>
                  <a:pt x="19920" y="29187"/>
                </a:lnTo>
                <a:lnTo>
                  <a:pt x="18087" y="29187"/>
                </a:lnTo>
                <a:lnTo>
                  <a:pt x="24868" y="2848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028135" y="8837091"/>
            <a:ext cx="290195" cy="34925"/>
          </a:xfrm>
          <a:custGeom>
            <a:avLst/>
            <a:gdLst/>
            <a:ahLst/>
            <a:cxnLst/>
            <a:rect l="l" t="t" r="r" b="b"/>
            <a:pathLst>
              <a:path w="290195" h="34925">
                <a:moveTo>
                  <a:pt x="282158" y="0"/>
                </a:moveTo>
                <a:lnTo>
                  <a:pt x="280929" y="0"/>
                </a:lnTo>
                <a:lnTo>
                  <a:pt x="249442" y="7264"/>
                </a:lnTo>
                <a:lnTo>
                  <a:pt x="248549" y="7264"/>
                </a:lnTo>
                <a:lnTo>
                  <a:pt x="223770" y="9517"/>
                </a:lnTo>
                <a:lnTo>
                  <a:pt x="17114" y="9517"/>
                </a:lnTo>
                <a:lnTo>
                  <a:pt x="9760" y="10855"/>
                </a:lnTo>
                <a:lnTo>
                  <a:pt x="0" y="27185"/>
                </a:lnTo>
                <a:lnTo>
                  <a:pt x="222" y="28682"/>
                </a:lnTo>
                <a:lnTo>
                  <a:pt x="265" y="28968"/>
                </a:lnTo>
                <a:lnTo>
                  <a:pt x="531" y="29710"/>
                </a:lnTo>
                <a:lnTo>
                  <a:pt x="616" y="29947"/>
                </a:lnTo>
                <a:lnTo>
                  <a:pt x="1708" y="31766"/>
                </a:lnTo>
                <a:lnTo>
                  <a:pt x="2406" y="32536"/>
                </a:lnTo>
                <a:lnTo>
                  <a:pt x="4109" y="33798"/>
                </a:lnTo>
                <a:lnTo>
                  <a:pt x="5050" y="34243"/>
                </a:lnTo>
                <a:lnTo>
                  <a:pt x="7311" y="34808"/>
                </a:lnTo>
                <a:lnTo>
                  <a:pt x="8147" y="34808"/>
                </a:lnTo>
                <a:lnTo>
                  <a:pt x="16152" y="27185"/>
                </a:lnTo>
                <a:lnTo>
                  <a:pt x="15332" y="27185"/>
                </a:lnTo>
                <a:lnTo>
                  <a:pt x="15595" y="26870"/>
                </a:lnTo>
                <a:lnTo>
                  <a:pt x="15719" y="26424"/>
                </a:lnTo>
                <a:lnTo>
                  <a:pt x="13543" y="26424"/>
                </a:lnTo>
                <a:lnTo>
                  <a:pt x="16634" y="24621"/>
                </a:lnTo>
                <a:lnTo>
                  <a:pt x="16948" y="24004"/>
                </a:lnTo>
                <a:lnTo>
                  <a:pt x="17692" y="24004"/>
                </a:lnTo>
                <a:lnTo>
                  <a:pt x="18256" y="23675"/>
                </a:lnTo>
                <a:lnTo>
                  <a:pt x="244718" y="23675"/>
                </a:lnTo>
                <a:lnTo>
                  <a:pt x="252009" y="23012"/>
                </a:lnTo>
                <a:lnTo>
                  <a:pt x="289036" y="11369"/>
                </a:lnTo>
                <a:lnTo>
                  <a:pt x="289755" y="8304"/>
                </a:lnTo>
                <a:lnTo>
                  <a:pt x="289723" y="7264"/>
                </a:lnTo>
                <a:lnTo>
                  <a:pt x="284059" y="318"/>
                </a:lnTo>
                <a:lnTo>
                  <a:pt x="282158" y="0"/>
                </a:lnTo>
                <a:close/>
              </a:path>
              <a:path w="290195" h="34925">
                <a:moveTo>
                  <a:pt x="16452" y="25989"/>
                </a:moveTo>
                <a:lnTo>
                  <a:pt x="15492" y="26870"/>
                </a:lnTo>
                <a:lnTo>
                  <a:pt x="15332" y="27185"/>
                </a:lnTo>
                <a:lnTo>
                  <a:pt x="16152" y="27185"/>
                </a:lnTo>
                <a:lnTo>
                  <a:pt x="16231" y="26870"/>
                </a:lnTo>
                <a:lnTo>
                  <a:pt x="16343" y="26424"/>
                </a:lnTo>
                <a:lnTo>
                  <a:pt x="16452" y="25989"/>
                </a:lnTo>
                <a:close/>
              </a:path>
              <a:path w="290195" h="34925">
                <a:moveTo>
                  <a:pt x="16948" y="24004"/>
                </a:moveTo>
                <a:lnTo>
                  <a:pt x="15492" y="26870"/>
                </a:lnTo>
                <a:lnTo>
                  <a:pt x="15966" y="26424"/>
                </a:lnTo>
                <a:lnTo>
                  <a:pt x="16329" y="25989"/>
                </a:lnTo>
                <a:lnTo>
                  <a:pt x="16603" y="25384"/>
                </a:lnTo>
                <a:lnTo>
                  <a:pt x="16948" y="24004"/>
                </a:lnTo>
                <a:close/>
              </a:path>
              <a:path w="290195" h="34925">
                <a:moveTo>
                  <a:pt x="16634" y="24621"/>
                </a:moveTo>
                <a:lnTo>
                  <a:pt x="13543" y="26424"/>
                </a:lnTo>
                <a:lnTo>
                  <a:pt x="15940" y="25989"/>
                </a:lnTo>
                <a:lnTo>
                  <a:pt x="16634" y="24621"/>
                </a:lnTo>
                <a:close/>
              </a:path>
              <a:path w="290195" h="34925">
                <a:moveTo>
                  <a:pt x="15940" y="25989"/>
                </a:moveTo>
                <a:lnTo>
                  <a:pt x="13543" y="26424"/>
                </a:lnTo>
                <a:lnTo>
                  <a:pt x="15719" y="26424"/>
                </a:lnTo>
                <a:lnTo>
                  <a:pt x="15940" y="25989"/>
                </a:lnTo>
                <a:close/>
              </a:path>
              <a:path w="290195" h="34925">
                <a:moveTo>
                  <a:pt x="17468" y="24621"/>
                </a:moveTo>
                <a:lnTo>
                  <a:pt x="16793" y="24621"/>
                </a:lnTo>
                <a:lnTo>
                  <a:pt x="16452" y="25989"/>
                </a:lnTo>
                <a:lnTo>
                  <a:pt x="16832" y="25384"/>
                </a:lnTo>
                <a:lnTo>
                  <a:pt x="17468" y="24621"/>
                </a:lnTo>
                <a:close/>
              </a:path>
              <a:path w="290195" h="34925">
                <a:moveTo>
                  <a:pt x="244718" y="23675"/>
                </a:moveTo>
                <a:lnTo>
                  <a:pt x="18256" y="23675"/>
                </a:lnTo>
                <a:lnTo>
                  <a:pt x="16329" y="25989"/>
                </a:lnTo>
                <a:lnTo>
                  <a:pt x="15940" y="25989"/>
                </a:lnTo>
                <a:lnTo>
                  <a:pt x="19263" y="25384"/>
                </a:lnTo>
                <a:lnTo>
                  <a:pt x="225916" y="25384"/>
                </a:lnTo>
                <a:lnTo>
                  <a:pt x="244718" y="23675"/>
                </a:lnTo>
                <a:close/>
              </a:path>
              <a:path w="290195" h="34925">
                <a:moveTo>
                  <a:pt x="17692" y="24004"/>
                </a:moveTo>
                <a:lnTo>
                  <a:pt x="16948" y="24004"/>
                </a:lnTo>
                <a:lnTo>
                  <a:pt x="16793" y="24621"/>
                </a:lnTo>
                <a:lnTo>
                  <a:pt x="16634" y="24621"/>
                </a:lnTo>
                <a:lnTo>
                  <a:pt x="17692" y="24004"/>
                </a:lnTo>
                <a:close/>
              </a:path>
              <a:path w="290195" h="34925">
                <a:moveTo>
                  <a:pt x="18256" y="23675"/>
                </a:moveTo>
                <a:lnTo>
                  <a:pt x="16634" y="24621"/>
                </a:lnTo>
                <a:lnTo>
                  <a:pt x="17468" y="24621"/>
                </a:lnTo>
                <a:lnTo>
                  <a:pt x="18256" y="2367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591941" y="8792696"/>
            <a:ext cx="327025" cy="25400"/>
          </a:xfrm>
          <a:custGeom>
            <a:avLst/>
            <a:gdLst/>
            <a:ahLst/>
            <a:cxnLst/>
            <a:rect l="l" t="t" r="r" b="b"/>
            <a:pathLst>
              <a:path w="327025" h="25400">
                <a:moveTo>
                  <a:pt x="226891" y="0"/>
                </a:moveTo>
                <a:lnTo>
                  <a:pt x="46032" y="0"/>
                </a:lnTo>
                <a:lnTo>
                  <a:pt x="27320" y="1169"/>
                </a:lnTo>
                <a:lnTo>
                  <a:pt x="0" y="18313"/>
                </a:lnTo>
                <a:lnTo>
                  <a:pt x="137" y="19399"/>
                </a:lnTo>
                <a:lnTo>
                  <a:pt x="7120" y="25405"/>
                </a:lnTo>
                <a:lnTo>
                  <a:pt x="7893" y="25405"/>
                </a:lnTo>
                <a:lnTo>
                  <a:pt x="9996" y="25137"/>
                </a:lnTo>
                <a:lnTo>
                  <a:pt x="10983" y="24808"/>
                </a:lnTo>
                <a:lnTo>
                  <a:pt x="18725" y="20386"/>
                </a:lnTo>
                <a:lnTo>
                  <a:pt x="18274" y="20386"/>
                </a:lnTo>
                <a:lnTo>
                  <a:pt x="20091" y="19604"/>
                </a:lnTo>
                <a:lnTo>
                  <a:pt x="20812" y="19604"/>
                </a:lnTo>
                <a:lnTo>
                  <a:pt x="29042" y="17134"/>
                </a:lnTo>
                <a:lnTo>
                  <a:pt x="28317" y="17134"/>
                </a:lnTo>
                <a:lnTo>
                  <a:pt x="29522" y="16918"/>
                </a:lnTo>
                <a:lnTo>
                  <a:pt x="31775" y="16918"/>
                </a:lnTo>
                <a:lnTo>
                  <a:pt x="46787" y="15981"/>
                </a:lnTo>
                <a:lnTo>
                  <a:pt x="324694" y="15981"/>
                </a:lnTo>
                <a:lnTo>
                  <a:pt x="325237" y="15481"/>
                </a:lnTo>
                <a:lnTo>
                  <a:pt x="325849" y="14640"/>
                </a:lnTo>
                <a:lnTo>
                  <a:pt x="326739" y="12716"/>
                </a:lnTo>
                <a:lnTo>
                  <a:pt x="326983" y="11704"/>
                </a:lnTo>
                <a:lnTo>
                  <a:pt x="326908" y="8558"/>
                </a:lnTo>
                <a:lnTo>
                  <a:pt x="275857" y="570"/>
                </a:lnTo>
                <a:lnTo>
                  <a:pt x="226891" y="0"/>
                </a:lnTo>
                <a:close/>
              </a:path>
              <a:path w="327025" h="25400">
                <a:moveTo>
                  <a:pt x="20091" y="19604"/>
                </a:moveTo>
                <a:lnTo>
                  <a:pt x="18274" y="20386"/>
                </a:lnTo>
                <a:lnTo>
                  <a:pt x="19294" y="20060"/>
                </a:lnTo>
                <a:lnTo>
                  <a:pt x="20091" y="19604"/>
                </a:lnTo>
                <a:close/>
              </a:path>
              <a:path w="327025" h="25400">
                <a:moveTo>
                  <a:pt x="19294" y="20060"/>
                </a:moveTo>
                <a:lnTo>
                  <a:pt x="18210" y="20386"/>
                </a:lnTo>
                <a:lnTo>
                  <a:pt x="18725" y="20386"/>
                </a:lnTo>
                <a:lnTo>
                  <a:pt x="19294" y="20060"/>
                </a:lnTo>
                <a:close/>
              </a:path>
              <a:path w="327025" h="25400">
                <a:moveTo>
                  <a:pt x="20812" y="19604"/>
                </a:moveTo>
                <a:lnTo>
                  <a:pt x="20091" y="19604"/>
                </a:lnTo>
                <a:lnTo>
                  <a:pt x="19294" y="20060"/>
                </a:lnTo>
                <a:lnTo>
                  <a:pt x="20812" y="19604"/>
                </a:lnTo>
                <a:close/>
              </a:path>
              <a:path w="327025" h="25400">
                <a:moveTo>
                  <a:pt x="324694" y="15981"/>
                </a:moveTo>
                <a:lnTo>
                  <a:pt x="225489" y="15981"/>
                </a:lnTo>
                <a:lnTo>
                  <a:pt x="275564" y="16564"/>
                </a:lnTo>
                <a:lnTo>
                  <a:pt x="318713" y="18313"/>
                </a:lnTo>
                <a:lnTo>
                  <a:pt x="320471" y="18313"/>
                </a:lnTo>
                <a:lnTo>
                  <a:pt x="322791" y="17461"/>
                </a:lnTo>
                <a:lnTo>
                  <a:pt x="323679" y="16918"/>
                </a:lnTo>
                <a:lnTo>
                  <a:pt x="324694" y="15981"/>
                </a:lnTo>
                <a:close/>
              </a:path>
              <a:path w="327025" h="25400">
                <a:moveTo>
                  <a:pt x="29761" y="16918"/>
                </a:moveTo>
                <a:lnTo>
                  <a:pt x="29522" y="16918"/>
                </a:lnTo>
                <a:lnTo>
                  <a:pt x="28317" y="17134"/>
                </a:lnTo>
                <a:lnTo>
                  <a:pt x="29042" y="17134"/>
                </a:lnTo>
                <a:lnTo>
                  <a:pt x="29761" y="16918"/>
                </a:lnTo>
                <a:close/>
              </a:path>
              <a:path w="327025" h="25400">
                <a:moveTo>
                  <a:pt x="31775" y="16918"/>
                </a:moveTo>
                <a:lnTo>
                  <a:pt x="29761" y="16918"/>
                </a:lnTo>
                <a:lnTo>
                  <a:pt x="29042" y="17134"/>
                </a:lnTo>
                <a:lnTo>
                  <a:pt x="28317" y="17134"/>
                </a:lnTo>
                <a:lnTo>
                  <a:pt x="31775" y="1691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2" name="object 9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332243" y="8639723"/>
            <a:ext cx="496035" cy="307023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173955" y="9149084"/>
            <a:ext cx="132961" cy="220229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396959" y="9129573"/>
            <a:ext cx="181296" cy="291198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702549" y="9178621"/>
            <a:ext cx="156347" cy="151898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2277814" y="9069315"/>
            <a:ext cx="437982" cy="346777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2787019" y="9186727"/>
            <a:ext cx="124731" cy="143037"/>
          </a:xfrm>
          <a:prstGeom prst="rect">
            <a:avLst/>
          </a:prstGeom>
        </p:spPr>
      </p:pic>
      <p:sp>
        <p:nvSpPr>
          <p:cNvPr id="98" name="object 98"/>
          <p:cNvSpPr/>
          <p:nvPr/>
        </p:nvSpPr>
        <p:spPr>
          <a:xfrm>
            <a:off x="3168801" y="9101153"/>
            <a:ext cx="198755" cy="44450"/>
          </a:xfrm>
          <a:custGeom>
            <a:avLst/>
            <a:gdLst/>
            <a:ahLst/>
            <a:cxnLst/>
            <a:rect l="l" t="t" r="r" b="b"/>
            <a:pathLst>
              <a:path w="198754" h="44450">
                <a:moveTo>
                  <a:pt x="191561" y="0"/>
                </a:moveTo>
                <a:lnTo>
                  <a:pt x="190012" y="0"/>
                </a:lnTo>
                <a:lnTo>
                  <a:pt x="157275" y="4314"/>
                </a:lnTo>
                <a:lnTo>
                  <a:pt x="49301" y="23564"/>
                </a:lnTo>
                <a:lnTo>
                  <a:pt x="48736" y="23564"/>
                </a:lnTo>
                <a:lnTo>
                  <a:pt x="4763" y="29070"/>
                </a:lnTo>
                <a:lnTo>
                  <a:pt x="0" y="37645"/>
                </a:lnTo>
                <a:lnTo>
                  <a:pt x="507" y="39420"/>
                </a:lnTo>
                <a:lnTo>
                  <a:pt x="5602" y="44157"/>
                </a:lnTo>
                <a:lnTo>
                  <a:pt x="4885" y="44157"/>
                </a:lnTo>
                <a:lnTo>
                  <a:pt x="7360" y="44447"/>
                </a:lnTo>
                <a:lnTo>
                  <a:pt x="9157" y="44447"/>
                </a:lnTo>
                <a:lnTo>
                  <a:pt x="15176" y="42729"/>
                </a:lnTo>
                <a:lnTo>
                  <a:pt x="14833" y="42729"/>
                </a:lnTo>
                <a:lnTo>
                  <a:pt x="16038" y="42482"/>
                </a:lnTo>
                <a:lnTo>
                  <a:pt x="16805" y="42482"/>
                </a:lnTo>
                <a:lnTo>
                  <a:pt x="27905" y="41095"/>
                </a:lnTo>
                <a:lnTo>
                  <a:pt x="51253" y="39420"/>
                </a:lnTo>
                <a:lnTo>
                  <a:pt x="51500" y="39420"/>
                </a:lnTo>
                <a:lnTo>
                  <a:pt x="159788" y="20115"/>
                </a:lnTo>
                <a:lnTo>
                  <a:pt x="192609" y="15788"/>
                </a:lnTo>
                <a:lnTo>
                  <a:pt x="198582" y="8006"/>
                </a:lnTo>
                <a:lnTo>
                  <a:pt x="198305" y="5904"/>
                </a:lnTo>
                <a:lnTo>
                  <a:pt x="193610" y="549"/>
                </a:lnTo>
                <a:lnTo>
                  <a:pt x="191561" y="0"/>
                </a:lnTo>
                <a:close/>
              </a:path>
              <a:path w="198754" h="44450">
                <a:moveTo>
                  <a:pt x="16038" y="42482"/>
                </a:moveTo>
                <a:lnTo>
                  <a:pt x="14833" y="42729"/>
                </a:lnTo>
                <a:lnTo>
                  <a:pt x="15176" y="42729"/>
                </a:lnTo>
                <a:lnTo>
                  <a:pt x="16038" y="42482"/>
                </a:lnTo>
                <a:close/>
              </a:path>
              <a:path w="198754" h="44450">
                <a:moveTo>
                  <a:pt x="16805" y="42482"/>
                </a:moveTo>
                <a:lnTo>
                  <a:pt x="16038" y="42482"/>
                </a:lnTo>
                <a:lnTo>
                  <a:pt x="15176" y="42729"/>
                </a:lnTo>
                <a:lnTo>
                  <a:pt x="14833" y="42729"/>
                </a:lnTo>
                <a:lnTo>
                  <a:pt x="16805" y="4248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207278" y="9191680"/>
            <a:ext cx="101600" cy="31115"/>
          </a:xfrm>
          <a:custGeom>
            <a:avLst/>
            <a:gdLst/>
            <a:ahLst/>
            <a:cxnLst/>
            <a:rect l="l" t="t" r="r" b="b"/>
            <a:pathLst>
              <a:path w="101600" h="31115">
                <a:moveTo>
                  <a:pt x="95049" y="0"/>
                </a:moveTo>
                <a:lnTo>
                  <a:pt x="91841" y="0"/>
                </a:lnTo>
                <a:lnTo>
                  <a:pt x="80848" y="3661"/>
                </a:lnTo>
                <a:lnTo>
                  <a:pt x="80538" y="3661"/>
                </a:lnTo>
                <a:lnTo>
                  <a:pt x="65062" y="6756"/>
                </a:lnTo>
                <a:lnTo>
                  <a:pt x="64910" y="6756"/>
                </a:lnTo>
                <a:lnTo>
                  <a:pt x="13682" y="13366"/>
                </a:lnTo>
                <a:lnTo>
                  <a:pt x="0" y="22533"/>
                </a:lnTo>
                <a:lnTo>
                  <a:pt x="4" y="23883"/>
                </a:lnTo>
                <a:lnTo>
                  <a:pt x="7891" y="31037"/>
                </a:lnTo>
                <a:lnTo>
                  <a:pt x="8725" y="31037"/>
                </a:lnTo>
                <a:lnTo>
                  <a:pt x="15753" y="29283"/>
                </a:lnTo>
                <a:lnTo>
                  <a:pt x="15333" y="29283"/>
                </a:lnTo>
                <a:lnTo>
                  <a:pt x="67648" y="22533"/>
                </a:lnTo>
                <a:lnTo>
                  <a:pt x="101346" y="6377"/>
                </a:lnTo>
                <a:lnTo>
                  <a:pt x="100676" y="4366"/>
                </a:lnTo>
                <a:lnTo>
                  <a:pt x="100274" y="3661"/>
                </a:lnTo>
                <a:lnTo>
                  <a:pt x="80848" y="3661"/>
                </a:lnTo>
                <a:lnTo>
                  <a:pt x="81435" y="3506"/>
                </a:lnTo>
                <a:lnTo>
                  <a:pt x="100185" y="3506"/>
                </a:lnTo>
                <a:lnTo>
                  <a:pt x="98771" y="1860"/>
                </a:lnTo>
                <a:lnTo>
                  <a:pt x="97949" y="1223"/>
                </a:lnTo>
                <a:lnTo>
                  <a:pt x="96053" y="274"/>
                </a:lnTo>
                <a:lnTo>
                  <a:pt x="9504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0" name="object 100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3444546" y="9019213"/>
            <a:ext cx="699773" cy="2872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4B833C9-FCC1-6E28-D3B2-262C3337F2EF}"/>
                  </a:ext>
                </a:extLst>
              </p14:cNvPr>
              <p14:cNvContentPartPr/>
              <p14:nvPr/>
            </p14:nvContentPartPr>
            <p14:xfrm>
              <a:off x="6927060" y="7126620"/>
              <a:ext cx="576000" cy="5151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4B833C9-FCC1-6E28-D3B2-262C3337F2E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20940" y="7120500"/>
                <a:ext cx="588240" cy="52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object 4">
            <a:extLst>
              <a:ext uri="{FF2B5EF4-FFF2-40B4-BE49-F238E27FC236}">
                <a16:creationId xmlns:a16="http://schemas.microsoft.com/office/drawing/2014/main" id="{B81B7B94-C35E-16B5-5BB8-301F9F83D9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76" y="850900"/>
            <a:ext cx="7259347" cy="2926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161A4B3-8A14-1A66-0C82-4B2B665DB197}"/>
                  </a:ext>
                </a:extLst>
              </p14:cNvPr>
              <p14:cNvContentPartPr/>
              <p14:nvPr/>
            </p14:nvContentPartPr>
            <p14:xfrm>
              <a:off x="1216728" y="2530080"/>
              <a:ext cx="27000" cy="6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161A4B3-8A14-1A66-0C82-4B2B665DB1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0608" y="2523960"/>
                <a:ext cx="39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747D320-AF62-4082-FCEC-46716B07B303}"/>
                  </a:ext>
                </a:extLst>
              </p14:cNvPr>
              <p14:cNvContentPartPr/>
              <p14:nvPr/>
            </p14:nvContentPartPr>
            <p14:xfrm>
              <a:off x="1700568" y="1222920"/>
              <a:ext cx="568440" cy="1407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747D320-AF62-4082-FCEC-46716B07B3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94448" y="1216800"/>
                <a:ext cx="5806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80B5FFA-3E3F-C723-889A-BD168FACC2F7}"/>
                  </a:ext>
                </a:extLst>
              </p14:cNvPr>
              <p14:cNvContentPartPr/>
              <p14:nvPr/>
            </p14:nvContentPartPr>
            <p14:xfrm>
              <a:off x="3207168" y="4969080"/>
              <a:ext cx="79920" cy="3034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80B5FFA-3E3F-C723-889A-BD168FACC2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01048" y="4962960"/>
                <a:ext cx="92160" cy="31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8E02A21-04C9-3EFE-7A66-C793FBA77A54}"/>
              </a:ext>
            </a:extLst>
          </p:cNvPr>
          <p:cNvGrpSpPr/>
          <p:nvPr/>
        </p:nvGrpSpPr>
        <p:grpSpPr>
          <a:xfrm>
            <a:off x="776808" y="1053720"/>
            <a:ext cx="958680" cy="216360"/>
            <a:chOff x="776808" y="1053720"/>
            <a:chExt cx="958680" cy="2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D6E3C0B-8FA1-7107-CEB0-D1FB14388F44}"/>
                    </a:ext>
                  </a:extLst>
                </p14:cNvPr>
                <p14:cNvContentPartPr/>
                <p14:nvPr/>
              </p14:nvContentPartPr>
              <p14:xfrm>
                <a:off x="776808" y="1062720"/>
                <a:ext cx="163440" cy="207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D6E3C0B-8FA1-7107-CEB0-D1FB14388F4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0688" y="1056600"/>
                  <a:ext cx="1756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72282EC-372B-56D5-2731-39DD95CF0EA4}"/>
                    </a:ext>
                  </a:extLst>
                </p14:cNvPr>
                <p14:cNvContentPartPr/>
                <p14:nvPr/>
              </p14:nvContentPartPr>
              <p14:xfrm>
                <a:off x="996768" y="1053720"/>
                <a:ext cx="153000" cy="128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72282EC-372B-56D5-2731-39DD95CF0E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0648" y="1047600"/>
                  <a:ext cx="165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DA937A5-BFDF-8D0D-82C3-1BD7BFAB964B}"/>
                    </a:ext>
                  </a:extLst>
                </p14:cNvPr>
                <p14:cNvContentPartPr/>
                <p14:nvPr/>
              </p14:nvContentPartPr>
              <p14:xfrm>
                <a:off x="1158408" y="1074960"/>
                <a:ext cx="188280" cy="119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DA937A5-BFDF-8D0D-82C3-1BD7BFAB96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52288" y="1068840"/>
                  <a:ext cx="200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059472D-380F-96B6-49B6-D579141C9216}"/>
                    </a:ext>
                  </a:extLst>
                </p14:cNvPr>
                <p14:cNvContentPartPr/>
                <p14:nvPr/>
              </p14:nvContentPartPr>
              <p14:xfrm>
                <a:off x="1420128" y="1084320"/>
                <a:ext cx="169920" cy="160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059472D-380F-96B6-49B6-D579141C92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14008" y="1078200"/>
                  <a:ext cx="182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62113CA-CAE6-4FCE-09C9-9FEB0CD2C456}"/>
                    </a:ext>
                  </a:extLst>
                </p14:cNvPr>
                <p14:cNvContentPartPr/>
                <p14:nvPr/>
              </p14:nvContentPartPr>
              <p14:xfrm>
                <a:off x="1635768" y="1060560"/>
                <a:ext cx="99720" cy="183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62113CA-CAE6-4FCE-09C9-9FEB0CD2C45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29648" y="1054440"/>
                  <a:ext cx="111960" cy="19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74F4417F-C1AE-B607-64F8-8C54BBBB49DC}"/>
                  </a:ext>
                </a:extLst>
              </p14:cNvPr>
              <p14:cNvContentPartPr/>
              <p14:nvPr/>
            </p14:nvContentPartPr>
            <p14:xfrm>
              <a:off x="6257088" y="3078000"/>
              <a:ext cx="1059120" cy="7592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74F4417F-C1AE-B607-64F8-8C54BBBB49D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50968" y="3071880"/>
                <a:ext cx="1071360" cy="77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389F16D-5EC2-1C72-8493-C83F9183251C}"/>
              </a:ext>
            </a:extLst>
          </p:cNvPr>
          <p:cNvGrpSpPr/>
          <p:nvPr/>
        </p:nvGrpSpPr>
        <p:grpSpPr>
          <a:xfrm>
            <a:off x="1091808" y="3659760"/>
            <a:ext cx="4692240" cy="1843200"/>
            <a:chOff x="1091808" y="3659760"/>
            <a:chExt cx="4692240" cy="184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F393920-5355-68A0-311A-796C88F469BE}"/>
                    </a:ext>
                  </a:extLst>
                </p14:cNvPr>
                <p14:cNvContentPartPr/>
                <p14:nvPr/>
              </p14:nvContentPartPr>
              <p14:xfrm>
                <a:off x="2776248" y="4436640"/>
                <a:ext cx="268920" cy="39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F393920-5355-68A0-311A-796C88F469B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70128" y="4430520"/>
                  <a:ext cx="281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2807216-919C-1F31-FFAE-EA6E78F99681}"/>
                    </a:ext>
                  </a:extLst>
                </p14:cNvPr>
                <p14:cNvContentPartPr/>
                <p14:nvPr/>
              </p14:nvContentPartPr>
              <p14:xfrm>
                <a:off x="3513168" y="4464720"/>
                <a:ext cx="282600" cy="19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2807216-919C-1F31-FFAE-EA6E78F996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07048" y="4458600"/>
                  <a:ext cx="294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AC51FA3-00F9-2795-1841-186E5DD28F32}"/>
                    </a:ext>
                  </a:extLst>
                </p14:cNvPr>
                <p14:cNvContentPartPr/>
                <p14:nvPr/>
              </p14:nvContentPartPr>
              <p14:xfrm>
                <a:off x="4206528" y="4460400"/>
                <a:ext cx="692640" cy="30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AC51FA3-00F9-2795-1841-186E5DD28F3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00408" y="4454280"/>
                  <a:ext cx="7048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011BC02-17CA-8FD7-F4FB-35EC827C4689}"/>
                    </a:ext>
                  </a:extLst>
                </p14:cNvPr>
                <p14:cNvContentPartPr/>
                <p14:nvPr/>
              </p14:nvContentPartPr>
              <p14:xfrm>
                <a:off x="1552968" y="4471200"/>
                <a:ext cx="195120" cy="53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011BC02-17CA-8FD7-F4FB-35EC827C468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46848" y="4465080"/>
                  <a:ext cx="2073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249680F-9D0E-7EC3-E4A2-F605426777B0}"/>
                    </a:ext>
                  </a:extLst>
                </p14:cNvPr>
                <p14:cNvContentPartPr/>
                <p14:nvPr/>
              </p14:nvContentPartPr>
              <p14:xfrm>
                <a:off x="2166408" y="4455000"/>
                <a:ext cx="218520" cy="28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249680F-9D0E-7EC3-E4A2-F605426777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60288" y="4448880"/>
                  <a:ext cx="230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02D0BB0-BFD0-A4CF-F6E8-34B176C1D6CE}"/>
                    </a:ext>
                  </a:extLst>
                </p14:cNvPr>
                <p14:cNvContentPartPr/>
                <p14:nvPr/>
              </p14:nvContentPartPr>
              <p14:xfrm>
                <a:off x="1174608" y="4150440"/>
                <a:ext cx="223200" cy="266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02D0BB0-BFD0-A4CF-F6E8-34B176C1D6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68488" y="4144320"/>
                  <a:ext cx="2354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B53BC08-6427-0147-6109-C33F85B9EFBD}"/>
                    </a:ext>
                  </a:extLst>
                </p14:cNvPr>
                <p14:cNvContentPartPr/>
                <p14:nvPr/>
              </p14:nvContentPartPr>
              <p14:xfrm>
                <a:off x="1408968" y="4337640"/>
                <a:ext cx="31320" cy="188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B53BC08-6427-0147-6109-C33F85B9EF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02848" y="4331520"/>
                  <a:ext cx="43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41A6034-5D7A-3CCE-73AB-6E1D1A0B6C00}"/>
                    </a:ext>
                  </a:extLst>
                </p14:cNvPr>
                <p14:cNvContentPartPr/>
                <p14:nvPr/>
              </p14:nvContentPartPr>
              <p14:xfrm>
                <a:off x="1520568" y="4097880"/>
                <a:ext cx="132840" cy="247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41A6034-5D7A-3CCE-73AB-6E1D1A0B6C0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14448" y="4091760"/>
                  <a:ext cx="1450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4380327-F783-E4E8-8668-6612038888A2}"/>
                    </a:ext>
                  </a:extLst>
                </p14:cNvPr>
                <p14:cNvContentPartPr/>
                <p14:nvPr/>
              </p14:nvContentPartPr>
              <p14:xfrm>
                <a:off x="1534968" y="4141440"/>
                <a:ext cx="148320" cy="105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4380327-F783-E4E8-8668-6612038888A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28848" y="4135320"/>
                  <a:ext cx="160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A8E70BF-DEA7-39F1-3901-233C0E3DBF84}"/>
                    </a:ext>
                  </a:extLst>
                </p14:cNvPr>
                <p14:cNvContentPartPr/>
                <p14:nvPr/>
              </p14:nvContentPartPr>
              <p14:xfrm>
                <a:off x="1716408" y="4080960"/>
                <a:ext cx="189720" cy="252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A8E70BF-DEA7-39F1-3901-233C0E3DBF8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10288" y="4074840"/>
                  <a:ext cx="2019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9EACE21-A721-8B2E-F536-6E50AAC424C4}"/>
                    </a:ext>
                  </a:extLst>
                </p14:cNvPr>
                <p14:cNvContentPartPr/>
                <p14:nvPr/>
              </p14:nvContentPartPr>
              <p14:xfrm>
                <a:off x="1734408" y="4315320"/>
                <a:ext cx="44640" cy="124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9EACE21-A721-8B2E-F536-6E50AAC424C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28288" y="4309200"/>
                  <a:ext cx="568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61977D8-66BC-AFEA-F15E-7663316ADB6F}"/>
                    </a:ext>
                  </a:extLst>
                </p14:cNvPr>
                <p14:cNvContentPartPr/>
                <p14:nvPr/>
              </p14:nvContentPartPr>
              <p14:xfrm>
                <a:off x="1091808" y="4559040"/>
                <a:ext cx="924480" cy="372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61977D8-66BC-AFEA-F15E-7663316ADB6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85688" y="4552920"/>
                  <a:ext cx="9367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3E8026C-2428-6A29-5848-C9B54F3960BB}"/>
                    </a:ext>
                  </a:extLst>
                </p14:cNvPr>
                <p14:cNvContentPartPr/>
                <p14:nvPr/>
              </p14:nvContentPartPr>
              <p14:xfrm>
                <a:off x="1263888" y="5206320"/>
                <a:ext cx="154080" cy="203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3E8026C-2428-6A29-5848-C9B54F3960B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57768" y="5200200"/>
                  <a:ext cx="166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32CEA37-7584-C991-F635-6A263EA71A03}"/>
                    </a:ext>
                  </a:extLst>
                </p14:cNvPr>
                <p14:cNvContentPartPr/>
                <p14:nvPr/>
              </p14:nvContentPartPr>
              <p14:xfrm>
                <a:off x="1511208" y="5122440"/>
                <a:ext cx="100800" cy="291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32CEA37-7584-C991-F635-6A263EA71A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505088" y="5116320"/>
                  <a:ext cx="1130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1AD195F-EEE9-EF91-E3FC-486FBF3993F7}"/>
                    </a:ext>
                  </a:extLst>
                </p14:cNvPr>
                <p14:cNvContentPartPr/>
                <p14:nvPr/>
              </p14:nvContentPartPr>
              <p14:xfrm>
                <a:off x="1709208" y="5258520"/>
                <a:ext cx="71280" cy="188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1AD195F-EEE9-EF91-E3FC-486FBF3993F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03088" y="5252400"/>
                  <a:ext cx="83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11D799A-E417-A546-5EE6-64E8E7D16426}"/>
                    </a:ext>
                  </a:extLst>
                </p14:cNvPr>
                <p14:cNvContentPartPr/>
                <p14:nvPr/>
              </p14:nvContentPartPr>
              <p14:xfrm>
                <a:off x="2068488" y="5175000"/>
                <a:ext cx="157680" cy="164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11D799A-E417-A546-5EE6-64E8E7D1642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062368" y="5168880"/>
                  <a:ext cx="1699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4EC9D81-2B28-DA30-C241-2FA3935DF13F}"/>
                    </a:ext>
                  </a:extLst>
                </p14:cNvPr>
                <p14:cNvContentPartPr/>
                <p14:nvPr/>
              </p14:nvContentPartPr>
              <p14:xfrm>
                <a:off x="1979208" y="5164200"/>
                <a:ext cx="267480" cy="338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4EC9D81-2B28-DA30-C241-2FA3935DF13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973088" y="5158080"/>
                  <a:ext cx="2797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0D13476-12AF-0263-6992-34CB9673E248}"/>
                    </a:ext>
                  </a:extLst>
                </p14:cNvPr>
                <p14:cNvContentPartPr/>
                <p14:nvPr/>
              </p14:nvContentPartPr>
              <p14:xfrm>
                <a:off x="2768328" y="4856400"/>
                <a:ext cx="229320" cy="344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0D13476-12AF-0263-6992-34CB9673E24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62208" y="4850280"/>
                  <a:ext cx="2415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7CE4CB-8788-1F24-9D6C-5A8B4F12FE2F}"/>
                    </a:ext>
                  </a:extLst>
                </p14:cNvPr>
                <p14:cNvContentPartPr/>
                <p14:nvPr/>
              </p14:nvContentPartPr>
              <p14:xfrm>
                <a:off x="2834568" y="4973400"/>
                <a:ext cx="255960" cy="127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7CE4CB-8788-1F24-9D6C-5A8B4F12FE2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828448" y="4967280"/>
                  <a:ext cx="268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CA3150C-9B85-6E31-0CB1-1E6A0B1FA716}"/>
                    </a:ext>
                  </a:extLst>
                </p14:cNvPr>
                <p14:cNvContentPartPr/>
                <p14:nvPr/>
              </p14:nvContentPartPr>
              <p14:xfrm>
                <a:off x="3535488" y="5137920"/>
                <a:ext cx="222120" cy="35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CA3150C-9B85-6E31-0CB1-1E6A0B1FA71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29368" y="5131800"/>
                  <a:ext cx="2343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C3B29DE-1CDA-74F1-D833-D9051F79F9CB}"/>
                    </a:ext>
                  </a:extLst>
                </p14:cNvPr>
                <p14:cNvContentPartPr/>
                <p14:nvPr/>
              </p14:nvContentPartPr>
              <p14:xfrm>
                <a:off x="4153968" y="5045400"/>
                <a:ext cx="286560" cy="47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C3B29DE-1CDA-74F1-D833-D9051F79F9C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47848" y="5039280"/>
                  <a:ext cx="298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B3AE92A-1116-2F24-DEF1-C6FF86B78B5C}"/>
                    </a:ext>
                  </a:extLst>
                </p14:cNvPr>
                <p14:cNvContentPartPr/>
                <p14:nvPr/>
              </p14:nvContentPartPr>
              <p14:xfrm>
                <a:off x="4235688" y="5176080"/>
                <a:ext cx="227160" cy="30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B3AE92A-1116-2F24-DEF1-C6FF86B78B5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29568" y="5169960"/>
                  <a:ext cx="239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05B32AA-5E01-A7E1-B8DC-313D38FE1C77}"/>
                    </a:ext>
                  </a:extLst>
                </p14:cNvPr>
                <p14:cNvContentPartPr/>
                <p14:nvPr/>
              </p14:nvContentPartPr>
              <p14:xfrm>
                <a:off x="1188648" y="3659760"/>
                <a:ext cx="3867840" cy="1672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05B32AA-5E01-A7E1-B8DC-313D38FE1C7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82528" y="3653640"/>
                  <a:ext cx="3880080" cy="16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C5CDAFE-63D2-9C0A-4155-6F294433DB1D}"/>
                    </a:ext>
                  </a:extLst>
                </p14:cNvPr>
                <p14:cNvContentPartPr/>
                <p14:nvPr/>
              </p14:nvContentPartPr>
              <p14:xfrm>
                <a:off x="4690008" y="4565880"/>
                <a:ext cx="1094040" cy="7556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C5CDAFE-63D2-9C0A-4155-6F294433DB1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683888" y="4559760"/>
                  <a:ext cx="110628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1C2C546-CD48-F462-0069-ECB0AA9586B4}"/>
                    </a:ext>
                  </a:extLst>
                </p14:cNvPr>
                <p14:cNvContentPartPr/>
                <p14:nvPr/>
              </p14:nvContentPartPr>
              <p14:xfrm>
                <a:off x="4863168" y="4964400"/>
                <a:ext cx="258120" cy="216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1C2C546-CD48-F462-0069-ECB0AA9586B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57048" y="4958280"/>
                  <a:ext cx="270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B5004D5-FF7D-921B-B244-3BAADAF80E2C}"/>
                    </a:ext>
                  </a:extLst>
                </p14:cNvPr>
                <p14:cNvContentPartPr/>
                <p14:nvPr/>
              </p14:nvContentPartPr>
              <p14:xfrm>
                <a:off x="5100768" y="4924800"/>
                <a:ext cx="177120" cy="297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B5004D5-FF7D-921B-B244-3BAADAF80E2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094648" y="4918680"/>
                  <a:ext cx="1893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82CED25-589E-8FAA-BCE2-85FA27908C69}"/>
                    </a:ext>
                  </a:extLst>
                </p14:cNvPr>
                <p14:cNvContentPartPr/>
                <p14:nvPr/>
              </p14:nvContentPartPr>
              <p14:xfrm>
                <a:off x="5116968" y="4910760"/>
                <a:ext cx="253800" cy="63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82CED25-589E-8FAA-BCE2-85FA27908C6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10848" y="4904640"/>
                  <a:ext cx="266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65C75B6-213F-05F6-7E9C-B8A1447B4A25}"/>
                    </a:ext>
                  </a:extLst>
                </p14:cNvPr>
                <p14:cNvContentPartPr/>
                <p14:nvPr/>
              </p14:nvContentPartPr>
              <p14:xfrm>
                <a:off x="5329008" y="4922640"/>
                <a:ext cx="236520" cy="235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65C75B6-213F-05F6-7E9C-B8A1447B4A2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22888" y="4916520"/>
                  <a:ext cx="2487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8B681EC-FE15-E0CE-C539-5A668A1E6365}"/>
                    </a:ext>
                  </a:extLst>
                </p14:cNvPr>
                <p14:cNvContentPartPr/>
                <p14:nvPr/>
              </p14:nvContentPartPr>
              <p14:xfrm>
                <a:off x="5547528" y="4899240"/>
                <a:ext cx="194400" cy="253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8B681EC-FE15-E0CE-C539-5A668A1E636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41408" y="4893120"/>
                  <a:ext cx="206640" cy="26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5750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6850" y="9531092"/>
            <a:ext cx="7359650" cy="1030605"/>
            <a:chOff x="196850" y="9531092"/>
            <a:chExt cx="7359650" cy="10306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985" y="10162602"/>
              <a:ext cx="186949" cy="1736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1591" y="10207965"/>
              <a:ext cx="165449" cy="1736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4219" y="9997006"/>
              <a:ext cx="360771" cy="3845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6550" y="10157217"/>
              <a:ext cx="36195" cy="189865"/>
            </a:xfrm>
            <a:custGeom>
              <a:avLst/>
              <a:gdLst/>
              <a:ahLst/>
              <a:cxnLst/>
              <a:rect l="l" t="t" r="r" b="b"/>
              <a:pathLst>
                <a:path w="36195" h="189865">
                  <a:moveTo>
                    <a:pt x="15284" y="0"/>
                  </a:moveTo>
                  <a:lnTo>
                    <a:pt x="14160" y="0"/>
                  </a:lnTo>
                  <a:lnTo>
                    <a:pt x="11741" y="444"/>
                  </a:lnTo>
                  <a:lnTo>
                    <a:pt x="11965" y="444"/>
                  </a:lnTo>
                  <a:lnTo>
                    <a:pt x="11029" y="856"/>
                  </a:lnTo>
                  <a:lnTo>
                    <a:pt x="34" y="46754"/>
                  </a:lnTo>
                  <a:lnTo>
                    <a:pt x="0" y="74142"/>
                  </a:lnTo>
                  <a:lnTo>
                    <a:pt x="5180" y="135013"/>
                  </a:lnTo>
                  <a:lnTo>
                    <a:pt x="5225" y="135540"/>
                  </a:lnTo>
                  <a:lnTo>
                    <a:pt x="5340" y="136898"/>
                  </a:lnTo>
                  <a:lnTo>
                    <a:pt x="15687" y="177838"/>
                  </a:lnTo>
                  <a:lnTo>
                    <a:pt x="27756" y="189677"/>
                  </a:lnTo>
                  <a:lnTo>
                    <a:pt x="28642" y="189677"/>
                  </a:lnTo>
                  <a:lnTo>
                    <a:pt x="36059" y="181855"/>
                  </a:lnTo>
                  <a:lnTo>
                    <a:pt x="36024" y="180816"/>
                  </a:lnTo>
                  <a:lnTo>
                    <a:pt x="35538" y="178751"/>
                  </a:lnTo>
                  <a:lnTo>
                    <a:pt x="35122" y="177838"/>
                  </a:lnTo>
                  <a:lnTo>
                    <a:pt x="30721" y="171705"/>
                  </a:lnTo>
                  <a:lnTo>
                    <a:pt x="30460" y="171705"/>
                  </a:lnTo>
                  <a:lnTo>
                    <a:pt x="30104" y="170847"/>
                  </a:lnTo>
                  <a:lnTo>
                    <a:pt x="29566" y="170099"/>
                  </a:lnTo>
                  <a:lnTo>
                    <a:pt x="29793" y="170099"/>
                  </a:lnTo>
                  <a:lnTo>
                    <a:pt x="26371" y="161857"/>
                  </a:lnTo>
                  <a:lnTo>
                    <a:pt x="24478" y="154038"/>
                  </a:lnTo>
                  <a:lnTo>
                    <a:pt x="23675" y="150866"/>
                  </a:lnTo>
                  <a:lnTo>
                    <a:pt x="23578" y="150485"/>
                  </a:lnTo>
                  <a:lnTo>
                    <a:pt x="23483" y="150109"/>
                  </a:lnTo>
                  <a:lnTo>
                    <a:pt x="21297" y="135540"/>
                  </a:lnTo>
                  <a:lnTo>
                    <a:pt x="21217" y="135013"/>
                  </a:lnTo>
                  <a:lnTo>
                    <a:pt x="16054" y="74142"/>
                  </a:lnTo>
                  <a:lnTo>
                    <a:pt x="15967" y="47762"/>
                  </a:lnTo>
                  <a:lnTo>
                    <a:pt x="16160" y="46754"/>
                  </a:lnTo>
                  <a:lnTo>
                    <a:pt x="18489" y="28408"/>
                  </a:lnTo>
                  <a:lnTo>
                    <a:pt x="18574" y="27742"/>
                  </a:lnTo>
                  <a:lnTo>
                    <a:pt x="19035" y="25726"/>
                  </a:lnTo>
                  <a:lnTo>
                    <a:pt x="22686" y="8679"/>
                  </a:lnTo>
                  <a:lnTo>
                    <a:pt x="17357" y="444"/>
                  </a:lnTo>
                  <a:lnTo>
                    <a:pt x="15284" y="0"/>
                  </a:lnTo>
                  <a:close/>
                </a:path>
                <a:path w="36195" h="189865">
                  <a:moveTo>
                    <a:pt x="30104" y="170847"/>
                  </a:moveTo>
                  <a:lnTo>
                    <a:pt x="30460" y="171705"/>
                  </a:lnTo>
                  <a:lnTo>
                    <a:pt x="30721" y="171705"/>
                  </a:lnTo>
                  <a:lnTo>
                    <a:pt x="30104" y="170847"/>
                  </a:lnTo>
                  <a:close/>
                </a:path>
                <a:path w="36195" h="189865">
                  <a:moveTo>
                    <a:pt x="29793" y="170099"/>
                  </a:moveTo>
                  <a:lnTo>
                    <a:pt x="29566" y="170099"/>
                  </a:lnTo>
                  <a:lnTo>
                    <a:pt x="30104" y="170847"/>
                  </a:lnTo>
                  <a:lnTo>
                    <a:pt x="29793" y="170099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6856" y="10232079"/>
              <a:ext cx="141383" cy="1948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2041" y="10136157"/>
              <a:ext cx="162798" cy="2427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4333" y="9695436"/>
              <a:ext cx="704957" cy="3095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6026" y="10112031"/>
              <a:ext cx="376621" cy="31230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56229" y="10018471"/>
              <a:ext cx="591820" cy="320675"/>
            </a:xfrm>
            <a:custGeom>
              <a:avLst/>
              <a:gdLst/>
              <a:ahLst/>
              <a:cxnLst/>
              <a:rect l="l" t="t" r="r" b="b"/>
              <a:pathLst>
                <a:path w="591820" h="320675">
                  <a:moveTo>
                    <a:pt x="157518" y="143256"/>
                  </a:moveTo>
                  <a:lnTo>
                    <a:pt x="157314" y="142036"/>
                  </a:lnTo>
                  <a:lnTo>
                    <a:pt x="156578" y="140246"/>
                  </a:lnTo>
                  <a:lnTo>
                    <a:pt x="156514" y="140081"/>
                  </a:lnTo>
                  <a:lnTo>
                    <a:pt x="150698" y="136144"/>
                  </a:lnTo>
                  <a:lnTo>
                    <a:pt x="127533" y="136144"/>
                  </a:lnTo>
                  <a:lnTo>
                    <a:pt x="113550" y="137248"/>
                  </a:lnTo>
                  <a:lnTo>
                    <a:pt x="114058" y="137248"/>
                  </a:lnTo>
                  <a:lnTo>
                    <a:pt x="80073" y="143256"/>
                  </a:lnTo>
                  <a:lnTo>
                    <a:pt x="79438" y="143256"/>
                  </a:lnTo>
                  <a:lnTo>
                    <a:pt x="66205" y="144157"/>
                  </a:lnTo>
                  <a:lnTo>
                    <a:pt x="6845" y="144157"/>
                  </a:lnTo>
                  <a:lnTo>
                    <a:pt x="0" y="153200"/>
                  </a:lnTo>
                  <a:lnTo>
                    <a:pt x="203" y="154216"/>
                  </a:lnTo>
                  <a:lnTo>
                    <a:pt x="6946" y="160134"/>
                  </a:lnTo>
                  <a:lnTo>
                    <a:pt x="67005" y="160134"/>
                  </a:lnTo>
                  <a:lnTo>
                    <a:pt x="81915" y="159118"/>
                  </a:lnTo>
                  <a:lnTo>
                    <a:pt x="82194" y="159118"/>
                  </a:lnTo>
                  <a:lnTo>
                    <a:pt x="115798" y="153200"/>
                  </a:lnTo>
                  <a:lnTo>
                    <a:pt x="114871" y="153200"/>
                  </a:lnTo>
                  <a:lnTo>
                    <a:pt x="128473" y="152120"/>
                  </a:lnTo>
                  <a:lnTo>
                    <a:pt x="150583" y="152120"/>
                  </a:lnTo>
                  <a:lnTo>
                    <a:pt x="151599" y="151917"/>
                  </a:lnTo>
                  <a:lnTo>
                    <a:pt x="157416" y="145732"/>
                  </a:lnTo>
                  <a:lnTo>
                    <a:pt x="157518" y="143256"/>
                  </a:lnTo>
                  <a:close/>
                </a:path>
                <a:path w="591820" h="320675">
                  <a:moveTo>
                    <a:pt x="160020" y="226136"/>
                  </a:moveTo>
                  <a:lnTo>
                    <a:pt x="139357" y="226136"/>
                  </a:lnTo>
                  <a:lnTo>
                    <a:pt x="138417" y="226136"/>
                  </a:lnTo>
                  <a:lnTo>
                    <a:pt x="149479" y="231825"/>
                  </a:lnTo>
                  <a:lnTo>
                    <a:pt x="150672" y="232168"/>
                  </a:lnTo>
                  <a:lnTo>
                    <a:pt x="153631" y="232168"/>
                  </a:lnTo>
                  <a:lnTo>
                    <a:pt x="159791" y="226949"/>
                  </a:lnTo>
                  <a:lnTo>
                    <a:pt x="160020" y="226136"/>
                  </a:lnTo>
                  <a:close/>
                </a:path>
                <a:path w="591820" h="320675">
                  <a:moveTo>
                    <a:pt x="160134" y="222796"/>
                  </a:moveTo>
                  <a:lnTo>
                    <a:pt x="128473" y="208381"/>
                  </a:lnTo>
                  <a:lnTo>
                    <a:pt x="82537" y="208381"/>
                  </a:lnTo>
                  <a:lnTo>
                    <a:pt x="56248" y="224967"/>
                  </a:lnTo>
                  <a:lnTo>
                    <a:pt x="56311" y="228828"/>
                  </a:lnTo>
                  <a:lnTo>
                    <a:pt x="62598" y="234886"/>
                  </a:lnTo>
                  <a:lnTo>
                    <a:pt x="65278" y="234886"/>
                  </a:lnTo>
                  <a:lnTo>
                    <a:pt x="67322" y="234289"/>
                  </a:lnTo>
                  <a:lnTo>
                    <a:pt x="68237" y="233807"/>
                  </a:lnTo>
                  <a:lnTo>
                    <a:pt x="75323" y="228142"/>
                  </a:lnTo>
                  <a:lnTo>
                    <a:pt x="75882" y="227812"/>
                  </a:lnTo>
                  <a:lnTo>
                    <a:pt x="79895" y="225399"/>
                  </a:lnTo>
                  <a:lnTo>
                    <a:pt x="80352" y="225132"/>
                  </a:lnTo>
                  <a:lnTo>
                    <a:pt x="83921" y="224421"/>
                  </a:lnTo>
                  <a:lnTo>
                    <a:pt x="84899" y="224218"/>
                  </a:lnTo>
                  <a:lnTo>
                    <a:pt x="126238" y="224218"/>
                  </a:lnTo>
                  <a:lnTo>
                    <a:pt x="138036" y="225945"/>
                  </a:lnTo>
                  <a:lnTo>
                    <a:pt x="136982" y="225399"/>
                  </a:lnTo>
                  <a:lnTo>
                    <a:pt x="160083" y="225399"/>
                  </a:lnTo>
                  <a:lnTo>
                    <a:pt x="160108" y="224218"/>
                  </a:lnTo>
                  <a:lnTo>
                    <a:pt x="160134" y="222796"/>
                  </a:lnTo>
                  <a:close/>
                </a:path>
                <a:path w="591820" h="320675">
                  <a:moveTo>
                    <a:pt x="552272" y="294233"/>
                  </a:moveTo>
                  <a:lnTo>
                    <a:pt x="535686" y="294233"/>
                  </a:lnTo>
                  <a:lnTo>
                    <a:pt x="535432" y="294233"/>
                  </a:lnTo>
                  <a:lnTo>
                    <a:pt x="533146" y="298386"/>
                  </a:lnTo>
                  <a:lnTo>
                    <a:pt x="524713" y="307822"/>
                  </a:lnTo>
                  <a:lnTo>
                    <a:pt x="524192" y="308711"/>
                  </a:lnTo>
                  <a:lnTo>
                    <a:pt x="523494" y="310718"/>
                  </a:lnTo>
                  <a:lnTo>
                    <a:pt x="523468" y="313867"/>
                  </a:lnTo>
                  <a:lnTo>
                    <a:pt x="523722" y="314871"/>
                  </a:lnTo>
                  <a:lnTo>
                    <a:pt x="530161" y="320395"/>
                  </a:lnTo>
                  <a:lnTo>
                    <a:pt x="532434" y="320395"/>
                  </a:lnTo>
                  <a:lnTo>
                    <a:pt x="551332" y="297688"/>
                  </a:lnTo>
                  <a:lnTo>
                    <a:pt x="552272" y="294233"/>
                  </a:lnTo>
                  <a:close/>
                </a:path>
                <a:path w="591820" h="320675">
                  <a:moveTo>
                    <a:pt x="591769" y="104013"/>
                  </a:moveTo>
                  <a:lnTo>
                    <a:pt x="590067" y="64376"/>
                  </a:lnTo>
                  <a:lnTo>
                    <a:pt x="585939" y="39268"/>
                  </a:lnTo>
                  <a:lnTo>
                    <a:pt x="585876" y="39001"/>
                  </a:lnTo>
                  <a:lnTo>
                    <a:pt x="585520" y="37592"/>
                  </a:lnTo>
                  <a:lnTo>
                    <a:pt x="584542" y="33693"/>
                  </a:lnTo>
                  <a:lnTo>
                    <a:pt x="584136" y="32550"/>
                  </a:lnTo>
                  <a:lnTo>
                    <a:pt x="584047" y="32296"/>
                  </a:lnTo>
                  <a:lnTo>
                    <a:pt x="583349" y="30784"/>
                  </a:lnTo>
                  <a:lnTo>
                    <a:pt x="582485" y="28905"/>
                  </a:lnTo>
                  <a:lnTo>
                    <a:pt x="580745" y="25146"/>
                  </a:lnTo>
                  <a:lnTo>
                    <a:pt x="580148" y="23863"/>
                  </a:lnTo>
                  <a:lnTo>
                    <a:pt x="579374" y="22186"/>
                  </a:lnTo>
                  <a:lnTo>
                    <a:pt x="578154" y="20307"/>
                  </a:lnTo>
                  <a:lnTo>
                    <a:pt x="576262" y="18122"/>
                  </a:lnTo>
                  <a:lnTo>
                    <a:pt x="575411" y="17145"/>
                  </a:lnTo>
                  <a:lnTo>
                    <a:pt x="573951" y="15455"/>
                  </a:lnTo>
                  <a:lnTo>
                    <a:pt x="548690" y="0"/>
                  </a:lnTo>
                  <a:lnTo>
                    <a:pt x="546239" y="0"/>
                  </a:lnTo>
                  <a:lnTo>
                    <a:pt x="503821" y="11366"/>
                  </a:lnTo>
                  <a:lnTo>
                    <a:pt x="470065" y="31369"/>
                  </a:lnTo>
                  <a:lnTo>
                    <a:pt x="466369" y="45072"/>
                  </a:lnTo>
                  <a:lnTo>
                    <a:pt x="466483" y="49872"/>
                  </a:lnTo>
                  <a:lnTo>
                    <a:pt x="467144" y="64376"/>
                  </a:lnTo>
                  <a:lnTo>
                    <a:pt x="467220" y="66014"/>
                  </a:lnTo>
                  <a:lnTo>
                    <a:pt x="467347" y="68770"/>
                  </a:lnTo>
                  <a:lnTo>
                    <a:pt x="470077" y="97383"/>
                  </a:lnTo>
                  <a:lnTo>
                    <a:pt x="470115" y="97866"/>
                  </a:lnTo>
                  <a:lnTo>
                    <a:pt x="470420" y="98869"/>
                  </a:lnTo>
                  <a:lnTo>
                    <a:pt x="476643" y="104013"/>
                  </a:lnTo>
                  <a:lnTo>
                    <a:pt x="479475" y="104013"/>
                  </a:lnTo>
                  <a:lnTo>
                    <a:pt x="485940" y="97383"/>
                  </a:lnTo>
                  <a:lnTo>
                    <a:pt x="485940" y="95300"/>
                  </a:lnTo>
                  <a:lnTo>
                    <a:pt x="483412" y="68770"/>
                  </a:lnTo>
                  <a:lnTo>
                    <a:pt x="483298" y="67462"/>
                  </a:lnTo>
                  <a:lnTo>
                    <a:pt x="482536" y="50863"/>
                  </a:lnTo>
                  <a:lnTo>
                    <a:pt x="482498" y="49872"/>
                  </a:lnTo>
                  <a:lnTo>
                    <a:pt x="482409" y="47942"/>
                  </a:lnTo>
                  <a:lnTo>
                    <a:pt x="482295" y="45618"/>
                  </a:lnTo>
                  <a:lnTo>
                    <a:pt x="482473" y="45072"/>
                  </a:lnTo>
                  <a:lnTo>
                    <a:pt x="482727" y="42773"/>
                  </a:lnTo>
                  <a:lnTo>
                    <a:pt x="482752" y="42633"/>
                  </a:lnTo>
                  <a:lnTo>
                    <a:pt x="482866" y="41643"/>
                  </a:lnTo>
                  <a:lnTo>
                    <a:pt x="482955" y="41427"/>
                  </a:lnTo>
                  <a:lnTo>
                    <a:pt x="482663" y="41643"/>
                  </a:lnTo>
                  <a:lnTo>
                    <a:pt x="481088" y="42633"/>
                  </a:lnTo>
                  <a:lnTo>
                    <a:pt x="483933" y="39268"/>
                  </a:lnTo>
                  <a:lnTo>
                    <a:pt x="483006" y="40398"/>
                  </a:lnTo>
                  <a:lnTo>
                    <a:pt x="481088" y="42633"/>
                  </a:lnTo>
                  <a:lnTo>
                    <a:pt x="482574" y="41643"/>
                  </a:lnTo>
                  <a:lnTo>
                    <a:pt x="482727" y="41427"/>
                  </a:lnTo>
                  <a:lnTo>
                    <a:pt x="482663" y="41643"/>
                  </a:lnTo>
                  <a:lnTo>
                    <a:pt x="482892" y="41427"/>
                  </a:lnTo>
                  <a:lnTo>
                    <a:pt x="483387" y="40462"/>
                  </a:lnTo>
                  <a:lnTo>
                    <a:pt x="482955" y="41427"/>
                  </a:lnTo>
                  <a:lnTo>
                    <a:pt x="484441" y="40398"/>
                  </a:lnTo>
                  <a:lnTo>
                    <a:pt x="486117" y="39268"/>
                  </a:lnTo>
                  <a:lnTo>
                    <a:pt x="496201" y="32550"/>
                  </a:lnTo>
                  <a:lnTo>
                    <a:pt x="496595" y="32296"/>
                  </a:lnTo>
                  <a:lnTo>
                    <a:pt x="497014" y="31991"/>
                  </a:lnTo>
                  <a:lnTo>
                    <a:pt x="496595" y="32296"/>
                  </a:lnTo>
                  <a:lnTo>
                    <a:pt x="497230" y="31991"/>
                  </a:lnTo>
                  <a:lnTo>
                    <a:pt x="509308" y="26390"/>
                  </a:lnTo>
                  <a:lnTo>
                    <a:pt x="509879" y="26200"/>
                  </a:lnTo>
                  <a:lnTo>
                    <a:pt x="525246" y="21082"/>
                  </a:lnTo>
                  <a:lnTo>
                    <a:pt x="525119" y="21082"/>
                  </a:lnTo>
                  <a:lnTo>
                    <a:pt x="525500" y="21005"/>
                  </a:lnTo>
                  <a:lnTo>
                    <a:pt x="526097" y="20866"/>
                  </a:lnTo>
                  <a:lnTo>
                    <a:pt x="546862" y="16243"/>
                  </a:lnTo>
                  <a:lnTo>
                    <a:pt x="569214" y="38315"/>
                  </a:lnTo>
                  <a:lnTo>
                    <a:pt x="569023" y="37592"/>
                  </a:lnTo>
                  <a:lnTo>
                    <a:pt x="569290" y="38315"/>
                  </a:lnTo>
                  <a:lnTo>
                    <a:pt x="569328" y="38557"/>
                  </a:lnTo>
                  <a:lnTo>
                    <a:pt x="569379" y="38684"/>
                  </a:lnTo>
                  <a:lnTo>
                    <a:pt x="569455" y="39268"/>
                  </a:lnTo>
                  <a:lnTo>
                    <a:pt x="571627" y="47942"/>
                  </a:lnTo>
                  <a:lnTo>
                    <a:pt x="572185" y="49872"/>
                  </a:lnTo>
                  <a:lnTo>
                    <a:pt x="573951" y="64376"/>
                  </a:lnTo>
                  <a:lnTo>
                    <a:pt x="575779" y="104013"/>
                  </a:lnTo>
                  <a:lnTo>
                    <a:pt x="575475" y="142252"/>
                  </a:lnTo>
                  <a:lnTo>
                    <a:pt x="567829" y="197167"/>
                  </a:lnTo>
                  <a:lnTo>
                    <a:pt x="546455" y="257898"/>
                  </a:lnTo>
                  <a:lnTo>
                    <a:pt x="539699" y="279539"/>
                  </a:lnTo>
                  <a:lnTo>
                    <a:pt x="535940" y="293319"/>
                  </a:lnTo>
                  <a:lnTo>
                    <a:pt x="535686" y="294233"/>
                  </a:lnTo>
                  <a:lnTo>
                    <a:pt x="536054" y="293319"/>
                  </a:lnTo>
                  <a:lnTo>
                    <a:pt x="552513" y="293319"/>
                  </a:lnTo>
                  <a:lnTo>
                    <a:pt x="552742" y="292481"/>
                  </a:lnTo>
                  <a:lnTo>
                    <a:pt x="555053" y="284035"/>
                  </a:lnTo>
                  <a:lnTo>
                    <a:pt x="561606" y="263017"/>
                  </a:lnTo>
                  <a:lnTo>
                    <a:pt x="561721" y="262674"/>
                  </a:lnTo>
                  <a:lnTo>
                    <a:pt x="577723" y="218668"/>
                  </a:lnTo>
                  <a:lnTo>
                    <a:pt x="583069" y="202069"/>
                  </a:lnTo>
                  <a:lnTo>
                    <a:pt x="590042" y="164020"/>
                  </a:lnTo>
                  <a:lnTo>
                    <a:pt x="591464" y="142849"/>
                  </a:lnTo>
                  <a:lnTo>
                    <a:pt x="591769" y="104013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83429" y="10154669"/>
              <a:ext cx="168191" cy="6671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34518" y="10046599"/>
              <a:ext cx="291465" cy="231140"/>
            </a:xfrm>
            <a:custGeom>
              <a:avLst/>
              <a:gdLst/>
              <a:ahLst/>
              <a:cxnLst/>
              <a:rect l="l" t="t" r="r" b="b"/>
              <a:pathLst>
                <a:path w="291464" h="231140">
                  <a:moveTo>
                    <a:pt x="128027" y="117496"/>
                  </a:moveTo>
                  <a:lnTo>
                    <a:pt x="111963" y="117496"/>
                  </a:lnTo>
                  <a:lnTo>
                    <a:pt x="111703" y="118206"/>
                  </a:lnTo>
                  <a:lnTo>
                    <a:pt x="111581" y="118957"/>
                  </a:lnTo>
                  <a:lnTo>
                    <a:pt x="111429" y="118957"/>
                  </a:lnTo>
                  <a:lnTo>
                    <a:pt x="109951" y="122994"/>
                  </a:lnTo>
                  <a:lnTo>
                    <a:pt x="107804" y="129139"/>
                  </a:lnTo>
                  <a:lnTo>
                    <a:pt x="103517" y="136884"/>
                  </a:lnTo>
                  <a:lnTo>
                    <a:pt x="100989" y="141575"/>
                  </a:lnTo>
                  <a:lnTo>
                    <a:pt x="94146" y="150986"/>
                  </a:lnTo>
                  <a:lnTo>
                    <a:pt x="91384" y="154830"/>
                  </a:lnTo>
                  <a:lnTo>
                    <a:pt x="73428" y="175682"/>
                  </a:lnTo>
                  <a:lnTo>
                    <a:pt x="71210" y="178314"/>
                  </a:lnTo>
                  <a:lnTo>
                    <a:pt x="59191" y="189852"/>
                  </a:lnTo>
                  <a:lnTo>
                    <a:pt x="55200" y="193752"/>
                  </a:lnTo>
                  <a:lnTo>
                    <a:pt x="32365" y="211218"/>
                  </a:lnTo>
                  <a:lnTo>
                    <a:pt x="26675" y="215770"/>
                  </a:lnTo>
                  <a:lnTo>
                    <a:pt x="26096" y="216412"/>
                  </a:lnTo>
                  <a:lnTo>
                    <a:pt x="25151" y="217886"/>
                  </a:lnTo>
                  <a:lnTo>
                    <a:pt x="24808" y="218679"/>
                  </a:lnTo>
                  <a:lnTo>
                    <a:pt x="24092" y="221548"/>
                  </a:lnTo>
                  <a:lnTo>
                    <a:pt x="24160" y="223409"/>
                  </a:lnTo>
                  <a:lnTo>
                    <a:pt x="32028" y="230727"/>
                  </a:lnTo>
                  <a:lnTo>
                    <a:pt x="34638" y="230727"/>
                  </a:lnTo>
                  <a:lnTo>
                    <a:pt x="40636" y="229229"/>
                  </a:lnTo>
                  <a:lnTo>
                    <a:pt x="42273" y="228621"/>
                  </a:lnTo>
                  <a:lnTo>
                    <a:pt x="44090" y="227713"/>
                  </a:lnTo>
                  <a:lnTo>
                    <a:pt x="37351" y="227713"/>
                  </a:lnTo>
                  <a:lnTo>
                    <a:pt x="39676" y="224092"/>
                  </a:lnTo>
                  <a:lnTo>
                    <a:pt x="34362" y="215075"/>
                  </a:lnTo>
                  <a:lnTo>
                    <a:pt x="31292" y="215075"/>
                  </a:lnTo>
                  <a:lnTo>
                    <a:pt x="35915" y="213918"/>
                  </a:lnTo>
                  <a:lnTo>
                    <a:pt x="43442" y="210160"/>
                  </a:lnTo>
                  <a:lnTo>
                    <a:pt x="76571" y="195340"/>
                  </a:lnTo>
                  <a:lnTo>
                    <a:pt x="82288" y="189852"/>
                  </a:lnTo>
                  <a:lnTo>
                    <a:pt x="113927" y="150986"/>
                  </a:lnTo>
                  <a:lnTo>
                    <a:pt x="127789" y="118957"/>
                  </a:lnTo>
                  <a:lnTo>
                    <a:pt x="111581" y="118957"/>
                  </a:lnTo>
                  <a:lnTo>
                    <a:pt x="111777" y="118206"/>
                  </a:lnTo>
                  <a:lnTo>
                    <a:pt x="127911" y="118206"/>
                  </a:lnTo>
                  <a:lnTo>
                    <a:pt x="128027" y="117496"/>
                  </a:lnTo>
                  <a:close/>
                </a:path>
                <a:path w="291464" h="231140">
                  <a:moveTo>
                    <a:pt x="39676" y="224092"/>
                  </a:moveTo>
                  <a:lnTo>
                    <a:pt x="37351" y="227713"/>
                  </a:lnTo>
                  <a:lnTo>
                    <a:pt x="41477" y="224411"/>
                  </a:lnTo>
                  <a:lnTo>
                    <a:pt x="39864" y="224411"/>
                  </a:lnTo>
                  <a:lnTo>
                    <a:pt x="39676" y="224092"/>
                  </a:lnTo>
                  <a:close/>
                </a:path>
                <a:path w="291464" h="231140">
                  <a:moveTo>
                    <a:pt x="269428" y="156129"/>
                  </a:moveTo>
                  <a:lnTo>
                    <a:pt x="245038" y="156129"/>
                  </a:lnTo>
                  <a:lnTo>
                    <a:pt x="211638" y="157463"/>
                  </a:lnTo>
                  <a:lnTo>
                    <a:pt x="212508" y="157463"/>
                  </a:lnTo>
                  <a:lnTo>
                    <a:pt x="189365" y="159844"/>
                  </a:lnTo>
                  <a:lnTo>
                    <a:pt x="189559" y="159844"/>
                  </a:lnTo>
                  <a:lnTo>
                    <a:pt x="163193" y="164352"/>
                  </a:lnTo>
                  <a:lnTo>
                    <a:pt x="163420" y="164352"/>
                  </a:lnTo>
                  <a:lnTo>
                    <a:pt x="94178" y="187464"/>
                  </a:lnTo>
                  <a:lnTo>
                    <a:pt x="65598" y="205875"/>
                  </a:lnTo>
                  <a:lnTo>
                    <a:pt x="64917" y="206458"/>
                  </a:lnTo>
                  <a:lnTo>
                    <a:pt x="42221" y="223815"/>
                  </a:lnTo>
                  <a:lnTo>
                    <a:pt x="37351" y="227713"/>
                  </a:lnTo>
                  <a:lnTo>
                    <a:pt x="44090" y="227713"/>
                  </a:lnTo>
                  <a:lnTo>
                    <a:pt x="49987" y="224764"/>
                  </a:lnTo>
                  <a:lnTo>
                    <a:pt x="100323" y="202238"/>
                  </a:lnTo>
                  <a:lnTo>
                    <a:pt x="137381" y="188124"/>
                  </a:lnTo>
                  <a:lnTo>
                    <a:pt x="138562" y="187704"/>
                  </a:lnTo>
                  <a:lnTo>
                    <a:pt x="138813" y="187704"/>
                  </a:lnTo>
                  <a:lnTo>
                    <a:pt x="167026" y="179951"/>
                  </a:lnTo>
                  <a:lnTo>
                    <a:pt x="166887" y="179951"/>
                  </a:lnTo>
                  <a:lnTo>
                    <a:pt x="191839" y="175682"/>
                  </a:lnTo>
                  <a:lnTo>
                    <a:pt x="214092" y="173381"/>
                  </a:lnTo>
                  <a:lnTo>
                    <a:pt x="213925" y="173381"/>
                  </a:lnTo>
                  <a:lnTo>
                    <a:pt x="247149" y="172054"/>
                  </a:lnTo>
                  <a:lnTo>
                    <a:pt x="271510" y="172054"/>
                  </a:lnTo>
                  <a:lnTo>
                    <a:pt x="270341" y="171003"/>
                  </a:lnTo>
                  <a:lnTo>
                    <a:pt x="271578" y="171003"/>
                  </a:lnTo>
                  <a:lnTo>
                    <a:pt x="271441" y="170591"/>
                  </a:lnTo>
                  <a:lnTo>
                    <a:pt x="288302" y="170591"/>
                  </a:lnTo>
                  <a:lnTo>
                    <a:pt x="277566" y="157240"/>
                  </a:lnTo>
                  <a:lnTo>
                    <a:pt x="269428" y="156129"/>
                  </a:lnTo>
                  <a:close/>
                </a:path>
                <a:path w="291464" h="231140">
                  <a:moveTo>
                    <a:pt x="40114" y="223409"/>
                  </a:moveTo>
                  <a:lnTo>
                    <a:pt x="39676" y="224092"/>
                  </a:lnTo>
                  <a:lnTo>
                    <a:pt x="39864" y="224411"/>
                  </a:lnTo>
                  <a:lnTo>
                    <a:pt x="39944" y="224092"/>
                  </a:lnTo>
                  <a:lnTo>
                    <a:pt x="40013" y="223815"/>
                  </a:lnTo>
                  <a:lnTo>
                    <a:pt x="40114" y="223409"/>
                  </a:lnTo>
                  <a:close/>
                </a:path>
                <a:path w="291464" h="231140">
                  <a:moveTo>
                    <a:pt x="42751" y="223409"/>
                  </a:moveTo>
                  <a:lnTo>
                    <a:pt x="40114" y="223409"/>
                  </a:lnTo>
                  <a:lnTo>
                    <a:pt x="40013" y="223815"/>
                  </a:lnTo>
                  <a:lnTo>
                    <a:pt x="39944" y="224092"/>
                  </a:lnTo>
                  <a:lnTo>
                    <a:pt x="39864" y="224411"/>
                  </a:lnTo>
                  <a:lnTo>
                    <a:pt x="41477" y="224411"/>
                  </a:lnTo>
                  <a:lnTo>
                    <a:pt x="42751" y="223409"/>
                  </a:lnTo>
                  <a:close/>
                </a:path>
                <a:path w="291464" h="231140">
                  <a:moveTo>
                    <a:pt x="34164" y="214740"/>
                  </a:moveTo>
                  <a:lnTo>
                    <a:pt x="39676" y="224092"/>
                  </a:lnTo>
                  <a:lnTo>
                    <a:pt x="40114" y="223409"/>
                  </a:lnTo>
                  <a:lnTo>
                    <a:pt x="42751" y="223409"/>
                  </a:lnTo>
                  <a:lnTo>
                    <a:pt x="53650" y="215075"/>
                  </a:lnTo>
                  <a:lnTo>
                    <a:pt x="35416" y="215075"/>
                  </a:lnTo>
                  <a:lnTo>
                    <a:pt x="34164" y="214740"/>
                  </a:lnTo>
                  <a:close/>
                </a:path>
                <a:path w="291464" h="231140">
                  <a:moveTo>
                    <a:pt x="35915" y="213918"/>
                  </a:moveTo>
                  <a:lnTo>
                    <a:pt x="31292" y="215075"/>
                  </a:lnTo>
                  <a:lnTo>
                    <a:pt x="34362" y="215075"/>
                  </a:lnTo>
                  <a:lnTo>
                    <a:pt x="34164" y="214740"/>
                  </a:lnTo>
                  <a:lnTo>
                    <a:pt x="54088" y="214740"/>
                  </a:lnTo>
                  <a:lnTo>
                    <a:pt x="54643" y="214315"/>
                  </a:lnTo>
                  <a:lnTo>
                    <a:pt x="35119" y="214315"/>
                  </a:lnTo>
                  <a:lnTo>
                    <a:pt x="35915" y="213918"/>
                  </a:lnTo>
                  <a:close/>
                </a:path>
                <a:path w="291464" h="231140">
                  <a:moveTo>
                    <a:pt x="54088" y="214740"/>
                  </a:moveTo>
                  <a:lnTo>
                    <a:pt x="34164" y="214740"/>
                  </a:lnTo>
                  <a:lnTo>
                    <a:pt x="35416" y="215075"/>
                  </a:lnTo>
                  <a:lnTo>
                    <a:pt x="53650" y="215075"/>
                  </a:lnTo>
                  <a:lnTo>
                    <a:pt x="54088" y="214740"/>
                  </a:lnTo>
                  <a:close/>
                </a:path>
                <a:path w="291464" h="231140">
                  <a:moveTo>
                    <a:pt x="36756" y="213707"/>
                  </a:moveTo>
                  <a:lnTo>
                    <a:pt x="35915" y="213918"/>
                  </a:lnTo>
                  <a:lnTo>
                    <a:pt x="35119" y="214315"/>
                  </a:lnTo>
                  <a:lnTo>
                    <a:pt x="36756" y="213707"/>
                  </a:lnTo>
                  <a:close/>
                </a:path>
                <a:path w="291464" h="231140">
                  <a:moveTo>
                    <a:pt x="55438" y="213707"/>
                  </a:moveTo>
                  <a:lnTo>
                    <a:pt x="36756" y="213707"/>
                  </a:lnTo>
                  <a:lnTo>
                    <a:pt x="35119" y="214315"/>
                  </a:lnTo>
                  <a:lnTo>
                    <a:pt x="54643" y="214315"/>
                  </a:lnTo>
                  <a:lnTo>
                    <a:pt x="55438" y="213707"/>
                  </a:lnTo>
                  <a:close/>
                </a:path>
                <a:path w="291464" h="231140">
                  <a:moveTo>
                    <a:pt x="76571" y="195340"/>
                  </a:moveTo>
                  <a:lnTo>
                    <a:pt x="43442" y="210160"/>
                  </a:lnTo>
                  <a:lnTo>
                    <a:pt x="35915" y="213918"/>
                  </a:lnTo>
                  <a:lnTo>
                    <a:pt x="36756" y="213707"/>
                  </a:lnTo>
                  <a:lnTo>
                    <a:pt x="55438" y="213707"/>
                  </a:lnTo>
                  <a:lnTo>
                    <a:pt x="64917" y="206458"/>
                  </a:lnTo>
                  <a:lnTo>
                    <a:pt x="65598" y="205875"/>
                  </a:lnTo>
                  <a:lnTo>
                    <a:pt x="76571" y="195340"/>
                  </a:lnTo>
                  <a:close/>
                </a:path>
                <a:path w="291464" h="231140">
                  <a:moveTo>
                    <a:pt x="138813" y="187704"/>
                  </a:moveTo>
                  <a:lnTo>
                    <a:pt x="138487" y="187704"/>
                  </a:lnTo>
                  <a:lnTo>
                    <a:pt x="137381" y="188124"/>
                  </a:lnTo>
                  <a:lnTo>
                    <a:pt x="138813" y="187704"/>
                  </a:lnTo>
                  <a:close/>
                </a:path>
                <a:path w="291464" h="231140">
                  <a:moveTo>
                    <a:pt x="272274" y="172741"/>
                  </a:moveTo>
                  <a:lnTo>
                    <a:pt x="281944" y="188124"/>
                  </a:lnTo>
                  <a:lnTo>
                    <a:pt x="284180" y="188124"/>
                  </a:lnTo>
                  <a:lnTo>
                    <a:pt x="290935" y="181702"/>
                  </a:lnTo>
                  <a:lnTo>
                    <a:pt x="290876" y="178314"/>
                  </a:lnTo>
                  <a:lnTo>
                    <a:pt x="289440" y="174004"/>
                  </a:lnTo>
                  <a:lnTo>
                    <a:pt x="273679" y="174004"/>
                  </a:lnTo>
                  <a:lnTo>
                    <a:pt x="272274" y="172741"/>
                  </a:lnTo>
                  <a:close/>
                </a:path>
                <a:path w="291464" h="231140">
                  <a:moveTo>
                    <a:pt x="271441" y="170591"/>
                  </a:moveTo>
                  <a:lnTo>
                    <a:pt x="271805" y="171681"/>
                  </a:lnTo>
                  <a:lnTo>
                    <a:pt x="272610" y="172054"/>
                  </a:lnTo>
                  <a:lnTo>
                    <a:pt x="271929" y="172054"/>
                  </a:lnTo>
                  <a:lnTo>
                    <a:pt x="272274" y="172741"/>
                  </a:lnTo>
                  <a:lnTo>
                    <a:pt x="273679" y="174004"/>
                  </a:lnTo>
                  <a:lnTo>
                    <a:pt x="272400" y="172054"/>
                  </a:lnTo>
                  <a:lnTo>
                    <a:pt x="272610" y="172054"/>
                  </a:lnTo>
                  <a:lnTo>
                    <a:pt x="271805" y="171681"/>
                  </a:lnTo>
                  <a:lnTo>
                    <a:pt x="272156" y="171681"/>
                  </a:lnTo>
                  <a:lnTo>
                    <a:pt x="271441" y="170591"/>
                  </a:lnTo>
                  <a:close/>
                </a:path>
                <a:path w="291464" h="231140">
                  <a:moveTo>
                    <a:pt x="272851" y="172741"/>
                  </a:moveTo>
                  <a:lnTo>
                    <a:pt x="273679" y="174004"/>
                  </a:lnTo>
                  <a:lnTo>
                    <a:pt x="289440" y="174004"/>
                  </a:lnTo>
                  <a:lnTo>
                    <a:pt x="289099" y="172981"/>
                  </a:lnTo>
                  <a:lnTo>
                    <a:pt x="274611" y="172981"/>
                  </a:lnTo>
                  <a:lnTo>
                    <a:pt x="272851" y="172741"/>
                  </a:lnTo>
                  <a:close/>
                </a:path>
                <a:path w="291464" h="231140">
                  <a:moveTo>
                    <a:pt x="271510" y="172054"/>
                  </a:moveTo>
                  <a:lnTo>
                    <a:pt x="267813" y="172054"/>
                  </a:lnTo>
                  <a:lnTo>
                    <a:pt x="274611" y="172981"/>
                  </a:lnTo>
                  <a:lnTo>
                    <a:pt x="274093" y="172741"/>
                  </a:lnTo>
                  <a:lnTo>
                    <a:pt x="272274" y="172741"/>
                  </a:lnTo>
                  <a:lnTo>
                    <a:pt x="271510" y="172054"/>
                  </a:lnTo>
                  <a:close/>
                </a:path>
                <a:path w="291464" h="231140">
                  <a:moveTo>
                    <a:pt x="288790" y="172054"/>
                  </a:moveTo>
                  <a:lnTo>
                    <a:pt x="272610" y="172054"/>
                  </a:lnTo>
                  <a:lnTo>
                    <a:pt x="274611" y="172981"/>
                  </a:lnTo>
                  <a:lnTo>
                    <a:pt x="289099" y="172981"/>
                  </a:lnTo>
                  <a:lnTo>
                    <a:pt x="288790" y="172054"/>
                  </a:lnTo>
                  <a:close/>
                </a:path>
                <a:path w="291464" h="231140">
                  <a:moveTo>
                    <a:pt x="270341" y="171003"/>
                  </a:moveTo>
                  <a:lnTo>
                    <a:pt x="272274" y="172741"/>
                  </a:lnTo>
                  <a:lnTo>
                    <a:pt x="271929" y="172054"/>
                  </a:lnTo>
                  <a:lnTo>
                    <a:pt x="271805" y="171681"/>
                  </a:lnTo>
                  <a:lnTo>
                    <a:pt x="270341" y="171003"/>
                  </a:lnTo>
                  <a:close/>
                </a:path>
                <a:path w="291464" h="231140">
                  <a:moveTo>
                    <a:pt x="288302" y="170591"/>
                  </a:moveTo>
                  <a:lnTo>
                    <a:pt x="271441" y="170591"/>
                  </a:lnTo>
                  <a:lnTo>
                    <a:pt x="272851" y="172741"/>
                  </a:lnTo>
                  <a:lnTo>
                    <a:pt x="274093" y="172741"/>
                  </a:lnTo>
                  <a:lnTo>
                    <a:pt x="272610" y="172054"/>
                  </a:lnTo>
                  <a:lnTo>
                    <a:pt x="288790" y="172054"/>
                  </a:lnTo>
                  <a:lnTo>
                    <a:pt x="288302" y="170591"/>
                  </a:lnTo>
                  <a:close/>
                </a:path>
                <a:path w="291464" h="231140">
                  <a:moveTo>
                    <a:pt x="271578" y="171003"/>
                  </a:moveTo>
                  <a:lnTo>
                    <a:pt x="270341" y="171003"/>
                  </a:lnTo>
                  <a:lnTo>
                    <a:pt x="271805" y="171681"/>
                  </a:lnTo>
                  <a:lnTo>
                    <a:pt x="271578" y="171003"/>
                  </a:lnTo>
                  <a:close/>
                </a:path>
                <a:path w="291464" h="231140">
                  <a:moveTo>
                    <a:pt x="129432" y="106688"/>
                  </a:moveTo>
                  <a:lnTo>
                    <a:pt x="113584" y="106688"/>
                  </a:lnTo>
                  <a:lnTo>
                    <a:pt x="113486" y="108294"/>
                  </a:lnTo>
                  <a:lnTo>
                    <a:pt x="113321" y="108294"/>
                  </a:lnTo>
                  <a:lnTo>
                    <a:pt x="111819" y="117496"/>
                  </a:lnTo>
                  <a:lnTo>
                    <a:pt x="111703" y="118206"/>
                  </a:lnTo>
                  <a:lnTo>
                    <a:pt x="111963" y="117496"/>
                  </a:lnTo>
                  <a:lnTo>
                    <a:pt x="128027" y="117496"/>
                  </a:lnTo>
                  <a:lnTo>
                    <a:pt x="129371" y="109267"/>
                  </a:lnTo>
                  <a:lnTo>
                    <a:pt x="129431" y="108294"/>
                  </a:lnTo>
                  <a:lnTo>
                    <a:pt x="113486" y="108294"/>
                  </a:lnTo>
                  <a:lnTo>
                    <a:pt x="113524" y="107661"/>
                  </a:lnTo>
                  <a:lnTo>
                    <a:pt x="129470" y="107661"/>
                  </a:lnTo>
                  <a:lnTo>
                    <a:pt x="129432" y="106688"/>
                  </a:lnTo>
                  <a:close/>
                </a:path>
                <a:path w="291464" h="231140">
                  <a:moveTo>
                    <a:pt x="119476" y="43805"/>
                  </a:moveTo>
                  <a:lnTo>
                    <a:pt x="102505" y="43805"/>
                  </a:lnTo>
                  <a:lnTo>
                    <a:pt x="102747" y="44487"/>
                  </a:lnTo>
                  <a:lnTo>
                    <a:pt x="103104" y="45110"/>
                  </a:lnTo>
                  <a:lnTo>
                    <a:pt x="102968" y="45110"/>
                  </a:lnTo>
                  <a:lnTo>
                    <a:pt x="105755" y="52982"/>
                  </a:lnTo>
                  <a:lnTo>
                    <a:pt x="106962" y="56157"/>
                  </a:lnTo>
                  <a:lnTo>
                    <a:pt x="112252" y="82292"/>
                  </a:lnTo>
                  <a:lnTo>
                    <a:pt x="112484" y="82925"/>
                  </a:lnTo>
                  <a:lnTo>
                    <a:pt x="113422" y="106688"/>
                  </a:lnTo>
                  <a:lnTo>
                    <a:pt x="113454" y="107483"/>
                  </a:lnTo>
                  <a:lnTo>
                    <a:pt x="113584" y="106688"/>
                  </a:lnTo>
                  <a:lnTo>
                    <a:pt x="129432" y="106688"/>
                  </a:lnTo>
                  <a:lnTo>
                    <a:pt x="128543" y="84196"/>
                  </a:lnTo>
                  <a:lnTo>
                    <a:pt x="119938" y="45110"/>
                  </a:lnTo>
                  <a:lnTo>
                    <a:pt x="103104" y="45110"/>
                  </a:lnTo>
                  <a:lnTo>
                    <a:pt x="102818" y="44487"/>
                  </a:lnTo>
                  <a:lnTo>
                    <a:pt x="119717" y="44487"/>
                  </a:lnTo>
                  <a:lnTo>
                    <a:pt x="119476" y="43805"/>
                  </a:lnTo>
                  <a:close/>
                </a:path>
                <a:path w="291464" h="231140">
                  <a:moveTo>
                    <a:pt x="57001" y="0"/>
                  </a:moveTo>
                  <a:lnTo>
                    <a:pt x="42456" y="0"/>
                  </a:lnTo>
                  <a:lnTo>
                    <a:pt x="32108" y="2083"/>
                  </a:lnTo>
                  <a:lnTo>
                    <a:pt x="6957" y="31067"/>
                  </a:lnTo>
                  <a:lnTo>
                    <a:pt x="0" y="56157"/>
                  </a:lnTo>
                  <a:lnTo>
                    <a:pt x="48" y="58212"/>
                  </a:lnTo>
                  <a:lnTo>
                    <a:pt x="6868" y="65229"/>
                  </a:lnTo>
                  <a:lnTo>
                    <a:pt x="8562" y="65229"/>
                  </a:lnTo>
                  <a:lnTo>
                    <a:pt x="22370" y="35349"/>
                  </a:lnTo>
                  <a:lnTo>
                    <a:pt x="22589" y="34959"/>
                  </a:lnTo>
                  <a:lnTo>
                    <a:pt x="25457" y="27956"/>
                  </a:lnTo>
                  <a:lnTo>
                    <a:pt x="25574" y="27669"/>
                  </a:lnTo>
                  <a:lnTo>
                    <a:pt x="25195" y="27669"/>
                  </a:lnTo>
                  <a:lnTo>
                    <a:pt x="25586" y="27192"/>
                  </a:lnTo>
                  <a:lnTo>
                    <a:pt x="25749" y="26740"/>
                  </a:lnTo>
                  <a:lnTo>
                    <a:pt x="26404" y="25641"/>
                  </a:lnTo>
                  <a:lnTo>
                    <a:pt x="26853" y="25641"/>
                  </a:lnTo>
                  <a:lnTo>
                    <a:pt x="30043" y="21738"/>
                  </a:lnTo>
                  <a:lnTo>
                    <a:pt x="29408" y="21738"/>
                  </a:lnTo>
                  <a:lnTo>
                    <a:pt x="31538" y="19908"/>
                  </a:lnTo>
                  <a:lnTo>
                    <a:pt x="32509" y="19908"/>
                  </a:lnTo>
                  <a:lnTo>
                    <a:pt x="36140" y="17766"/>
                  </a:lnTo>
                  <a:lnTo>
                    <a:pt x="35270" y="17766"/>
                  </a:lnTo>
                  <a:lnTo>
                    <a:pt x="36977" y="17112"/>
                  </a:lnTo>
                  <a:lnTo>
                    <a:pt x="38515" y="17112"/>
                  </a:lnTo>
                  <a:lnTo>
                    <a:pt x="44834" y="15837"/>
                  </a:lnTo>
                  <a:lnTo>
                    <a:pt x="101289" y="15837"/>
                  </a:lnTo>
                  <a:lnTo>
                    <a:pt x="100335" y="15037"/>
                  </a:lnTo>
                  <a:lnTo>
                    <a:pt x="67044" y="1237"/>
                  </a:lnTo>
                  <a:lnTo>
                    <a:pt x="57001" y="0"/>
                  </a:lnTo>
                  <a:close/>
                </a:path>
                <a:path w="291464" h="231140">
                  <a:moveTo>
                    <a:pt x="97293" y="34959"/>
                  </a:moveTo>
                  <a:lnTo>
                    <a:pt x="102747" y="44487"/>
                  </a:lnTo>
                  <a:lnTo>
                    <a:pt x="102505" y="43805"/>
                  </a:lnTo>
                  <a:lnTo>
                    <a:pt x="119476" y="43805"/>
                  </a:lnTo>
                  <a:lnTo>
                    <a:pt x="117585" y="38465"/>
                  </a:lnTo>
                  <a:lnTo>
                    <a:pt x="116986" y="37160"/>
                  </a:lnTo>
                  <a:lnTo>
                    <a:pt x="116208" y="35802"/>
                  </a:lnTo>
                  <a:lnTo>
                    <a:pt x="116105" y="35622"/>
                  </a:lnTo>
                  <a:lnTo>
                    <a:pt x="97903" y="35622"/>
                  </a:lnTo>
                  <a:lnTo>
                    <a:pt x="97703" y="35349"/>
                  </a:lnTo>
                  <a:lnTo>
                    <a:pt x="97293" y="34959"/>
                  </a:lnTo>
                  <a:close/>
                </a:path>
                <a:path w="291464" h="231140">
                  <a:moveTo>
                    <a:pt x="115278" y="34177"/>
                  </a:moveTo>
                  <a:lnTo>
                    <a:pt x="96845" y="34177"/>
                  </a:lnTo>
                  <a:lnTo>
                    <a:pt x="97418" y="34959"/>
                  </a:lnTo>
                  <a:lnTo>
                    <a:pt x="97652" y="35349"/>
                  </a:lnTo>
                  <a:lnTo>
                    <a:pt x="97903" y="35622"/>
                  </a:lnTo>
                  <a:lnTo>
                    <a:pt x="116105" y="35622"/>
                  </a:lnTo>
                  <a:lnTo>
                    <a:pt x="115278" y="34177"/>
                  </a:lnTo>
                  <a:close/>
                </a:path>
                <a:path w="291464" h="231140">
                  <a:moveTo>
                    <a:pt x="90846" y="27956"/>
                  </a:moveTo>
                  <a:lnTo>
                    <a:pt x="97293" y="34959"/>
                  </a:lnTo>
                  <a:lnTo>
                    <a:pt x="96845" y="34177"/>
                  </a:lnTo>
                  <a:lnTo>
                    <a:pt x="115278" y="34177"/>
                  </a:lnTo>
                  <a:lnTo>
                    <a:pt x="112034" y="28513"/>
                  </a:lnTo>
                  <a:lnTo>
                    <a:pt x="91716" y="28513"/>
                  </a:lnTo>
                  <a:lnTo>
                    <a:pt x="90846" y="27956"/>
                  </a:lnTo>
                  <a:close/>
                </a:path>
                <a:path w="291464" h="231140">
                  <a:moveTo>
                    <a:pt x="90142" y="27192"/>
                  </a:moveTo>
                  <a:lnTo>
                    <a:pt x="90846" y="27956"/>
                  </a:lnTo>
                  <a:lnTo>
                    <a:pt x="91716" y="28513"/>
                  </a:lnTo>
                  <a:lnTo>
                    <a:pt x="90142" y="27192"/>
                  </a:lnTo>
                  <a:close/>
                </a:path>
                <a:path w="291464" h="231140">
                  <a:moveTo>
                    <a:pt x="111278" y="27192"/>
                  </a:moveTo>
                  <a:lnTo>
                    <a:pt x="90142" y="27192"/>
                  </a:lnTo>
                  <a:lnTo>
                    <a:pt x="91716" y="28513"/>
                  </a:lnTo>
                  <a:lnTo>
                    <a:pt x="112034" y="28513"/>
                  </a:lnTo>
                  <a:lnTo>
                    <a:pt x="111278" y="27192"/>
                  </a:lnTo>
                  <a:close/>
                </a:path>
                <a:path w="291464" h="231140">
                  <a:moveTo>
                    <a:pt x="83118" y="23013"/>
                  </a:moveTo>
                  <a:lnTo>
                    <a:pt x="90846" y="27956"/>
                  </a:lnTo>
                  <a:lnTo>
                    <a:pt x="90142" y="27192"/>
                  </a:lnTo>
                  <a:lnTo>
                    <a:pt x="111278" y="27192"/>
                  </a:lnTo>
                  <a:lnTo>
                    <a:pt x="110727" y="26230"/>
                  </a:lnTo>
                  <a:lnTo>
                    <a:pt x="109671" y="24786"/>
                  </a:lnTo>
                  <a:lnTo>
                    <a:pt x="108297" y="23294"/>
                  </a:lnTo>
                  <a:lnTo>
                    <a:pt x="83834" y="23294"/>
                  </a:lnTo>
                  <a:lnTo>
                    <a:pt x="83118" y="23013"/>
                  </a:lnTo>
                  <a:close/>
                </a:path>
                <a:path w="291464" h="231140">
                  <a:moveTo>
                    <a:pt x="25954" y="26740"/>
                  </a:moveTo>
                  <a:lnTo>
                    <a:pt x="25480" y="27192"/>
                  </a:lnTo>
                  <a:lnTo>
                    <a:pt x="25195" y="27669"/>
                  </a:lnTo>
                  <a:lnTo>
                    <a:pt x="25574" y="27669"/>
                  </a:lnTo>
                  <a:lnTo>
                    <a:pt x="25954" y="26740"/>
                  </a:lnTo>
                  <a:close/>
                </a:path>
                <a:path w="291464" h="231140">
                  <a:moveTo>
                    <a:pt x="26163" y="26230"/>
                  </a:moveTo>
                  <a:lnTo>
                    <a:pt x="25749" y="26740"/>
                  </a:lnTo>
                  <a:lnTo>
                    <a:pt x="25480" y="27192"/>
                  </a:lnTo>
                  <a:lnTo>
                    <a:pt x="25954" y="26740"/>
                  </a:lnTo>
                  <a:lnTo>
                    <a:pt x="26163" y="26230"/>
                  </a:lnTo>
                  <a:close/>
                </a:path>
                <a:path w="291464" h="231140">
                  <a:moveTo>
                    <a:pt x="26853" y="25641"/>
                  </a:moveTo>
                  <a:lnTo>
                    <a:pt x="26404" y="25641"/>
                  </a:lnTo>
                  <a:lnTo>
                    <a:pt x="25954" y="26740"/>
                  </a:lnTo>
                  <a:lnTo>
                    <a:pt x="26853" y="25641"/>
                  </a:lnTo>
                  <a:close/>
                </a:path>
                <a:path w="291464" h="231140">
                  <a:moveTo>
                    <a:pt x="82453" y="22587"/>
                  </a:moveTo>
                  <a:lnTo>
                    <a:pt x="83118" y="23013"/>
                  </a:lnTo>
                  <a:lnTo>
                    <a:pt x="83834" y="23294"/>
                  </a:lnTo>
                  <a:lnTo>
                    <a:pt x="82453" y="22587"/>
                  </a:lnTo>
                  <a:close/>
                </a:path>
                <a:path w="291464" h="231140">
                  <a:moveTo>
                    <a:pt x="107646" y="22587"/>
                  </a:moveTo>
                  <a:lnTo>
                    <a:pt x="82453" y="22587"/>
                  </a:lnTo>
                  <a:lnTo>
                    <a:pt x="83834" y="23294"/>
                  </a:lnTo>
                  <a:lnTo>
                    <a:pt x="108297" y="23294"/>
                  </a:lnTo>
                  <a:lnTo>
                    <a:pt x="107646" y="22587"/>
                  </a:lnTo>
                  <a:close/>
                </a:path>
                <a:path w="291464" h="231140">
                  <a:moveTo>
                    <a:pt x="73654" y="19288"/>
                  </a:moveTo>
                  <a:lnTo>
                    <a:pt x="83118" y="23013"/>
                  </a:lnTo>
                  <a:lnTo>
                    <a:pt x="82453" y="22587"/>
                  </a:lnTo>
                  <a:lnTo>
                    <a:pt x="107646" y="22587"/>
                  </a:lnTo>
                  <a:lnTo>
                    <a:pt x="104891" y="19595"/>
                  </a:lnTo>
                  <a:lnTo>
                    <a:pt x="74614" y="19595"/>
                  </a:lnTo>
                  <a:lnTo>
                    <a:pt x="73654" y="19288"/>
                  </a:lnTo>
                  <a:close/>
                </a:path>
                <a:path w="291464" h="231140">
                  <a:moveTo>
                    <a:pt x="31538" y="19908"/>
                  </a:moveTo>
                  <a:lnTo>
                    <a:pt x="29408" y="21738"/>
                  </a:lnTo>
                  <a:lnTo>
                    <a:pt x="30634" y="21014"/>
                  </a:lnTo>
                  <a:lnTo>
                    <a:pt x="31538" y="19908"/>
                  </a:lnTo>
                  <a:close/>
                </a:path>
                <a:path w="291464" h="231140">
                  <a:moveTo>
                    <a:pt x="30634" y="21014"/>
                  </a:moveTo>
                  <a:lnTo>
                    <a:pt x="29408" y="21738"/>
                  </a:lnTo>
                  <a:lnTo>
                    <a:pt x="30043" y="21738"/>
                  </a:lnTo>
                  <a:lnTo>
                    <a:pt x="30634" y="21014"/>
                  </a:lnTo>
                  <a:close/>
                </a:path>
                <a:path w="291464" h="231140">
                  <a:moveTo>
                    <a:pt x="32509" y="19908"/>
                  </a:moveTo>
                  <a:lnTo>
                    <a:pt x="31538" y="19908"/>
                  </a:lnTo>
                  <a:lnTo>
                    <a:pt x="30634" y="21014"/>
                  </a:lnTo>
                  <a:lnTo>
                    <a:pt x="32509" y="19908"/>
                  </a:lnTo>
                  <a:close/>
                </a:path>
                <a:path w="291464" h="231140">
                  <a:moveTo>
                    <a:pt x="101289" y="15837"/>
                  </a:moveTo>
                  <a:lnTo>
                    <a:pt x="54721" y="15837"/>
                  </a:lnTo>
                  <a:lnTo>
                    <a:pt x="65090" y="17112"/>
                  </a:lnTo>
                  <a:lnTo>
                    <a:pt x="64832" y="17112"/>
                  </a:lnTo>
                  <a:lnTo>
                    <a:pt x="74614" y="19595"/>
                  </a:lnTo>
                  <a:lnTo>
                    <a:pt x="74434" y="19595"/>
                  </a:lnTo>
                  <a:lnTo>
                    <a:pt x="73654" y="19288"/>
                  </a:lnTo>
                  <a:lnTo>
                    <a:pt x="104608" y="19288"/>
                  </a:lnTo>
                  <a:lnTo>
                    <a:pt x="101910" y="16358"/>
                  </a:lnTo>
                  <a:lnTo>
                    <a:pt x="101289" y="15837"/>
                  </a:lnTo>
                  <a:close/>
                </a:path>
                <a:path w="291464" h="231140">
                  <a:moveTo>
                    <a:pt x="104608" y="19288"/>
                  </a:moveTo>
                  <a:lnTo>
                    <a:pt x="73654" y="19288"/>
                  </a:lnTo>
                  <a:lnTo>
                    <a:pt x="74614" y="19595"/>
                  </a:lnTo>
                  <a:lnTo>
                    <a:pt x="104891" y="19595"/>
                  </a:lnTo>
                  <a:lnTo>
                    <a:pt x="104608" y="19288"/>
                  </a:lnTo>
                  <a:close/>
                </a:path>
                <a:path w="291464" h="231140">
                  <a:moveTo>
                    <a:pt x="37249" y="17112"/>
                  </a:moveTo>
                  <a:lnTo>
                    <a:pt x="36977" y="17112"/>
                  </a:lnTo>
                  <a:lnTo>
                    <a:pt x="35270" y="17766"/>
                  </a:lnTo>
                  <a:lnTo>
                    <a:pt x="36347" y="17549"/>
                  </a:lnTo>
                  <a:lnTo>
                    <a:pt x="36508" y="17549"/>
                  </a:lnTo>
                  <a:lnTo>
                    <a:pt x="37249" y="17112"/>
                  </a:lnTo>
                  <a:close/>
                </a:path>
                <a:path w="291464" h="231140">
                  <a:moveTo>
                    <a:pt x="36508" y="17549"/>
                  </a:moveTo>
                  <a:lnTo>
                    <a:pt x="36347" y="17549"/>
                  </a:lnTo>
                  <a:lnTo>
                    <a:pt x="35270" y="17766"/>
                  </a:lnTo>
                  <a:lnTo>
                    <a:pt x="36140" y="17766"/>
                  </a:lnTo>
                  <a:lnTo>
                    <a:pt x="36508" y="17549"/>
                  </a:lnTo>
                  <a:close/>
                </a:path>
                <a:path w="291464" h="231140">
                  <a:moveTo>
                    <a:pt x="38515" y="17112"/>
                  </a:moveTo>
                  <a:lnTo>
                    <a:pt x="37249" y="17112"/>
                  </a:lnTo>
                  <a:lnTo>
                    <a:pt x="36508" y="17549"/>
                  </a:lnTo>
                  <a:lnTo>
                    <a:pt x="36347" y="17549"/>
                  </a:lnTo>
                  <a:lnTo>
                    <a:pt x="38515" y="17112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95253" y="9611555"/>
              <a:ext cx="437694" cy="3429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86325" y="9605700"/>
              <a:ext cx="185214" cy="2263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41839" y="9547058"/>
              <a:ext cx="169127" cy="17475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50410" y="9531092"/>
              <a:ext cx="405854" cy="2263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27497" y="10037885"/>
              <a:ext cx="875987" cy="52325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21479" y="2668678"/>
            <a:ext cx="6519545" cy="8001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sz="1700" spc="140" dirty="0">
                <a:solidFill>
                  <a:srgbClr val="167EFA"/>
                </a:solidFill>
                <a:latin typeface="Trebuchet MS"/>
                <a:cs typeface="Trebuchet MS"/>
              </a:rPr>
              <a:t>A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80" dirty="0">
                <a:solidFill>
                  <a:srgbClr val="167EFA"/>
                </a:solidFill>
                <a:latin typeface="Trebuchet MS"/>
                <a:cs typeface="Trebuchet MS"/>
              </a:rPr>
              <a:t>5-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digit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numbers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can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be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formed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using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167EFA"/>
                </a:solidFill>
                <a:latin typeface="Trebuchet MS"/>
                <a:cs typeface="Trebuchet MS"/>
              </a:rPr>
              <a:t>the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digits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60" dirty="0">
                <a:solidFill>
                  <a:srgbClr val="167EFA"/>
                </a:solidFill>
                <a:latin typeface="Trebuchet MS"/>
                <a:cs typeface="Trebuchet MS"/>
              </a:rPr>
              <a:t>1,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0" dirty="0">
                <a:solidFill>
                  <a:srgbClr val="167EFA"/>
                </a:solidFill>
                <a:latin typeface="Trebuchet MS"/>
                <a:cs typeface="Trebuchet MS"/>
              </a:rPr>
              <a:t>3,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40" dirty="0">
                <a:solidFill>
                  <a:srgbClr val="167EFA"/>
                </a:solidFill>
                <a:latin typeface="Trebuchet MS"/>
                <a:cs typeface="Trebuchet MS"/>
              </a:rPr>
              <a:t>5,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167EFA"/>
                </a:solidFill>
                <a:latin typeface="Trebuchet MS"/>
                <a:cs typeface="Trebuchet MS"/>
              </a:rPr>
              <a:t>6,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195" dirty="0">
                <a:solidFill>
                  <a:srgbClr val="167EFA"/>
                </a:solidFill>
                <a:latin typeface="Trebuchet MS"/>
                <a:cs typeface="Trebuchet MS"/>
              </a:rPr>
              <a:t>8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and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167EFA"/>
                </a:solidFill>
                <a:latin typeface="Trebuchet MS"/>
                <a:cs typeface="Trebuchet MS"/>
              </a:rPr>
              <a:t>U. </a:t>
            </a:r>
            <a:r>
              <a:rPr sz="1700" spc="105" dirty="0">
                <a:solidFill>
                  <a:srgbClr val="167EFA"/>
                </a:solidFill>
                <a:latin typeface="Trebuchet MS"/>
                <a:cs typeface="Trebuchet MS"/>
              </a:rPr>
              <a:t>No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0" dirty="0">
                <a:solidFill>
                  <a:srgbClr val="167EFA"/>
                </a:solidFill>
                <a:latin typeface="Trebuchet MS"/>
                <a:cs typeface="Trebuchet MS"/>
              </a:rPr>
              <a:t>digit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may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be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60" dirty="0">
                <a:solidFill>
                  <a:srgbClr val="167EFA"/>
                </a:solidFill>
                <a:latin typeface="Trebuchet MS"/>
                <a:cs typeface="Trebuchet MS"/>
              </a:rPr>
              <a:t>used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more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than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once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167EFA"/>
                </a:solidFill>
                <a:latin typeface="Trebuchet MS"/>
                <a:cs typeface="Trebuchet MS"/>
              </a:rPr>
              <a:t>in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any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120" dirty="0">
                <a:solidFill>
                  <a:srgbClr val="167EFA"/>
                </a:solidFill>
                <a:latin typeface="Trebuchet MS"/>
                <a:cs typeface="Trebuchet MS"/>
              </a:rPr>
              <a:t>5-</a:t>
            </a:r>
            <a:r>
              <a:rPr sz="1700" spc="-30" dirty="0">
                <a:solidFill>
                  <a:srgbClr val="167EFA"/>
                </a:solidFill>
                <a:latin typeface="Trebuchet MS"/>
                <a:cs typeface="Trebuchet MS"/>
              </a:rPr>
              <a:t>digit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167EFA"/>
                </a:solidFill>
                <a:latin typeface="Trebuchet MS"/>
                <a:cs typeface="Trebuchet MS"/>
              </a:rPr>
              <a:t>number.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167EFA"/>
                </a:solidFill>
                <a:latin typeface="Trebuchet MS"/>
                <a:cs typeface="Trebuchet MS"/>
              </a:rPr>
              <a:t>How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many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of</a:t>
            </a:r>
            <a:r>
              <a:rPr sz="1700" spc="-5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these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5-digit</a:t>
            </a:r>
            <a:r>
              <a:rPr sz="1700" spc="-5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numbers</a:t>
            </a:r>
            <a:r>
              <a:rPr sz="1700" spc="-5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167EFA"/>
                </a:solidFill>
                <a:latin typeface="Trebuchet MS"/>
                <a:cs typeface="Trebuchet MS"/>
              </a:rPr>
              <a:t>are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even</a:t>
            </a:r>
            <a:r>
              <a:rPr sz="1700" spc="-5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and</a:t>
            </a:r>
            <a:r>
              <a:rPr sz="1700" spc="-5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50" dirty="0">
                <a:solidFill>
                  <a:srgbClr val="167EFA"/>
                </a:solidFill>
                <a:latin typeface="Trebuchet MS"/>
                <a:cs typeface="Trebuchet MS"/>
              </a:rPr>
              <a:t>less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than</a:t>
            </a:r>
            <a:r>
              <a:rPr sz="1700" spc="-5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140" dirty="0">
                <a:solidFill>
                  <a:srgbClr val="167EFA"/>
                </a:solidFill>
                <a:latin typeface="Trebuchet MS"/>
                <a:cs typeface="Trebuchet MS"/>
              </a:rPr>
              <a:t>60000?</a:t>
            </a:r>
            <a:endParaRPr sz="170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0023" y="7025498"/>
            <a:ext cx="6519545" cy="8001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sz="1700" spc="140" dirty="0">
                <a:solidFill>
                  <a:srgbClr val="167EFA"/>
                </a:solidFill>
                <a:latin typeface="Trebuchet MS"/>
                <a:cs typeface="Trebuchet MS"/>
              </a:rPr>
              <a:t>A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80" dirty="0">
                <a:solidFill>
                  <a:srgbClr val="167EFA"/>
                </a:solidFill>
                <a:latin typeface="Trebuchet MS"/>
                <a:cs typeface="Trebuchet MS"/>
              </a:rPr>
              <a:t>5-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digit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numbers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can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be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formed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using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167EFA"/>
                </a:solidFill>
                <a:latin typeface="Trebuchet MS"/>
                <a:cs typeface="Trebuchet MS"/>
              </a:rPr>
              <a:t>the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digits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60" dirty="0">
                <a:solidFill>
                  <a:srgbClr val="167EFA"/>
                </a:solidFill>
                <a:latin typeface="Trebuchet MS"/>
                <a:cs typeface="Trebuchet MS"/>
              </a:rPr>
              <a:t>1,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0" dirty="0">
                <a:solidFill>
                  <a:srgbClr val="167EFA"/>
                </a:solidFill>
                <a:latin typeface="Trebuchet MS"/>
                <a:cs typeface="Trebuchet MS"/>
              </a:rPr>
              <a:t>3,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40" dirty="0">
                <a:solidFill>
                  <a:srgbClr val="167EFA"/>
                </a:solidFill>
                <a:latin typeface="Trebuchet MS"/>
                <a:cs typeface="Trebuchet MS"/>
              </a:rPr>
              <a:t>5,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167EFA"/>
                </a:solidFill>
                <a:latin typeface="Trebuchet MS"/>
                <a:cs typeface="Trebuchet MS"/>
              </a:rPr>
              <a:t>6,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195" dirty="0">
                <a:solidFill>
                  <a:srgbClr val="167EFA"/>
                </a:solidFill>
                <a:latin typeface="Trebuchet MS"/>
                <a:cs typeface="Trebuchet MS"/>
              </a:rPr>
              <a:t>8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and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167EFA"/>
                </a:solidFill>
                <a:latin typeface="Trebuchet MS"/>
                <a:cs typeface="Trebuchet MS"/>
              </a:rPr>
              <a:t>U. </a:t>
            </a:r>
            <a:r>
              <a:rPr sz="1700" spc="105" dirty="0">
                <a:solidFill>
                  <a:srgbClr val="167EFA"/>
                </a:solidFill>
                <a:latin typeface="Trebuchet MS"/>
                <a:cs typeface="Trebuchet MS"/>
              </a:rPr>
              <a:t>No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0" dirty="0">
                <a:solidFill>
                  <a:srgbClr val="167EFA"/>
                </a:solidFill>
                <a:latin typeface="Trebuchet MS"/>
                <a:cs typeface="Trebuchet MS"/>
              </a:rPr>
              <a:t>digit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may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be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60" dirty="0">
                <a:solidFill>
                  <a:srgbClr val="167EFA"/>
                </a:solidFill>
                <a:latin typeface="Trebuchet MS"/>
                <a:cs typeface="Trebuchet MS"/>
              </a:rPr>
              <a:t>used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more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than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once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167EFA"/>
                </a:solidFill>
                <a:latin typeface="Trebuchet MS"/>
                <a:cs typeface="Trebuchet MS"/>
              </a:rPr>
              <a:t>in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any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120" dirty="0">
                <a:solidFill>
                  <a:srgbClr val="167EFA"/>
                </a:solidFill>
                <a:latin typeface="Trebuchet MS"/>
                <a:cs typeface="Trebuchet MS"/>
              </a:rPr>
              <a:t>5-</a:t>
            </a:r>
            <a:r>
              <a:rPr sz="1700" spc="-30" dirty="0">
                <a:solidFill>
                  <a:srgbClr val="167EFA"/>
                </a:solidFill>
                <a:latin typeface="Trebuchet MS"/>
                <a:cs typeface="Trebuchet MS"/>
              </a:rPr>
              <a:t>digit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167EFA"/>
                </a:solidFill>
                <a:latin typeface="Trebuchet MS"/>
                <a:cs typeface="Trebuchet MS"/>
              </a:rPr>
              <a:t>number.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167EFA"/>
                </a:solidFill>
                <a:latin typeface="Trebuchet MS"/>
                <a:cs typeface="Trebuchet MS"/>
              </a:rPr>
              <a:t>How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many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of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these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5-digit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numbers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167EFA"/>
                </a:solidFill>
                <a:latin typeface="Trebuchet MS"/>
                <a:cs typeface="Trebuchet MS"/>
              </a:rPr>
              <a:t>are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50" dirty="0">
                <a:solidFill>
                  <a:srgbClr val="167EFA"/>
                </a:solidFill>
                <a:latin typeface="Trebuchet MS"/>
                <a:cs typeface="Trebuchet MS"/>
              </a:rPr>
              <a:t>odd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and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50" dirty="0">
                <a:solidFill>
                  <a:srgbClr val="167EFA"/>
                </a:solidFill>
                <a:latin typeface="Trebuchet MS"/>
                <a:cs typeface="Trebuchet MS"/>
              </a:rPr>
              <a:t>less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than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140" dirty="0">
                <a:solidFill>
                  <a:srgbClr val="167EFA"/>
                </a:solidFill>
                <a:latin typeface="Trebuchet MS"/>
                <a:cs typeface="Trebuchet MS"/>
              </a:rPr>
              <a:t>60000?</a:t>
            </a:r>
            <a:endParaRPr sz="1700" dirty="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0624" y="57122"/>
            <a:ext cx="3637279" cy="482600"/>
            <a:chOff x="230624" y="57122"/>
            <a:chExt cx="3637279" cy="482600"/>
          </a:xfrm>
        </p:grpSpPr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0624" y="156573"/>
              <a:ext cx="164349" cy="3333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6003" y="158593"/>
              <a:ext cx="3621416" cy="38082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99971" y="57122"/>
              <a:ext cx="657489" cy="44541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43103" y="327846"/>
              <a:ext cx="98120" cy="14895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14749" y="130966"/>
              <a:ext cx="495806" cy="366422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02976" y="722061"/>
            <a:ext cx="529812" cy="25782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07017" y="698902"/>
            <a:ext cx="1008716" cy="491919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2051871" y="972883"/>
            <a:ext cx="53975" cy="156210"/>
          </a:xfrm>
          <a:custGeom>
            <a:avLst/>
            <a:gdLst/>
            <a:ahLst/>
            <a:cxnLst/>
            <a:rect l="l" t="t" r="r" b="b"/>
            <a:pathLst>
              <a:path w="53975" h="156209">
                <a:moveTo>
                  <a:pt x="47613" y="0"/>
                </a:moveTo>
                <a:lnTo>
                  <a:pt x="44357" y="0"/>
                </a:lnTo>
                <a:lnTo>
                  <a:pt x="43458" y="231"/>
                </a:lnTo>
                <a:lnTo>
                  <a:pt x="12077" y="59955"/>
                </a:lnTo>
                <a:lnTo>
                  <a:pt x="3168" y="101657"/>
                </a:lnTo>
                <a:lnTo>
                  <a:pt x="0" y="131211"/>
                </a:lnTo>
                <a:lnTo>
                  <a:pt x="1566" y="149202"/>
                </a:lnTo>
                <a:lnTo>
                  <a:pt x="8073" y="155748"/>
                </a:lnTo>
                <a:lnTo>
                  <a:pt x="10979" y="155748"/>
                </a:lnTo>
                <a:lnTo>
                  <a:pt x="15898" y="131211"/>
                </a:lnTo>
                <a:lnTo>
                  <a:pt x="15918" y="129622"/>
                </a:lnTo>
                <a:lnTo>
                  <a:pt x="16077" y="129622"/>
                </a:lnTo>
                <a:lnTo>
                  <a:pt x="18852" y="104988"/>
                </a:lnTo>
                <a:lnTo>
                  <a:pt x="18939" y="104218"/>
                </a:lnTo>
                <a:lnTo>
                  <a:pt x="19360" y="102428"/>
                </a:lnTo>
                <a:lnTo>
                  <a:pt x="27422" y="64569"/>
                </a:lnTo>
                <a:lnTo>
                  <a:pt x="27492" y="64243"/>
                </a:lnTo>
                <a:lnTo>
                  <a:pt x="27559" y="63929"/>
                </a:lnTo>
                <a:lnTo>
                  <a:pt x="28590" y="60598"/>
                </a:lnTo>
                <a:lnTo>
                  <a:pt x="36427" y="34579"/>
                </a:lnTo>
                <a:lnTo>
                  <a:pt x="36239" y="34579"/>
                </a:lnTo>
                <a:lnTo>
                  <a:pt x="36652" y="33833"/>
                </a:lnTo>
                <a:lnTo>
                  <a:pt x="36898" y="33014"/>
                </a:lnTo>
                <a:lnTo>
                  <a:pt x="37104" y="33014"/>
                </a:lnTo>
                <a:lnTo>
                  <a:pt x="40416" y="27026"/>
                </a:lnTo>
                <a:lnTo>
                  <a:pt x="40484" y="26838"/>
                </a:lnTo>
                <a:lnTo>
                  <a:pt x="40707" y="26501"/>
                </a:lnTo>
                <a:lnTo>
                  <a:pt x="45835" y="20008"/>
                </a:lnTo>
                <a:lnTo>
                  <a:pt x="46983" y="18757"/>
                </a:lnTo>
                <a:lnTo>
                  <a:pt x="52634" y="12439"/>
                </a:lnTo>
                <a:lnTo>
                  <a:pt x="53163" y="11543"/>
                </a:lnTo>
                <a:lnTo>
                  <a:pt x="53778" y="9787"/>
                </a:lnTo>
                <a:lnTo>
                  <a:pt x="53893" y="6395"/>
                </a:lnTo>
                <a:lnTo>
                  <a:pt x="53634" y="5387"/>
                </a:lnTo>
                <a:lnTo>
                  <a:pt x="52715" y="3477"/>
                </a:lnTo>
                <a:lnTo>
                  <a:pt x="52090" y="2645"/>
                </a:lnTo>
                <a:lnTo>
                  <a:pt x="50510" y="1230"/>
                </a:lnTo>
                <a:lnTo>
                  <a:pt x="49614" y="702"/>
                </a:lnTo>
                <a:lnTo>
                  <a:pt x="47613" y="0"/>
                </a:lnTo>
                <a:close/>
              </a:path>
              <a:path w="53975" h="156209">
                <a:moveTo>
                  <a:pt x="36652" y="33833"/>
                </a:moveTo>
                <a:lnTo>
                  <a:pt x="36239" y="34579"/>
                </a:lnTo>
                <a:lnTo>
                  <a:pt x="36427" y="34579"/>
                </a:lnTo>
                <a:lnTo>
                  <a:pt x="36652" y="33833"/>
                </a:lnTo>
                <a:close/>
              </a:path>
              <a:path w="53975" h="156209">
                <a:moveTo>
                  <a:pt x="37104" y="33014"/>
                </a:moveTo>
                <a:lnTo>
                  <a:pt x="36898" y="33014"/>
                </a:lnTo>
                <a:lnTo>
                  <a:pt x="36652" y="33833"/>
                </a:lnTo>
                <a:lnTo>
                  <a:pt x="37104" y="33014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209938" y="752445"/>
            <a:ext cx="839859" cy="359934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3167975" y="980370"/>
            <a:ext cx="41275" cy="178435"/>
          </a:xfrm>
          <a:custGeom>
            <a:avLst/>
            <a:gdLst/>
            <a:ahLst/>
            <a:cxnLst/>
            <a:rect l="l" t="t" r="r" b="b"/>
            <a:pathLst>
              <a:path w="41275" h="178434">
                <a:moveTo>
                  <a:pt x="33618" y="0"/>
                </a:moveTo>
                <a:lnTo>
                  <a:pt x="32238" y="0"/>
                </a:lnTo>
                <a:lnTo>
                  <a:pt x="29790" y="612"/>
                </a:lnTo>
                <a:lnTo>
                  <a:pt x="29974" y="612"/>
                </a:lnTo>
                <a:lnTo>
                  <a:pt x="29241" y="957"/>
                </a:lnTo>
                <a:lnTo>
                  <a:pt x="27537" y="2221"/>
                </a:lnTo>
                <a:lnTo>
                  <a:pt x="26838" y="2990"/>
                </a:lnTo>
                <a:lnTo>
                  <a:pt x="22870" y="9602"/>
                </a:lnTo>
                <a:lnTo>
                  <a:pt x="22151" y="11219"/>
                </a:lnTo>
                <a:lnTo>
                  <a:pt x="22077" y="11384"/>
                </a:lnTo>
                <a:lnTo>
                  <a:pt x="19036" y="21365"/>
                </a:lnTo>
                <a:lnTo>
                  <a:pt x="18749" y="22719"/>
                </a:lnTo>
                <a:lnTo>
                  <a:pt x="16451" y="41394"/>
                </a:lnTo>
                <a:lnTo>
                  <a:pt x="9630" y="106196"/>
                </a:lnTo>
                <a:lnTo>
                  <a:pt x="4842" y="142610"/>
                </a:lnTo>
                <a:lnTo>
                  <a:pt x="0" y="169602"/>
                </a:lnTo>
                <a:lnTo>
                  <a:pt x="20" y="170642"/>
                </a:lnTo>
                <a:lnTo>
                  <a:pt x="410" y="172427"/>
                </a:lnTo>
                <a:lnTo>
                  <a:pt x="7688" y="178029"/>
                </a:lnTo>
                <a:lnTo>
                  <a:pt x="8635" y="178029"/>
                </a:lnTo>
                <a:lnTo>
                  <a:pt x="10353" y="177655"/>
                </a:lnTo>
                <a:lnTo>
                  <a:pt x="10577" y="177655"/>
                </a:lnTo>
                <a:lnTo>
                  <a:pt x="15629" y="172713"/>
                </a:lnTo>
                <a:lnTo>
                  <a:pt x="15741" y="172427"/>
                </a:lnTo>
                <a:lnTo>
                  <a:pt x="20645" y="145069"/>
                </a:lnTo>
                <a:lnTo>
                  <a:pt x="25516" y="108079"/>
                </a:lnTo>
                <a:lnTo>
                  <a:pt x="32346" y="43207"/>
                </a:lnTo>
                <a:lnTo>
                  <a:pt x="34458" y="26028"/>
                </a:lnTo>
                <a:lnTo>
                  <a:pt x="34539" y="25366"/>
                </a:lnTo>
                <a:lnTo>
                  <a:pt x="34625" y="24673"/>
                </a:lnTo>
                <a:lnTo>
                  <a:pt x="35346" y="22719"/>
                </a:lnTo>
                <a:lnTo>
                  <a:pt x="36836" y="17832"/>
                </a:lnTo>
                <a:lnTo>
                  <a:pt x="36587" y="17832"/>
                </a:lnTo>
                <a:lnTo>
                  <a:pt x="37379" y="16047"/>
                </a:lnTo>
                <a:lnTo>
                  <a:pt x="37657" y="16047"/>
                </a:lnTo>
                <a:lnTo>
                  <a:pt x="40453" y="11384"/>
                </a:lnTo>
                <a:lnTo>
                  <a:pt x="40552" y="11219"/>
                </a:lnTo>
                <a:lnTo>
                  <a:pt x="40902" y="10240"/>
                </a:lnTo>
                <a:lnTo>
                  <a:pt x="41215" y="8141"/>
                </a:lnTo>
                <a:lnTo>
                  <a:pt x="41164" y="7103"/>
                </a:lnTo>
                <a:lnTo>
                  <a:pt x="35375" y="261"/>
                </a:lnTo>
                <a:lnTo>
                  <a:pt x="33618" y="0"/>
                </a:lnTo>
                <a:close/>
              </a:path>
              <a:path w="41275" h="178434">
                <a:moveTo>
                  <a:pt x="37379" y="16047"/>
                </a:moveTo>
                <a:lnTo>
                  <a:pt x="36587" y="17832"/>
                </a:lnTo>
                <a:lnTo>
                  <a:pt x="37093" y="16988"/>
                </a:lnTo>
                <a:lnTo>
                  <a:pt x="37379" y="16047"/>
                </a:lnTo>
                <a:close/>
              </a:path>
              <a:path w="41275" h="178434">
                <a:moveTo>
                  <a:pt x="37093" y="16988"/>
                </a:moveTo>
                <a:lnTo>
                  <a:pt x="36587" y="17832"/>
                </a:lnTo>
                <a:lnTo>
                  <a:pt x="36836" y="17832"/>
                </a:lnTo>
                <a:lnTo>
                  <a:pt x="37093" y="16988"/>
                </a:lnTo>
                <a:close/>
              </a:path>
              <a:path w="41275" h="178434">
                <a:moveTo>
                  <a:pt x="37657" y="16047"/>
                </a:moveTo>
                <a:lnTo>
                  <a:pt x="37379" y="16047"/>
                </a:lnTo>
                <a:lnTo>
                  <a:pt x="37093" y="16988"/>
                </a:lnTo>
                <a:lnTo>
                  <a:pt x="37657" y="16047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26719" y="790780"/>
            <a:ext cx="588779" cy="25047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81227" y="1399567"/>
            <a:ext cx="393731" cy="310631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178524" y="1455533"/>
            <a:ext cx="102870" cy="19050"/>
          </a:xfrm>
          <a:custGeom>
            <a:avLst/>
            <a:gdLst/>
            <a:ahLst/>
            <a:cxnLst/>
            <a:rect l="l" t="t" r="r" b="b"/>
            <a:pathLst>
              <a:path w="102870" h="19050">
                <a:moveTo>
                  <a:pt x="88663" y="1272"/>
                </a:moveTo>
                <a:lnTo>
                  <a:pt x="78348" y="1703"/>
                </a:lnTo>
                <a:lnTo>
                  <a:pt x="23295" y="1703"/>
                </a:lnTo>
                <a:lnTo>
                  <a:pt x="12585" y="2066"/>
                </a:lnTo>
                <a:lnTo>
                  <a:pt x="0" y="8970"/>
                </a:lnTo>
                <a:lnTo>
                  <a:pt x="38" y="12117"/>
                </a:lnTo>
                <a:lnTo>
                  <a:pt x="6589" y="18421"/>
                </a:lnTo>
                <a:lnTo>
                  <a:pt x="8543" y="18421"/>
                </a:lnTo>
                <a:lnTo>
                  <a:pt x="13581" y="18034"/>
                </a:lnTo>
                <a:lnTo>
                  <a:pt x="22987" y="17717"/>
                </a:lnTo>
                <a:lnTo>
                  <a:pt x="78210" y="17717"/>
                </a:lnTo>
                <a:lnTo>
                  <a:pt x="90140" y="17222"/>
                </a:lnTo>
                <a:lnTo>
                  <a:pt x="102649" y="6954"/>
                </a:lnTo>
                <a:lnTo>
                  <a:pt x="102172" y="5046"/>
                </a:lnTo>
                <a:lnTo>
                  <a:pt x="101727" y="4105"/>
                </a:lnTo>
                <a:lnTo>
                  <a:pt x="100579" y="2555"/>
                </a:lnTo>
                <a:lnTo>
                  <a:pt x="100465" y="2401"/>
                </a:lnTo>
                <a:lnTo>
                  <a:pt x="99695" y="1703"/>
                </a:lnTo>
                <a:lnTo>
                  <a:pt x="99307" y="1470"/>
                </a:lnTo>
                <a:lnTo>
                  <a:pt x="87867" y="1470"/>
                </a:lnTo>
                <a:lnTo>
                  <a:pt x="88663" y="1272"/>
                </a:lnTo>
                <a:close/>
              </a:path>
              <a:path w="102870" h="19050">
                <a:moveTo>
                  <a:pt x="95140" y="0"/>
                </a:moveTo>
                <a:lnTo>
                  <a:pt x="93760" y="0"/>
                </a:lnTo>
                <a:lnTo>
                  <a:pt x="87867" y="1470"/>
                </a:lnTo>
                <a:lnTo>
                  <a:pt x="89240" y="1272"/>
                </a:lnTo>
                <a:lnTo>
                  <a:pt x="98976" y="1272"/>
                </a:lnTo>
                <a:lnTo>
                  <a:pt x="97876" y="612"/>
                </a:lnTo>
                <a:lnTo>
                  <a:pt x="96897" y="261"/>
                </a:lnTo>
                <a:lnTo>
                  <a:pt x="95140" y="0"/>
                </a:lnTo>
                <a:close/>
              </a:path>
              <a:path w="102870" h="19050">
                <a:moveTo>
                  <a:pt x="98976" y="1272"/>
                </a:moveTo>
                <a:lnTo>
                  <a:pt x="89240" y="1272"/>
                </a:lnTo>
                <a:lnTo>
                  <a:pt x="87867" y="1470"/>
                </a:lnTo>
                <a:lnTo>
                  <a:pt x="99307" y="1470"/>
                </a:lnTo>
                <a:lnTo>
                  <a:pt x="98976" y="1272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71312" y="1313788"/>
            <a:ext cx="591617" cy="26394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42368" y="1313820"/>
            <a:ext cx="595879" cy="23304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580552" y="1306399"/>
            <a:ext cx="581152" cy="22956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402229" y="1290803"/>
            <a:ext cx="387613" cy="439339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3877119" y="1271663"/>
            <a:ext cx="118110" cy="262890"/>
          </a:xfrm>
          <a:custGeom>
            <a:avLst/>
            <a:gdLst/>
            <a:ahLst/>
            <a:cxnLst/>
            <a:rect l="l" t="t" r="r" b="b"/>
            <a:pathLst>
              <a:path w="118110" h="262890">
                <a:moveTo>
                  <a:pt x="16002" y="86512"/>
                </a:moveTo>
                <a:lnTo>
                  <a:pt x="9055" y="79578"/>
                </a:lnTo>
                <a:lnTo>
                  <a:pt x="6946" y="79578"/>
                </a:lnTo>
                <a:lnTo>
                  <a:pt x="0" y="86512"/>
                </a:lnTo>
                <a:lnTo>
                  <a:pt x="0" y="88633"/>
                </a:lnTo>
                <a:lnTo>
                  <a:pt x="6946" y="95567"/>
                </a:lnTo>
                <a:lnTo>
                  <a:pt x="9055" y="95567"/>
                </a:lnTo>
                <a:lnTo>
                  <a:pt x="16002" y="88633"/>
                </a:lnTo>
                <a:lnTo>
                  <a:pt x="16002" y="87566"/>
                </a:lnTo>
                <a:lnTo>
                  <a:pt x="16002" y="86512"/>
                </a:lnTo>
                <a:close/>
              </a:path>
              <a:path w="118110" h="262890">
                <a:moveTo>
                  <a:pt x="35369" y="251244"/>
                </a:moveTo>
                <a:lnTo>
                  <a:pt x="28384" y="243205"/>
                </a:lnTo>
                <a:lnTo>
                  <a:pt x="27508" y="243205"/>
                </a:lnTo>
                <a:lnTo>
                  <a:pt x="27508" y="251904"/>
                </a:lnTo>
                <a:lnTo>
                  <a:pt x="27279" y="249135"/>
                </a:lnTo>
                <a:lnTo>
                  <a:pt x="26276" y="249135"/>
                </a:lnTo>
                <a:lnTo>
                  <a:pt x="26162" y="248894"/>
                </a:lnTo>
                <a:lnTo>
                  <a:pt x="27076" y="248894"/>
                </a:lnTo>
                <a:lnTo>
                  <a:pt x="27228" y="249059"/>
                </a:lnTo>
                <a:lnTo>
                  <a:pt x="27457" y="251244"/>
                </a:lnTo>
                <a:lnTo>
                  <a:pt x="27508" y="251904"/>
                </a:lnTo>
                <a:lnTo>
                  <a:pt x="27508" y="243205"/>
                </a:lnTo>
                <a:lnTo>
                  <a:pt x="26911" y="243205"/>
                </a:lnTo>
                <a:lnTo>
                  <a:pt x="26911" y="220357"/>
                </a:lnTo>
                <a:lnTo>
                  <a:pt x="28689" y="179133"/>
                </a:lnTo>
                <a:lnTo>
                  <a:pt x="28956" y="177673"/>
                </a:lnTo>
                <a:lnTo>
                  <a:pt x="29019" y="177495"/>
                </a:lnTo>
                <a:lnTo>
                  <a:pt x="32791" y="169684"/>
                </a:lnTo>
                <a:lnTo>
                  <a:pt x="32600" y="168656"/>
                </a:lnTo>
                <a:lnTo>
                  <a:pt x="28867" y="163703"/>
                </a:lnTo>
                <a:lnTo>
                  <a:pt x="28867" y="177114"/>
                </a:lnTo>
                <a:lnTo>
                  <a:pt x="28816" y="177673"/>
                </a:lnTo>
                <a:lnTo>
                  <a:pt x="28638" y="178155"/>
                </a:lnTo>
                <a:lnTo>
                  <a:pt x="28740" y="177673"/>
                </a:lnTo>
                <a:lnTo>
                  <a:pt x="28790" y="177495"/>
                </a:lnTo>
                <a:lnTo>
                  <a:pt x="28867" y="177114"/>
                </a:lnTo>
                <a:lnTo>
                  <a:pt x="28867" y="163703"/>
                </a:lnTo>
                <a:lnTo>
                  <a:pt x="26962" y="162877"/>
                </a:lnTo>
                <a:lnTo>
                  <a:pt x="25946" y="162661"/>
                </a:lnTo>
                <a:lnTo>
                  <a:pt x="23672" y="162661"/>
                </a:lnTo>
                <a:lnTo>
                  <a:pt x="22529" y="162877"/>
                </a:lnTo>
                <a:lnTo>
                  <a:pt x="22669" y="162877"/>
                </a:lnTo>
                <a:lnTo>
                  <a:pt x="19011" y="164338"/>
                </a:lnTo>
                <a:lnTo>
                  <a:pt x="10909" y="220357"/>
                </a:lnTo>
                <a:lnTo>
                  <a:pt x="10998" y="246316"/>
                </a:lnTo>
                <a:lnTo>
                  <a:pt x="21145" y="262597"/>
                </a:lnTo>
                <a:lnTo>
                  <a:pt x="21945" y="262597"/>
                </a:lnTo>
                <a:lnTo>
                  <a:pt x="23317" y="262331"/>
                </a:lnTo>
                <a:lnTo>
                  <a:pt x="23545" y="262331"/>
                </a:lnTo>
                <a:lnTo>
                  <a:pt x="35318" y="251904"/>
                </a:lnTo>
                <a:lnTo>
                  <a:pt x="35369" y="251244"/>
                </a:lnTo>
                <a:close/>
              </a:path>
              <a:path w="118110" h="262890">
                <a:moveTo>
                  <a:pt x="117513" y="128930"/>
                </a:moveTo>
                <a:lnTo>
                  <a:pt x="111696" y="121793"/>
                </a:lnTo>
                <a:lnTo>
                  <a:pt x="107251" y="121793"/>
                </a:lnTo>
                <a:lnTo>
                  <a:pt x="92214" y="128473"/>
                </a:lnTo>
                <a:lnTo>
                  <a:pt x="81165" y="129997"/>
                </a:lnTo>
                <a:lnTo>
                  <a:pt x="80822" y="129997"/>
                </a:lnTo>
                <a:lnTo>
                  <a:pt x="80606" y="130022"/>
                </a:lnTo>
                <a:lnTo>
                  <a:pt x="80606" y="34137"/>
                </a:lnTo>
                <a:lnTo>
                  <a:pt x="80213" y="12852"/>
                </a:lnTo>
                <a:lnTo>
                  <a:pt x="80149" y="11252"/>
                </a:lnTo>
                <a:lnTo>
                  <a:pt x="79679" y="6565"/>
                </a:lnTo>
                <a:lnTo>
                  <a:pt x="79629" y="6007"/>
                </a:lnTo>
                <a:lnTo>
                  <a:pt x="73431" y="0"/>
                </a:lnTo>
                <a:lnTo>
                  <a:pt x="69926" y="0"/>
                </a:lnTo>
                <a:lnTo>
                  <a:pt x="63817" y="6565"/>
                </a:lnTo>
                <a:lnTo>
                  <a:pt x="63817" y="8648"/>
                </a:lnTo>
                <a:lnTo>
                  <a:pt x="64071" y="11252"/>
                </a:lnTo>
                <a:lnTo>
                  <a:pt x="64135" y="11899"/>
                </a:lnTo>
                <a:lnTo>
                  <a:pt x="64211" y="12852"/>
                </a:lnTo>
                <a:lnTo>
                  <a:pt x="64604" y="34137"/>
                </a:lnTo>
                <a:lnTo>
                  <a:pt x="64604" y="130771"/>
                </a:lnTo>
                <a:lnTo>
                  <a:pt x="57213" y="130771"/>
                </a:lnTo>
                <a:lnTo>
                  <a:pt x="56273" y="130962"/>
                </a:lnTo>
                <a:lnTo>
                  <a:pt x="50355" y="137693"/>
                </a:lnTo>
                <a:lnTo>
                  <a:pt x="50355" y="139814"/>
                </a:lnTo>
                <a:lnTo>
                  <a:pt x="54546" y="145897"/>
                </a:lnTo>
                <a:lnTo>
                  <a:pt x="54698" y="145897"/>
                </a:lnTo>
                <a:lnTo>
                  <a:pt x="56273" y="146545"/>
                </a:lnTo>
                <a:lnTo>
                  <a:pt x="57302" y="146761"/>
                </a:lnTo>
                <a:lnTo>
                  <a:pt x="64604" y="146761"/>
                </a:lnTo>
                <a:lnTo>
                  <a:pt x="64617" y="163347"/>
                </a:lnTo>
                <a:lnTo>
                  <a:pt x="65862" y="201422"/>
                </a:lnTo>
                <a:lnTo>
                  <a:pt x="65900" y="202806"/>
                </a:lnTo>
                <a:lnTo>
                  <a:pt x="67513" y="221246"/>
                </a:lnTo>
                <a:lnTo>
                  <a:pt x="77851" y="247510"/>
                </a:lnTo>
                <a:lnTo>
                  <a:pt x="78765" y="247510"/>
                </a:lnTo>
                <a:lnTo>
                  <a:pt x="86550" y="239179"/>
                </a:lnTo>
                <a:lnTo>
                  <a:pt x="83642" y="221869"/>
                </a:lnTo>
                <a:lnTo>
                  <a:pt x="83540" y="221246"/>
                </a:lnTo>
                <a:lnTo>
                  <a:pt x="81965" y="202806"/>
                </a:lnTo>
                <a:lnTo>
                  <a:pt x="81838" y="201422"/>
                </a:lnTo>
                <a:lnTo>
                  <a:pt x="80619" y="163347"/>
                </a:lnTo>
                <a:lnTo>
                  <a:pt x="80606" y="146050"/>
                </a:lnTo>
                <a:lnTo>
                  <a:pt x="82778" y="145897"/>
                </a:lnTo>
                <a:lnTo>
                  <a:pt x="82918" y="145897"/>
                </a:lnTo>
                <a:lnTo>
                  <a:pt x="95529" y="144170"/>
                </a:lnTo>
                <a:lnTo>
                  <a:pt x="97282" y="143662"/>
                </a:lnTo>
                <a:lnTo>
                  <a:pt x="97421" y="143662"/>
                </a:lnTo>
                <a:lnTo>
                  <a:pt x="113753" y="136398"/>
                </a:lnTo>
                <a:lnTo>
                  <a:pt x="117487" y="130771"/>
                </a:lnTo>
                <a:lnTo>
                  <a:pt x="117513" y="128930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236317" y="1404193"/>
            <a:ext cx="151775" cy="195370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88700" y="2330358"/>
            <a:ext cx="332540" cy="27678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01218" y="2336687"/>
            <a:ext cx="649485" cy="404371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985391" y="2341117"/>
            <a:ext cx="523936" cy="468716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207903" y="6560496"/>
            <a:ext cx="1974214" cy="567055"/>
            <a:chOff x="207903" y="6560496"/>
            <a:chExt cx="1974214" cy="567055"/>
          </a:xfrm>
        </p:grpSpPr>
        <p:pic>
          <p:nvPicPr>
            <p:cNvPr id="45" name="object 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13202" y="6573534"/>
              <a:ext cx="559341" cy="30572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52898" y="6560496"/>
              <a:ext cx="32384" cy="282575"/>
            </a:xfrm>
            <a:custGeom>
              <a:avLst/>
              <a:gdLst/>
              <a:ahLst/>
              <a:cxnLst/>
              <a:rect l="l" t="t" r="r" b="b"/>
              <a:pathLst>
                <a:path w="32384" h="282575">
                  <a:moveTo>
                    <a:pt x="23439" y="0"/>
                  </a:moveTo>
                  <a:lnTo>
                    <a:pt x="20028" y="0"/>
                  </a:lnTo>
                  <a:lnTo>
                    <a:pt x="18268" y="548"/>
                  </a:lnTo>
                  <a:lnTo>
                    <a:pt x="13177" y="14147"/>
                  </a:lnTo>
                  <a:lnTo>
                    <a:pt x="14146" y="40756"/>
                  </a:lnTo>
                  <a:lnTo>
                    <a:pt x="14178" y="41630"/>
                  </a:lnTo>
                  <a:lnTo>
                    <a:pt x="16202" y="77619"/>
                  </a:lnTo>
                  <a:lnTo>
                    <a:pt x="14085" y="110150"/>
                  </a:lnTo>
                  <a:lnTo>
                    <a:pt x="6627" y="179802"/>
                  </a:lnTo>
                  <a:lnTo>
                    <a:pt x="316" y="246077"/>
                  </a:lnTo>
                  <a:lnTo>
                    <a:pt x="264" y="247594"/>
                  </a:lnTo>
                  <a:lnTo>
                    <a:pt x="0" y="261797"/>
                  </a:lnTo>
                  <a:lnTo>
                    <a:pt x="83" y="264641"/>
                  </a:lnTo>
                  <a:lnTo>
                    <a:pt x="17026" y="282468"/>
                  </a:lnTo>
                  <a:lnTo>
                    <a:pt x="18755" y="282468"/>
                  </a:lnTo>
                  <a:lnTo>
                    <a:pt x="25606" y="273347"/>
                  </a:lnTo>
                  <a:lnTo>
                    <a:pt x="25034" y="271305"/>
                  </a:lnTo>
                  <a:lnTo>
                    <a:pt x="24563" y="270377"/>
                  </a:lnTo>
                  <a:lnTo>
                    <a:pt x="23254" y="268709"/>
                  </a:lnTo>
                  <a:lnTo>
                    <a:pt x="22464" y="268032"/>
                  </a:lnTo>
                  <a:lnTo>
                    <a:pt x="17349" y="268032"/>
                  </a:lnTo>
                  <a:lnTo>
                    <a:pt x="13461" y="262966"/>
                  </a:lnTo>
                  <a:lnTo>
                    <a:pt x="15846" y="262966"/>
                  </a:lnTo>
                  <a:lnTo>
                    <a:pt x="15710" y="261797"/>
                  </a:lnTo>
                  <a:lnTo>
                    <a:pt x="15999" y="261797"/>
                  </a:lnTo>
                  <a:lnTo>
                    <a:pt x="16263" y="247594"/>
                  </a:lnTo>
                  <a:lnTo>
                    <a:pt x="16384" y="246077"/>
                  </a:lnTo>
                  <a:lnTo>
                    <a:pt x="22543" y="181411"/>
                  </a:lnTo>
                  <a:lnTo>
                    <a:pt x="30019" y="111525"/>
                  </a:lnTo>
                  <a:lnTo>
                    <a:pt x="32165" y="78574"/>
                  </a:lnTo>
                  <a:lnTo>
                    <a:pt x="32170" y="77619"/>
                  </a:lnTo>
                  <a:lnTo>
                    <a:pt x="30198" y="41630"/>
                  </a:lnTo>
                  <a:lnTo>
                    <a:pt x="30152" y="40756"/>
                  </a:lnTo>
                  <a:lnTo>
                    <a:pt x="29184" y="14147"/>
                  </a:lnTo>
                  <a:lnTo>
                    <a:pt x="29251" y="12696"/>
                  </a:lnTo>
                  <a:lnTo>
                    <a:pt x="29625" y="8591"/>
                  </a:lnTo>
                  <a:lnTo>
                    <a:pt x="29609" y="6501"/>
                  </a:lnTo>
                  <a:lnTo>
                    <a:pt x="24437" y="294"/>
                  </a:lnTo>
                  <a:lnTo>
                    <a:pt x="23439" y="0"/>
                  </a:lnTo>
                  <a:close/>
                </a:path>
                <a:path w="32384" h="282575">
                  <a:moveTo>
                    <a:pt x="13461" y="262966"/>
                  </a:moveTo>
                  <a:lnTo>
                    <a:pt x="17349" y="268032"/>
                  </a:lnTo>
                  <a:lnTo>
                    <a:pt x="16728" y="265769"/>
                  </a:lnTo>
                  <a:lnTo>
                    <a:pt x="16439" y="264641"/>
                  </a:lnTo>
                  <a:lnTo>
                    <a:pt x="13461" y="262966"/>
                  </a:lnTo>
                  <a:close/>
                </a:path>
                <a:path w="32384" h="282575">
                  <a:moveTo>
                    <a:pt x="16439" y="264641"/>
                  </a:moveTo>
                  <a:lnTo>
                    <a:pt x="17308" y="268032"/>
                  </a:lnTo>
                  <a:lnTo>
                    <a:pt x="22464" y="268032"/>
                  </a:lnTo>
                  <a:lnTo>
                    <a:pt x="16439" y="264641"/>
                  </a:lnTo>
                  <a:close/>
                </a:path>
                <a:path w="32384" h="282575">
                  <a:moveTo>
                    <a:pt x="15846" y="262966"/>
                  </a:moveTo>
                  <a:lnTo>
                    <a:pt x="13461" y="262966"/>
                  </a:lnTo>
                  <a:lnTo>
                    <a:pt x="16439" y="264641"/>
                  </a:lnTo>
                  <a:lnTo>
                    <a:pt x="16258" y="263933"/>
                  </a:lnTo>
                  <a:lnTo>
                    <a:pt x="15959" y="263933"/>
                  </a:lnTo>
                  <a:lnTo>
                    <a:pt x="15846" y="262966"/>
                  </a:lnTo>
                  <a:close/>
                </a:path>
                <a:path w="32384" h="282575">
                  <a:moveTo>
                    <a:pt x="16009" y="262966"/>
                  </a:moveTo>
                  <a:lnTo>
                    <a:pt x="15959" y="263933"/>
                  </a:lnTo>
                  <a:lnTo>
                    <a:pt x="16258" y="263933"/>
                  </a:lnTo>
                  <a:lnTo>
                    <a:pt x="16009" y="262966"/>
                  </a:lnTo>
                  <a:close/>
                </a:path>
                <a:path w="32384" h="282575">
                  <a:moveTo>
                    <a:pt x="15710" y="261797"/>
                  </a:moveTo>
                  <a:lnTo>
                    <a:pt x="15846" y="262966"/>
                  </a:lnTo>
                  <a:lnTo>
                    <a:pt x="15924" y="263636"/>
                  </a:lnTo>
                  <a:lnTo>
                    <a:pt x="15977" y="262966"/>
                  </a:lnTo>
                  <a:lnTo>
                    <a:pt x="15710" y="261797"/>
                  </a:lnTo>
                  <a:close/>
                </a:path>
                <a:path w="32384" h="282575">
                  <a:moveTo>
                    <a:pt x="15999" y="261797"/>
                  </a:moveTo>
                  <a:lnTo>
                    <a:pt x="15710" y="261797"/>
                  </a:lnTo>
                  <a:lnTo>
                    <a:pt x="16009" y="262966"/>
                  </a:lnTo>
                  <a:lnTo>
                    <a:pt x="15999" y="261797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50886" y="6718119"/>
              <a:ext cx="191660" cy="25872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46334" y="6634200"/>
              <a:ext cx="552046" cy="49319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07903" y="6977000"/>
              <a:ext cx="1974214" cy="16510"/>
            </a:xfrm>
            <a:custGeom>
              <a:avLst/>
              <a:gdLst/>
              <a:ahLst/>
              <a:cxnLst/>
              <a:rect l="l" t="t" r="r" b="b"/>
              <a:pathLst>
                <a:path w="1974214" h="16509">
                  <a:moveTo>
                    <a:pt x="1966794" y="3"/>
                  </a:moveTo>
                  <a:lnTo>
                    <a:pt x="7996" y="0"/>
                  </a:lnTo>
                  <a:lnTo>
                    <a:pt x="0" y="6939"/>
                  </a:lnTo>
                  <a:lnTo>
                    <a:pt x="202" y="10079"/>
                  </a:lnTo>
                  <a:lnTo>
                    <a:pt x="1592" y="12904"/>
                  </a:lnTo>
                  <a:lnTo>
                    <a:pt x="3956" y="14982"/>
                  </a:lnTo>
                  <a:lnTo>
                    <a:pt x="5915" y="15793"/>
                  </a:lnTo>
                  <a:lnTo>
                    <a:pt x="7996" y="15999"/>
                  </a:lnTo>
                  <a:lnTo>
                    <a:pt x="1965734" y="15999"/>
                  </a:lnTo>
                  <a:lnTo>
                    <a:pt x="1967814" y="15793"/>
                  </a:lnTo>
                  <a:lnTo>
                    <a:pt x="1970639" y="14404"/>
                  </a:lnTo>
                  <a:lnTo>
                    <a:pt x="1972715" y="12039"/>
                  </a:lnTo>
                  <a:lnTo>
                    <a:pt x="1973730" y="9060"/>
                  </a:lnTo>
                  <a:lnTo>
                    <a:pt x="1973527" y="5919"/>
                  </a:lnTo>
                  <a:lnTo>
                    <a:pt x="1972137" y="3094"/>
                  </a:lnTo>
                  <a:lnTo>
                    <a:pt x="1969774" y="1017"/>
                  </a:lnTo>
                  <a:lnTo>
                    <a:pt x="1966794" y="3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3682138" y="4127170"/>
            <a:ext cx="316230" cy="33655"/>
          </a:xfrm>
          <a:custGeom>
            <a:avLst/>
            <a:gdLst/>
            <a:ahLst/>
            <a:cxnLst/>
            <a:rect l="l" t="t" r="r" b="b"/>
            <a:pathLst>
              <a:path w="316229" h="33654">
                <a:moveTo>
                  <a:pt x="38607" y="25954"/>
                </a:moveTo>
                <a:lnTo>
                  <a:pt x="7" y="25954"/>
                </a:lnTo>
                <a:lnTo>
                  <a:pt x="0" y="27119"/>
                </a:lnTo>
                <a:lnTo>
                  <a:pt x="6372" y="33517"/>
                </a:lnTo>
                <a:lnTo>
                  <a:pt x="9444" y="33517"/>
                </a:lnTo>
                <a:lnTo>
                  <a:pt x="22239" y="29255"/>
                </a:lnTo>
                <a:lnTo>
                  <a:pt x="21848" y="29255"/>
                </a:lnTo>
                <a:lnTo>
                  <a:pt x="23679" y="28775"/>
                </a:lnTo>
                <a:lnTo>
                  <a:pt x="24035" y="28775"/>
                </a:lnTo>
                <a:lnTo>
                  <a:pt x="38607" y="25954"/>
                </a:lnTo>
                <a:close/>
              </a:path>
              <a:path w="316229" h="33654">
                <a:moveTo>
                  <a:pt x="23679" y="28775"/>
                </a:moveTo>
                <a:lnTo>
                  <a:pt x="21848" y="29255"/>
                </a:lnTo>
                <a:lnTo>
                  <a:pt x="22239" y="29255"/>
                </a:lnTo>
                <a:lnTo>
                  <a:pt x="23679" y="28775"/>
                </a:lnTo>
                <a:close/>
              </a:path>
              <a:path w="316229" h="33654">
                <a:moveTo>
                  <a:pt x="24035" y="28775"/>
                </a:moveTo>
                <a:lnTo>
                  <a:pt x="23679" y="28775"/>
                </a:lnTo>
                <a:lnTo>
                  <a:pt x="22239" y="29255"/>
                </a:lnTo>
                <a:lnTo>
                  <a:pt x="21558" y="29255"/>
                </a:lnTo>
                <a:lnTo>
                  <a:pt x="24035" y="28775"/>
                </a:lnTo>
                <a:close/>
              </a:path>
              <a:path w="316229" h="33654">
                <a:moveTo>
                  <a:pt x="309068" y="0"/>
                </a:moveTo>
                <a:lnTo>
                  <a:pt x="306969" y="0"/>
                </a:lnTo>
                <a:lnTo>
                  <a:pt x="268386" y="3859"/>
                </a:lnTo>
                <a:lnTo>
                  <a:pt x="214713" y="6584"/>
                </a:lnTo>
                <a:lnTo>
                  <a:pt x="141999" y="8787"/>
                </a:lnTo>
                <a:lnTo>
                  <a:pt x="62684" y="8787"/>
                </a:lnTo>
                <a:lnTo>
                  <a:pt x="37881" y="9889"/>
                </a:lnTo>
                <a:lnTo>
                  <a:pt x="7266" y="25954"/>
                </a:lnTo>
                <a:lnTo>
                  <a:pt x="36697" y="25954"/>
                </a:lnTo>
                <a:lnTo>
                  <a:pt x="63224" y="24775"/>
                </a:lnTo>
                <a:lnTo>
                  <a:pt x="142569" y="24775"/>
                </a:lnTo>
                <a:lnTo>
                  <a:pt x="215573" y="22560"/>
                </a:lnTo>
                <a:lnTo>
                  <a:pt x="269977" y="19775"/>
                </a:lnTo>
                <a:lnTo>
                  <a:pt x="309615" y="15810"/>
                </a:lnTo>
                <a:lnTo>
                  <a:pt x="315727" y="9253"/>
                </a:lnTo>
                <a:lnTo>
                  <a:pt x="315616" y="6107"/>
                </a:lnTo>
                <a:lnTo>
                  <a:pt x="311090" y="609"/>
                </a:lnTo>
                <a:lnTo>
                  <a:pt x="30906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24487" y="4096286"/>
            <a:ext cx="408305" cy="42545"/>
          </a:xfrm>
          <a:custGeom>
            <a:avLst/>
            <a:gdLst/>
            <a:ahLst/>
            <a:cxnLst/>
            <a:rect l="l" t="t" r="r" b="b"/>
            <a:pathLst>
              <a:path w="408304" h="42545">
                <a:moveTo>
                  <a:pt x="341440" y="0"/>
                </a:moveTo>
                <a:lnTo>
                  <a:pt x="296054" y="0"/>
                </a:lnTo>
                <a:lnTo>
                  <a:pt x="241192" y="2195"/>
                </a:lnTo>
                <a:lnTo>
                  <a:pt x="161768" y="6606"/>
                </a:lnTo>
                <a:lnTo>
                  <a:pt x="98258" y="8874"/>
                </a:lnTo>
                <a:lnTo>
                  <a:pt x="72947" y="8874"/>
                </a:lnTo>
                <a:lnTo>
                  <a:pt x="53878" y="11054"/>
                </a:lnTo>
                <a:lnTo>
                  <a:pt x="4207" y="27282"/>
                </a:lnTo>
                <a:lnTo>
                  <a:pt x="0" y="33291"/>
                </a:lnTo>
                <a:lnTo>
                  <a:pt x="59" y="36170"/>
                </a:lnTo>
                <a:lnTo>
                  <a:pt x="6526" y="42376"/>
                </a:lnTo>
                <a:lnTo>
                  <a:pt x="9492" y="42376"/>
                </a:lnTo>
                <a:lnTo>
                  <a:pt x="34482" y="33291"/>
                </a:lnTo>
                <a:lnTo>
                  <a:pt x="56109" y="26948"/>
                </a:lnTo>
                <a:lnTo>
                  <a:pt x="55694" y="26948"/>
                </a:lnTo>
                <a:lnTo>
                  <a:pt x="57033" y="26677"/>
                </a:lnTo>
                <a:lnTo>
                  <a:pt x="58061" y="26677"/>
                </a:lnTo>
                <a:lnTo>
                  <a:pt x="74542" y="24794"/>
                </a:lnTo>
                <a:lnTo>
                  <a:pt x="100677" y="24794"/>
                </a:lnTo>
                <a:lnTo>
                  <a:pt x="162710" y="22576"/>
                </a:lnTo>
                <a:lnTo>
                  <a:pt x="241957" y="18174"/>
                </a:lnTo>
                <a:lnTo>
                  <a:pt x="296916" y="15976"/>
                </a:lnTo>
                <a:lnTo>
                  <a:pt x="407523" y="15976"/>
                </a:lnTo>
                <a:lnTo>
                  <a:pt x="407995" y="15038"/>
                </a:lnTo>
                <a:lnTo>
                  <a:pt x="408274" y="14034"/>
                </a:lnTo>
                <a:lnTo>
                  <a:pt x="408303" y="10887"/>
                </a:lnTo>
                <a:lnTo>
                  <a:pt x="407639" y="8874"/>
                </a:lnTo>
                <a:lnTo>
                  <a:pt x="402025" y="4490"/>
                </a:lnTo>
                <a:lnTo>
                  <a:pt x="341440" y="0"/>
                </a:lnTo>
                <a:close/>
              </a:path>
              <a:path w="408304" h="42545">
                <a:moveTo>
                  <a:pt x="57033" y="26677"/>
                </a:moveTo>
                <a:lnTo>
                  <a:pt x="55694" y="26948"/>
                </a:lnTo>
                <a:lnTo>
                  <a:pt x="56109" y="26948"/>
                </a:lnTo>
                <a:lnTo>
                  <a:pt x="57033" y="26677"/>
                </a:lnTo>
                <a:close/>
              </a:path>
              <a:path w="408304" h="42545">
                <a:moveTo>
                  <a:pt x="58061" y="26677"/>
                </a:moveTo>
                <a:lnTo>
                  <a:pt x="57033" y="26677"/>
                </a:lnTo>
                <a:lnTo>
                  <a:pt x="56109" y="26948"/>
                </a:lnTo>
                <a:lnTo>
                  <a:pt x="55694" y="26948"/>
                </a:lnTo>
                <a:lnTo>
                  <a:pt x="58061" y="26677"/>
                </a:lnTo>
                <a:close/>
              </a:path>
              <a:path w="408304" h="42545">
                <a:moveTo>
                  <a:pt x="407523" y="15976"/>
                </a:moveTo>
                <a:lnTo>
                  <a:pt x="340550" y="15976"/>
                </a:lnTo>
                <a:lnTo>
                  <a:pt x="399786" y="20363"/>
                </a:lnTo>
                <a:lnTo>
                  <a:pt x="401723" y="20363"/>
                </a:lnTo>
                <a:lnTo>
                  <a:pt x="403890" y="19648"/>
                </a:lnTo>
                <a:lnTo>
                  <a:pt x="404795" y="19136"/>
                </a:lnTo>
                <a:lnTo>
                  <a:pt x="406402" y="17750"/>
                </a:lnTo>
                <a:lnTo>
                  <a:pt x="407042" y="16931"/>
                </a:lnTo>
                <a:lnTo>
                  <a:pt x="407523" y="1597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903471" y="4074228"/>
            <a:ext cx="408940" cy="38100"/>
          </a:xfrm>
          <a:custGeom>
            <a:avLst/>
            <a:gdLst/>
            <a:ahLst/>
            <a:cxnLst/>
            <a:rect l="l" t="t" r="r" b="b"/>
            <a:pathLst>
              <a:path w="408939" h="38100">
                <a:moveTo>
                  <a:pt x="325895" y="0"/>
                </a:moveTo>
                <a:lnTo>
                  <a:pt x="325022" y="0"/>
                </a:lnTo>
                <a:lnTo>
                  <a:pt x="265297" y="2221"/>
                </a:lnTo>
                <a:lnTo>
                  <a:pt x="186041" y="8827"/>
                </a:lnTo>
                <a:lnTo>
                  <a:pt x="122104" y="13237"/>
                </a:lnTo>
                <a:lnTo>
                  <a:pt x="47143" y="13237"/>
                </a:lnTo>
                <a:lnTo>
                  <a:pt x="31159" y="14338"/>
                </a:lnTo>
                <a:lnTo>
                  <a:pt x="0" y="30998"/>
                </a:lnTo>
                <a:lnTo>
                  <a:pt x="190" y="32020"/>
                </a:lnTo>
                <a:lnTo>
                  <a:pt x="6978" y="38044"/>
                </a:lnTo>
                <a:lnTo>
                  <a:pt x="8971" y="38044"/>
                </a:lnTo>
                <a:lnTo>
                  <a:pt x="9993" y="37853"/>
                </a:lnTo>
                <a:lnTo>
                  <a:pt x="21224" y="33364"/>
                </a:lnTo>
                <a:lnTo>
                  <a:pt x="21051" y="33364"/>
                </a:lnTo>
                <a:lnTo>
                  <a:pt x="21549" y="33234"/>
                </a:lnTo>
                <a:lnTo>
                  <a:pt x="22002" y="33053"/>
                </a:lnTo>
                <a:lnTo>
                  <a:pt x="22244" y="33053"/>
                </a:lnTo>
                <a:lnTo>
                  <a:pt x="32808" y="30297"/>
                </a:lnTo>
                <a:lnTo>
                  <a:pt x="32260" y="30297"/>
                </a:lnTo>
                <a:lnTo>
                  <a:pt x="33728" y="30057"/>
                </a:lnTo>
                <a:lnTo>
                  <a:pt x="35740" y="30057"/>
                </a:lnTo>
                <a:lnTo>
                  <a:pt x="47010" y="29279"/>
                </a:lnTo>
                <a:lnTo>
                  <a:pt x="121971" y="29279"/>
                </a:lnTo>
                <a:lnTo>
                  <a:pt x="187256" y="24776"/>
                </a:lnTo>
                <a:lnTo>
                  <a:pt x="266199" y="18199"/>
                </a:lnTo>
                <a:lnTo>
                  <a:pt x="265880" y="18199"/>
                </a:lnTo>
                <a:lnTo>
                  <a:pt x="325422" y="15993"/>
                </a:lnTo>
                <a:lnTo>
                  <a:pt x="406583" y="15993"/>
                </a:lnTo>
                <a:lnTo>
                  <a:pt x="406025" y="15386"/>
                </a:lnTo>
                <a:lnTo>
                  <a:pt x="361553" y="3522"/>
                </a:lnTo>
                <a:lnTo>
                  <a:pt x="342846" y="891"/>
                </a:lnTo>
                <a:lnTo>
                  <a:pt x="343429" y="891"/>
                </a:lnTo>
                <a:lnTo>
                  <a:pt x="325895" y="0"/>
                </a:lnTo>
                <a:close/>
              </a:path>
              <a:path w="408939" h="38100">
                <a:moveTo>
                  <a:pt x="21549" y="33234"/>
                </a:moveTo>
                <a:lnTo>
                  <a:pt x="21051" y="33364"/>
                </a:lnTo>
                <a:lnTo>
                  <a:pt x="21224" y="33364"/>
                </a:lnTo>
                <a:lnTo>
                  <a:pt x="21549" y="33234"/>
                </a:lnTo>
                <a:close/>
              </a:path>
              <a:path w="408939" h="38100">
                <a:moveTo>
                  <a:pt x="22244" y="33053"/>
                </a:moveTo>
                <a:lnTo>
                  <a:pt x="22002" y="33053"/>
                </a:lnTo>
                <a:lnTo>
                  <a:pt x="21549" y="33234"/>
                </a:lnTo>
                <a:lnTo>
                  <a:pt x="22244" y="33053"/>
                </a:lnTo>
                <a:close/>
              </a:path>
              <a:path w="408939" h="38100">
                <a:moveTo>
                  <a:pt x="33728" y="30057"/>
                </a:moveTo>
                <a:lnTo>
                  <a:pt x="32260" y="30297"/>
                </a:lnTo>
                <a:lnTo>
                  <a:pt x="32808" y="30297"/>
                </a:lnTo>
                <a:lnTo>
                  <a:pt x="33728" y="30057"/>
                </a:lnTo>
                <a:close/>
              </a:path>
              <a:path w="408939" h="38100">
                <a:moveTo>
                  <a:pt x="35740" y="30057"/>
                </a:moveTo>
                <a:lnTo>
                  <a:pt x="33728" y="30057"/>
                </a:lnTo>
                <a:lnTo>
                  <a:pt x="32808" y="30297"/>
                </a:lnTo>
                <a:lnTo>
                  <a:pt x="32260" y="30297"/>
                </a:lnTo>
                <a:lnTo>
                  <a:pt x="35740" y="30057"/>
                </a:lnTo>
                <a:close/>
              </a:path>
              <a:path w="408939" h="38100">
                <a:moveTo>
                  <a:pt x="406583" y="15993"/>
                </a:moveTo>
                <a:lnTo>
                  <a:pt x="325422" y="15993"/>
                </a:lnTo>
                <a:lnTo>
                  <a:pt x="341342" y="16802"/>
                </a:lnTo>
                <a:lnTo>
                  <a:pt x="341119" y="16802"/>
                </a:lnTo>
                <a:lnTo>
                  <a:pt x="358565" y="19217"/>
                </a:lnTo>
                <a:lnTo>
                  <a:pt x="358399" y="19217"/>
                </a:lnTo>
                <a:lnTo>
                  <a:pt x="399767" y="29279"/>
                </a:lnTo>
                <a:lnTo>
                  <a:pt x="400630" y="29279"/>
                </a:lnTo>
                <a:lnTo>
                  <a:pt x="402725" y="28954"/>
                </a:lnTo>
                <a:lnTo>
                  <a:pt x="408514" y="21036"/>
                </a:lnTo>
                <a:lnTo>
                  <a:pt x="408232" y="19217"/>
                </a:lnTo>
                <a:lnTo>
                  <a:pt x="407918" y="18199"/>
                </a:lnTo>
                <a:lnTo>
                  <a:pt x="407832" y="17964"/>
                </a:lnTo>
                <a:lnTo>
                  <a:pt x="406730" y="16153"/>
                </a:lnTo>
                <a:lnTo>
                  <a:pt x="406583" y="1599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498694" y="3684284"/>
            <a:ext cx="587081" cy="441281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2778978" y="3927418"/>
            <a:ext cx="31115" cy="198755"/>
          </a:xfrm>
          <a:custGeom>
            <a:avLst/>
            <a:gdLst/>
            <a:ahLst/>
            <a:cxnLst/>
            <a:rect l="l" t="t" r="r" b="b"/>
            <a:pathLst>
              <a:path w="31114" h="198754">
                <a:moveTo>
                  <a:pt x="23427" y="0"/>
                </a:moveTo>
                <a:lnTo>
                  <a:pt x="22198" y="0"/>
                </a:lnTo>
                <a:lnTo>
                  <a:pt x="20132" y="476"/>
                </a:lnTo>
                <a:lnTo>
                  <a:pt x="48" y="49035"/>
                </a:lnTo>
                <a:lnTo>
                  <a:pt x="0" y="141466"/>
                </a:lnTo>
                <a:lnTo>
                  <a:pt x="720" y="167026"/>
                </a:lnTo>
                <a:lnTo>
                  <a:pt x="9681" y="198594"/>
                </a:lnTo>
                <a:lnTo>
                  <a:pt x="12479" y="198594"/>
                </a:lnTo>
                <a:lnTo>
                  <a:pt x="16858" y="168592"/>
                </a:lnTo>
                <a:lnTo>
                  <a:pt x="16758" y="167582"/>
                </a:lnTo>
                <a:lnTo>
                  <a:pt x="16704" y="167026"/>
                </a:lnTo>
                <a:lnTo>
                  <a:pt x="16003" y="141466"/>
                </a:lnTo>
                <a:lnTo>
                  <a:pt x="15994" y="49938"/>
                </a:lnTo>
                <a:lnTo>
                  <a:pt x="16147" y="49035"/>
                </a:lnTo>
                <a:lnTo>
                  <a:pt x="17566" y="36550"/>
                </a:lnTo>
                <a:lnTo>
                  <a:pt x="17249" y="36550"/>
                </a:lnTo>
                <a:lnTo>
                  <a:pt x="17813" y="34377"/>
                </a:lnTo>
                <a:lnTo>
                  <a:pt x="18154" y="34377"/>
                </a:lnTo>
                <a:lnTo>
                  <a:pt x="22862" y="23080"/>
                </a:lnTo>
                <a:lnTo>
                  <a:pt x="26832" y="16927"/>
                </a:lnTo>
                <a:lnTo>
                  <a:pt x="30306" y="11369"/>
                </a:lnTo>
                <a:lnTo>
                  <a:pt x="30674" y="10396"/>
                </a:lnTo>
                <a:lnTo>
                  <a:pt x="31024" y="8304"/>
                </a:lnTo>
                <a:lnTo>
                  <a:pt x="30993" y="7264"/>
                </a:lnTo>
                <a:lnTo>
                  <a:pt x="25328" y="318"/>
                </a:lnTo>
                <a:lnTo>
                  <a:pt x="23427" y="0"/>
                </a:lnTo>
                <a:close/>
              </a:path>
              <a:path w="31114" h="198754">
                <a:moveTo>
                  <a:pt x="17813" y="34377"/>
                </a:moveTo>
                <a:lnTo>
                  <a:pt x="17249" y="36550"/>
                </a:lnTo>
                <a:lnTo>
                  <a:pt x="17684" y="35504"/>
                </a:lnTo>
                <a:lnTo>
                  <a:pt x="17813" y="34377"/>
                </a:lnTo>
                <a:close/>
              </a:path>
              <a:path w="31114" h="198754">
                <a:moveTo>
                  <a:pt x="17684" y="35504"/>
                </a:moveTo>
                <a:lnTo>
                  <a:pt x="17249" y="36550"/>
                </a:lnTo>
                <a:lnTo>
                  <a:pt x="17566" y="36550"/>
                </a:lnTo>
                <a:lnTo>
                  <a:pt x="17684" y="35504"/>
                </a:lnTo>
                <a:close/>
              </a:path>
              <a:path w="31114" h="198754">
                <a:moveTo>
                  <a:pt x="18154" y="34377"/>
                </a:moveTo>
                <a:lnTo>
                  <a:pt x="17813" y="34377"/>
                </a:lnTo>
                <a:lnTo>
                  <a:pt x="17684" y="35504"/>
                </a:lnTo>
                <a:lnTo>
                  <a:pt x="18154" y="3437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857591" y="3897517"/>
            <a:ext cx="679738" cy="32490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629167" y="4440505"/>
            <a:ext cx="504574" cy="292436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351291" y="4488304"/>
            <a:ext cx="186157" cy="23491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3518504" y="4559706"/>
            <a:ext cx="188871" cy="168422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691320" y="4499200"/>
            <a:ext cx="146204" cy="265432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2949023" y="4485186"/>
            <a:ext cx="603885" cy="800100"/>
            <a:chOff x="2949023" y="4485186"/>
            <a:chExt cx="603885" cy="800100"/>
          </a:xfrm>
        </p:grpSpPr>
        <p:pic>
          <p:nvPicPr>
            <p:cNvPr id="61" name="object 6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949023" y="4485186"/>
              <a:ext cx="220423" cy="41575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171623" y="4932897"/>
              <a:ext cx="380843" cy="352245"/>
            </a:xfrm>
            <a:prstGeom prst="rect">
              <a:avLst/>
            </a:prstGeom>
          </p:spPr>
        </p:pic>
      </p:grpSp>
      <p:sp>
        <p:nvSpPr>
          <p:cNvPr id="63" name="object 63"/>
          <p:cNvSpPr/>
          <p:nvPr/>
        </p:nvSpPr>
        <p:spPr>
          <a:xfrm>
            <a:off x="3937124" y="4350404"/>
            <a:ext cx="99060" cy="382905"/>
          </a:xfrm>
          <a:custGeom>
            <a:avLst/>
            <a:gdLst/>
            <a:ahLst/>
            <a:cxnLst/>
            <a:rect l="l" t="t" r="r" b="b"/>
            <a:pathLst>
              <a:path w="99060" h="382904">
                <a:moveTo>
                  <a:pt x="96298" y="10335"/>
                </a:moveTo>
                <a:lnTo>
                  <a:pt x="90332" y="79203"/>
                </a:lnTo>
                <a:lnTo>
                  <a:pt x="90314" y="79409"/>
                </a:lnTo>
                <a:lnTo>
                  <a:pt x="90195" y="80784"/>
                </a:lnTo>
                <a:lnTo>
                  <a:pt x="84394" y="132402"/>
                </a:lnTo>
                <a:lnTo>
                  <a:pt x="84308" y="132977"/>
                </a:lnTo>
                <a:lnTo>
                  <a:pt x="80314" y="154354"/>
                </a:lnTo>
                <a:lnTo>
                  <a:pt x="80314" y="329759"/>
                </a:lnTo>
                <a:lnTo>
                  <a:pt x="82839" y="375979"/>
                </a:lnTo>
                <a:lnTo>
                  <a:pt x="89347" y="382526"/>
                </a:lnTo>
                <a:lnTo>
                  <a:pt x="92252" y="382526"/>
                </a:lnTo>
                <a:lnTo>
                  <a:pt x="98712" y="373888"/>
                </a:lnTo>
                <a:lnTo>
                  <a:pt x="97007" y="354283"/>
                </a:lnTo>
                <a:lnTo>
                  <a:pt x="96887" y="352896"/>
                </a:lnTo>
                <a:lnTo>
                  <a:pt x="96316" y="329759"/>
                </a:lnTo>
                <a:lnTo>
                  <a:pt x="96298" y="10335"/>
                </a:lnTo>
                <a:close/>
              </a:path>
              <a:path w="99060" h="382904">
                <a:moveTo>
                  <a:pt x="25346" y="40546"/>
                </a:moveTo>
                <a:lnTo>
                  <a:pt x="12485" y="40546"/>
                </a:lnTo>
                <a:lnTo>
                  <a:pt x="6096" y="43056"/>
                </a:lnTo>
                <a:lnTo>
                  <a:pt x="0" y="110697"/>
                </a:lnTo>
                <a:lnTo>
                  <a:pt x="971" y="154354"/>
                </a:lnTo>
                <a:lnTo>
                  <a:pt x="1025" y="156808"/>
                </a:lnTo>
                <a:lnTo>
                  <a:pt x="1111" y="160662"/>
                </a:lnTo>
                <a:lnTo>
                  <a:pt x="9989" y="200141"/>
                </a:lnTo>
                <a:lnTo>
                  <a:pt x="37221" y="229185"/>
                </a:lnTo>
                <a:lnTo>
                  <a:pt x="39616" y="229185"/>
                </a:lnTo>
                <a:lnTo>
                  <a:pt x="61185" y="213504"/>
                </a:lnTo>
                <a:lnTo>
                  <a:pt x="37028" y="213504"/>
                </a:lnTo>
                <a:lnTo>
                  <a:pt x="33891" y="212013"/>
                </a:lnTo>
                <a:lnTo>
                  <a:pt x="35118" y="212013"/>
                </a:lnTo>
                <a:lnTo>
                  <a:pt x="33889" y="211053"/>
                </a:lnTo>
                <a:lnTo>
                  <a:pt x="33219" y="211053"/>
                </a:lnTo>
                <a:lnTo>
                  <a:pt x="31476" y="209170"/>
                </a:lnTo>
                <a:lnTo>
                  <a:pt x="31970" y="209170"/>
                </a:lnTo>
                <a:lnTo>
                  <a:pt x="29395" y="205287"/>
                </a:lnTo>
                <a:lnTo>
                  <a:pt x="29192" y="205287"/>
                </a:lnTo>
                <a:lnTo>
                  <a:pt x="28885" y="204519"/>
                </a:lnTo>
                <a:lnTo>
                  <a:pt x="28428" y="203829"/>
                </a:lnTo>
                <a:lnTo>
                  <a:pt x="28611" y="203829"/>
                </a:lnTo>
                <a:lnTo>
                  <a:pt x="25542" y="196126"/>
                </a:lnTo>
                <a:lnTo>
                  <a:pt x="25375" y="195747"/>
                </a:lnTo>
                <a:lnTo>
                  <a:pt x="25251" y="195445"/>
                </a:lnTo>
                <a:lnTo>
                  <a:pt x="25162" y="195172"/>
                </a:lnTo>
                <a:lnTo>
                  <a:pt x="17522" y="165456"/>
                </a:lnTo>
                <a:lnTo>
                  <a:pt x="17429" y="165100"/>
                </a:lnTo>
                <a:lnTo>
                  <a:pt x="17209" y="165100"/>
                </a:lnTo>
                <a:lnTo>
                  <a:pt x="17189" y="164171"/>
                </a:lnTo>
                <a:lnTo>
                  <a:pt x="16955" y="163271"/>
                </a:lnTo>
                <a:lnTo>
                  <a:pt x="16971" y="154354"/>
                </a:lnTo>
                <a:lnTo>
                  <a:pt x="16001" y="110697"/>
                </a:lnTo>
                <a:lnTo>
                  <a:pt x="15907" y="57655"/>
                </a:lnTo>
                <a:lnTo>
                  <a:pt x="12660" y="57655"/>
                </a:lnTo>
                <a:lnTo>
                  <a:pt x="17128" y="53234"/>
                </a:lnTo>
                <a:lnTo>
                  <a:pt x="70335" y="53234"/>
                </a:lnTo>
                <a:lnTo>
                  <a:pt x="69644" y="52457"/>
                </a:lnTo>
                <a:lnTo>
                  <a:pt x="67953" y="51177"/>
                </a:lnTo>
                <a:lnTo>
                  <a:pt x="67017" y="50723"/>
                </a:lnTo>
                <a:lnTo>
                  <a:pt x="37590" y="43056"/>
                </a:lnTo>
                <a:lnTo>
                  <a:pt x="25346" y="40546"/>
                </a:lnTo>
                <a:close/>
              </a:path>
              <a:path w="99060" h="382904">
                <a:moveTo>
                  <a:pt x="33891" y="212013"/>
                </a:moveTo>
                <a:lnTo>
                  <a:pt x="37028" y="213504"/>
                </a:lnTo>
                <a:lnTo>
                  <a:pt x="35628" y="212411"/>
                </a:lnTo>
                <a:lnTo>
                  <a:pt x="33891" y="212013"/>
                </a:lnTo>
                <a:close/>
              </a:path>
              <a:path w="99060" h="382904">
                <a:moveTo>
                  <a:pt x="35628" y="212411"/>
                </a:moveTo>
                <a:lnTo>
                  <a:pt x="37028" y="213504"/>
                </a:lnTo>
                <a:lnTo>
                  <a:pt x="36433" y="213504"/>
                </a:lnTo>
                <a:lnTo>
                  <a:pt x="38418" y="213050"/>
                </a:lnTo>
                <a:lnTo>
                  <a:pt x="35628" y="212411"/>
                </a:lnTo>
                <a:close/>
              </a:path>
              <a:path w="99060" h="382904">
                <a:moveTo>
                  <a:pt x="38418" y="213050"/>
                </a:moveTo>
                <a:lnTo>
                  <a:pt x="36433" y="213504"/>
                </a:lnTo>
                <a:lnTo>
                  <a:pt x="40402" y="213504"/>
                </a:lnTo>
                <a:lnTo>
                  <a:pt x="38418" y="213050"/>
                </a:lnTo>
                <a:close/>
              </a:path>
              <a:path w="99060" h="382904">
                <a:moveTo>
                  <a:pt x="41208" y="212411"/>
                </a:moveTo>
                <a:lnTo>
                  <a:pt x="38418" y="213050"/>
                </a:lnTo>
                <a:lnTo>
                  <a:pt x="40402" y="213504"/>
                </a:lnTo>
                <a:lnTo>
                  <a:pt x="39808" y="213504"/>
                </a:lnTo>
                <a:lnTo>
                  <a:pt x="41208" y="212411"/>
                </a:lnTo>
                <a:close/>
              </a:path>
              <a:path w="99060" h="382904">
                <a:moveTo>
                  <a:pt x="42946" y="212013"/>
                </a:moveTo>
                <a:lnTo>
                  <a:pt x="41208" y="212411"/>
                </a:lnTo>
                <a:lnTo>
                  <a:pt x="39808" y="213504"/>
                </a:lnTo>
                <a:lnTo>
                  <a:pt x="42946" y="212013"/>
                </a:lnTo>
                <a:close/>
              </a:path>
              <a:path w="99060" h="382904">
                <a:moveTo>
                  <a:pt x="62083" y="212013"/>
                </a:moveTo>
                <a:lnTo>
                  <a:pt x="42946" y="212013"/>
                </a:lnTo>
                <a:lnTo>
                  <a:pt x="39808" y="213504"/>
                </a:lnTo>
                <a:lnTo>
                  <a:pt x="61185" y="213504"/>
                </a:lnTo>
                <a:lnTo>
                  <a:pt x="61739" y="212669"/>
                </a:lnTo>
                <a:lnTo>
                  <a:pt x="62083" y="212013"/>
                </a:lnTo>
                <a:close/>
              </a:path>
              <a:path w="99060" h="382904">
                <a:moveTo>
                  <a:pt x="35118" y="212013"/>
                </a:moveTo>
                <a:lnTo>
                  <a:pt x="33891" y="212013"/>
                </a:lnTo>
                <a:lnTo>
                  <a:pt x="35628" y="212411"/>
                </a:lnTo>
                <a:lnTo>
                  <a:pt x="35118" y="212013"/>
                </a:lnTo>
                <a:close/>
              </a:path>
              <a:path w="99060" h="382904">
                <a:moveTo>
                  <a:pt x="44335" y="209970"/>
                </a:moveTo>
                <a:lnTo>
                  <a:pt x="41208" y="212411"/>
                </a:lnTo>
                <a:lnTo>
                  <a:pt x="42946" y="212013"/>
                </a:lnTo>
                <a:lnTo>
                  <a:pt x="62083" y="212013"/>
                </a:lnTo>
                <a:lnTo>
                  <a:pt x="62504" y="211211"/>
                </a:lnTo>
                <a:lnTo>
                  <a:pt x="62567" y="211053"/>
                </a:lnTo>
                <a:lnTo>
                  <a:pt x="43616" y="211053"/>
                </a:lnTo>
                <a:lnTo>
                  <a:pt x="44335" y="209970"/>
                </a:lnTo>
                <a:close/>
              </a:path>
              <a:path w="99060" h="382904">
                <a:moveTo>
                  <a:pt x="31476" y="209170"/>
                </a:moveTo>
                <a:lnTo>
                  <a:pt x="33219" y="211053"/>
                </a:lnTo>
                <a:lnTo>
                  <a:pt x="32501" y="209970"/>
                </a:lnTo>
                <a:lnTo>
                  <a:pt x="31476" y="209170"/>
                </a:lnTo>
                <a:close/>
              </a:path>
              <a:path w="99060" h="382904">
                <a:moveTo>
                  <a:pt x="32502" y="209970"/>
                </a:moveTo>
                <a:lnTo>
                  <a:pt x="33219" y="211053"/>
                </a:lnTo>
                <a:lnTo>
                  <a:pt x="33889" y="211053"/>
                </a:lnTo>
                <a:lnTo>
                  <a:pt x="32502" y="209970"/>
                </a:lnTo>
                <a:close/>
              </a:path>
              <a:path w="99060" h="382904">
                <a:moveTo>
                  <a:pt x="45360" y="209170"/>
                </a:moveTo>
                <a:lnTo>
                  <a:pt x="44335" y="209970"/>
                </a:lnTo>
                <a:lnTo>
                  <a:pt x="43616" y="211053"/>
                </a:lnTo>
                <a:lnTo>
                  <a:pt x="45360" y="209170"/>
                </a:lnTo>
                <a:close/>
              </a:path>
              <a:path w="99060" h="382904">
                <a:moveTo>
                  <a:pt x="63317" y="209170"/>
                </a:moveTo>
                <a:lnTo>
                  <a:pt x="45360" y="209170"/>
                </a:lnTo>
                <a:lnTo>
                  <a:pt x="43616" y="211053"/>
                </a:lnTo>
                <a:lnTo>
                  <a:pt x="62567" y="211053"/>
                </a:lnTo>
                <a:lnTo>
                  <a:pt x="63317" y="209170"/>
                </a:lnTo>
                <a:close/>
              </a:path>
              <a:path w="99060" h="382904">
                <a:moveTo>
                  <a:pt x="31970" y="209170"/>
                </a:moveTo>
                <a:lnTo>
                  <a:pt x="31476" y="209170"/>
                </a:lnTo>
                <a:lnTo>
                  <a:pt x="32502" y="209970"/>
                </a:lnTo>
                <a:lnTo>
                  <a:pt x="31970" y="209170"/>
                </a:lnTo>
                <a:close/>
              </a:path>
              <a:path w="99060" h="382904">
                <a:moveTo>
                  <a:pt x="65445" y="203829"/>
                </a:moveTo>
                <a:lnTo>
                  <a:pt x="48408" y="203829"/>
                </a:lnTo>
                <a:lnTo>
                  <a:pt x="47951" y="204519"/>
                </a:lnTo>
                <a:lnTo>
                  <a:pt x="47645" y="205287"/>
                </a:lnTo>
                <a:lnTo>
                  <a:pt x="47441" y="205287"/>
                </a:lnTo>
                <a:lnTo>
                  <a:pt x="44335" y="209970"/>
                </a:lnTo>
                <a:lnTo>
                  <a:pt x="45360" y="209170"/>
                </a:lnTo>
                <a:lnTo>
                  <a:pt x="63317" y="209170"/>
                </a:lnTo>
                <a:lnTo>
                  <a:pt x="64864" y="205287"/>
                </a:lnTo>
                <a:lnTo>
                  <a:pt x="47645" y="205287"/>
                </a:lnTo>
                <a:lnTo>
                  <a:pt x="48047" y="204519"/>
                </a:lnTo>
                <a:lnTo>
                  <a:pt x="65170" y="204519"/>
                </a:lnTo>
                <a:lnTo>
                  <a:pt x="65445" y="203829"/>
                </a:lnTo>
                <a:close/>
              </a:path>
              <a:path w="99060" h="382904">
                <a:moveTo>
                  <a:pt x="28885" y="204519"/>
                </a:moveTo>
                <a:lnTo>
                  <a:pt x="29192" y="205287"/>
                </a:lnTo>
                <a:lnTo>
                  <a:pt x="29395" y="205287"/>
                </a:lnTo>
                <a:lnTo>
                  <a:pt x="28885" y="204519"/>
                </a:lnTo>
                <a:close/>
              </a:path>
              <a:path w="99060" h="382904">
                <a:moveTo>
                  <a:pt x="28611" y="203829"/>
                </a:moveTo>
                <a:lnTo>
                  <a:pt x="28428" y="203829"/>
                </a:lnTo>
                <a:lnTo>
                  <a:pt x="28885" y="204519"/>
                </a:lnTo>
                <a:lnTo>
                  <a:pt x="28611" y="203829"/>
                </a:lnTo>
                <a:close/>
              </a:path>
              <a:path w="99060" h="382904">
                <a:moveTo>
                  <a:pt x="80314" y="10335"/>
                </a:moveTo>
                <a:lnTo>
                  <a:pt x="77390" y="43056"/>
                </a:lnTo>
                <a:lnTo>
                  <a:pt x="74274" y="79203"/>
                </a:lnTo>
                <a:lnTo>
                  <a:pt x="68583" y="130041"/>
                </a:lnTo>
                <a:lnTo>
                  <a:pt x="64041" y="154354"/>
                </a:lnTo>
                <a:lnTo>
                  <a:pt x="63639" y="156808"/>
                </a:lnTo>
                <a:lnTo>
                  <a:pt x="51675" y="195172"/>
                </a:lnTo>
                <a:lnTo>
                  <a:pt x="47951" y="204519"/>
                </a:lnTo>
                <a:lnTo>
                  <a:pt x="48408" y="203829"/>
                </a:lnTo>
                <a:lnTo>
                  <a:pt x="65445" y="203829"/>
                </a:lnTo>
                <a:lnTo>
                  <a:pt x="78908" y="161579"/>
                </a:lnTo>
                <a:lnTo>
                  <a:pt x="80314" y="154354"/>
                </a:lnTo>
                <a:lnTo>
                  <a:pt x="80314" y="10335"/>
                </a:lnTo>
                <a:close/>
              </a:path>
              <a:path w="99060" h="382904">
                <a:moveTo>
                  <a:pt x="17189" y="164171"/>
                </a:moveTo>
                <a:lnTo>
                  <a:pt x="17209" y="165100"/>
                </a:lnTo>
                <a:lnTo>
                  <a:pt x="17429" y="165100"/>
                </a:lnTo>
                <a:lnTo>
                  <a:pt x="17189" y="164171"/>
                </a:lnTo>
                <a:close/>
              </a:path>
              <a:path w="99060" h="382904">
                <a:moveTo>
                  <a:pt x="17169" y="163271"/>
                </a:moveTo>
                <a:lnTo>
                  <a:pt x="16955" y="163271"/>
                </a:lnTo>
                <a:lnTo>
                  <a:pt x="17189" y="164171"/>
                </a:lnTo>
                <a:lnTo>
                  <a:pt x="17169" y="163271"/>
                </a:lnTo>
                <a:close/>
              </a:path>
              <a:path w="99060" h="382904">
                <a:moveTo>
                  <a:pt x="89371" y="0"/>
                </a:moveTo>
                <a:lnTo>
                  <a:pt x="87250" y="0"/>
                </a:lnTo>
                <a:lnTo>
                  <a:pt x="86230" y="203"/>
                </a:lnTo>
                <a:lnTo>
                  <a:pt x="80314" y="154354"/>
                </a:lnTo>
                <a:lnTo>
                  <a:pt x="84308" y="132977"/>
                </a:lnTo>
                <a:lnTo>
                  <a:pt x="84394" y="132402"/>
                </a:lnTo>
                <a:lnTo>
                  <a:pt x="90195" y="80784"/>
                </a:lnTo>
                <a:lnTo>
                  <a:pt x="96297" y="10335"/>
                </a:lnTo>
                <a:lnTo>
                  <a:pt x="96309" y="6625"/>
                </a:lnTo>
                <a:lnTo>
                  <a:pt x="96104" y="5916"/>
                </a:lnTo>
                <a:lnTo>
                  <a:pt x="89371" y="0"/>
                </a:lnTo>
                <a:close/>
              </a:path>
              <a:path w="99060" h="382904">
                <a:moveTo>
                  <a:pt x="22133" y="56216"/>
                </a:moveTo>
                <a:lnTo>
                  <a:pt x="34336" y="58727"/>
                </a:lnTo>
                <a:lnTo>
                  <a:pt x="63214" y="66259"/>
                </a:lnTo>
                <a:lnTo>
                  <a:pt x="64019" y="66259"/>
                </a:lnTo>
                <a:lnTo>
                  <a:pt x="71978" y="59185"/>
                </a:lnTo>
                <a:lnTo>
                  <a:pt x="71971" y="57655"/>
                </a:lnTo>
                <a:lnTo>
                  <a:pt x="71811" y="56499"/>
                </a:lnTo>
                <a:lnTo>
                  <a:pt x="24590" y="56499"/>
                </a:lnTo>
                <a:lnTo>
                  <a:pt x="22133" y="56216"/>
                </a:lnTo>
                <a:close/>
              </a:path>
              <a:path w="99060" h="382904">
                <a:moveTo>
                  <a:pt x="16040" y="54310"/>
                </a:moveTo>
                <a:lnTo>
                  <a:pt x="12660" y="57655"/>
                </a:lnTo>
                <a:lnTo>
                  <a:pt x="15615" y="56499"/>
                </a:lnTo>
                <a:lnTo>
                  <a:pt x="15670" y="56216"/>
                </a:lnTo>
                <a:lnTo>
                  <a:pt x="15789" y="55603"/>
                </a:lnTo>
                <a:lnTo>
                  <a:pt x="15894" y="55063"/>
                </a:lnTo>
                <a:lnTo>
                  <a:pt x="15995" y="54542"/>
                </a:lnTo>
                <a:lnTo>
                  <a:pt x="16040" y="54310"/>
                </a:lnTo>
                <a:close/>
              </a:path>
              <a:path w="99060" h="382904">
                <a:moveTo>
                  <a:pt x="15615" y="56499"/>
                </a:moveTo>
                <a:lnTo>
                  <a:pt x="12660" y="57655"/>
                </a:lnTo>
                <a:lnTo>
                  <a:pt x="15390" y="57655"/>
                </a:lnTo>
                <a:lnTo>
                  <a:pt x="15615" y="56499"/>
                </a:lnTo>
                <a:close/>
              </a:path>
              <a:path w="99060" h="382904">
                <a:moveTo>
                  <a:pt x="15903" y="55603"/>
                </a:moveTo>
                <a:lnTo>
                  <a:pt x="15670" y="56216"/>
                </a:lnTo>
                <a:lnTo>
                  <a:pt x="15390" y="57655"/>
                </a:lnTo>
                <a:lnTo>
                  <a:pt x="15831" y="56499"/>
                </a:lnTo>
                <a:lnTo>
                  <a:pt x="15903" y="55603"/>
                </a:lnTo>
                <a:close/>
              </a:path>
              <a:path w="99060" h="382904">
                <a:moveTo>
                  <a:pt x="15905" y="56499"/>
                </a:moveTo>
                <a:lnTo>
                  <a:pt x="15365" y="57655"/>
                </a:lnTo>
                <a:lnTo>
                  <a:pt x="15907" y="57655"/>
                </a:lnTo>
                <a:lnTo>
                  <a:pt x="15905" y="56499"/>
                </a:lnTo>
                <a:close/>
              </a:path>
              <a:path w="99060" h="382904">
                <a:moveTo>
                  <a:pt x="70335" y="53234"/>
                </a:moveTo>
                <a:lnTo>
                  <a:pt x="17148" y="53234"/>
                </a:lnTo>
                <a:lnTo>
                  <a:pt x="16193" y="55603"/>
                </a:lnTo>
                <a:lnTo>
                  <a:pt x="15904" y="56216"/>
                </a:lnTo>
                <a:lnTo>
                  <a:pt x="15905" y="56499"/>
                </a:lnTo>
                <a:lnTo>
                  <a:pt x="15615" y="56499"/>
                </a:lnTo>
                <a:lnTo>
                  <a:pt x="16339" y="56216"/>
                </a:lnTo>
                <a:lnTo>
                  <a:pt x="14408" y="56216"/>
                </a:lnTo>
                <a:lnTo>
                  <a:pt x="17908" y="55603"/>
                </a:lnTo>
                <a:lnTo>
                  <a:pt x="71595" y="55603"/>
                </a:lnTo>
                <a:lnTo>
                  <a:pt x="71408" y="55063"/>
                </a:lnTo>
                <a:lnTo>
                  <a:pt x="70335" y="53234"/>
                </a:lnTo>
                <a:close/>
              </a:path>
              <a:path w="99060" h="382904">
                <a:moveTo>
                  <a:pt x="22133" y="56216"/>
                </a:moveTo>
                <a:lnTo>
                  <a:pt x="17326" y="56216"/>
                </a:lnTo>
                <a:lnTo>
                  <a:pt x="28230" y="56499"/>
                </a:lnTo>
                <a:lnTo>
                  <a:pt x="23515" y="56499"/>
                </a:lnTo>
                <a:lnTo>
                  <a:pt x="22133" y="56216"/>
                </a:lnTo>
                <a:close/>
              </a:path>
              <a:path w="99060" h="382904">
                <a:moveTo>
                  <a:pt x="71595" y="55603"/>
                </a:moveTo>
                <a:lnTo>
                  <a:pt x="17908" y="55603"/>
                </a:lnTo>
                <a:lnTo>
                  <a:pt x="16339" y="56216"/>
                </a:lnTo>
                <a:lnTo>
                  <a:pt x="22133" y="56216"/>
                </a:lnTo>
                <a:lnTo>
                  <a:pt x="24590" y="56499"/>
                </a:lnTo>
                <a:lnTo>
                  <a:pt x="71811" y="56499"/>
                </a:lnTo>
                <a:lnTo>
                  <a:pt x="71772" y="56216"/>
                </a:lnTo>
                <a:lnTo>
                  <a:pt x="71595" y="55603"/>
                </a:lnTo>
                <a:close/>
              </a:path>
              <a:path w="99060" h="382904">
                <a:moveTo>
                  <a:pt x="17148" y="53234"/>
                </a:moveTo>
                <a:lnTo>
                  <a:pt x="16040" y="54310"/>
                </a:lnTo>
                <a:lnTo>
                  <a:pt x="15902" y="54542"/>
                </a:lnTo>
                <a:lnTo>
                  <a:pt x="15904" y="56216"/>
                </a:lnTo>
                <a:lnTo>
                  <a:pt x="16193" y="55603"/>
                </a:lnTo>
                <a:lnTo>
                  <a:pt x="17148" y="53234"/>
                </a:lnTo>
                <a:close/>
              </a:path>
              <a:path w="99060" h="382904">
                <a:moveTo>
                  <a:pt x="17908" y="55603"/>
                </a:moveTo>
                <a:lnTo>
                  <a:pt x="14408" y="56216"/>
                </a:lnTo>
                <a:lnTo>
                  <a:pt x="16339" y="56216"/>
                </a:lnTo>
                <a:lnTo>
                  <a:pt x="17908" y="5560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217010" y="4352094"/>
            <a:ext cx="327916" cy="451488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2681681" y="5123179"/>
            <a:ext cx="185420" cy="92075"/>
          </a:xfrm>
          <a:custGeom>
            <a:avLst/>
            <a:gdLst/>
            <a:ahLst/>
            <a:cxnLst/>
            <a:rect l="l" t="t" r="r" b="b"/>
            <a:pathLst>
              <a:path w="185419" h="92075">
                <a:moveTo>
                  <a:pt x="151434" y="7086"/>
                </a:moveTo>
                <a:lnTo>
                  <a:pt x="144653" y="0"/>
                </a:lnTo>
                <a:lnTo>
                  <a:pt x="142278" y="0"/>
                </a:lnTo>
                <a:lnTo>
                  <a:pt x="140995" y="215"/>
                </a:lnTo>
                <a:lnTo>
                  <a:pt x="141274" y="215"/>
                </a:lnTo>
                <a:lnTo>
                  <a:pt x="139534" y="901"/>
                </a:lnTo>
                <a:lnTo>
                  <a:pt x="138658" y="1460"/>
                </a:lnTo>
                <a:lnTo>
                  <a:pt x="134912" y="5029"/>
                </a:lnTo>
                <a:lnTo>
                  <a:pt x="130517" y="7264"/>
                </a:lnTo>
                <a:lnTo>
                  <a:pt x="131254" y="7086"/>
                </a:lnTo>
                <a:lnTo>
                  <a:pt x="130517" y="7264"/>
                </a:lnTo>
                <a:lnTo>
                  <a:pt x="111531" y="11925"/>
                </a:lnTo>
                <a:lnTo>
                  <a:pt x="111328" y="11925"/>
                </a:lnTo>
                <a:lnTo>
                  <a:pt x="78346" y="17005"/>
                </a:lnTo>
                <a:lnTo>
                  <a:pt x="77660" y="17005"/>
                </a:lnTo>
                <a:lnTo>
                  <a:pt x="54203" y="18313"/>
                </a:lnTo>
                <a:lnTo>
                  <a:pt x="32740" y="18313"/>
                </a:lnTo>
                <a:lnTo>
                  <a:pt x="15798" y="20916"/>
                </a:lnTo>
                <a:lnTo>
                  <a:pt x="0" y="32893"/>
                </a:lnTo>
                <a:lnTo>
                  <a:pt x="381" y="34213"/>
                </a:lnTo>
                <a:lnTo>
                  <a:pt x="495" y="34645"/>
                </a:lnTo>
                <a:lnTo>
                  <a:pt x="5524" y="39116"/>
                </a:lnTo>
                <a:lnTo>
                  <a:pt x="4800" y="39116"/>
                </a:lnTo>
                <a:lnTo>
                  <a:pt x="7264" y="39408"/>
                </a:lnTo>
                <a:lnTo>
                  <a:pt x="9080" y="39408"/>
                </a:lnTo>
                <a:lnTo>
                  <a:pt x="18453" y="36728"/>
                </a:lnTo>
                <a:lnTo>
                  <a:pt x="18237" y="36728"/>
                </a:lnTo>
                <a:lnTo>
                  <a:pt x="18707" y="36664"/>
                </a:lnTo>
                <a:lnTo>
                  <a:pt x="19646" y="36512"/>
                </a:lnTo>
                <a:lnTo>
                  <a:pt x="34569" y="34213"/>
                </a:lnTo>
                <a:lnTo>
                  <a:pt x="56324" y="34213"/>
                </a:lnTo>
                <a:lnTo>
                  <a:pt x="80010" y="32893"/>
                </a:lnTo>
                <a:lnTo>
                  <a:pt x="80264" y="32893"/>
                </a:lnTo>
                <a:lnTo>
                  <a:pt x="114668" y="27597"/>
                </a:lnTo>
                <a:lnTo>
                  <a:pt x="150317" y="12153"/>
                </a:lnTo>
                <a:lnTo>
                  <a:pt x="151422" y="7670"/>
                </a:lnTo>
                <a:lnTo>
                  <a:pt x="151434" y="7086"/>
                </a:lnTo>
                <a:close/>
              </a:path>
              <a:path w="185419" h="92075">
                <a:moveTo>
                  <a:pt x="185267" y="77139"/>
                </a:moveTo>
                <a:lnTo>
                  <a:pt x="184670" y="75069"/>
                </a:lnTo>
                <a:lnTo>
                  <a:pt x="184416" y="74561"/>
                </a:lnTo>
                <a:lnTo>
                  <a:pt x="184289" y="74320"/>
                </a:lnTo>
                <a:lnTo>
                  <a:pt x="182867" y="72491"/>
                </a:lnTo>
                <a:lnTo>
                  <a:pt x="182067" y="71831"/>
                </a:lnTo>
                <a:lnTo>
                  <a:pt x="180213" y="70815"/>
                </a:lnTo>
                <a:lnTo>
                  <a:pt x="179209" y="70497"/>
                </a:lnTo>
                <a:lnTo>
                  <a:pt x="175602" y="70497"/>
                </a:lnTo>
                <a:lnTo>
                  <a:pt x="162534" y="74320"/>
                </a:lnTo>
                <a:lnTo>
                  <a:pt x="144183" y="75565"/>
                </a:lnTo>
                <a:lnTo>
                  <a:pt x="40627" y="75565"/>
                </a:lnTo>
                <a:lnTo>
                  <a:pt x="39700" y="75755"/>
                </a:lnTo>
                <a:lnTo>
                  <a:pt x="34023" y="85712"/>
                </a:lnTo>
                <a:lnTo>
                  <a:pt x="34798" y="87591"/>
                </a:lnTo>
                <a:lnTo>
                  <a:pt x="40728" y="91541"/>
                </a:lnTo>
                <a:lnTo>
                  <a:pt x="144983" y="91541"/>
                </a:lnTo>
                <a:lnTo>
                  <a:pt x="183134" y="83896"/>
                </a:lnTo>
                <a:lnTo>
                  <a:pt x="184696" y="81470"/>
                </a:lnTo>
                <a:lnTo>
                  <a:pt x="184823" y="81241"/>
                </a:lnTo>
                <a:lnTo>
                  <a:pt x="185140" y="80251"/>
                </a:lnTo>
                <a:lnTo>
                  <a:pt x="185254" y="78638"/>
                </a:lnTo>
                <a:lnTo>
                  <a:pt x="185267" y="7713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017795" y="5047533"/>
            <a:ext cx="86995" cy="255904"/>
          </a:xfrm>
          <a:custGeom>
            <a:avLst/>
            <a:gdLst/>
            <a:ahLst/>
            <a:cxnLst/>
            <a:rect l="l" t="t" r="r" b="b"/>
            <a:pathLst>
              <a:path w="86994" h="255904">
                <a:moveTo>
                  <a:pt x="26689" y="0"/>
                </a:moveTo>
                <a:lnTo>
                  <a:pt x="25458" y="0"/>
                </a:lnTo>
                <a:lnTo>
                  <a:pt x="23393" y="478"/>
                </a:lnTo>
                <a:lnTo>
                  <a:pt x="714" y="32277"/>
                </a:lnTo>
                <a:lnTo>
                  <a:pt x="0" y="44942"/>
                </a:lnTo>
                <a:lnTo>
                  <a:pt x="2553" y="94595"/>
                </a:lnTo>
                <a:lnTo>
                  <a:pt x="2629" y="96078"/>
                </a:lnTo>
                <a:lnTo>
                  <a:pt x="7880" y="152449"/>
                </a:lnTo>
                <a:lnTo>
                  <a:pt x="18430" y="210477"/>
                </a:lnTo>
                <a:lnTo>
                  <a:pt x="36951" y="244741"/>
                </a:lnTo>
                <a:lnTo>
                  <a:pt x="77809" y="255852"/>
                </a:lnTo>
                <a:lnTo>
                  <a:pt x="78801" y="255852"/>
                </a:lnTo>
                <a:lnTo>
                  <a:pt x="86407" y="247351"/>
                </a:lnTo>
                <a:lnTo>
                  <a:pt x="86012" y="245267"/>
                </a:lnTo>
                <a:lnTo>
                  <a:pt x="51018" y="234320"/>
                </a:lnTo>
                <a:lnTo>
                  <a:pt x="48711" y="233452"/>
                </a:lnTo>
                <a:lnTo>
                  <a:pt x="49484" y="233452"/>
                </a:lnTo>
                <a:lnTo>
                  <a:pt x="48042" y="232637"/>
                </a:lnTo>
                <a:lnTo>
                  <a:pt x="47015" y="232637"/>
                </a:lnTo>
                <a:lnTo>
                  <a:pt x="44828" y="230819"/>
                </a:lnTo>
                <a:lnTo>
                  <a:pt x="45489" y="230819"/>
                </a:lnTo>
                <a:lnTo>
                  <a:pt x="42770" y="227582"/>
                </a:lnTo>
                <a:lnTo>
                  <a:pt x="42493" y="227582"/>
                </a:lnTo>
                <a:lnTo>
                  <a:pt x="41477" y="226042"/>
                </a:lnTo>
                <a:lnTo>
                  <a:pt x="41716" y="226042"/>
                </a:lnTo>
                <a:lnTo>
                  <a:pt x="37607" y="217890"/>
                </a:lnTo>
                <a:lnTo>
                  <a:pt x="35488" y="211221"/>
                </a:lnTo>
                <a:lnTo>
                  <a:pt x="34068" y="206932"/>
                </a:lnTo>
                <a:lnTo>
                  <a:pt x="33946" y="206564"/>
                </a:lnTo>
                <a:lnTo>
                  <a:pt x="33822" y="206192"/>
                </a:lnTo>
                <a:lnTo>
                  <a:pt x="27670" y="178956"/>
                </a:lnTo>
                <a:lnTo>
                  <a:pt x="27591" y="178609"/>
                </a:lnTo>
                <a:lnTo>
                  <a:pt x="27513" y="178264"/>
                </a:lnTo>
                <a:lnTo>
                  <a:pt x="23776" y="150629"/>
                </a:lnTo>
                <a:lnTo>
                  <a:pt x="23730" y="150287"/>
                </a:lnTo>
                <a:lnTo>
                  <a:pt x="18694" y="96078"/>
                </a:lnTo>
                <a:lnTo>
                  <a:pt x="18572" y="94766"/>
                </a:lnTo>
                <a:lnTo>
                  <a:pt x="16017" y="44942"/>
                </a:lnTo>
                <a:lnTo>
                  <a:pt x="15974" y="44105"/>
                </a:lnTo>
                <a:lnTo>
                  <a:pt x="16482" y="35415"/>
                </a:lnTo>
                <a:lnTo>
                  <a:pt x="16543" y="34273"/>
                </a:lnTo>
                <a:lnTo>
                  <a:pt x="16798" y="33421"/>
                </a:lnTo>
                <a:lnTo>
                  <a:pt x="17776" y="28534"/>
                </a:lnTo>
                <a:lnTo>
                  <a:pt x="17579" y="28534"/>
                </a:lnTo>
                <a:lnTo>
                  <a:pt x="17937" y="27725"/>
                </a:lnTo>
                <a:lnTo>
                  <a:pt x="18110" y="26863"/>
                </a:lnTo>
                <a:lnTo>
                  <a:pt x="18320" y="26863"/>
                </a:lnTo>
                <a:lnTo>
                  <a:pt x="19460" y="24290"/>
                </a:lnTo>
                <a:lnTo>
                  <a:pt x="18990" y="24290"/>
                </a:lnTo>
                <a:lnTo>
                  <a:pt x="20430" y="22100"/>
                </a:lnTo>
                <a:lnTo>
                  <a:pt x="21015" y="22100"/>
                </a:lnTo>
                <a:lnTo>
                  <a:pt x="21984" y="21052"/>
                </a:lnTo>
                <a:lnTo>
                  <a:pt x="21757" y="21052"/>
                </a:lnTo>
                <a:lnTo>
                  <a:pt x="22424" y="20576"/>
                </a:lnTo>
                <a:lnTo>
                  <a:pt x="22981" y="19974"/>
                </a:lnTo>
                <a:lnTo>
                  <a:pt x="23267" y="19974"/>
                </a:lnTo>
                <a:lnTo>
                  <a:pt x="31740" y="13920"/>
                </a:lnTo>
                <a:lnTo>
                  <a:pt x="32452" y="13162"/>
                </a:lnTo>
                <a:lnTo>
                  <a:pt x="33575" y="11362"/>
                </a:lnTo>
                <a:lnTo>
                  <a:pt x="33943" y="10389"/>
                </a:lnTo>
                <a:lnTo>
                  <a:pt x="34291" y="8298"/>
                </a:lnTo>
                <a:lnTo>
                  <a:pt x="34259" y="7258"/>
                </a:lnTo>
                <a:lnTo>
                  <a:pt x="28590" y="316"/>
                </a:lnTo>
                <a:lnTo>
                  <a:pt x="26689" y="0"/>
                </a:lnTo>
                <a:close/>
              </a:path>
              <a:path w="86994" h="255904">
                <a:moveTo>
                  <a:pt x="48711" y="233452"/>
                </a:moveTo>
                <a:lnTo>
                  <a:pt x="51018" y="234320"/>
                </a:lnTo>
                <a:lnTo>
                  <a:pt x="49936" y="233707"/>
                </a:lnTo>
                <a:lnTo>
                  <a:pt x="48711" y="233452"/>
                </a:lnTo>
                <a:close/>
              </a:path>
              <a:path w="86994" h="255904">
                <a:moveTo>
                  <a:pt x="49936" y="233707"/>
                </a:moveTo>
                <a:lnTo>
                  <a:pt x="51018" y="234320"/>
                </a:lnTo>
                <a:lnTo>
                  <a:pt x="52873" y="234320"/>
                </a:lnTo>
                <a:lnTo>
                  <a:pt x="49936" y="233707"/>
                </a:lnTo>
                <a:close/>
              </a:path>
              <a:path w="86994" h="255904">
                <a:moveTo>
                  <a:pt x="49484" y="233452"/>
                </a:moveTo>
                <a:lnTo>
                  <a:pt x="48711" y="233452"/>
                </a:lnTo>
                <a:lnTo>
                  <a:pt x="49936" y="233707"/>
                </a:lnTo>
                <a:lnTo>
                  <a:pt x="49484" y="233452"/>
                </a:lnTo>
                <a:close/>
              </a:path>
              <a:path w="86994" h="255904">
                <a:moveTo>
                  <a:pt x="44828" y="230819"/>
                </a:moveTo>
                <a:lnTo>
                  <a:pt x="47015" y="232637"/>
                </a:lnTo>
                <a:lnTo>
                  <a:pt x="46087" y="231531"/>
                </a:lnTo>
                <a:lnTo>
                  <a:pt x="44828" y="230819"/>
                </a:lnTo>
                <a:close/>
              </a:path>
              <a:path w="86994" h="255904">
                <a:moveTo>
                  <a:pt x="46087" y="231531"/>
                </a:moveTo>
                <a:lnTo>
                  <a:pt x="47015" y="232637"/>
                </a:lnTo>
                <a:lnTo>
                  <a:pt x="48042" y="232637"/>
                </a:lnTo>
                <a:lnTo>
                  <a:pt x="46087" y="231531"/>
                </a:lnTo>
                <a:close/>
              </a:path>
              <a:path w="86994" h="255904">
                <a:moveTo>
                  <a:pt x="45489" y="230819"/>
                </a:moveTo>
                <a:lnTo>
                  <a:pt x="44828" y="230819"/>
                </a:lnTo>
                <a:lnTo>
                  <a:pt x="46087" y="231531"/>
                </a:lnTo>
                <a:lnTo>
                  <a:pt x="45489" y="230819"/>
                </a:lnTo>
                <a:close/>
              </a:path>
              <a:path w="86994" h="255904">
                <a:moveTo>
                  <a:pt x="41477" y="226042"/>
                </a:moveTo>
                <a:lnTo>
                  <a:pt x="42493" y="227582"/>
                </a:lnTo>
                <a:lnTo>
                  <a:pt x="42076" y="226755"/>
                </a:lnTo>
                <a:lnTo>
                  <a:pt x="41477" y="226042"/>
                </a:lnTo>
                <a:close/>
              </a:path>
              <a:path w="86994" h="255904">
                <a:moveTo>
                  <a:pt x="42076" y="226755"/>
                </a:moveTo>
                <a:lnTo>
                  <a:pt x="42493" y="227582"/>
                </a:lnTo>
                <a:lnTo>
                  <a:pt x="42770" y="227582"/>
                </a:lnTo>
                <a:lnTo>
                  <a:pt x="42076" y="226755"/>
                </a:lnTo>
                <a:close/>
              </a:path>
              <a:path w="86994" h="255904">
                <a:moveTo>
                  <a:pt x="41716" y="226042"/>
                </a:moveTo>
                <a:lnTo>
                  <a:pt x="41477" y="226042"/>
                </a:lnTo>
                <a:lnTo>
                  <a:pt x="42076" y="226755"/>
                </a:lnTo>
                <a:lnTo>
                  <a:pt x="41716" y="226042"/>
                </a:lnTo>
                <a:close/>
              </a:path>
              <a:path w="86994" h="255904">
                <a:moveTo>
                  <a:pt x="17937" y="27725"/>
                </a:moveTo>
                <a:lnTo>
                  <a:pt x="17579" y="28534"/>
                </a:lnTo>
                <a:lnTo>
                  <a:pt x="17776" y="28534"/>
                </a:lnTo>
                <a:lnTo>
                  <a:pt x="17937" y="27725"/>
                </a:lnTo>
                <a:close/>
              </a:path>
              <a:path w="86994" h="255904">
                <a:moveTo>
                  <a:pt x="18320" y="26863"/>
                </a:moveTo>
                <a:lnTo>
                  <a:pt x="18110" y="26863"/>
                </a:lnTo>
                <a:lnTo>
                  <a:pt x="17937" y="27725"/>
                </a:lnTo>
                <a:lnTo>
                  <a:pt x="18320" y="26863"/>
                </a:lnTo>
                <a:close/>
              </a:path>
              <a:path w="86994" h="255904">
                <a:moveTo>
                  <a:pt x="20430" y="22100"/>
                </a:moveTo>
                <a:lnTo>
                  <a:pt x="18990" y="24290"/>
                </a:lnTo>
                <a:lnTo>
                  <a:pt x="19893" y="23314"/>
                </a:lnTo>
                <a:lnTo>
                  <a:pt x="20430" y="22100"/>
                </a:lnTo>
                <a:close/>
              </a:path>
              <a:path w="86994" h="255904">
                <a:moveTo>
                  <a:pt x="19893" y="23314"/>
                </a:moveTo>
                <a:lnTo>
                  <a:pt x="18990" y="24290"/>
                </a:lnTo>
                <a:lnTo>
                  <a:pt x="19460" y="24290"/>
                </a:lnTo>
                <a:lnTo>
                  <a:pt x="19893" y="23314"/>
                </a:lnTo>
                <a:close/>
              </a:path>
              <a:path w="86994" h="255904">
                <a:moveTo>
                  <a:pt x="21015" y="22100"/>
                </a:moveTo>
                <a:lnTo>
                  <a:pt x="20430" y="22100"/>
                </a:lnTo>
                <a:lnTo>
                  <a:pt x="19893" y="23314"/>
                </a:lnTo>
                <a:lnTo>
                  <a:pt x="21015" y="22100"/>
                </a:lnTo>
                <a:close/>
              </a:path>
              <a:path w="86994" h="255904">
                <a:moveTo>
                  <a:pt x="22424" y="20576"/>
                </a:moveTo>
                <a:lnTo>
                  <a:pt x="21757" y="21052"/>
                </a:lnTo>
                <a:lnTo>
                  <a:pt x="21984" y="21052"/>
                </a:lnTo>
                <a:lnTo>
                  <a:pt x="22424" y="20576"/>
                </a:lnTo>
                <a:close/>
              </a:path>
              <a:path w="86994" h="255904">
                <a:moveTo>
                  <a:pt x="23267" y="19974"/>
                </a:moveTo>
                <a:lnTo>
                  <a:pt x="22981" y="19974"/>
                </a:lnTo>
                <a:lnTo>
                  <a:pt x="22424" y="20576"/>
                </a:lnTo>
                <a:lnTo>
                  <a:pt x="23267" y="199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364264" y="8006713"/>
            <a:ext cx="67310" cy="15875"/>
          </a:xfrm>
          <a:custGeom>
            <a:avLst/>
            <a:gdLst/>
            <a:ahLst/>
            <a:cxnLst/>
            <a:rect l="l" t="t" r="r" b="b"/>
            <a:pathLst>
              <a:path w="67310" h="15875">
                <a:moveTo>
                  <a:pt x="64676" y="0"/>
                </a:moveTo>
                <a:lnTo>
                  <a:pt x="1495" y="12758"/>
                </a:lnTo>
                <a:lnTo>
                  <a:pt x="0" y="15647"/>
                </a:lnTo>
                <a:lnTo>
                  <a:pt x="37620" y="8238"/>
                </a:lnTo>
                <a:lnTo>
                  <a:pt x="66906" y="1338"/>
                </a:lnTo>
                <a:lnTo>
                  <a:pt x="6467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479050" y="8592964"/>
            <a:ext cx="330200" cy="36830"/>
          </a:xfrm>
          <a:custGeom>
            <a:avLst/>
            <a:gdLst/>
            <a:ahLst/>
            <a:cxnLst/>
            <a:rect l="l" t="t" r="r" b="b"/>
            <a:pathLst>
              <a:path w="330200" h="36829">
                <a:moveTo>
                  <a:pt x="316616" y="34954"/>
                </a:moveTo>
                <a:lnTo>
                  <a:pt x="154728" y="34954"/>
                </a:lnTo>
                <a:lnTo>
                  <a:pt x="178909" y="36682"/>
                </a:lnTo>
                <a:lnTo>
                  <a:pt x="306245" y="36682"/>
                </a:lnTo>
                <a:lnTo>
                  <a:pt x="316616" y="34954"/>
                </a:lnTo>
                <a:close/>
              </a:path>
              <a:path w="330200" h="36829">
                <a:moveTo>
                  <a:pt x="8578" y="0"/>
                </a:moveTo>
                <a:lnTo>
                  <a:pt x="7532" y="0"/>
                </a:lnTo>
                <a:lnTo>
                  <a:pt x="5458" y="410"/>
                </a:lnTo>
                <a:lnTo>
                  <a:pt x="0" y="8559"/>
                </a:lnTo>
                <a:lnTo>
                  <a:pt x="411" y="10640"/>
                </a:lnTo>
                <a:lnTo>
                  <a:pt x="17367" y="18069"/>
                </a:lnTo>
                <a:lnTo>
                  <a:pt x="17539" y="18069"/>
                </a:lnTo>
                <a:lnTo>
                  <a:pt x="37571" y="20177"/>
                </a:lnTo>
                <a:lnTo>
                  <a:pt x="52110" y="20177"/>
                </a:lnTo>
                <a:lnTo>
                  <a:pt x="63092" y="21175"/>
                </a:lnTo>
                <a:lnTo>
                  <a:pt x="62957" y="21175"/>
                </a:lnTo>
                <a:lnTo>
                  <a:pt x="114343" y="29395"/>
                </a:lnTo>
                <a:lnTo>
                  <a:pt x="154059" y="34954"/>
                </a:lnTo>
                <a:lnTo>
                  <a:pt x="316766" y="34954"/>
                </a:lnTo>
                <a:lnTo>
                  <a:pt x="330051" y="22128"/>
                </a:lnTo>
                <a:lnTo>
                  <a:pt x="329879" y="21175"/>
                </a:lnTo>
                <a:lnTo>
                  <a:pt x="329814" y="20812"/>
                </a:lnTo>
                <a:lnTo>
                  <a:pt x="181296" y="20812"/>
                </a:lnTo>
                <a:lnTo>
                  <a:pt x="156920" y="19074"/>
                </a:lnTo>
                <a:lnTo>
                  <a:pt x="155995" y="19074"/>
                </a:lnTo>
                <a:lnTo>
                  <a:pt x="116732" y="13576"/>
                </a:lnTo>
                <a:lnTo>
                  <a:pt x="65081" y="5313"/>
                </a:lnTo>
                <a:lnTo>
                  <a:pt x="65295" y="5313"/>
                </a:lnTo>
                <a:lnTo>
                  <a:pt x="53320" y="4225"/>
                </a:lnTo>
                <a:lnTo>
                  <a:pt x="38836" y="4225"/>
                </a:lnTo>
                <a:lnTo>
                  <a:pt x="20277" y="2272"/>
                </a:lnTo>
                <a:lnTo>
                  <a:pt x="19946" y="2272"/>
                </a:lnTo>
                <a:lnTo>
                  <a:pt x="8578" y="0"/>
                </a:lnTo>
                <a:close/>
              </a:path>
              <a:path w="330200" h="36829">
                <a:moveTo>
                  <a:pt x="311827" y="19533"/>
                </a:moveTo>
                <a:lnTo>
                  <a:pt x="304156" y="20812"/>
                </a:lnTo>
                <a:lnTo>
                  <a:pt x="329814" y="20812"/>
                </a:lnTo>
                <a:lnTo>
                  <a:pt x="329744" y="20425"/>
                </a:lnTo>
                <a:lnTo>
                  <a:pt x="310440" y="20425"/>
                </a:lnTo>
                <a:lnTo>
                  <a:pt x="311827" y="19533"/>
                </a:lnTo>
                <a:close/>
              </a:path>
              <a:path w="330200" h="36829">
                <a:moveTo>
                  <a:pt x="313449" y="19263"/>
                </a:moveTo>
                <a:lnTo>
                  <a:pt x="311827" y="19533"/>
                </a:lnTo>
                <a:lnTo>
                  <a:pt x="310440" y="20425"/>
                </a:lnTo>
                <a:lnTo>
                  <a:pt x="313449" y="19263"/>
                </a:lnTo>
                <a:close/>
              </a:path>
              <a:path w="330200" h="36829">
                <a:moveTo>
                  <a:pt x="329368" y="19263"/>
                </a:moveTo>
                <a:lnTo>
                  <a:pt x="313449" y="19263"/>
                </a:lnTo>
                <a:lnTo>
                  <a:pt x="310440" y="20425"/>
                </a:lnTo>
                <a:lnTo>
                  <a:pt x="329744" y="20425"/>
                </a:lnTo>
                <a:lnTo>
                  <a:pt x="329699" y="20177"/>
                </a:lnTo>
                <a:lnTo>
                  <a:pt x="329475" y="19533"/>
                </a:lnTo>
                <a:lnTo>
                  <a:pt x="329368" y="19263"/>
                </a:lnTo>
                <a:close/>
              </a:path>
              <a:path w="330200" h="36829">
                <a:moveTo>
                  <a:pt x="322656" y="14467"/>
                </a:moveTo>
                <a:lnTo>
                  <a:pt x="321510" y="14467"/>
                </a:lnTo>
                <a:lnTo>
                  <a:pt x="319023" y="14917"/>
                </a:lnTo>
                <a:lnTo>
                  <a:pt x="319297" y="14917"/>
                </a:lnTo>
                <a:lnTo>
                  <a:pt x="318366" y="15332"/>
                </a:lnTo>
                <a:lnTo>
                  <a:pt x="311827" y="19533"/>
                </a:lnTo>
                <a:lnTo>
                  <a:pt x="313449" y="19263"/>
                </a:lnTo>
                <a:lnTo>
                  <a:pt x="329368" y="19263"/>
                </a:lnTo>
                <a:lnTo>
                  <a:pt x="324728" y="14917"/>
                </a:lnTo>
                <a:lnTo>
                  <a:pt x="322656" y="1446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181368" y="8603350"/>
            <a:ext cx="307340" cy="36830"/>
          </a:xfrm>
          <a:custGeom>
            <a:avLst/>
            <a:gdLst/>
            <a:ahLst/>
            <a:cxnLst/>
            <a:rect l="l" t="t" r="r" b="b"/>
            <a:pathLst>
              <a:path w="307339" h="36829">
                <a:moveTo>
                  <a:pt x="272943" y="15986"/>
                </a:moveTo>
                <a:lnTo>
                  <a:pt x="106941" y="15986"/>
                </a:lnTo>
                <a:lnTo>
                  <a:pt x="154445" y="17019"/>
                </a:lnTo>
                <a:lnTo>
                  <a:pt x="154248" y="17019"/>
                </a:lnTo>
                <a:lnTo>
                  <a:pt x="198245" y="21117"/>
                </a:lnTo>
                <a:lnTo>
                  <a:pt x="244420" y="27278"/>
                </a:lnTo>
                <a:lnTo>
                  <a:pt x="298880" y="36704"/>
                </a:lnTo>
                <a:lnTo>
                  <a:pt x="299801" y="36704"/>
                </a:lnTo>
                <a:lnTo>
                  <a:pt x="307258" y="28962"/>
                </a:lnTo>
                <a:lnTo>
                  <a:pt x="307233" y="27922"/>
                </a:lnTo>
                <a:lnTo>
                  <a:pt x="301607" y="20944"/>
                </a:lnTo>
                <a:lnTo>
                  <a:pt x="272943" y="15986"/>
                </a:lnTo>
                <a:close/>
              </a:path>
              <a:path w="307339" h="36829">
                <a:moveTo>
                  <a:pt x="155524" y="1073"/>
                </a:moveTo>
                <a:lnTo>
                  <a:pt x="16386" y="1073"/>
                </a:lnTo>
                <a:lnTo>
                  <a:pt x="6038" y="2225"/>
                </a:lnTo>
                <a:lnTo>
                  <a:pt x="0" y="8848"/>
                </a:lnTo>
                <a:lnTo>
                  <a:pt x="25" y="10938"/>
                </a:lnTo>
                <a:lnTo>
                  <a:pt x="6767" y="18030"/>
                </a:lnTo>
                <a:lnTo>
                  <a:pt x="8629" y="18030"/>
                </a:lnTo>
                <a:lnTo>
                  <a:pt x="17730" y="17019"/>
                </a:lnTo>
                <a:lnTo>
                  <a:pt x="17491" y="17019"/>
                </a:lnTo>
                <a:lnTo>
                  <a:pt x="38145" y="15986"/>
                </a:lnTo>
                <a:lnTo>
                  <a:pt x="272943" y="15986"/>
                </a:lnTo>
                <a:lnTo>
                  <a:pt x="246555" y="11422"/>
                </a:lnTo>
                <a:lnTo>
                  <a:pt x="199767" y="5190"/>
                </a:lnTo>
                <a:lnTo>
                  <a:pt x="155524" y="1073"/>
                </a:lnTo>
                <a:close/>
              </a:path>
              <a:path w="307339" h="36829">
                <a:moveTo>
                  <a:pt x="107581" y="0"/>
                </a:moveTo>
                <a:lnTo>
                  <a:pt x="37524" y="0"/>
                </a:lnTo>
                <a:lnTo>
                  <a:pt x="16057" y="1073"/>
                </a:lnTo>
                <a:lnTo>
                  <a:pt x="156955" y="1073"/>
                </a:lnTo>
                <a:lnTo>
                  <a:pt x="10758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805103" y="8595081"/>
            <a:ext cx="336550" cy="28575"/>
          </a:xfrm>
          <a:custGeom>
            <a:avLst/>
            <a:gdLst/>
            <a:ahLst/>
            <a:cxnLst/>
            <a:rect l="l" t="t" r="r" b="b"/>
            <a:pathLst>
              <a:path w="336550" h="28575">
                <a:moveTo>
                  <a:pt x="315319" y="22805"/>
                </a:moveTo>
                <a:lnTo>
                  <a:pt x="325431" y="27988"/>
                </a:lnTo>
                <a:lnTo>
                  <a:pt x="326619" y="28326"/>
                </a:lnTo>
                <a:lnTo>
                  <a:pt x="329578" y="28326"/>
                </a:lnTo>
                <a:lnTo>
                  <a:pt x="335735" y="23094"/>
                </a:lnTo>
                <a:lnTo>
                  <a:pt x="316598" y="23094"/>
                </a:lnTo>
                <a:lnTo>
                  <a:pt x="315319" y="22805"/>
                </a:lnTo>
                <a:close/>
              </a:path>
              <a:path w="336550" h="28575">
                <a:moveTo>
                  <a:pt x="314417" y="22343"/>
                </a:moveTo>
                <a:lnTo>
                  <a:pt x="315319" y="22805"/>
                </a:lnTo>
                <a:lnTo>
                  <a:pt x="316598" y="23094"/>
                </a:lnTo>
                <a:lnTo>
                  <a:pt x="315688" y="22805"/>
                </a:lnTo>
                <a:lnTo>
                  <a:pt x="314417" y="22343"/>
                </a:lnTo>
                <a:close/>
              </a:path>
              <a:path w="336550" h="28575">
                <a:moveTo>
                  <a:pt x="335949" y="22343"/>
                </a:moveTo>
                <a:lnTo>
                  <a:pt x="314417" y="22343"/>
                </a:lnTo>
                <a:lnTo>
                  <a:pt x="316486" y="23094"/>
                </a:lnTo>
                <a:lnTo>
                  <a:pt x="335735" y="23094"/>
                </a:lnTo>
                <a:lnTo>
                  <a:pt x="335949" y="22343"/>
                </a:lnTo>
                <a:close/>
              </a:path>
              <a:path w="336550" h="28575">
                <a:moveTo>
                  <a:pt x="302618" y="19927"/>
                </a:moveTo>
                <a:lnTo>
                  <a:pt x="315319" y="22805"/>
                </a:lnTo>
                <a:lnTo>
                  <a:pt x="314417" y="22343"/>
                </a:lnTo>
                <a:lnTo>
                  <a:pt x="335949" y="22343"/>
                </a:lnTo>
                <a:lnTo>
                  <a:pt x="336053" y="20110"/>
                </a:lnTo>
                <a:lnTo>
                  <a:pt x="303864" y="20110"/>
                </a:lnTo>
                <a:lnTo>
                  <a:pt x="302618" y="19927"/>
                </a:lnTo>
                <a:close/>
              </a:path>
              <a:path w="336550" h="28575">
                <a:moveTo>
                  <a:pt x="154641" y="0"/>
                </a:moveTo>
                <a:lnTo>
                  <a:pt x="6936" y="0"/>
                </a:lnTo>
                <a:lnTo>
                  <a:pt x="5915" y="203"/>
                </a:lnTo>
                <a:lnTo>
                  <a:pt x="0" y="6936"/>
                </a:lnTo>
                <a:lnTo>
                  <a:pt x="0" y="9056"/>
                </a:lnTo>
                <a:lnTo>
                  <a:pt x="7070" y="16019"/>
                </a:lnTo>
                <a:lnTo>
                  <a:pt x="156949" y="16019"/>
                </a:lnTo>
                <a:lnTo>
                  <a:pt x="256799" y="17028"/>
                </a:lnTo>
                <a:lnTo>
                  <a:pt x="256650" y="17028"/>
                </a:lnTo>
                <a:lnTo>
                  <a:pt x="303864" y="20110"/>
                </a:lnTo>
                <a:lnTo>
                  <a:pt x="303425" y="20110"/>
                </a:lnTo>
                <a:lnTo>
                  <a:pt x="302618" y="19927"/>
                </a:lnTo>
                <a:lnTo>
                  <a:pt x="336056" y="19927"/>
                </a:lnTo>
                <a:lnTo>
                  <a:pt x="336072" y="18947"/>
                </a:lnTo>
                <a:lnTo>
                  <a:pt x="257399" y="1047"/>
                </a:lnTo>
                <a:lnTo>
                  <a:pt x="258470" y="1047"/>
                </a:lnTo>
                <a:lnTo>
                  <a:pt x="154641" y="0"/>
                </a:lnTo>
                <a:close/>
              </a:path>
              <a:path w="336550" h="28575">
                <a:moveTo>
                  <a:pt x="336056" y="19927"/>
                </a:moveTo>
                <a:lnTo>
                  <a:pt x="302618" y="19927"/>
                </a:lnTo>
                <a:lnTo>
                  <a:pt x="303864" y="20110"/>
                </a:lnTo>
                <a:lnTo>
                  <a:pt x="336053" y="20110"/>
                </a:lnTo>
                <a:lnTo>
                  <a:pt x="336056" y="1992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348309" y="8590947"/>
            <a:ext cx="417195" cy="16510"/>
          </a:xfrm>
          <a:custGeom>
            <a:avLst/>
            <a:gdLst/>
            <a:ahLst/>
            <a:cxnLst/>
            <a:rect l="l" t="t" r="r" b="b"/>
            <a:pathLst>
              <a:path w="417195" h="16509">
                <a:moveTo>
                  <a:pt x="409747" y="3"/>
                </a:moveTo>
                <a:lnTo>
                  <a:pt x="7995" y="0"/>
                </a:lnTo>
                <a:lnTo>
                  <a:pt x="0" y="6939"/>
                </a:lnTo>
                <a:lnTo>
                  <a:pt x="203" y="10079"/>
                </a:lnTo>
                <a:lnTo>
                  <a:pt x="1592" y="12904"/>
                </a:lnTo>
                <a:lnTo>
                  <a:pt x="3956" y="14982"/>
                </a:lnTo>
                <a:lnTo>
                  <a:pt x="5915" y="15793"/>
                </a:lnTo>
                <a:lnTo>
                  <a:pt x="7995" y="15999"/>
                </a:lnTo>
                <a:lnTo>
                  <a:pt x="408687" y="15999"/>
                </a:lnTo>
                <a:lnTo>
                  <a:pt x="410767" y="15793"/>
                </a:lnTo>
                <a:lnTo>
                  <a:pt x="413592" y="14404"/>
                </a:lnTo>
                <a:lnTo>
                  <a:pt x="415669" y="12039"/>
                </a:lnTo>
                <a:lnTo>
                  <a:pt x="416683" y="9060"/>
                </a:lnTo>
                <a:lnTo>
                  <a:pt x="416481" y="5919"/>
                </a:lnTo>
                <a:lnTo>
                  <a:pt x="415090" y="3094"/>
                </a:lnTo>
                <a:lnTo>
                  <a:pt x="412727" y="1017"/>
                </a:lnTo>
                <a:lnTo>
                  <a:pt x="409747" y="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69151" y="8541331"/>
            <a:ext cx="412750" cy="49530"/>
          </a:xfrm>
          <a:custGeom>
            <a:avLst/>
            <a:gdLst/>
            <a:ahLst/>
            <a:cxnLst/>
            <a:rect l="l" t="t" r="r" b="b"/>
            <a:pathLst>
              <a:path w="412750" h="49529">
                <a:moveTo>
                  <a:pt x="363877" y="23996"/>
                </a:moveTo>
                <a:lnTo>
                  <a:pt x="169236" y="23996"/>
                </a:lnTo>
                <a:lnTo>
                  <a:pt x="104026" y="24833"/>
                </a:lnTo>
                <a:lnTo>
                  <a:pt x="26572" y="24833"/>
                </a:lnTo>
                <a:lnTo>
                  <a:pt x="0" y="41691"/>
                </a:lnTo>
                <a:lnTo>
                  <a:pt x="186" y="43153"/>
                </a:lnTo>
                <a:lnTo>
                  <a:pt x="7168" y="49159"/>
                </a:lnTo>
                <a:lnTo>
                  <a:pt x="7940" y="49159"/>
                </a:lnTo>
                <a:lnTo>
                  <a:pt x="10045" y="48891"/>
                </a:lnTo>
                <a:lnTo>
                  <a:pt x="11031" y="48560"/>
                </a:lnTo>
                <a:lnTo>
                  <a:pt x="18715" y="44171"/>
                </a:lnTo>
                <a:lnTo>
                  <a:pt x="19230" y="43905"/>
                </a:lnTo>
                <a:lnTo>
                  <a:pt x="23842" y="41691"/>
                </a:lnTo>
                <a:lnTo>
                  <a:pt x="23315" y="41691"/>
                </a:lnTo>
                <a:lnTo>
                  <a:pt x="25128" y="41074"/>
                </a:lnTo>
                <a:lnTo>
                  <a:pt x="26248" y="41074"/>
                </a:lnTo>
                <a:lnTo>
                  <a:pt x="27412" y="40829"/>
                </a:lnTo>
                <a:lnTo>
                  <a:pt x="26572" y="40829"/>
                </a:lnTo>
                <a:lnTo>
                  <a:pt x="28221" y="40659"/>
                </a:lnTo>
                <a:lnTo>
                  <a:pt x="117311" y="40659"/>
                </a:lnTo>
                <a:lnTo>
                  <a:pt x="184995" y="39785"/>
                </a:lnTo>
                <a:lnTo>
                  <a:pt x="224860" y="37692"/>
                </a:lnTo>
                <a:lnTo>
                  <a:pt x="334185" y="27354"/>
                </a:lnTo>
                <a:lnTo>
                  <a:pt x="363877" y="23996"/>
                </a:lnTo>
                <a:close/>
              </a:path>
              <a:path w="412750" h="49529">
                <a:moveTo>
                  <a:pt x="25128" y="41074"/>
                </a:moveTo>
                <a:lnTo>
                  <a:pt x="23315" y="41691"/>
                </a:lnTo>
                <a:lnTo>
                  <a:pt x="24254" y="41493"/>
                </a:lnTo>
                <a:lnTo>
                  <a:pt x="25128" y="41074"/>
                </a:lnTo>
                <a:close/>
              </a:path>
              <a:path w="412750" h="49529">
                <a:moveTo>
                  <a:pt x="24254" y="41493"/>
                </a:moveTo>
                <a:lnTo>
                  <a:pt x="23315" y="41691"/>
                </a:lnTo>
                <a:lnTo>
                  <a:pt x="23842" y="41691"/>
                </a:lnTo>
                <a:lnTo>
                  <a:pt x="24254" y="41493"/>
                </a:lnTo>
                <a:close/>
              </a:path>
              <a:path w="412750" h="49529">
                <a:moveTo>
                  <a:pt x="26248" y="41074"/>
                </a:moveTo>
                <a:lnTo>
                  <a:pt x="25128" y="41074"/>
                </a:lnTo>
                <a:lnTo>
                  <a:pt x="24254" y="41493"/>
                </a:lnTo>
                <a:lnTo>
                  <a:pt x="26248" y="41074"/>
                </a:lnTo>
                <a:close/>
              </a:path>
              <a:path w="412750" h="49529">
                <a:moveTo>
                  <a:pt x="28221" y="40659"/>
                </a:moveTo>
                <a:lnTo>
                  <a:pt x="26572" y="40829"/>
                </a:lnTo>
                <a:lnTo>
                  <a:pt x="27412" y="40829"/>
                </a:lnTo>
                <a:lnTo>
                  <a:pt x="28221" y="40659"/>
                </a:lnTo>
                <a:close/>
              </a:path>
              <a:path w="412750" h="49529">
                <a:moveTo>
                  <a:pt x="117311" y="40659"/>
                </a:moveTo>
                <a:lnTo>
                  <a:pt x="28221" y="40659"/>
                </a:lnTo>
                <a:lnTo>
                  <a:pt x="27412" y="40829"/>
                </a:lnTo>
                <a:lnTo>
                  <a:pt x="104129" y="40829"/>
                </a:lnTo>
                <a:lnTo>
                  <a:pt x="117311" y="40659"/>
                </a:lnTo>
                <a:close/>
              </a:path>
              <a:path w="412750" h="49529">
                <a:moveTo>
                  <a:pt x="405114" y="0"/>
                </a:moveTo>
                <a:lnTo>
                  <a:pt x="404041" y="0"/>
                </a:lnTo>
                <a:lnTo>
                  <a:pt x="361466" y="8196"/>
                </a:lnTo>
                <a:lnTo>
                  <a:pt x="361248" y="8196"/>
                </a:lnTo>
                <a:lnTo>
                  <a:pt x="332387" y="11457"/>
                </a:lnTo>
                <a:lnTo>
                  <a:pt x="223298" y="21774"/>
                </a:lnTo>
                <a:lnTo>
                  <a:pt x="180614" y="23996"/>
                </a:lnTo>
                <a:lnTo>
                  <a:pt x="364009" y="23996"/>
                </a:lnTo>
                <a:lnTo>
                  <a:pt x="407097" y="15697"/>
                </a:lnTo>
                <a:lnTo>
                  <a:pt x="412598" y="7575"/>
                </a:lnTo>
                <a:lnTo>
                  <a:pt x="412196" y="5492"/>
                </a:lnTo>
                <a:lnTo>
                  <a:pt x="407191" y="426"/>
                </a:lnTo>
                <a:lnTo>
                  <a:pt x="40511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078488" y="8149206"/>
            <a:ext cx="33020" cy="237490"/>
          </a:xfrm>
          <a:custGeom>
            <a:avLst/>
            <a:gdLst/>
            <a:ahLst/>
            <a:cxnLst/>
            <a:rect l="l" t="t" r="r" b="b"/>
            <a:pathLst>
              <a:path w="33020" h="237490">
                <a:moveTo>
                  <a:pt x="17528" y="0"/>
                </a:moveTo>
                <a:lnTo>
                  <a:pt x="16480" y="0"/>
                </a:lnTo>
                <a:lnTo>
                  <a:pt x="14401" y="415"/>
                </a:lnTo>
                <a:lnTo>
                  <a:pt x="0" y="26821"/>
                </a:lnTo>
                <a:lnTo>
                  <a:pt x="2" y="72769"/>
                </a:lnTo>
                <a:lnTo>
                  <a:pt x="749" y="114180"/>
                </a:lnTo>
                <a:lnTo>
                  <a:pt x="767" y="115178"/>
                </a:lnTo>
                <a:lnTo>
                  <a:pt x="3662" y="161508"/>
                </a:lnTo>
                <a:lnTo>
                  <a:pt x="3770" y="163238"/>
                </a:lnTo>
                <a:lnTo>
                  <a:pt x="3850" y="163967"/>
                </a:lnTo>
                <a:lnTo>
                  <a:pt x="9105" y="197756"/>
                </a:lnTo>
                <a:lnTo>
                  <a:pt x="9220" y="198339"/>
                </a:lnTo>
                <a:lnTo>
                  <a:pt x="16856" y="231171"/>
                </a:lnTo>
                <a:lnTo>
                  <a:pt x="16971" y="231661"/>
                </a:lnTo>
                <a:lnTo>
                  <a:pt x="24258" y="236880"/>
                </a:lnTo>
                <a:lnTo>
                  <a:pt x="25155" y="236880"/>
                </a:lnTo>
                <a:lnTo>
                  <a:pt x="32581" y="229080"/>
                </a:lnTo>
                <a:lnTo>
                  <a:pt x="32547" y="228039"/>
                </a:lnTo>
                <a:lnTo>
                  <a:pt x="24935" y="195298"/>
                </a:lnTo>
                <a:lnTo>
                  <a:pt x="24869" y="195017"/>
                </a:lnTo>
                <a:lnTo>
                  <a:pt x="24800" y="194718"/>
                </a:lnTo>
                <a:lnTo>
                  <a:pt x="19770" y="162239"/>
                </a:lnTo>
                <a:lnTo>
                  <a:pt x="19657" y="161508"/>
                </a:lnTo>
                <a:lnTo>
                  <a:pt x="16794" y="115178"/>
                </a:lnTo>
                <a:lnTo>
                  <a:pt x="16732" y="114180"/>
                </a:lnTo>
                <a:lnTo>
                  <a:pt x="16000" y="72769"/>
                </a:lnTo>
                <a:lnTo>
                  <a:pt x="15996" y="28390"/>
                </a:lnTo>
                <a:lnTo>
                  <a:pt x="15841" y="28390"/>
                </a:lnTo>
                <a:lnTo>
                  <a:pt x="15996" y="27616"/>
                </a:lnTo>
                <a:lnTo>
                  <a:pt x="15996" y="26821"/>
                </a:lnTo>
                <a:lnTo>
                  <a:pt x="16155" y="26821"/>
                </a:lnTo>
                <a:lnTo>
                  <a:pt x="16469" y="25252"/>
                </a:lnTo>
                <a:lnTo>
                  <a:pt x="16533" y="24933"/>
                </a:lnTo>
                <a:lnTo>
                  <a:pt x="16193" y="24933"/>
                </a:lnTo>
                <a:lnTo>
                  <a:pt x="16968" y="22759"/>
                </a:lnTo>
                <a:lnTo>
                  <a:pt x="17344" y="22759"/>
                </a:lnTo>
                <a:lnTo>
                  <a:pt x="19573" y="18549"/>
                </a:lnTo>
                <a:lnTo>
                  <a:pt x="20356" y="17448"/>
                </a:lnTo>
                <a:lnTo>
                  <a:pt x="24251" y="11602"/>
                </a:lnTo>
                <a:lnTo>
                  <a:pt x="24648" y="10641"/>
                </a:lnTo>
                <a:lnTo>
                  <a:pt x="25059" y="8561"/>
                </a:lnTo>
                <a:lnTo>
                  <a:pt x="25058" y="7520"/>
                </a:lnTo>
                <a:lnTo>
                  <a:pt x="19614" y="415"/>
                </a:lnTo>
                <a:lnTo>
                  <a:pt x="17528" y="0"/>
                </a:lnTo>
                <a:close/>
              </a:path>
              <a:path w="33020" h="237490">
                <a:moveTo>
                  <a:pt x="15996" y="27616"/>
                </a:moveTo>
                <a:lnTo>
                  <a:pt x="15841" y="28390"/>
                </a:lnTo>
                <a:lnTo>
                  <a:pt x="15996" y="28390"/>
                </a:lnTo>
                <a:lnTo>
                  <a:pt x="15996" y="27616"/>
                </a:lnTo>
                <a:close/>
              </a:path>
              <a:path w="33020" h="237490">
                <a:moveTo>
                  <a:pt x="16155" y="26821"/>
                </a:moveTo>
                <a:lnTo>
                  <a:pt x="15996" y="26821"/>
                </a:lnTo>
                <a:lnTo>
                  <a:pt x="15996" y="27616"/>
                </a:lnTo>
                <a:lnTo>
                  <a:pt x="16155" y="26821"/>
                </a:lnTo>
                <a:close/>
              </a:path>
              <a:path w="33020" h="237490">
                <a:moveTo>
                  <a:pt x="16968" y="22759"/>
                </a:moveTo>
                <a:lnTo>
                  <a:pt x="16193" y="24933"/>
                </a:lnTo>
                <a:lnTo>
                  <a:pt x="16739" y="23902"/>
                </a:lnTo>
                <a:lnTo>
                  <a:pt x="16968" y="22759"/>
                </a:lnTo>
                <a:close/>
              </a:path>
              <a:path w="33020" h="237490">
                <a:moveTo>
                  <a:pt x="16739" y="23902"/>
                </a:moveTo>
                <a:lnTo>
                  <a:pt x="16193" y="24933"/>
                </a:lnTo>
                <a:lnTo>
                  <a:pt x="16533" y="24933"/>
                </a:lnTo>
                <a:lnTo>
                  <a:pt x="16739" y="23902"/>
                </a:lnTo>
                <a:close/>
              </a:path>
              <a:path w="33020" h="237490">
                <a:moveTo>
                  <a:pt x="17344" y="22759"/>
                </a:moveTo>
                <a:lnTo>
                  <a:pt x="16968" y="22759"/>
                </a:lnTo>
                <a:lnTo>
                  <a:pt x="16739" y="23902"/>
                </a:lnTo>
                <a:lnTo>
                  <a:pt x="17344" y="2275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171589" y="8302583"/>
            <a:ext cx="28575" cy="130175"/>
          </a:xfrm>
          <a:custGeom>
            <a:avLst/>
            <a:gdLst/>
            <a:ahLst/>
            <a:cxnLst/>
            <a:rect l="l" t="t" r="r" b="b"/>
            <a:pathLst>
              <a:path w="28575" h="130175">
                <a:moveTo>
                  <a:pt x="3794" y="111591"/>
                </a:moveTo>
                <a:lnTo>
                  <a:pt x="250" y="119801"/>
                </a:lnTo>
                <a:lnTo>
                  <a:pt x="31" y="120818"/>
                </a:lnTo>
                <a:lnTo>
                  <a:pt x="0" y="122939"/>
                </a:lnTo>
                <a:lnTo>
                  <a:pt x="187" y="123962"/>
                </a:lnTo>
                <a:lnTo>
                  <a:pt x="5959" y="129821"/>
                </a:lnTo>
                <a:lnTo>
                  <a:pt x="6104" y="129821"/>
                </a:lnTo>
                <a:lnTo>
                  <a:pt x="6979" y="130009"/>
                </a:lnTo>
                <a:lnTo>
                  <a:pt x="8952" y="130009"/>
                </a:lnTo>
                <a:lnTo>
                  <a:pt x="9975" y="129821"/>
                </a:lnTo>
                <a:lnTo>
                  <a:pt x="19785" y="112689"/>
                </a:lnTo>
                <a:lnTo>
                  <a:pt x="3648" y="112689"/>
                </a:lnTo>
                <a:lnTo>
                  <a:pt x="3794" y="111591"/>
                </a:lnTo>
                <a:close/>
              </a:path>
              <a:path w="28575" h="130175">
                <a:moveTo>
                  <a:pt x="4235" y="110568"/>
                </a:moveTo>
                <a:lnTo>
                  <a:pt x="3794" y="111591"/>
                </a:lnTo>
                <a:lnTo>
                  <a:pt x="3648" y="112689"/>
                </a:lnTo>
                <a:lnTo>
                  <a:pt x="4235" y="110568"/>
                </a:lnTo>
                <a:close/>
              </a:path>
              <a:path w="28575" h="130175">
                <a:moveTo>
                  <a:pt x="20066" y="110568"/>
                </a:moveTo>
                <a:lnTo>
                  <a:pt x="4235" y="110568"/>
                </a:lnTo>
                <a:lnTo>
                  <a:pt x="3648" y="112689"/>
                </a:lnTo>
                <a:lnTo>
                  <a:pt x="19785" y="112689"/>
                </a:lnTo>
                <a:lnTo>
                  <a:pt x="20066" y="110568"/>
                </a:lnTo>
                <a:close/>
              </a:path>
              <a:path w="28575" h="130175">
                <a:moveTo>
                  <a:pt x="21841" y="0"/>
                </a:moveTo>
                <a:lnTo>
                  <a:pt x="18283" y="0"/>
                </a:lnTo>
                <a:lnTo>
                  <a:pt x="17682" y="140"/>
                </a:lnTo>
                <a:lnTo>
                  <a:pt x="6776" y="64596"/>
                </a:lnTo>
                <a:lnTo>
                  <a:pt x="5339" y="99923"/>
                </a:lnTo>
                <a:lnTo>
                  <a:pt x="3794" y="111591"/>
                </a:lnTo>
                <a:lnTo>
                  <a:pt x="4235" y="110568"/>
                </a:lnTo>
                <a:lnTo>
                  <a:pt x="20066" y="110568"/>
                </a:lnTo>
                <a:lnTo>
                  <a:pt x="21197" y="102022"/>
                </a:lnTo>
                <a:lnTo>
                  <a:pt x="21317" y="99923"/>
                </a:lnTo>
                <a:lnTo>
                  <a:pt x="22766" y="65110"/>
                </a:lnTo>
                <a:lnTo>
                  <a:pt x="23511" y="32316"/>
                </a:lnTo>
                <a:lnTo>
                  <a:pt x="23999" y="23131"/>
                </a:lnTo>
                <a:lnTo>
                  <a:pt x="24070" y="21804"/>
                </a:lnTo>
                <a:lnTo>
                  <a:pt x="24378" y="20948"/>
                </a:lnTo>
                <a:lnTo>
                  <a:pt x="25339" y="16676"/>
                </a:lnTo>
                <a:lnTo>
                  <a:pt x="25454" y="16164"/>
                </a:lnTo>
                <a:lnTo>
                  <a:pt x="25576" y="15622"/>
                </a:lnTo>
                <a:lnTo>
                  <a:pt x="26973" y="12109"/>
                </a:lnTo>
                <a:lnTo>
                  <a:pt x="27885" y="9674"/>
                </a:lnTo>
                <a:lnTo>
                  <a:pt x="23826" y="744"/>
                </a:lnTo>
                <a:lnTo>
                  <a:pt x="2184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5" name="object 7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276879" y="8168844"/>
            <a:ext cx="232179" cy="265250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604501" y="8150730"/>
            <a:ext cx="299437" cy="317954"/>
          </a:xfrm>
          <a:prstGeom prst="rect">
            <a:avLst/>
          </a:prstGeom>
        </p:spPr>
      </p:pic>
      <p:sp>
        <p:nvSpPr>
          <p:cNvPr id="77" name="object 77"/>
          <p:cNvSpPr/>
          <p:nvPr/>
        </p:nvSpPr>
        <p:spPr>
          <a:xfrm>
            <a:off x="4988869" y="8117842"/>
            <a:ext cx="187325" cy="351155"/>
          </a:xfrm>
          <a:custGeom>
            <a:avLst/>
            <a:gdLst/>
            <a:ahLst/>
            <a:cxnLst/>
            <a:rect l="l" t="t" r="r" b="b"/>
            <a:pathLst>
              <a:path w="187325" h="351154">
                <a:moveTo>
                  <a:pt x="128364" y="328829"/>
                </a:moveTo>
                <a:lnTo>
                  <a:pt x="112606" y="328829"/>
                </a:lnTo>
                <a:lnTo>
                  <a:pt x="112369" y="329776"/>
                </a:lnTo>
                <a:lnTo>
                  <a:pt x="112367" y="330767"/>
                </a:lnTo>
                <a:lnTo>
                  <a:pt x="112122" y="330767"/>
                </a:lnTo>
                <a:lnTo>
                  <a:pt x="109347" y="341872"/>
                </a:lnTo>
                <a:lnTo>
                  <a:pt x="109296" y="342911"/>
                </a:lnTo>
                <a:lnTo>
                  <a:pt x="109609" y="345008"/>
                </a:lnTo>
                <a:lnTo>
                  <a:pt x="109874" y="345751"/>
                </a:lnTo>
                <a:lnTo>
                  <a:pt x="109959" y="345988"/>
                </a:lnTo>
                <a:lnTo>
                  <a:pt x="116655" y="350848"/>
                </a:lnTo>
                <a:lnTo>
                  <a:pt x="117490" y="350848"/>
                </a:lnTo>
                <a:lnTo>
                  <a:pt x="128364" y="330767"/>
                </a:lnTo>
                <a:lnTo>
                  <a:pt x="112367" y="330767"/>
                </a:lnTo>
                <a:lnTo>
                  <a:pt x="112489" y="329776"/>
                </a:lnTo>
                <a:lnTo>
                  <a:pt x="128364" y="329776"/>
                </a:lnTo>
                <a:lnTo>
                  <a:pt x="128364" y="328829"/>
                </a:lnTo>
                <a:close/>
              </a:path>
              <a:path w="187325" h="351154">
                <a:moveTo>
                  <a:pt x="134319" y="92562"/>
                </a:moveTo>
                <a:lnTo>
                  <a:pt x="119301" y="101396"/>
                </a:lnTo>
                <a:lnTo>
                  <a:pt x="119894" y="106033"/>
                </a:lnTo>
                <a:lnTo>
                  <a:pt x="122824" y="149255"/>
                </a:lnTo>
                <a:lnTo>
                  <a:pt x="122893" y="150337"/>
                </a:lnTo>
                <a:lnTo>
                  <a:pt x="124368" y="193829"/>
                </a:lnTo>
                <a:lnTo>
                  <a:pt x="124293" y="240658"/>
                </a:lnTo>
                <a:lnTo>
                  <a:pt x="119233" y="274637"/>
                </a:lnTo>
                <a:lnTo>
                  <a:pt x="113227" y="310681"/>
                </a:lnTo>
                <a:lnTo>
                  <a:pt x="113135" y="311463"/>
                </a:lnTo>
                <a:lnTo>
                  <a:pt x="112385" y="322727"/>
                </a:lnTo>
                <a:lnTo>
                  <a:pt x="112369" y="329776"/>
                </a:lnTo>
                <a:lnTo>
                  <a:pt x="112606" y="328829"/>
                </a:lnTo>
                <a:lnTo>
                  <a:pt x="128364" y="328829"/>
                </a:lnTo>
                <a:lnTo>
                  <a:pt x="128417" y="322727"/>
                </a:lnTo>
                <a:lnTo>
                  <a:pt x="129044" y="313311"/>
                </a:lnTo>
                <a:lnTo>
                  <a:pt x="129097" y="312526"/>
                </a:lnTo>
                <a:lnTo>
                  <a:pt x="129313" y="311463"/>
                </a:lnTo>
                <a:lnTo>
                  <a:pt x="135035" y="277130"/>
                </a:lnTo>
                <a:lnTo>
                  <a:pt x="140291" y="241835"/>
                </a:lnTo>
                <a:lnTo>
                  <a:pt x="140374" y="193829"/>
                </a:lnTo>
                <a:lnTo>
                  <a:pt x="138895" y="150337"/>
                </a:lnTo>
                <a:lnTo>
                  <a:pt x="138858" y="149255"/>
                </a:lnTo>
                <a:lnTo>
                  <a:pt x="135946" y="106486"/>
                </a:lnTo>
                <a:lnTo>
                  <a:pt x="135915" y="106033"/>
                </a:lnTo>
                <a:lnTo>
                  <a:pt x="135811" y="104501"/>
                </a:lnTo>
                <a:lnTo>
                  <a:pt x="134319" y="92562"/>
                </a:lnTo>
                <a:close/>
              </a:path>
              <a:path w="187325" h="351154">
                <a:moveTo>
                  <a:pt x="58694" y="0"/>
                </a:moveTo>
                <a:lnTo>
                  <a:pt x="55788" y="0"/>
                </a:lnTo>
                <a:lnTo>
                  <a:pt x="50057" y="1497"/>
                </a:lnTo>
                <a:lnTo>
                  <a:pt x="6657" y="42735"/>
                </a:lnTo>
                <a:lnTo>
                  <a:pt x="1386" y="51931"/>
                </a:lnTo>
                <a:lnTo>
                  <a:pt x="1279" y="52185"/>
                </a:lnTo>
                <a:lnTo>
                  <a:pt x="132" y="56393"/>
                </a:lnTo>
                <a:lnTo>
                  <a:pt x="11" y="56833"/>
                </a:lnTo>
                <a:lnTo>
                  <a:pt x="0" y="63571"/>
                </a:lnTo>
                <a:lnTo>
                  <a:pt x="1922" y="94847"/>
                </a:lnTo>
                <a:lnTo>
                  <a:pt x="2031" y="96613"/>
                </a:lnTo>
                <a:lnTo>
                  <a:pt x="4160" y="115773"/>
                </a:lnTo>
                <a:lnTo>
                  <a:pt x="4218" y="116294"/>
                </a:lnTo>
                <a:lnTo>
                  <a:pt x="4309" y="117115"/>
                </a:lnTo>
                <a:lnTo>
                  <a:pt x="4431" y="118210"/>
                </a:lnTo>
                <a:lnTo>
                  <a:pt x="13719" y="132919"/>
                </a:lnTo>
                <a:lnTo>
                  <a:pt x="26233" y="132919"/>
                </a:lnTo>
                <a:lnTo>
                  <a:pt x="67738" y="124689"/>
                </a:lnTo>
                <a:lnTo>
                  <a:pt x="77621" y="121263"/>
                </a:lnTo>
                <a:lnTo>
                  <a:pt x="21546" y="121263"/>
                </a:lnTo>
                <a:lnTo>
                  <a:pt x="20943" y="120039"/>
                </a:lnTo>
                <a:lnTo>
                  <a:pt x="20874" y="119898"/>
                </a:lnTo>
                <a:lnTo>
                  <a:pt x="20770" y="119687"/>
                </a:lnTo>
                <a:lnTo>
                  <a:pt x="15438" y="117115"/>
                </a:lnTo>
                <a:lnTo>
                  <a:pt x="20517" y="117115"/>
                </a:lnTo>
                <a:lnTo>
                  <a:pt x="20184" y="115773"/>
                </a:lnTo>
                <a:lnTo>
                  <a:pt x="20005" y="113518"/>
                </a:lnTo>
                <a:lnTo>
                  <a:pt x="17974" y="95243"/>
                </a:lnTo>
                <a:lnTo>
                  <a:pt x="17930" y="94847"/>
                </a:lnTo>
                <a:lnTo>
                  <a:pt x="16025" y="63571"/>
                </a:lnTo>
                <a:lnTo>
                  <a:pt x="15901" y="61546"/>
                </a:lnTo>
                <a:lnTo>
                  <a:pt x="15874" y="61109"/>
                </a:lnTo>
                <a:lnTo>
                  <a:pt x="15426" y="61109"/>
                </a:lnTo>
                <a:lnTo>
                  <a:pt x="15516" y="60346"/>
                </a:lnTo>
                <a:lnTo>
                  <a:pt x="15611" y="59425"/>
                </a:lnTo>
                <a:lnTo>
                  <a:pt x="15711" y="58449"/>
                </a:lnTo>
                <a:lnTo>
                  <a:pt x="15844" y="58449"/>
                </a:lnTo>
                <a:lnTo>
                  <a:pt x="16712" y="56393"/>
                </a:lnTo>
                <a:lnTo>
                  <a:pt x="17044" y="56393"/>
                </a:lnTo>
                <a:lnTo>
                  <a:pt x="19355" y="52483"/>
                </a:lnTo>
                <a:lnTo>
                  <a:pt x="19502" y="52185"/>
                </a:lnTo>
                <a:lnTo>
                  <a:pt x="19681" y="51931"/>
                </a:lnTo>
                <a:lnTo>
                  <a:pt x="19816" y="51931"/>
                </a:lnTo>
                <a:lnTo>
                  <a:pt x="34143" y="34776"/>
                </a:lnTo>
                <a:lnTo>
                  <a:pt x="37640" y="31588"/>
                </a:lnTo>
                <a:lnTo>
                  <a:pt x="49891" y="20125"/>
                </a:lnTo>
                <a:lnTo>
                  <a:pt x="49661" y="20125"/>
                </a:lnTo>
                <a:lnTo>
                  <a:pt x="50926" y="19157"/>
                </a:lnTo>
                <a:lnTo>
                  <a:pt x="51229" y="19157"/>
                </a:lnTo>
                <a:lnTo>
                  <a:pt x="54772" y="16972"/>
                </a:lnTo>
                <a:lnTo>
                  <a:pt x="54101" y="16972"/>
                </a:lnTo>
                <a:lnTo>
                  <a:pt x="56245" y="16057"/>
                </a:lnTo>
                <a:lnTo>
                  <a:pt x="57612" y="16057"/>
                </a:lnTo>
                <a:lnTo>
                  <a:pt x="55882" y="15748"/>
                </a:lnTo>
                <a:lnTo>
                  <a:pt x="59310" y="15614"/>
                </a:lnTo>
                <a:lnTo>
                  <a:pt x="95954" y="15614"/>
                </a:lnTo>
                <a:lnTo>
                  <a:pt x="93758" y="13728"/>
                </a:lnTo>
                <a:lnTo>
                  <a:pt x="69207" y="1878"/>
                </a:lnTo>
                <a:lnTo>
                  <a:pt x="58694" y="0"/>
                </a:lnTo>
                <a:close/>
              </a:path>
              <a:path w="187325" h="351154">
                <a:moveTo>
                  <a:pt x="20770" y="119687"/>
                </a:moveTo>
                <a:lnTo>
                  <a:pt x="21546" y="121263"/>
                </a:lnTo>
                <a:lnTo>
                  <a:pt x="21242" y="120039"/>
                </a:lnTo>
                <a:lnTo>
                  <a:pt x="21207" y="119898"/>
                </a:lnTo>
                <a:lnTo>
                  <a:pt x="20770" y="119687"/>
                </a:lnTo>
                <a:close/>
              </a:path>
              <a:path w="187325" h="351154">
                <a:moveTo>
                  <a:pt x="114959" y="103950"/>
                </a:moveTo>
                <a:lnTo>
                  <a:pt x="78680" y="103950"/>
                </a:lnTo>
                <a:lnTo>
                  <a:pt x="62988" y="109395"/>
                </a:lnTo>
                <a:lnTo>
                  <a:pt x="47027" y="113518"/>
                </a:lnTo>
                <a:lnTo>
                  <a:pt x="46778" y="113518"/>
                </a:lnTo>
                <a:lnTo>
                  <a:pt x="23764" y="117115"/>
                </a:lnTo>
                <a:lnTo>
                  <a:pt x="20517" y="117115"/>
                </a:lnTo>
                <a:lnTo>
                  <a:pt x="20788" y="118210"/>
                </a:lnTo>
                <a:lnTo>
                  <a:pt x="20907" y="118690"/>
                </a:lnTo>
                <a:lnTo>
                  <a:pt x="20997" y="119049"/>
                </a:lnTo>
                <a:lnTo>
                  <a:pt x="21219" y="119687"/>
                </a:lnTo>
                <a:lnTo>
                  <a:pt x="21387" y="119898"/>
                </a:lnTo>
                <a:lnTo>
                  <a:pt x="21499" y="120039"/>
                </a:lnTo>
                <a:lnTo>
                  <a:pt x="21242" y="120039"/>
                </a:lnTo>
                <a:lnTo>
                  <a:pt x="21546" y="121263"/>
                </a:lnTo>
                <a:lnTo>
                  <a:pt x="77621" y="121263"/>
                </a:lnTo>
                <a:lnTo>
                  <a:pt x="81124" y="120039"/>
                </a:lnTo>
                <a:lnTo>
                  <a:pt x="21499" y="120039"/>
                </a:lnTo>
                <a:lnTo>
                  <a:pt x="21207" y="119898"/>
                </a:lnTo>
                <a:lnTo>
                  <a:pt x="81527" y="119898"/>
                </a:lnTo>
                <a:lnTo>
                  <a:pt x="83956" y="119049"/>
                </a:lnTo>
                <a:lnTo>
                  <a:pt x="84821" y="118690"/>
                </a:lnTo>
                <a:lnTo>
                  <a:pt x="113948" y="104501"/>
                </a:lnTo>
                <a:lnTo>
                  <a:pt x="114959" y="103950"/>
                </a:lnTo>
                <a:close/>
              </a:path>
              <a:path w="187325" h="351154">
                <a:moveTo>
                  <a:pt x="21219" y="119687"/>
                </a:moveTo>
                <a:lnTo>
                  <a:pt x="21207" y="119898"/>
                </a:lnTo>
                <a:lnTo>
                  <a:pt x="21499" y="120039"/>
                </a:lnTo>
                <a:lnTo>
                  <a:pt x="21219" y="119687"/>
                </a:lnTo>
                <a:close/>
              </a:path>
              <a:path w="187325" h="351154">
                <a:moveTo>
                  <a:pt x="20043" y="118210"/>
                </a:moveTo>
                <a:lnTo>
                  <a:pt x="20770" y="119687"/>
                </a:lnTo>
                <a:lnTo>
                  <a:pt x="21207" y="119898"/>
                </a:lnTo>
                <a:lnTo>
                  <a:pt x="21155" y="119687"/>
                </a:lnTo>
                <a:lnTo>
                  <a:pt x="20711" y="119049"/>
                </a:lnTo>
                <a:lnTo>
                  <a:pt x="20043" y="118210"/>
                </a:lnTo>
                <a:close/>
              </a:path>
              <a:path w="187325" h="351154">
                <a:moveTo>
                  <a:pt x="20517" y="117115"/>
                </a:moveTo>
                <a:lnTo>
                  <a:pt x="15438" y="117115"/>
                </a:lnTo>
                <a:lnTo>
                  <a:pt x="20770" y="119687"/>
                </a:lnTo>
                <a:lnTo>
                  <a:pt x="20043" y="118210"/>
                </a:lnTo>
                <a:lnTo>
                  <a:pt x="20788" y="118210"/>
                </a:lnTo>
                <a:lnTo>
                  <a:pt x="20517" y="117115"/>
                </a:lnTo>
                <a:close/>
              </a:path>
              <a:path w="187325" h="351154">
                <a:moveTo>
                  <a:pt x="20788" y="118210"/>
                </a:moveTo>
                <a:lnTo>
                  <a:pt x="20043" y="118210"/>
                </a:lnTo>
                <a:lnTo>
                  <a:pt x="21219" y="119687"/>
                </a:lnTo>
                <a:lnTo>
                  <a:pt x="20997" y="119049"/>
                </a:lnTo>
                <a:lnTo>
                  <a:pt x="20907" y="118690"/>
                </a:lnTo>
                <a:lnTo>
                  <a:pt x="20788" y="118210"/>
                </a:lnTo>
                <a:close/>
              </a:path>
              <a:path w="187325" h="351154">
                <a:moveTo>
                  <a:pt x="116567" y="84446"/>
                </a:moveTo>
                <a:lnTo>
                  <a:pt x="107992" y="89489"/>
                </a:lnTo>
                <a:lnTo>
                  <a:pt x="107100" y="90044"/>
                </a:lnTo>
                <a:lnTo>
                  <a:pt x="78190" y="104127"/>
                </a:lnTo>
                <a:lnTo>
                  <a:pt x="78680" y="103950"/>
                </a:lnTo>
                <a:lnTo>
                  <a:pt x="114959" y="103950"/>
                </a:lnTo>
                <a:lnTo>
                  <a:pt x="119301" y="101396"/>
                </a:lnTo>
                <a:lnTo>
                  <a:pt x="117919" y="90338"/>
                </a:lnTo>
                <a:lnTo>
                  <a:pt x="117813" y="89489"/>
                </a:lnTo>
                <a:lnTo>
                  <a:pt x="117749" y="88975"/>
                </a:lnTo>
                <a:lnTo>
                  <a:pt x="117685" y="88463"/>
                </a:lnTo>
                <a:lnTo>
                  <a:pt x="117097" y="86478"/>
                </a:lnTo>
                <a:lnTo>
                  <a:pt x="116567" y="84446"/>
                </a:lnTo>
                <a:close/>
              </a:path>
              <a:path w="187325" h="351154">
                <a:moveTo>
                  <a:pt x="130900" y="76015"/>
                </a:moveTo>
                <a:lnTo>
                  <a:pt x="116567" y="84446"/>
                </a:lnTo>
                <a:lnTo>
                  <a:pt x="117097" y="86478"/>
                </a:lnTo>
                <a:lnTo>
                  <a:pt x="117685" y="88463"/>
                </a:lnTo>
                <a:lnTo>
                  <a:pt x="117783" y="88975"/>
                </a:lnTo>
                <a:lnTo>
                  <a:pt x="117813" y="89222"/>
                </a:lnTo>
                <a:lnTo>
                  <a:pt x="117919" y="90338"/>
                </a:lnTo>
                <a:lnTo>
                  <a:pt x="119301" y="101396"/>
                </a:lnTo>
                <a:lnTo>
                  <a:pt x="134319" y="92562"/>
                </a:lnTo>
                <a:lnTo>
                  <a:pt x="133558" y="86478"/>
                </a:lnTo>
                <a:lnTo>
                  <a:pt x="133361" y="85451"/>
                </a:lnTo>
                <a:lnTo>
                  <a:pt x="130982" y="76333"/>
                </a:lnTo>
                <a:lnTo>
                  <a:pt x="130900" y="76015"/>
                </a:lnTo>
                <a:close/>
              </a:path>
              <a:path w="187325" h="351154">
                <a:moveTo>
                  <a:pt x="180710" y="57075"/>
                </a:moveTo>
                <a:lnTo>
                  <a:pt x="177307" y="57075"/>
                </a:lnTo>
                <a:lnTo>
                  <a:pt x="164393" y="61109"/>
                </a:lnTo>
                <a:lnTo>
                  <a:pt x="148623" y="66367"/>
                </a:lnTo>
                <a:lnTo>
                  <a:pt x="147298" y="66948"/>
                </a:lnTo>
                <a:lnTo>
                  <a:pt x="132079" y="75322"/>
                </a:lnTo>
                <a:lnTo>
                  <a:pt x="130900" y="76015"/>
                </a:lnTo>
                <a:lnTo>
                  <a:pt x="133361" y="85451"/>
                </a:lnTo>
                <a:lnTo>
                  <a:pt x="133558" y="86478"/>
                </a:lnTo>
                <a:lnTo>
                  <a:pt x="134319" y="92562"/>
                </a:lnTo>
                <a:lnTo>
                  <a:pt x="139996" y="89222"/>
                </a:lnTo>
                <a:lnTo>
                  <a:pt x="153954" y="81541"/>
                </a:lnTo>
                <a:lnTo>
                  <a:pt x="153683" y="81541"/>
                </a:lnTo>
                <a:lnTo>
                  <a:pt x="155007" y="80962"/>
                </a:lnTo>
                <a:lnTo>
                  <a:pt x="155420" y="80962"/>
                </a:lnTo>
                <a:lnTo>
                  <a:pt x="169311" y="76333"/>
                </a:lnTo>
                <a:lnTo>
                  <a:pt x="186886" y="63571"/>
                </a:lnTo>
                <a:lnTo>
                  <a:pt x="186253" y="61546"/>
                </a:lnTo>
                <a:lnTo>
                  <a:pt x="185790" y="60698"/>
                </a:lnTo>
                <a:lnTo>
                  <a:pt x="184396" y="59005"/>
                </a:lnTo>
                <a:lnTo>
                  <a:pt x="183706" y="58449"/>
                </a:lnTo>
                <a:lnTo>
                  <a:pt x="181839" y="57437"/>
                </a:lnTo>
                <a:lnTo>
                  <a:pt x="180710" y="57075"/>
                </a:lnTo>
                <a:close/>
              </a:path>
              <a:path w="187325" h="351154">
                <a:moveTo>
                  <a:pt x="108885" y="30345"/>
                </a:moveTo>
                <a:lnTo>
                  <a:pt x="88830" y="30345"/>
                </a:lnTo>
                <a:lnTo>
                  <a:pt x="89349" y="31031"/>
                </a:lnTo>
                <a:lnTo>
                  <a:pt x="89997" y="31588"/>
                </a:lnTo>
                <a:lnTo>
                  <a:pt x="89770" y="31588"/>
                </a:lnTo>
                <a:lnTo>
                  <a:pt x="98995" y="43789"/>
                </a:lnTo>
                <a:lnTo>
                  <a:pt x="99812" y="44716"/>
                </a:lnTo>
                <a:lnTo>
                  <a:pt x="107943" y="59767"/>
                </a:lnTo>
                <a:lnTo>
                  <a:pt x="108298" y="60346"/>
                </a:lnTo>
                <a:lnTo>
                  <a:pt x="113096" y="71762"/>
                </a:lnTo>
                <a:lnTo>
                  <a:pt x="113391" y="72260"/>
                </a:lnTo>
                <a:lnTo>
                  <a:pt x="116567" y="84446"/>
                </a:lnTo>
                <a:lnTo>
                  <a:pt x="130900" y="76015"/>
                </a:lnTo>
                <a:lnTo>
                  <a:pt x="128855" y="68181"/>
                </a:lnTo>
                <a:lnTo>
                  <a:pt x="109825" y="31588"/>
                </a:lnTo>
                <a:lnTo>
                  <a:pt x="89997" y="31588"/>
                </a:lnTo>
                <a:lnTo>
                  <a:pt x="89475" y="31031"/>
                </a:lnTo>
                <a:lnTo>
                  <a:pt x="109404" y="31031"/>
                </a:lnTo>
                <a:lnTo>
                  <a:pt x="108885" y="30345"/>
                </a:lnTo>
                <a:close/>
              </a:path>
              <a:path w="187325" h="351154">
                <a:moveTo>
                  <a:pt x="155007" y="80962"/>
                </a:moveTo>
                <a:lnTo>
                  <a:pt x="153683" y="81541"/>
                </a:lnTo>
                <a:lnTo>
                  <a:pt x="154372" y="81311"/>
                </a:lnTo>
                <a:lnTo>
                  <a:pt x="155007" y="80962"/>
                </a:lnTo>
                <a:close/>
              </a:path>
              <a:path w="187325" h="351154">
                <a:moveTo>
                  <a:pt x="154372" y="81311"/>
                </a:moveTo>
                <a:lnTo>
                  <a:pt x="153683" y="81541"/>
                </a:lnTo>
                <a:lnTo>
                  <a:pt x="153954" y="81541"/>
                </a:lnTo>
                <a:lnTo>
                  <a:pt x="154372" y="81311"/>
                </a:lnTo>
                <a:close/>
              </a:path>
              <a:path w="187325" h="351154">
                <a:moveTo>
                  <a:pt x="155420" y="80962"/>
                </a:moveTo>
                <a:lnTo>
                  <a:pt x="155007" y="80962"/>
                </a:lnTo>
                <a:lnTo>
                  <a:pt x="154372" y="81311"/>
                </a:lnTo>
                <a:lnTo>
                  <a:pt x="155420" y="80962"/>
                </a:lnTo>
                <a:close/>
              </a:path>
              <a:path w="187325" h="351154">
                <a:moveTo>
                  <a:pt x="15792" y="59767"/>
                </a:moveTo>
                <a:lnTo>
                  <a:pt x="15634" y="60346"/>
                </a:lnTo>
                <a:lnTo>
                  <a:pt x="15480" y="60698"/>
                </a:lnTo>
                <a:lnTo>
                  <a:pt x="15437" y="61109"/>
                </a:lnTo>
                <a:lnTo>
                  <a:pt x="15874" y="61109"/>
                </a:lnTo>
                <a:lnTo>
                  <a:pt x="15792" y="59767"/>
                </a:lnTo>
                <a:close/>
              </a:path>
              <a:path w="187325" h="351154">
                <a:moveTo>
                  <a:pt x="15745" y="59005"/>
                </a:moveTo>
                <a:lnTo>
                  <a:pt x="15611" y="59425"/>
                </a:lnTo>
                <a:lnTo>
                  <a:pt x="15516" y="60346"/>
                </a:lnTo>
                <a:lnTo>
                  <a:pt x="15792" y="59767"/>
                </a:lnTo>
                <a:lnTo>
                  <a:pt x="15885" y="59425"/>
                </a:lnTo>
                <a:lnTo>
                  <a:pt x="15745" y="59005"/>
                </a:lnTo>
                <a:close/>
              </a:path>
              <a:path w="187325" h="351154">
                <a:moveTo>
                  <a:pt x="16427" y="57437"/>
                </a:moveTo>
                <a:lnTo>
                  <a:pt x="15711" y="58449"/>
                </a:lnTo>
                <a:lnTo>
                  <a:pt x="15771" y="59425"/>
                </a:lnTo>
                <a:lnTo>
                  <a:pt x="16000" y="59005"/>
                </a:lnTo>
                <a:lnTo>
                  <a:pt x="16427" y="57437"/>
                </a:lnTo>
                <a:close/>
              </a:path>
              <a:path w="187325" h="351154">
                <a:moveTo>
                  <a:pt x="17044" y="56393"/>
                </a:moveTo>
                <a:lnTo>
                  <a:pt x="16712" y="56393"/>
                </a:lnTo>
                <a:lnTo>
                  <a:pt x="16592" y="56833"/>
                </a:lnTo>
                <a:lnTo>
                  <a:pt x="16424" y="57075"/>
                </a:lnTo>
                <a:lnTo>
                  <a:pt x="15844" y="58449"/>
                </a:lnTo>
                <a:lnTo>
                  <a:pt x="16641" y="57075"/>
                </a:lnTo>
                <a:lnTo>
                  <a:pt x="16592" y="56833"/>
                </a:lnTo>
                <a:lnTo>
                  <a:pt x="16784" y="56833"/>
                </a:lnTo>
                <a:lnTo>
                  <a:pt x="17044" y="56393"/>
                </a:lnTo>
                <a:close/>
              </a:path>
              <a:path w="187325" h="351154">
                <a:moveTo>
                  <a:pt x="19816" y="51931"/>
                </a:moveTo>
                <a:lnTo>
                  <a:pt x="19681" y="51931"/>
                </a:lnTo>
                <a:lnTo>
                  <a:pt x="19531" y="52185"/>
                </a:lnTo>
                <a:lnTo>
                  <a:pt x="19816" y="51931"/>
                </a:lnTo>
                <a:close/>
              </a:path>
              <a:path w="187325" h="351154">
                <a:moveTo>
                  <a:pt x="105496" y="25862"/>
                </a:moveTo>
                <a:lnTo>
                  <a:pt x="83332" y="25862"/>
                </a:lnTo>
                <a:lnTo>
                  <a:pt x="83817" y="26279"/>
                </a:lnTo>
                <a:lnTo>
                  <a:pt x="84379" y="26621"/>
                </a:lnTo>
                <a:lnTo>
                  <a:pt x="84216" y="26621"/>
                </a:lnTo>
                <a:lnTo>
                  <a:pt x="89349" y="31031"/>
                </a:lnTo>
                <a:lnTo>
                  <a:pt x="88830" y="30345"/>
                </a:lnTo>
                <a:lnTo>
                  <a:pt x="108885" y="30345"/>
                </a:lnTo>
                <a:lnTo>
                  <a:pt x="106070" y="26621"/>
                </a:lnTo>
                <a:lnTo>
                  <a:pt x="84379" y="26621"/>
                </a:lnTo>
                <a:lnTo>
                  <a:pt x="83906" y="26279"/>
                </a:lnTo>
                <a:lnTo>
                  <a:pt x="105811" y="26279"/>
                </a:lnTo>
                <a:lnTo>
                  <a:pt x="105496" y="25862"/>
                </a:lnTo>
                <a:close/>
              </a:path>
              <a:path w="187325" h="351154">
                <a:moveTo>
                  <a:pt x="102734" y="22209"/>
                </a:moveTo>
                <a:lnTo>
                  <a:pt x="77151" y="22209"/>
                </a:lnTo>
                <a:lnTo>
                  <a:pt x="77685" y="22535"/>
                </a:lnTo>
                <a:lnTo>
                  <a:pt x="78241" y="22767"/>
                </a:lnTo>
                <a:lnTo>
                  <a:pt x="78065" y="22767"/>
                </a:lnTo>
                <a:lnTo>
                  <a:pt x="83817" y="26279"/>
                </a:lnTo>
                <a:lnTo>
                  <a:pt x="83332" y="25862"/>
                </a:lnTo>
                <a:lnTo>
                  <a:pt x="105496" y="25862"/>
                </a:lnTo>
                <a:lnTo>
                  <a:pt x="103156" y="22767"/>
                </a:lnTo>
                <a:lnTo>
                  <a:pt x="78241" y="22767"/>
                </a:lnTo>
                <a:lnTo>
                  <a:pt x="77788" y="22535"/>
                </a:lnTo>
                <a:lnTo>
                  <a:pt x="102981" y="22535"/>
                </a:lnTo>
                <a:lnTo>
                  <a:pt x="102734" y="22209"/>
                </a:lnTo>
                <a:close/>
              </a:path>
              <a:path w="187325" h="351154">
                <a:moveTo>
                  <a:pt x="65542" y="17473"/>
                </a:moveTo>
                <a:lnTo>
                  <a:pt x="77685" y="22535"/>
                </a:lnTo>
                <a:lnTo>
                  <a:pt x="77151" y="22209"/>
                </a:lnTo>
                <a:lnTo>
                  <a:pt x="102734" y="22209"/>
                </a:lnTo>
                <a:lnTo>
                  <a:pt x="101590" y="20695"/>
                </a:lnTo>
                <a:lnTo>
                  <a:pt x="100423" y="19452"/>
                </a:lnTo>
                <a:lnTo>
                  <a:pt x="98296" y="17626"/>
                </a:lnTo>
                <a:lnTo>
                  <a:pt x="66396" y="17626"/>
                </a:lnTo>
                <a:lnTo>
                  <a:pt x="65542" y="17473"/>
                </a:lnTo>
                <a:close/>
              </a:path>
              <a:path w="187325" h="351154">
                <a:moveTo>
                  <a:pt x="50611" y="19452"/>
                </a:moveTo>
                <a:lnTo>
                  <a:pt x="50207" y="19707"/>
                </a:lnTo>
                <a:lnTo>
                  <a:pt x="49661" y="20125"/>
                </a:lnTo>
                <a:lnTo>
                  <a:pt x="50338" y="19707"/>
                </a:lnTo>
                <a:lnTo>
                  <a:pt x="50611" y="19452"/>
                </a:lnTo>
                <a:close/>
              </a:path>
              <a:path w="187325" h="351154">
                <a:moveTo>
                  <a:pt x="50338" y="19707"/>
                </a:moveTo>
                <a:lnTo>
                  <a:pt x="49661" y="20125"/>
                </a:lnTo>
                <a:lnTo>
                  <a:pt x="49891" y="20125"/>
                </a:lnTo>
                <a:lnTo>
                  <a:pt x="50338" y="19707"/>
                </a:lnTo>
                <a:close/>
              </a:path>
              <a:path w="187325" h="351154">
                <a:moveTo>
                  <a:pt x="51229" y="19157"/>
                </a:moveTo>
                <a:lnTo>
                  <a:pt x="50926" y="19157"/>
                </a:lnTo>
                <a:lnTo>
                  <a:pt x="50338" y="19707"/>
                </a:lnTo>
                <a:lnTo>
                  <a:pt x="51229" y="19157"/>
                </a:lnTo>
                <a:close/>
              </a:path>
              <a:path w="187325" h="351154">
                <a:moveTo>
                  <a:pt x="64726" y="17133"/>
                </a:moveTo>
                <a:lnTo>
                  <a:pt x="65542" y="17473"/>
                </a:lnTo>
                <a:lnTo>
                  <a:pt x="66396" y="17626"/>
                </a:lnTo>
                <a:lnTo>
                  <a:pt x="64726" y="17133"/>
                </a:lnTo>
                <a:close/>
              </a:path>
              <a:path w="187325" h="351154">
                <a:moveTo>
                  <a:pt x="97722" y="17133"/>
                </a:moveTo>
                <a:lnTo>
                  <a:pt x="64726" y="17133"/>
                </a:lnTo>
                <a:lnTo>
                  <a:pt x="66396" y="17626"/>
                </a:lnTo>
                <a:lnTo>
                  <a:pt x="98296" y="17626"/>
                </a:lnTo>
                <a:lnTo>
                  <a:pt x="97722" y="17133"/>
                </a:lnTo>
                <a:close/>
              </a:path>
              <a:path w="187325" h="351154">
                <a:moveTo>
                  <a:pt x="95954" y="15614"/>
                </a:moveTo>
                <a:lnTo>
                  <a:pt x="59310" y="15614"/>
                </a:lnTo>
                <a:lnTo>
                  <a:pt x="57612" y="16057"/>
                </a:lnTo>
                <a:lnTo>
                  <a:pt x="65542" y="17473"/>
                </a:lnTo>
                <a:lnTo>
                  <a:pt x="64726" y="17133"/>
                </a:lnTo>
                <a:lnTo>
                  <a:pt x="97722" y="17133"/>
                </a:lnTo>
                <a:lnTo>
                  <a:pt x="95954" y="15614"/>
                </a:lnTo>
                <a:close/>
              </a:path>
              <a:path w="187325" h="351154">
                <a:moveTo>
                  <a:pt x="56255" y="16057"/>
                </a:moveTo>
                <a:lnTo>
                  <a:pt x="54101" y="16972"/>
                </a:lnTo>
                <a:lnTo>
                  <a:pt x="55263" y="16669"/>
                </a:lnTo>
                <a:lnTo>
                  <a:pt x="56255" y="16057"/>
                </a:lnTo>
                <a:close/>
              </a:path>
              <a:path w="187325" h="351154">
                <a:moveTo>
                  <a:pt x="55263" y="16669"/>
                </a:moveTo>
                <a:lnTo>
                  <a:pt x="54101" y="16972"/>
                </a:lnTo>
                <a:lnTo>
                  <a:pt x="54772" y="16972"/>
                </a:lnTo>
                <a:lnTo>
                  <a:pt x="55263" y="16669"/>
                </a:lnTo>
                <a:close/>
              </a:path>
              <a:path w="187325" h="351154">
                <a:moveTo>
                  <a:pt x="57612" y="16057"/>
                </a:moveTo>
                <a:lnTo>
                  <a:pt x="56255" y="16057"/>
                </a:lnTo>
                <a:lnTo>
                  <a:pt x="55263" y="16669"/>
                </a:lnTo>
                <a:lnTo>
                  <a:pt x="57612" y="16057"/>
                </a:lnTo>
                <a:close/>
              </a:path>
              <a:path w="187325" h="351154">
                <a:moveTo>
                  <a:pt x="59310" y="15614"/>
                </a:moveTo>
                <a:lnTo>
                  <a:pt x="55882" y="15748"/>
                </a:lnTo>
                <a:lnTo>
                  <a:pt x="57612" y="16057"/>
                </a:lnTo>
                <a:lnTo>
                  <a:pt x="59310" y="1561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318714" y="8192910"/>
            <a:ext cx="36830" cy="260350"/>
          </a:xfrm>
          <a:custGeom>
            <a:avLst/>
            <a:gdLst/>
            <a:ahLst/>
            <a:cxnLst/>
            <a:rect l="l" t="t" r="r" b="b"/>
            <a:pathLst>
              <a:path w="36830" h="260350">
                <a:moveTo>
                  <a:pt x="1452" y="17462"/>
                </a:moveTo>
                <a:lnTo>
                  <a:pt x="1512" y="18468"/>
                </a:lnTo>
                <a:lnTo>
                  <a:pt x="1632" y="20509"/>
                </a:lnTo>
                <a:lnTo>
                  <a:pt x="1752" y="22553"/>
                </a:lnTo>
                <a:lnTo>
                  <a:pt x="3401" y="60407"/>
                </a:lnTo>
                <a:lnTo>
                  <a:pt x="3445" y="61428"/>
                </a:lnTo>
                <a:lnTo>
                  <a:pt x="5893" y="97332"/>
                </a:lnTo>
                <a:lnTo>
                  <a:pt x="5959" y="98421"/>
                </a:lnTo>
                <a:lnTo>
                  <a:pt x="6783" y="134692"/>
                </a:lnTo>
                <a:lnTo>
                  <a:pt x="6791" y="184677"/>
                </a:lnTo>
                <a:lnTo>
                  <a:pt x="7396" y="209450"/>
                </a:lnTo>
                <a:lnTo>
                  <a:pt x="21851" y="256668"/>
                </a:lnTo>
                <a:lnTo>
                  <a:pt x="27452" y="259810"/>
                </a:lnTo>
                <a:lnTo>
                  <a:pt x="28243" y="259810"/>
                </a:lnTo>
                <a:lnTo>
                  <a:pt x="36308" y="251741"/>
                </a:lnTo>
                <a:lnTo>
                  <a:pt x="36028" y="249640"/>
                </a:lnTo>
                <a:lnTo>
                  <a:pt x="35692" y="248655"/>
                </a:lnTo>
                <a:lnTo>
                  <a:pt x="29127" y="237312"/>
                </a:lnTo>
                <a:lnTo>
                  <a:pt x="28917" y="237312"/>
                </a:lnTo>
                <a:lnTo>
                  <a:pt x="28655" y="236496"/>
                </a:lnTo>
                <a:lnTo>
                  <a:pt x="28227" y="235756"/>
                </a:lnTo>
                <a:lnTo>
                  <a:pt x="28416" y="235756"/>
                </a:lnTo>
                <a:lnTo>
                  <a:pt x="25428" y="226479"/>
                </a:lnTo>
                <a:lnTo>
                  <a:pt x="25260" y="226479"/>
                </a:lnTo>
                <a:lnTo>
                  <a:pt x="25171" y="225679"/>
                </a:lnTo>
                <a:lnTo>
                  <a:pt x="24923" y="224910"/>
                </a:lnTo>
                <a:lnTo>
                  <a:pt x="25086" y="224910"/>
                </a:lnTo>
                <a:lnTo>
                  <a:pt x="23564" y="211217"/>
                </a:lnTo>
                <a:lnTo>
                  <a:pt x="23444" y="210139"/>
                </a:lnTo>
                <a:lnTo>
                  <a:pt x="23367" y="209450"/>
                </a:lnTo>
                <a:lnTo>
                  <a:pt x="22793" y="184677"/>
                </a:lnTo>
                <a:lnTo>
                  <a:pt x="22785" y="134692"/>
                </a:lnTo>
                <a:lnTo>
                  <a:pt x="21952" y="98421"/>
                </a:lnTo>
                <a:lnTo>
                  <a:pt x="21927" y="97332"/>
                </a:lnTo>
                <a:lnTo>
                  <a:pt x="19479" y="61428"/>
                </a:lnTo>
                <a:lnTo>
                  <a:pt x="19410" y="60407"/>
                </a:lnTo>
                <a:lnTo>
                  <a:pt x="17763" y="22553"/>
                </a:lnTo>
                <a:lnTo>
                  <a:pt x="17685" y="21019"/>
                </a:lnTo>
                <a:lnTo>
                  <a:pt x="7792" y="21019"/>
                </a:lnTo>
                <a:lnTo>
                  <a:pt x="5701" y="20671"/>
                </a:lnTo>
                <a:lnTo>
                  <a:pt x="4728" y="20303"/>
                </a:lnTo>
                <a:lnTo>
                  <a:pt x="2929" y="19180"/>
                </a:lnTo>
                <a:lnTo>
                  <a:pt x="2171" y="18468"/>
                </a:lnTo>
                <a:lnTo>
                  <a:pt x="1452" y="17462"/>
                </a:lnTo>
                <a:close/>
              </a:path>
              <a:path w="36830" h="260350">
                <a:moveTo>
                  <a:pt x="28655" y="236496"/>
                </a:moveTo>
                <a:lnTo>
                  <a:pt x="28917" y="237312"/>
                </a:lnTo>
                <a:lnTo>
                  <a:pt x="29127" y="237312"/>
                </a:lnTo>
                <a:lnTo>
                  <a:pt x="28655" y="236496"/>
                </a:lnTo>
                <a:close/>
              </a:path>
              <a:path w="36830" h="260350">
                <a:moveTo>
                  <a:pt x="28416" y="235756"/>
                </a:moveTo>
                <a:lnTo>
                  <a:pt x="28227" y="235756"/>
                </a:lnTo>
                <a:lnTo>
                  <a:pt x="28655" y="236496"/>
                </a:lnTo>
                <a:lnTo>
                  <a:pt x="28416" y="235756"/>
                </a:lnTo>
                <a:close/>
              </a:path>
              <a:path w="36830" h="260350">
                <a:moveTo>
                  <a:pt x="25171" y="225679"/>
                </a:moveTo>
                <a:lnTo>
                  <a:pt x="25260" y="226479"/>
                </a:lnTo>
                <a:lnTo>
                  <a:pt x="25428" y="226479"/>
                </a:lnTo>
                <a:lnTo>
                  <a:pt x="25171" y="225679"/>
                </a:lnTo>
                <a:close/>
              </a:path>
              <a:path w="36830" h="260350">
                <a:moveTo>
                  <a:pt x="25086" y="224910"/>
                </a:moveTo>
                <a:lnTo>
                  <a:pt x="24923" y="224910"/>
                </a:lnTo>
                <a:lnTo>
                  <a:pt x="25171" y="225679"/>
                </a:lnTo>
                <a:lnTo>
                  <a:pt x="25086" y="224910"/>
                </a:lnTo>
                <a:close/>
              </a:path>
              <a:path w="36830" h="260350">
                <a:moveTo>
                  <a:pt x="918" y="8383"/>
                </a:moveTo>
                <a:lnTo>
                  <a:pt x="7792" y="21019"/>
                </a:lnTo>
                <a:lnTo>
                  <a:pt x="8695" y="21019"/>
                </a:lnTo>
                <a:lnTo>
                  <a:pt x="16791" y="9226"/>
                </a:lnTo>
                <a:lnTo>
                  <a:pt x="918" y="8383"/>
                </a:lnTo>
                <a:close/>
              </a:path>
              <a:path w="36830" h="260350">
                <a:moveTo>
                  <a:pt x="16941" y="8383"/>
                </a:moveTo>
                <a:lnTo>
                  <a:pt x="918" y="8383"/>
                </a:lnTo>
                <a:lnTo>
                  <a:pt x="16791" y="9226"/>
                </a:lnTo>
                <a:lnTo>
                  <a:pt x="15775" y="15318"/>
                </a:lnTo>
                <a:lnTo>
                  <a:pt x="8695" y="21019"/>
                </a:lnTo>
                <a:lnTo>
                  <a:pt x="17685" y="21019"/>
                </a:lnTo>
                <a:lnTo>
                  <a:pt x="16991" y="9226"/>
                </a:lnTo>
                <a:lnTo>
                  <a:pt x="16941" y="8383"/>
                </a:lnTo>
                <a:close/>
              </a:path>
              <a:path w="36830" h="260350">
                <a:moveTo>
                  <a:pt x="10394" y="0"/>
                </a:moveTo>
                <a:lnTo>
                  <a:pt x="7387" y="0"/>
                </a:lnTo>
                <a:lnTo>
                  <a:pt x="5515" y="603"/>
                </a:lnTo>
                <a:lnTo>
                  <a:pt x="0" y="12689"/>
                </a:lnTo>
                <a:lnTo>
                  <a:pt x="33" y="13728"/>
                </a:lnTo>
                <a:lnTo>
                  <a:pt x="400" y="15318"/>
                </a:lnTo>
                <a:lnTo>
                  <a:pt x="510" y="15794"/>
                </a:lnTo>
                <a:lnTo>
                  <a:pt x="938" y="16743"/>
                </a:lnTo>
                <a:lnTo>
                  <a:pt x="1452" y="17462"/>
                </a:lnTo>
                <a:lnTo>
                  <a:pt x="967" y="9226"/>
                </a:lnTo>
                <a:lnTo>
                  <a:pt x="918" y="8383"/>
                </a:lnTo>
                <a:lnTo>
                  <a:pt x="16941" y="8383"/>
                </a:lnTo>
                <a:lnTo>
                  <a:pt x="16828" y="6463"/>
                </a:lnTo>
                <a:lnTo>
                  <a:pt x="11249" y="205"/>
                </a:lnTo>
                <a:lnTo>
                  <a:pt x="1039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428151" y="8371033"/>
            <a:ext cx="19685" cy="122555"/>
          </a:xfrm>
          <a:custGeom>
            <a:avLst/>
            <a:gdLst/>
            <a:ahLst/>
            <a:cxnLst/>
            <a:rect l="l" t="t" r="r" b="b"/>
            <a:pathLst>
              <a:path w="19684" h="122554">
                <a:moveTo>
                  <a:pt x="11776" y="0"/>
                </a:moveTo>
                <a:lnTo>
                  <a:pt x="10638" y="0"/>
                </a:lnTo>
                <a:lnTo>
                  <a:pt x="8566" y="448"/>
                </a:lnTo>
                <a:lnTo>
                  <a:pt x="0" y="28844"/>
                </a:lnTo>
                <a:lnTo>
                  <a:pt x="59" y="106160"/>
                </a:lnTo>
                <a:lnTo>
                  <a:pt x="7083" y="121658"/>
                </a:lnTo>
                <a:lnTo>
                  <a:pt x="7283" y="121658"/>
                </a:lnTo>
                <a:lnTo>
                  <a:pt x="9033" y="122036"/>
                </a:lnTo>
                <a:lnTo>
                  <a:pt x="9997" y="122036"/>
                </a:lnTo>
                <a:lnTo>
                  <a:pt x="12084" y="121658"/>
                </a:lnTo>
                <a:lnTo>
                  <a:pt x="17666" y="113592"/>
                </a:lnTo>
                <a:lnTo>
                  <a:pt x="16057" y="104731"/>
                </a:lnTo>
                <a:lnTo>
                  <a:pt x="15927" y="104731"/>
                </a:lnTo>
                <a:lnTo>
                  <a:pt x="15927" y="104014"/>
                </a:lnTo>
                <a:lnTo>
                  <a:pt x="15797" y="103301"/>
                </a:lnTo>
                <a:lnTo>
                  <a:pt x="15927" y="103301"/>
                </a:lnTo>
                <a:lnTo>
                  <a:pt x="15927" y="29902"/>
                </a:lnTo>
                <a:lnTo>
                  <a:pt x="16138" y="28844"/>
                </a:lnTo>
                <a:lnTo>
                  <a:pt x="17489" y="18718"/>
                </a:lnTo>
                <a:lnTo>
                  <a:pt x="17538" y="18346"/>
                </a:lnTo>
                <a:lnTo>
                  <a:pt x="19348" y="8427"/>
                </a:lnTo>
                <a:lnTo>
                  <a:pt x="19331" y="7387"/>
                </a:lnTo>
                <a:lnTo>
                  <a:pt x="18938" y="5566"/>
                </a:lnTo>
                <a:lnTo>
                  <a:pt x="18883" y="5313"/>
                </a:lnTo>
                <a:lnTo>
                  <a:pt x="18573" y="4598"/>
                </a:lnTo>
                <a:lnTo>
                  <a:pt x="18469" y="4359"/>
                </a:lnTo>
                <a:lnTo>
                  <a:pt x="17263" y="2616"/>
                </a:lnTo>
                <a:lnTo>
                  <a:pt x="16515" y="1893"/>
                </a:lnTo>
                <a:lnTo>
                  <a:pt x="14916" y="862"/>
                </a:lnTo>
                <a:lnTo>
                  <a:pt x="13984" y="448"/>
                </a:lnTo>
                <a:lnTo>
                  <a:pt x="14240" y="448"/>
                </a:lnTo>
                <a:lnTo>
                  <a:pt x="11776" y="0"/>
                </a:lnTo>
                <a:close/>
              </a:path>
              <a:path w="19684" h="122554">
                <a:moveTo>
                  <a:pt x="15927" y="104014"/>
                </a:moveTo>
                <a:lnTo>
                  <a:pt x="15927" y="104731"/>
                </a:lnTo>
                <a:lnTo>
                  <a:pt x="16057" y="104731"/>
                </a:lnTo>
                <a:lnTo>
                  <a:pt x="15927" y="104014"/>
                </a:lnTo>
                <a:close/>
              </a:path>
              <a:path w="19684" h="122554">
                <a:moveTo>
                  <a:pt x="15927" y="103301"/>
                </a:moveTo>
                <a:lnTo>
                  <a:pt x="15797" y="103301"/>
                </a:lnTo>
                <a:lnTo>
                  <a:pt x="15927" y="104014"/>
                </a:lnTo>
                <a:lnTo>
                  <a:pt x="15927" y="10330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49200" y="8196240"/>
            <a:ext cx="194269" cy="313545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821196" y="8189490"/>
            <a:ext cx="213118" cy="255379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136912" y="8848752"/>
            <a:ext cx="53975" cy="245745"/>
          </a:xfrm>
          <a:custGeom>
            <a:avLst/>
            <a:gdLst/>
            <a:ahLst/>
            <a:cxnLst/>
            <a:rect l="l" t="t" r="r" b="b"/>
            <a:pathLst>
              <a:path w="53975" h="245745">
                <a:moveTo>
                  <a:pt x="12276" y="0"/>
                </a:moveTo>
                <a:lnTo>
                  <a:pt x="9803" y="0"/>
                </a:lnTo>
                <a:lnTo>
                  <a:pt x="8787" y="215"/>
                </a:lnTo>
                <a:lnTo>
                  <a:pt x="8915" y="215"/>
                </a:lnTo>
                <a:lnTo>
                  <a:pt x="6286" y="1155"/>
                </a:lnTo>
                <a:lnTo>
                  <a:pt x="0" y="66020"/>
                </a:lnTo>
                <a:lnTo>
                  <a:pt x="1502" y="103587"/>
                </a:lnTo>
                <a:lnTo>
                  <a:pt x="9622" y="147361"/>
                </a:lnTo>
                <a:lnTo>
                  <a:pt x="18934" y="183055"/>
                </a:lnTo>
                <a:lnTo>
                  <a:pt x="23655" y="203497"/>
                </a:lnTo>
                <a:lnTo>
                  <a:pt x="38791" y="241998"/>
                </a:lnTo>
                <a:lnTo>
                  <a:pt x="44339" y="245525"/>
                </a:lnTo>
                <a:lnTo>
                  <a:pt x="46548" y="245525"/>
                </a:lnTo>
                <a:lnTo>
                  <a:pt x="53390" y="238996"/>
                </a:lnTo>
                <a:lnTo>
                  <a:pt x="53370" y="235849"/>
                </a:lnTo>
                <a:lnTo>
                  <a:pt x="53095" y="234845"/>
                </a:lnTo>
                <a:lnTo>
                  <a:pt x="44815" y="218281"/>
                </a:lnTo>
                <a:lnTo>
                  <a:pt x="44340" y="217018"/>
                </a:lnTo>
                <a:lnTo>
                  <a:pt x="41964" y="211079"/>
                </a:lnTo>
                <a:lnTo>
                  <a:pt x="40144" y="203497"/>
                </a:lnTo>
                <a:lnTo>
                  <a:pt x="39209" y="199758"/>
                </a:lnTo>
                <a:lnTo>
                  <a:pt x="34470" y="179238"/>
                </a:lnTo>
                <a:lnTo>
                  <a:pt x="25155" y="143532"/>
                </a:lnTo>
                <a:lnTo>
                  <a:pt x="20229" y="122323"/>
                </a:lnTo>
                <a:lnTo>
                  <a:pt x="20152" y="121994"/>
                </a:lnTo>
                <a:lnTo>
                  <a:pt x="20077" y="121669"/>
                </a:lnTo>
                <a:lnTo>
                  <a:pt x="17804" y="105893"/>
                </a:lnTo>
                <a:lnTo>
                  <a:pt x="17682" y="105060"/>
                </a:lnTo>
                <a:lnTo>
                  <a:pt x="17589" y="104421"/>
                </a:lnTo>
                <a:lnTo>
                  <a:pt x="17468" y="103587"/>
                </a:lnTo>
                <a:lnTo>
                  <a:pt x="16009" y="66020"/>
                </a:lnTo>
                <a:lnTo>
                  <a:pt x="16029" y="24643"/>
                </a:lnTo>
                <a:lnTo>
                  <a:pt x="16443" y="17405"/>
                </a:lnTo>
                <a:lnTo>
                  <a:pt x="12683" y="17405"/>
                </a:lnTo>
                <a:lnTo>
                  <a:pt x="11839" y="17173"/>
                </a:lnTo>
                <a:lnTo>
                  <a:pt x="10857" y="16734"/>
                </a:lnTo>
                <a:lnTo>
                  <a:pt x="7538" y="15078"/>
                </a:lnTo>
                <a:lnTo>
                  <a:pt x="13277" y="15078"/>
                </a:lnTo>
                <a:lnTo>
                  <a:pt x="17126" y="11108"/>
                </a:lnTo>
                <a:lnTo>
                  <a:pt x="17252" y="10979"/>
                </a:lnTo>
                <a:lnTo>
                  <a:pt x="22140" y="10979"/>
                </a:lnTo>
                <a:lnTo>
                  <a:pt x="22159" y="7961"/>
                </a:lnTo>
                <a:lnTo>
                  <a:pt x="13370" y="215"/>
                </a:lnTo>
                <a:lnTo>
                  <a:pt x="12276" y="0"/>
                </a:lnTo>
                <a:close/>
              </a:path>
              <a:path w="53975" h="245745">
                <a:moveTo>
                  <a:pt x="7538" y="15078"/>
                </a:moveTo>
                <a:lnTo>
                  <a:pt x="10857" y="16734"/>
                </a:lnTo>
                <a:lnTo>
                  <a:pt x="11839" y="17173"/>
                </a:lnTo>
                <a:lnTo>
                  <a:pt x="12683" y="17405"/>
                </a:lnTo>
                <a:lnTo>
                  <a:pt x="15761" y="17405"/>
                </a:lnTo>
                <a:lnTo>
                  <a:pt x="16456" y="17173"/>
                </a:lnTo>
                <a:lnTo>
                  <a:pt x="16526" y="15943"/>
                </a:lnTo>
                <a:lnTo>
                  <a:pt x="12438" y="15943"/>
                </a:lnTo>
                <a:lnTo>
                  <a:pt x="12911" y="15455"/>
                </a:lnTo>
                <a:lnTo>
                  <a:pt x="13805" y="15455"/>
                </a:lnTo>
                <a:lnTo>
                  <a:pt x="7538" y="15078"/>
                </a:lnTo>
                <a:close/>
              </a:path>
              <a:path w="53975" h="245745">
                <a:moveTo>
                  <a:pt x="16456" y="17173"/>
                </a:moveTo>
                <a:lnTo>
                  <a:pt x="15761" y="17405"/>
                </a:lnTo>
                <a:lnTo>
                  <a:pt x="16443" y="17405"/>
                </a:lnTo>
                <a:lnTo>
                  <a:pt x="16456" y="17173"/>
                </a:lnTo>
                <a:close/>
              </a:path>
              <a:path w="53975" h="245745">
                <a:moveTo>
                  <a:pt x="22140" y="10979"/>
                </a:moveTo>
                <a:lnTo>
                  <a:pt x="17324" y="10979"/>
                </a:lnTo>
                <a:lnTo>
                  <a:pt x="16699" y="12914"/>
                </a:lnTo>
                <a:lnTo>
                  <a:pt x="16576" y="15078"/>
                </a:lnTo>
                <a:lnTo>
                  <a:pt x="16456" y="17173"/>
                </a:lnTo>
                <a:lnTo>
                  <a:pt x="22139" y="11108"/>
                </a:lnTo>
                <a:lnTo>
                  <a:pt x="22140" y="10979"/>
                </a:lnTo>
                <a:close/>
              </a:path>
              <a:path w="53975" h="245745">
                <a:moveTo>
                  <a:pt x="17324" y="10979"/>
                </a:moveTo>
                <a:lnTo>
                  <a:pt x="17126" y="11108"/>
                </a:lnTo>
                <a:lnTo>
                  <a:pt x="12438" y="15943"/>
                </a:lnTo>
                <a:lnTo>
                  <a:pt x="13805" y="15455"/>
                </a:lnTo>
                <a:lnTo>
                  <a:pt x="16554" y="15455"/>
                </a:lnTo>
                <a:lnTo>
                  <a:pt x="16637" y="14009"/>
                </a:lnTo>
                <a:lnTo>
                  <a:pt x="16362" y="14009"/>
                </a:lnTo>
                <a:lnTo>
                  <a:pt x="16717" y="12111"/>
                </a:lnTo>
                <a:lnTo>
                  <a:pt x="16758" y="11893"/>
                </a:lnTo>
                <a:lnTo>
                  <a:pt x="17029" y="11893"/>
                </a:lnTo>
                <a:lnTo>
                  <a:pt x="17282" y="11108"/>
                </a:lnTo>
                <a:lnTo>
                  <a:pt x="17324" y="10979"/>
                </a:lnTo>
                <a:close/>
              </a:path>
              <a:path w="53975" h="245745">
                <a:moveTo>
                  <a:pt x="16554" y="15455"/>
                </a:moveTo>
                <a:lnTo>
                  <a:pt x="13805" y="15455"/>
                </a:lnTo>
                <a:lnTo>
                  <a:pt x="12438" y="15943"/>
                </a:lnTo>
                <a:lnTo>
                  <a:pt x="16526" y="15943"/>
                </a:lnTo>
                <a:lnTo>
                  <a:pt x="16554" y="15455"/>
                </a:lnTo>
                <a:close/>
              </a:path>
              <a:path w="53975" h="245745">
                <a:moveTo>
                  <a:pt x="13277" y="15078"/>
                </a:moveTo>
                <a:lnTo>
                  <a:pt x="7538" y="15078"/>
                </a:lnTo>
                <a:lnTo>
                  <a:pt x="13805" y="15455"/>
                </a:lnTo>
                <a:lnTo>
                  <a:pt x="12911" y="15455"/>
                </a:lnTo>
                <a:lnTo>
                  <a:pt x="13277" y="15078"/>
                </a:lnTo>
                <a:close/>
              </a:path>
              <a:path w="53975" h="245745">
                <a:moveTo>
                  <a:pt x="16745" y="12111"/>
                </a:moveTo>
                <a:lnTo>
                  <a:pt x="16567" y="12914"/>
                </a:lnTo>
                <a:lnTo>
                  <a:pt x="16362" y="14009"/>
                </a:lnTo>
                <a:lnTo>
                  <a:pt x="16699" y="12914"/>
                </a:lnTo>
                <a:lnTo>
                  <a:pt x="16745" y="12111"/>
                </a:lnTo>
                <a:close/>
              </a:path>
              <a:path w="53975" h="245745">
                <a:moveTo>
                  <a:pt x="16699" y="12914"/>
                </a:moveTo>
                <a:lnTo>
                  <a:pt x="16346" y="14009"/>
                </a:lnTo>
                <a:lnTo>
                  <a:pt x="16637" y="14009"/>
                </a:lnTo>
                <a:lnTo>
                  <a:pt x="16699" y="12914"/>
                </a:lnTo>
                <a:close/>
              </a:path>
              <a:path w="53975" h="245745">
                <a:moveTo>
                  <a:pt x="17029" y="11893"/>
                </a:moveTo>
                <a:lnTo>
                  <a:pt x="16758" y="11893"/>
                </a:lnTo>
                <a:lnTo>
                  <a:pt x="16699" y="12914"/>
                </a:lnTo>
                <a:lnTo>
                  <a:pt x="16958" y="12111"/>
                </a:lnTo>
                <a:lnTo>
                  <a:pt x="17029" y="1189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5194" y="9165695"/>
            <a:ext cx="389255" cy="47625"/>
          </a:xfrm>
          <a:custGeom>
            <a:avLst/>
            <a:gdLst/>
            <a:ahLst/>
            <a:cxnLst/>
            <a:rect l="l" t="t" r="r" b="b"/>
            <a:pathLst>
              <a:path w="389255" h="47625">
                <a:moveTo>
                  <a:pt x="356581" y="20191"/>
                </a:moveTo>
                <a:lnTo>
                  <a:pt x="359492" y="23262"/>
                </a:lnTo>
                <a:lnTo>
                  <a:pt x="360575" y="24277"/>
                </a:lnTo>
                <a:lnTo>
                  <a:pt x="360973" y="24763"/>
                </a:lnTo>
                <a:lnTo>
                  <a:pt x="361136" y="24996"/>
                </a:lnTo>
                <a:lnTo>
                  <a:pt x="361217" y="25194"/>
                </a:lnTo>
                <a:lnTo>
                  <a:pt x="374848" y="44664"/>
                </a:lnTo>
                <a:lnTo>
                  <a:pt x="375600" y="45384"/>
                </a:lnTo>
                <a:lnTo>
                  <a:pt x="377388" y="46523"/>
                </a:lnTo>
                <a:lnTo>
                  <a:pt x="378358" y="46901"/>
                </a:lnTo>
                <a:lnTo>
                  <a:pt x="380446" y="47269"/>
                </a:lnTo>
                <a:lnTo>
                  <a:pt x="381383" y="47269"/>
                </a:lnTo>
                <a:lnTo>
                  <a:pt x="383046" y="46901"/>
                </a:lnTo>
                <a:lnTo>
                  <a:pt x="383299" y="46901"/>
                </a:lnTo>
                <a:lnTo>
                  <a:pt x="388850" y="39556"/>
                </a:lnTo>
                <a:lnTo>
                  <a:pt x="388828" y="38516"/>
                </a:lnTo>
                <a:lnTo>
                  <a:pt x="388369" y="36445"/>
                </a:lnTo>
                <a:lnTo>
                  <a:pt x="387950" y="35493"/>
                </a:lnTo>
                <a:lnTo>
                  <a:pt x="377587" y="20687"/>
                </a:lnTo>
                <a:lnTo>
                  <a:pt x="357323" y="20687"/>
                </a:lnTo>
                <a:lnTo>
                  <a:pt x="356581" y="20191"/>
                </a:lnTo>
                <a:close/>
              </a:path>
              <a:path w="389255" h="47625">
                <a:moveTo>
                  <a:pt x="337618" y="0"/>
                </a:moveTo>
                <a:lnTo>
                  <a:pt x="336430" y="0"/>
                </a:lnTo>
                <a:lnTo>
                  <a:pt x="299133" y="1555"/>
                </a:lnTo>
                <a:lnTo>
                  <a:pt x="244360" y="4678"/>
                </a:lnTo>
                <a:lnTo>
                  <a:pt x="194512" y="6238"/>
                </a:lnTo>
                <a:lnTo>
                  <a:pt x="24333" y="6238"/>
                </a:lnTo>
                <a:lnTo>
                  <a:pt x="9498" y="7019"/>
                </a:lnTo>
                <a:lnTo>
                  <a:pt x="0" y="18133"/>
                </a:lnTo>
                <a:lnTo>
                  <a:pt x="810" y="20052"/>
                </a:lnTo>
                <a:lnTo>
                  <a:pt x="13834" y="28393"/>
                </a:lnTo>
                <a:lnTo>
                  <a:pt x="16907" y="28393"/>
                </a:lnTo>
                <a:lnTo>
                  <a:pt x="11081" y="23262"/>
                </a:lnTo>
                <a:lnTo>
                  <a:pt x="13105" y="12103"/>
                </a:lnTo>
                <a:lnTo>
                  <a:pt x="13180" y="11691"/>
                </a:lnTo>
                <a:lnTo>
                  <a:pt x="13262" y="11239"/>
                </a:lnTo>
                <a:lnTo>
                  <a:pt x="13346" y="10773"/>
                </a:lnTo>
                <a:lnTo>
                  <a:pt x="13519" y="10773"/>
                </a:lnTo>
                <a:lnTo>
                  <a:pt x="12715" y="10194"/>
                </a:lnTo>
                <a:lnTo>
                  <a:pt x="369146" y="10194"/>
                </a:lnTo>
                <a:lnTo>
                  <a:pt x="348939" y="781"/>
                </a:lnTo>
                <a:lnTo>
                  <a:pt x="337618" y="0"/>
                </a:lnTo>
                <a:close/>
              </a:path>
              <a:path w="389255" h="47625">
                <a:moveTo>
                  <a:pt x="13390" y="10531"/>
                </a:moveTo>
                <a:lnTo>
                  <a:pt x="11111" y="23100"/>
                </a:lnTo>
                <a:lnTo>
                  <a:pt x="11081" y="23262"/>
                </a:lnTo>
                <a:lnTo>
                  <a:pt x="11439" y="23100"/>
                </a:lnTo>
                <a:lnTo>
                  <a:pt x="9903" y="23100"/>
                </a:lnTo>
                <a:lnTo>
                  <a:pt x="13110" y="22314"/>
                </a:lnTo>
                <a:lnTo>
                  <a:pt x="23284" y="22314"/>
                </a:lnTo>
                <a:lnTo>
                  <a:pt x="23305" y="18948"/>
                </a:lnTo>
                <a:lnTo>
                  <a:pt x="22700" y="17132"/>
                </a:lnTo>
                <a:lnTo>
                  <a:pt x="22635" y="16936"/>
                </a:lnTo>
                <a:lnTo>
                  <a:pt x="22120" y="16033"/>
                </a:lnTo>
                <a:lnTo>
                  <a:pt x="20730" y="14431"/>
                </a:lnTo>
                <a:lnTo>
                  <a:pt x="19909" y="13793"/>
                </a:lnTo>
                <a:lnTo>
                  <a:pt x="15711" y="11691"/>
                </a:lnTo>
                <a:lnTo>
                  <a:pt x="14794" y="11691"/>
                </a:lnTo>
                <a:lnTo>
                  <a:pt x="13519" y="10773"/>
                </a:lnTo>
                <a:lnTo>
                  <a:pt x="13874" y="10773"/>
                </a:lnTo>
                <a:lnTo>
                  <a:pt x="13390" y="10531"/>
                </a:lnTo>
                <a:close/>
              </a:path>
              <a:path w="389255" h="47625">
                <a:moveTo>
                  <a:pt x="23225" y="22314"/>
                </a:moveTo>
                <a:lnTo>
                  <a:pt x="13165" y="22314"/>
                </a:lnTo>
                <a:lnTo>
                  <a:pt x="11081" y="23262"/>
                </a:lnTo>
                <a:lnTo>
                  <a:pt x="22929" y="23262"/>
                </a:lnTo>
                <a:lnTo>
                  <a:pt x="23010" y="23100"/>
                </a:lnTo>
                <a:lnTo>
                  <a:pt x="8313" y="23100"/>
                </a:lnTo>
                <a:lnTo>
                  <a:pt x="23225" y="22314"/>
                </a:lnTo>
                <a:close/>
              </a:path>
              <a:path w="389255" h="47625">
                <a:moveTo>
                  <a:pt x="13165" y="22314"/>
                </a:moveTo>
                <a:lnTo>
                  <a:pt x="9903" y="23100"/>
                </a:lnTo>
                <a:lnTo>
                  <a:pt x="11439" y="23100"/>
                </a:lnTo>
                <a:lnTo>
                  <a:pt x="13165" y="22314"/>
                </a:lnTo>
                <a:close/>
              </a:path>
              <a:path w="389255" h="47625">
                <a:moveTo>
                  <a:pt x="23225" y="22314"/>
                </a:moveTo>
                <a:lnTo>
                  <a:pt x="8313" y="23100"/>
                </a:lnTo>
                <a:lnTo>
                  <a:pt x="23010" y="23100"/>
                </a:lnTo>
                <a:lnTo>
                  <a:pt x="23225" y="22314"/>
                </a:lnTo>
                <a:close/>
              </a:path>
              <a:path w="389255" h="47625">
                <a:moveTo>
                  <a:pt x="369272" y="10327"/>
                </a:moveTo>
                <a:lnTo>
                  <a:pt x="13427" y="10327"/>
                </a:lnTo>
                <a:lnTo>
                  <a:pt x="13874" y="10773"/>
                </a:lnTo>
                <a:lnTo>
                  <a:pt x="19909" y="13793"/>
                </a:lnTo>
                <a:lnTo>
                  <a:pt x="20730" y="14431"/>
                </a:lnTo>
                <a:lnTo>
                  <a:pt x="22120" y="16033"/>
                </a:lnTo>
                <a:lnTo>
                  <a:pt x="22523" y="16739"/>
                </a:lnTo>
                <a:lnTo>
                  <a:pt x="22635" y="16936"/>
                </a:lnTo>
                <a:lnTo>
                  <a:pt x="22834" y="17533"/>
                </a:lnTo>
                <a:lnTo>
                  <a:pt x="22908" y="17755"/>
                </a:lnTo>
                <a:lnTo>
                  <a:pt x="23034" y="18133"/>
                </a:lnTo>
                <a:lnTo>
                  <a:pt x="23157" y="18503"/>
                </a:lnTo>
                <a:lnTo>
                  <a:pt x="23284" y="22314"/>
                </a:lnTo>
                <a:lnTo>
                  <a:pt x="192224" y="22314"/>
                </a:lnTo>
                <a:lnTo>
                  <a:pt x="244175" y="20687"/>
                </a:lnTo>
                <a:lnTo>
                  <a:pt x="244724" y="20687"/>
                </a:lnTo>
                <a:lnTo>
                  <a:pt x="299923" y="17533"/>
                </a:lnTo>
                <a:lnTo>
                  <a:pt x="335878" y="16033"/>
                </a:lnTo>
                <a:lnTo>
                  <a:pt x="374330" y="16033"/>
                </a:lnTo>
                <a:lnTo>
                  <a:pt x="373680" y="15105"/>
                </a:lnTo>
                <a:lnTo>
                  <a:pt x="372931" y="14187"/>
                </a:lnTo>
                <a:lnTo>
                  <a:pt x="369272" y="10327"/>
                </a:lnTo>
                <a:close/>
              </a:path>
              <a:path w="389255" h="47625">
                <a:moveTo>
                  <a:pt x="354051" y="18503"/>
                </a:moveTo>
                <a:lnTo>
                  <a:pt x="357323" y="20687"/>
                </a:lnTo>
                <a:lnTo>
                  <a:pt x="355956" y="19532"/>
                </a:lnTo>
                <a:lnTo>
                  <a:pt x="376779" y="19532"/>
                </a:lnTo>
                <a:lnTo>
                  <a:pt x="376370" y="18948"/>
                </a:lnTo>
                <a:lnTo>
                  <a:pt x="355758" y="18948"/>
                </a:lnTo>
                <a:lnTo>
                  <a:pt x="354051" y="18503"/>
                </a:lnTo>
                <a:close/>
              </a:path>
              <a:path w="389255" h="47625">
                <a:moveTo>
                  <a:pt x="376779" y="19532"/>
                </a:moveTo>
                <a:lnTo>
                  <a:pt x="355956" y="19532"/>
                </a:lnTo>
                <a:lnTo>
                  <a:pt x="357323" y="20687"/>
                </a:lnTo>
                <a:lnTo>
                  <a:pt x="377587" y="20687"/>
                </a:lnTo>
                <a:lnTo>
                  <a:pt x="376779" y="19532"/>
                </a:lnTo>
                <a:close/>
              </a:path>
              <a:path w="389255" h="47625">
                <a:moveTo>
                  <a:pt x="352931" y="17755"/>
                </a:moveTo>
                <a:lnTo>
                  <a:pt x="354051" y="18503"/>
                </a:lnTo>
                <a:lnTo>
                  <a:pt x="355758" y="18948"/>
                </a:lnTo>
                <a:lnTo>
                  <a:pt x="355586" y="18948"/>
                </a:lnTo>
                <a:lnTo>
                  <a:pt x="352931" y="17755"/>
                </a:lnTo>
                <a:close/>
              </a:path>
              <a:path w="389255" h="47625">
                <a:moveTo>
                  <a:pt x="375535" y="17755"/>
                </a:moveTo>
                <a:lnTo>
                  <a:pt x="352931" y="17755"/>
                </a:lnTo>
                <a:lnTo>
                  <a:pt x="355586" y="18948"/>
                </a:lnTo>
                <a:lnTo>
                  <a:pt x="376370" y="18948"/>
                </a:lnTo>
                <a:lnTo>
                  <a:pt x="375535" y="17755"/>
                </a:lnTo>
                <a:close/>
              </a:path>
              <a:path w="389255" h="47625">
                <a:moveTo>
                  <a:pt x="346370" y="16501"/>
                </a:moveTo>
                <a:lnTo>
                  <a:pt x="354051" y="18503"/>
                </a:lnTo>
                <a:lnTo>
                  <a:pt x="352931" y="17755"/>
                </a:lnTo>
                <a:lnTo>
                  <a:pt x="375535" y="17755"/>
                </a:lnTo>
                <a:lnTo>
                  <a:pt x="374824" y="16739"/>
                </a:lnTo>
                <a:lnTo>
                  <a:pt x="347838" y="16739"/>
                </a:lnTo>
                <a:lnTo>
                  <a:pt x="346370" y="16501"/>
                </a:lnTo>
                <a:close/>
              </a:path>
              <a:path w="389255" h="47625">
                <a:moveTo>
                  <a:pt x="374330" y="16033"/>
                </a:moveTo>
                <a:lnTo>
                  <a:pt x="337620" y="16033"/>
                </a:lnTo>
                <a:lnTo>
                  <a:pt x="347838" y="16739"/>
                </a:lnTo>
                <a:lnTo>
                  <a:pt x="347286" y="16739"/>
                </a:lnTo>
                <a:lnTo>
                  <a:pt x="346370" y="16501"/>
                </a:lnTo>
                <a:lnTo>
                  <a:pt x="374657" y="16501"/>
                </a:lnTo>
                <a:lnTo>
                  <a:pt x="374330" y="16033"/>
                </a:lnTo>
                <a:close/>
              </a:path>
              <a:path w="389255" h="47625">
                <a:moveTo>
                  <a:pt x="374657" y="16501"/>
                </a:moveTo>
                <a:lnTo>
                  <a:pt x="346370" y="16501"/>
                </a:lnTo>
                <a:lnTo>
                  <a:pt x="347838" y="16739"/>
                </a:lnTo>
                <a:lnTo>
                  <a:pt x="374824" y="16739"/>
                </a:lnTo>
                <a:lnTo>
                  <a:pt x="374657" y="16501"/>
                </a:lnTo>
                <a:close/>
              </a:path>
              <a:path w="389255" h="47625">
                <a:moveTo>
                  <a:pt x="13874" y="10773"/>
                </a:moveTo>
                <a:lnTo>
                  <a:pt x="13519" y="10773"/>
                </a:lnTo>
                <a:lnTo>
                  <a:pt x="14794" y="11691"/>
                </a:lnTo>
                <a:lnTo>
                  <a:pt x="13874" y="10773"/>
                </a:lnTo>
                <a:close/>
              </a:path>
              <a:path w="389255" h="47625">
                <a:moveTo>
                  <a:pt x="13874" y="10773"/>
                </a:moveTo>
                <a:lnTo>
                  <a:pt x="14794" y="11691"/>
                </a:lnTo>
                <a:lnTo>
                  <a:pt x="15711" y="11691"/>
                </a:lnTo>
                <a:lnTo>
                  <a:pt x="13874" y="10773"/>
                </a:lnTo>
                <a:close/>
              </a:path>
              <a:path w="389255" h="47625">
                <a:moveTo>
                  <a:pt x="12982" y="10327"/>
                </a:moveTo>
                <a:lnTo>
                  <a:pt x="13183" y="10531"/>
                </a:lnTo>
                <a:lnTo>
                  <a:pt x="13519" y="10773"/>
                </a:lnTo>
                <a:lnTo>
                  <a:pt x="13346" y="10773"/>
                </a:lnTo>
                <a:lnTo>
                  <a:pt x="13390" y="10531"/>
                </a:lnTo>
                <a:lnTo>
                  <a:pt x="12982" y="10327"/>
                </a:lnTo>
                <a:close/>
              </a:path>
              <a:path w="389255" h="47625">
                <a:moveTo>
                  <a:pt x="13427" y="10327"/>
                </a:moveTo>
                <a:lnTo>
                  <a:pt x="13390" y="10531"/>
                </a:lnTo>
                <a:lnTo>
                  <a:pt x="13874" y="10773"/>
                </a:lnTo>
                <a:lnTo>
                  <a:pt x="13427" y="10327"/>
                </a:lnTo>
                <a:close/>
              </a:path>
              <a:path w="389255" h="47625">
                <a:moveTo>
                  <a:pt x="369146" y="10194"/>
                </a:moveTo>
                <a:lnTo>
                  <a:pt x="12715" y="10194"/>
                </a:lnTo>
                <a:lnTo>
                  <a:pt x="13390" y="10531"/>
                </a:lnTo>
                <a:lnTo>
                  <a:pt x="13427" y="10327"/>
                </a:lnTo>
                <a:lnTo>
                  <a:pt x="369272" y="10327"/>
                </a:lnTo>
                <a:lnTo>
                  <a:pt x="369146" y="1019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39603" y="9146976"/>
            <a:ext cx="322580" cy="31750"/>
          </a:xfrm>
          <a:custGeom>
            <a:avLst/>
            <a:gdLst/>
            <a:ahLst/>
            <a:cxnLst/>
            <a:rect l="l" t="t" r="r" b="b"/>
            <a:pathLst>
              <a:path w="322580" h="31750">
                <a:moveTo>
                  <a:pt x="285417" y="19297"/>
                </a:moveTo>
                <a:lnTo>
                  <a:pt x="297046" y="23877"/>
                </a:lnTo>
                <a:lnTo>
                  <a:pt x="311461" y="31186"/>
                </a:lnTo>
                <a:lnTo>
                  <a:pt x="312604" y="31504"/>
                </a:lnTo>
                <a:lnTo>
                  <a:pt x="315610" y="31504"/>
                </a:lnTo>
                <a:lnTo>
                  <a:pt x="317626" y="30845"/>
                </a:lnTo>
                <a:lnTo>
                  <a:pt x="322062" y="22214"/>
                </a:lnTo>
                <a:lnTo>
                  <a:pt x="321929" y="21687"/>
                </a:lnTo>
                <a:lnTo>
                  <a:pt x="321404" y="20082"/>
                </a:lnTo>
                <a:lnTo>
                  <a:pt x="321132" y="19598"/>
                </a:lnTo>
                <a:lnTo>
                  <a:pt x="286332" y="19598"/>
                </a:lnTo>
                <a:lnTo>
                  <a:pt x="285417" y="19297"/>
                </a:lnTo>
                <a:close/>
              </a:path>
              <a:path w="322580" h="31750">
                <a:moveTo>
                  <a:pt x="268066" y="0"/>
                </a:moveTo>
                <a:lnTo>
                  <a:pt x="226491" y="0"/>
                </a:lnTo>
                <a:lnTo>
                  <a:pt x="102769" y="3093"/>
                </a:lnTo>
                <a:lnTo>
                  <a:pt x="49828" y="3093"/>
                </a:lnTo>
                <a:lnTo>
                  <a:pt x="17173" y="4724"/>
                </a:lnTo>
                <a:lnTo>
                  <a:pt x="17865" y="4724"/>
                </a:lnTo>
                <a:lnTo>
                  <a:pt x="5885" y="6438"/>
                </a:lnTo>
                <a:lnTo>
                  <a:pt x="0" y="14286"/>
                </a:lnTo>
                <a:lnTo>
                  <a:pt x="238" y="15958"/>
                </a:lnTo>
                <a:lnTo>
                  <a:pt x="7108" y="22214"/>
                </a:lnTo>
                <a:lnTo>
                  <a:pt x="8547" y="22214"/>
                </a:lnTo>
                <a:lnTo>
                  <a:pt x="19647" y="20631"/>
                </a:lnTo>
                <a:lnTo>
                  <a:pt x="19396" y="20631"/>
                </a:lnTo>
                <a:lnTo>
                  <a:pt x="46100" y="19297"/>
                </a:lnTo>
                <a:lnTo>
                  <a:pt x="94969" y="19297"/>
                </a:lnTo>
                <a:lnTo>
                  <a:pt x="228285" y="15958"/>
                </a:lnTo>
                <a:lnTo>
                  <a:pt x="316796" y="15958"/>
                </a:lnTo>
                <a:lnTo>
                  <a:pt x="279276" y="1200"/>
                </a:lnTo>
                <a:lnTo>
                  <a:pt x="278021" y="972"/>
                </a:lnTo>
                <a:lnTo>
                  <a:pt x="268066" y="0"/>
                </a:lnTo>
                <a:close/>
              </a:path>
              <a:path w="322580" h="31750">
                <a:moveTo>
                  <a:pt x="275205" y="16668"/>
                </a:moveTo>
                <a:lnTo>
                  <a:pt x="286332" y="19598"/>
                </a:lnTo>
                <a:lnTo>
                  <a:pt x="286175" y="19598"/>
                </a:lnTo>
                <a:lnTo>
                  <a:pt x="285417" y="19297"/>
                </a:lnTo>
                <a:lnTo>
                  <a:pt x="320999" y="19297"/>
                </a:lnTo>
                <a:lnTo>
                  <a:pt x="319514" y="17565"/>
                </a:lnTo>
                <a:lnTo>
                  <a:pt x="318696" y="16922"/>
                </a:lnTo>
                <a:lnTo>
                  <a:pt x="276616" y="16922"/>
                </a:lnTo>
                <a:lnTo>
                  <a:pt x="275205" y="16668"/>
                </a:lnTo>
                <a:close/>
              </a:path>
              <a:path w="322580" h="31750">
                <a:moveTo>
                  <a:pt x="320963" y="19297"/>
                </a:moveTo>
                <a:lnTo>
                  <a:pt x="285417" y="19297"/>
                </a:lnTo>
                <a:lnTo>
                  <a:pt x="286332" y="19598"/>
                </a:lnTo>
                <a:lnTo>
                  <a:pt x="321132" y="19598"/>
                </a:lnTo>
                <a:lnTo>
                  <a:pt x="320963" y="19297"/>
                </a:lnTo>
                <a:close/>
              </a:path>
              <a:path w="322580" h="31750">
                <a:moveTo>
                  <a:pt x="316796" y="15958"/>
                </a:moveTo>
                <a:lnTo>
                  <a:pt x="266920" y="15958"/>
                </a:lnTo>
                <a:lnTo>
                  <a:pt x="276745" y="16922"/>
                </a:lnTo>
                <a:lnTo>
                  <a:pt x="276170" y="16922"/>
                </a:lnTo>
                <a:lnTo>
                  <a:pt x="275205" y="16668"/>
                </a:lnTo>
                <a:lnTo>
                  <a:pt x="318195" y="16668"/>
                </a:lnTo>
                <a:lnTo>
                  <a:pt x="316796" y="15958"/>
                </a:lnTo>
                <a:close/>
              </a:path>
              <a:path w="322580" h="31750">
                <a:moveTo>
                  <a:pt x="318195" y="16668"/>
                </a:moveTo>
                <a:lnTo>
                  <a:pt x="275205" y="16668"/>
                </a:lnTo>
                <a:lnTo>
                  <a:pt x="276616" y="16922"/>
                </a:lnTo>
                <a:lnTo>
                  <a:pt x="318696" y="16922"/>
                </a:lnTo>
                <a:lnTo>
                  <a:pt x="318195" y="1666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436067" y="9125095"/>
            <a:ext cx="331470" cy="19685"/>
          </a:xfrm>
          <a:custGeom>
            <a:avLst/>
            <a:gdLst/>
            <a:ahLst/>
            <a:cxnLst/>
            <a:rect l="l" t="t" r="r" b="b"/>
            <a:pathLst>
              <a:path w="331469" h="19684">
                <a:moveTo>
                  <a:pt x="278763" y="0"/>
                </a:moveTo>
                <a:lnTo>
                  <a:pt x="54270" y="0"/>
                </a:lnTo>
                <a:lnTo>
                  <a:pt x="14625" y="1649"/>
                </a:lnTo>
                <a:lnTo>
                  <a:pt x="16116" y="1649"/>
                </a:lnTo>
                <a:lnTo>
                  <a:pt x="5207" y="3469"/>
                </a:lnTo>
                <a:lnTo>
                  <a:pt x="5483" y="3469"/>
                </a:lnTo>
                <a:lnTo>
                  <a:pt x="4728" y="3755"/>
                </a:lnTo>
                <a:lnTo>
                  <a:pt x="2929" y="4878"/>
                </a:lnTo>
                <a:lnTo>
                  <a:pt x="0" y="11369"/>
                </a:lnTo>
                <a:lnTo>
                  <a:pt x="223" y="12708"/>
                </a:lnTo>
                <a:lnTo>
                  <a:pt x="349" y="13460"/>
                </a:lnTo>
                <a:lnTo>
                  <a:pt x="7433" y="19163"/>
                </a:lnTo>
                <a:lnTo>
                  <a:pt x="8340" y="19163"/>
                </a:lnTo>
                <a:lnTo>
                  <a:pt x="18137" y="17529"/>
                </a:lnTo>
                <a:lnTo>
                  <a:pt x="17764" y="17529"/>
                </a:lnTo>
                <a:lnTo>
                  <a:pt x="55029" y="15976"/>
                </a:lnTo>
                <a:lnTo>
                  <a:pt x="329903" y="15976"/>
                </a:lnTo>
                <a:lnTo>
                  <a:pt x="330186" y="15610"/>
                </a:lnTo>
                <a:lnTo>
                  <a:pt x="331130" y="13712"/>
                </a:lnTo>
                <a:lnTo>
                  <a:pt x="331403" y="12708"/>
                </a:lnTo>
                <a:lnTo>
                  <a:pt x="331416" y="9561"/>
                </a:lnTo>
                <a:lnTo>
                  <a:pt x="330742" y="7551"/>
                </a:lnTo>
                <a:lnTo>
                  <a:pt x="325107" y="3196"/>
                </a:lnTo>
                <a:lnTo>
                  <a:pt x="278763" y="0"/>
                </a:lnTo>
                <a:close/>
              </a:path>
              <a:path w="331469" h="19684">
                <a:moveTo>
                  <a:pt x="329903" y="15976"/>
                </a:moveTo>
                <a:lnTo>
                  <a:pt x="277921" y="15976"/>
                </a:lnTo>
                <a:lnTo>
                  <a:pt x="324145" y="19163"/>
                </a:lnTo>
                <a:lnTo>
                  <a:pt x="324611" y="19163"/>
                </a:lnTo>
                <a:lnTo>
                  <a:pt x="327049" y="18343"/>
                </a:lnTo>
                <a:lnTo>
                  <a:pt x="327950" y="17826"/>
                </a:lnTo>
                <a:lnTo>
                  <a:pt x="329551" y="16433"/>
                </a:lnTo>
                <a:lnTo>
                  <a:pt x="329903" y="1597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029529" y="9078305"/>
            <a:ext cx="297180" cy="38100"/>
          </a:xfrm>
          <a:custGeom>
            <a:avLst/>
            <a:gdLst/>
            <a:ahLst/>
            <a:cxnLst/>
            <a:rect l="l" t="t" r="r" b="b"/>
            <a:pathLst>
              <a:path w="297180" h="38100">
                <a:moveTo>
                  <a:pt x="290598" y="0"/>
                </a:moveTo>
                <a:lnTo>
                  <a:pt x="287726" y="0"/>
                </a:lnTo>
                <a:lnTo>
                  <a:pt x="222854" y="4629"/>
                </a:lnTo>
                <a:lnTo>
                  <a:pt x="149633" y="7738"/>
                </a:lnTo>
                <a:lnTo>
                  <a:pt x="71383" y="9441"/>
                </a:lnTo>
                <a:lnTo>
                  <a:pt x="32869" y="9441"/>
                </a:lnTo>
                <a:lnTo>
                  <a:pt x="21417" y="10919"/>
                </a:lnTo>
                <a:lnTo>
                  <a:pt x="0" y="28723"/>
                </a:lnTo>
                <a:lnTo>
                  <a:pt x="0" y="30843"/>
                </a:lnTo>
                <a:lnTo>
                  <a:pt x="6935" y="37779"/>
                </a:lnTo>
                <a:lnTo>
                  <a:pt x="9056" y="37779"/>
                </a:lnTo>
                <a:lnTo>
                  <a:pt x="18210" y="30481"/>
                </a:lnTo>
                <a:lnTo>
                  <a:pt x="19898" y="29190"/>
                </a:lnTo>
                <a:lnTo>
                  <a:pt x="20468" y="29190"/>
                </a:lnTo>
                <a:lnTo>
                  <a:pt x="24678" y="26785"/>
                </a:lnTo>
                <a:lnTo>
                  <a:pt x="23464" y="26785"/>
                </a:lnTo>
                <a:lnTo>
                  <a:pt x="26409" y="25796"/>
                </a:lnTo>
                <a:lnTo>
                  <a:pt x="31122" y="25796"/>
                </a:lnTo>
                <a:lnTo>
                  <a:pt x="35055" y="25288"/>
                </a:lnTo>
                <a:lnTo>
                  <a:pt x="78440" y="25288"/>
                </a:lnTo>
                <a:lnTo>
                  <a:pt x="150439" y="23718"/>
                </a:lnTo>
                <a:lnTo>
                  <a:pt x="224062" y="20584"/>
                </a:lnTo>
                <a:lnTo>
                  <a:pt x="290705" y="15821"/>
                </a:lnTo>
                <a:lnTo>
                  <a:pt x="297000" y="9441"/>
                </a:lnTo>
                <a:lnTo>
                  <a:pt x="296979" y="6294"/>
                </a:lnTo>
                <a:lnTo>
                  <a:pt x="292610" y="669"/>
                </a:lnTo>
                <a:lnTo>
                  <a:pt x="290598" y="0"/>
                </a:lnTo>
                <a:close/>
              </a:path>
              <a:path w="297180" h="38100">
                <a:moveTo>
                  <a:pt x="19898" y="29190"/>
                </a:moveTo>
                <a:lnTo>
                  <a:pt x="18210" y="30481"/>
                </a:lnTo>
                <a:lnTo>
                  <a:pt x="19138" y="29950"/>
                </a:lnTo>
                <a:lnTo>
                  <a:pt x="19898" y="29190"/>
                </a:lnTo>
                <a:close/>
              </a:path>
              <a:path w="297180" h="38100">
                <a:moveTo>
                  <a:pt x="19138" y="29950"/>
                </a:moveTo>
                <a:lnTo>
                  <a:pt x="18210" y="30481"/>
                </a:lnTo>
                <a:lnTo>
                  <a:pt x="18608" y="30481"/>
                </a:lnTo>
                <a:lnTo>
                  <a:pt x="19138" y="29950"/>
                </a:lnTo>
                <a:close/>
              </a:path>
              <a:path w="297180" h="38100">
                <a:moveTo>
                  <a:pt x="20468" y="29190"/>
                </a:moveTo>
                <a:lnTo>
                  <a:pt x="19898" y="29190"/>
                </a:lnTo>
                <a:lnTo>
                  <a:pt x="19138" y="29950"/>
                </a:lnTo>
                <a:lnTo>
                  <a:pt x="20468" y="29190"/>
                </a:lnTo>
                <a:close/>
              </a:path>
              <a:path w="297180" h="38100">
                <a:moveTo>
                  <a:pt x="26409" y="25796"/>
                </a:moveTo>
                <a:lnTo>
                  <a:pt x="23464" y="26785"/>
                </a:lnTo>
                <a:lnTo>
                  <a:pt x="25032" y="26582"/>
                </a:lnTo>
                <a:lnTo>
                  <a:pt x="26409" y="25796"/>
                </a:lnTo>
                <a:close/>
              </a:path>
              <a:path w="297180" h="38100">
                <a:moveTo>
                  <a:pt x="25032" y="26582"/>
                </a:moveTo>
                <a:lnTo>
                  <a:pt x="23464" y="26785"/>
                </a:lnTo>
                <a:lnTo>
                  <a:pt x="24678" y="26785"/>
                </a:lnTo>
                <a:lnTo>
                  <a:pt x="25032" y="26582"/>
                </a:lnTo>
                <a:close/>
              </a:path>
              <a:path w="297180" h="38100">
                <a:moveTo>
                  <a:pt x="31122" y="25796"/>
                </a:moveTo>
                <a:lnTo>
                  <a:pt x="26409" y="25796"/>
                </a:lnTo>
                <a:lnTo>
                  <a:pt x="25032" y="26582"/>
                </a:lnTo>
                <a:lnTo>
                  <a:pt x="31122" y="2579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7" name="object 87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183168" y="9306297"/>
            <a:ext cx="434341" cy="350108"/>
          </a:xfrm>
          <a:prstGeom prst="rect">
            <a:avLst/>
          </a:prstGeom>
        </p:spPr>
      </p:pic>
      <p:grpSp>
        <p:nvGrpSpPr>
          <p:cNvPr id="88" name="object 88"/>
          <p:cNvGrpSpPr/>
          <p:nvPr/>
        </p:nvGrpSpPr>
        <p:grpSpPr>
          <a:xfrm>
            <a:off x="2648073" y="8733434"/>
            <a:ext cx="852169" cy="394335"/>
            <a:chOff x="2648073" y="8733434"/>
            <a:chExt cx="852169" cy="394335"/>
          </a:xfrm>
        </p:grpSpPr>
        <p:pic>
          <p:nvPicPr>
            <p:cNvPr id="89" name="object 8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648073" y="8733434"/>
              <a:ext cx="851716" cy="39400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325413" y="8744496"/>
              <a:ext cx="131497" cy="241108"/>
            </a:xfrm>
            <a:prstGeom prst="rect">
              <a:avLst/>
            </a:prstGeom>
          </p:spPr>
        </p:pic>
      </p:grpSp>
      <p:pic>
        <p:nvPicPr>
          <p:cNvPr id="91" name="object 9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138995" y="9219124"/>
            <a:ext cx="141969" cy="278466"/>
          </a:xfrm>
          <a:prstGeom prst="rect">
            <a:avLst/>
          </a:prstGeom>
        </p:spPr>
      </p:pic>
      <p:sp>
        <p:nvSpPr>
          <p:cNvPr id="92" name="object 92"/>
          <p:cNvSpPr/>
          <p:nvPr/>
        </p:nvSpPr>
        <p:spPr>
          <a:xfrm>
            <a:off x="3349344" y="9413897"/>
            <a:ext cx="45085" cy="173355"/>
          </a:xfrm>
          <a:custGeom>
            <a:avLst/>
            <a:gdLst/>
            <a:ahLst/>
            <a:cxnLst/>
            <a:rect l="l" t="t" r="r" b="b"/>
            <a:pathLst>
              <a:path w="45085" h="173354">
                <a:moveTo>
                  <a:pt x="10199" y="0"/>
                </a:moveTo>
                <a:lnTo>
                  <a:pt x="5915" y="0"/>
                </a:lnTo>
                <a:lnTo>
                  <a:pt x="4227" y="634"/>
                </a:lnTo>
                <a:lnTo>
                  <a:pt x="0" y="20602"/>
                </a:lnTo>
                <a:lnTo>
                  <a:pt x="947" y="43332"/>
                </a:lnTo>
                <a:lnTo>
                  <a:pt x="7879" y="84514"/>
                </a:lnTo>
                <a:lnTo>
                  <a:pt x="12632" y="100566"/>
                </a:lnTo>
                <a:lnTo>
                  <a:pt x="16921" y="122003"/>
                </a:lnTo>
                <a:lnTo>
                  <a:pt x="29258" y="168398"/>
                </a:lnTo>
                <a:lnTo>
                  <a:pt x="35043" y="172904"/>
                </a:lnTo>
                <a:lnTo>
                  <a:pt x="37970" y="172904"/>
                </a:lnTo>
                <a:lnTo>
                  <a:pt x="44498" y="163549"/>
                </a:lnTo>
                <a:lnTo>
                  <a:pt x="37524" y="141627"/>
                </a:lnTo>
                <a:lnTo>
                  <a:pt x="37404" y="141248"/>
                </a:lnTo>
                <a:lnTo>
                  <a:pt x="37285" y="140877"/>
                </a:lnTo>
                <a:lnTo>
                  <a:pt x="32584" y="118760"/>
                </a:lnTo>
                <a:lnTo>
                  <a:pt x="28318" y="97428"/>
                </a:lnTo>
                <a:lnTo>
                  <a:pt x="28148" y="96740"/>
                </a:lnTo>
                <a:lnTo>
                  <a:pt x="23308" y="80282"/>
                </a:lnTo>
                <a:lnTo>
                  <a:pt x="19036" y="63545"/>
                </a:lnTo>
                <a:lnTo>
                  <a:pt x="17124" y="45044"/>
                </a:lnTo>
                <a:lnTo>
                  <a:pt x="17068" y="44520"/>
                </a:lnTo>
                <a:lnTo>
                  <a:pt x="16969" y="43600"/>
                </a:lnTo>
                <a:lnTo>
                  <a:pt x="16940" y="43332"/>
                </a:lnTo>
                <a:lnTo>
                  <a:pt x="16010" y="20602"/>
                </a:lnTo>
                <a:lnTo>
                  <a:pt x="8750" y="20602"/>
                </a:lnTo>
                <a:lnTo>
                  <a:pt x="7673" y="20307"/>
                </a:lnTo>
                <a:lnTo>
                  <a:pt x="1400" y="11272"/>
                </a:lnTo>
                <a:lnTo>
                  <a:pt x="8048" y="11272"/>
                </a:lnTo>
                <a:lnTo>
                  <a:pt x="15984" y="8289"/>
                </a:lnTo>
                <a:lnTo>
                  <a:pt x="17268" y="8289"/>
                </a:lnTo>
                <a:lnTo>
                  <a:pt x="16380" y="5624"/>
                </a:lnTo>
                <a:lnTo>
                  <a:pt x="16191" y="5220"/>
                </a:lnTo>
                <a:lnTo>
                  <a:pt x="16118" y="5066"/>
                </a:lnTo>
                <a:lnTo>
                  <a:pt x="15466" y="4009"/>
                </a:lnTo>
                <a:lnTo>
                  <a:pt x="15082" y="3525"/>
                </a:lnTo>
                <a:lnTo>
                  <a:pt x="12929" y="1375"/>
                </a:lnTo>
                <a:lnTo>
                  <a:pt x="12092" y="808"/>
                </a:lnTo>
                <a:lnTo>
                  <a:pt x="10199" y="0"/>
                </a:lnTo>
                <a:close/>
              </a:path>
              <a:path w="45085" h="173354">
                <a:moveTo>
                  <a:pt x="1400" y="11272"/>
                </a:moveTo>
                <a:lnTo>
                  <a:pt x="8750" y="20602"/>
                </a:lnTo>
                <a:lnTo>
                  <a:pt x="11823" y="20602"/>
                </a:lnTo>
                <a:lnTo>
                  <a:pt x="13835" y="19931"/>
                </a:lnTo>
                <a:lnTo>
                  <a:pt x="14739" y="19416"/>
                </a:lnTo>
                <a:lnTo>
                  <a:pt x="15918" y="18393"/>
                </a:lnTo>
                <a:lnTo>
                  <a:pt x="15827" y="16215"/>
                </a:lnTo>
                <a:lnTo>
                  <a:pt x="15752" y="14397"/>
                </a:lnTo>
                <a:lnTo>
                  <a:pt x="3332" y="14397"/>
                </a:lnTo>
                <a:lnTo>
                  <a:pt x="2348" y="13415"/>
                </a:lnTo>
                <a:lnTo>
                  <a:pt x="2725" y="13415"/>
                </a:lnTo>
                <a:lnTo>
                  <a:pt x="1400" y="11272"/>
                </a:lnTo>
                <a:close/>
              </a:path>
              <a:path w="45085" h="173354">
                <a:moveTo>
                  <a:pt x="15918" y="18393"/>
                </a:moveTo>
                <a:lnTo>
                  <a:pt x="14739" y="19416"/>
                </a:lnTo>
                <a:lnTo>
                  <a:pt x="13835" y="19931"/>
                </a:lnTo>
                <a:lnTo>
                  <a:pt x="11823" y="20602"/>
                </a:lnTo>
                <a:lnTo>
                  <a:pt x="16010" y="20602"/>
                </a:lnTo>
                <a:lnTo>
                  <a:pt x="15918" y="18393"/>
                </a:lnTo>
                <a:close/>
              </a:path>
              <a:path w="45085" h="173354">
                <a:moveTo>
                  <a:pt x="17268" y="8289"/>
                </a:moveTo>
                <a:lnTo>
                  <a:pt x="15984" y="8289"/>
                </a:lnTo>
                <a:lnTo>
                  <a:pt x="15918" y="18393"/>
                </a:lnTo>
                <a:lnTo>
                  <a:pt x="18221" y="11272"/>
                </a:lnTo>
                <a:lnTo>
                  <a:pt x="17889" y="10151"/>
                </a:lnTo>
                <a:lnTo>
                  <a:pt x="17268" y="8289"/>
                </a:lnTo>
                <a:close/>
              </a:path>
              <a:path w="45085" h="173354">
                <a:moveTo>
                  <a:pt x="15984" y="8289"/>
                </a:moveTo>
                <a:lnTo>
                  <a:pt x="2348" y="13415"/>
                </a:lnTo>
                <a:lnTo>
                  <a:pt x="3332" y="14397"/>
                </a:lnTo>
                <a:lnTo>
                  <a:pt x="2725" y="13415"/>
                </a:lnTo>
                <a:lnTo>
                  <a:pt x="15711" y="13415"/>
                </a:lnTo>
                <a:lnTo>
                  <a:pt x="15785" y="11272"/>
                </a:lnTo>
                <a:lnTo>
                  <a:pt x="15860" y="10151"/>
                </a:lnTo>
                <a:lnTo>
                  <a:pt x="15984" y="8289"/>
                </a:lnTo>
                <a:close/>
              </a:path>
              <a:path w="45085" h="173354">
                <a:moveTo>
                  <a:pt x="15711" y="13415"/>
                </a:moveTo>
                <a:lnTo>
                  <a:pt x="2725" y="13415"/>
                </a:lnTo>
                <a:lnTo>
                  <a:pt x="3332" y="14397"/>
                </a:lnTo>
                <a:lnTo>
                  <a:pt x="15752" y="14397"/>
                </a:lnTo>
                <a:lnTo>
                  <a:pt x="15711" y="13415"/>
                </a:lnTo>
                <a:close/>
              </a:path>
              <a:path w="45085" h="173354">
                <a:moveTo>
                  <a:pt x="8048" y="11272"/>
                </a:moveTo>
                <a:lnTo>
                  <a:pt x="1400" y="11272"/>
                </a:lnTo>
                <a:lnTo>
                  <a:pt x="2725" y="13415"/>
                </a:lnTo>
                <a:lnTo>
                  <a:pt x="2348" y="13415"/>
                </a:lnTo>
                <a:lnTo>
                  <a:pt x="8048" y="1127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3" name="object 9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577108" y="9240091"/>
            <a:ext cx="400556" cy="249624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742235" y="9392340"/>
            <a:ext cx="239149" cy="210214"/>
          </a:xfrm>
          <a:prstGeom prst="rect">
            <a:avLst/>
          </a:prstGeom>
        </p:spPr>
      </p:pic>
      <p:sp>
        <p:nvSpPr>
          <p:cNvPr id="95" name="object 95"/>
          <p:cNvSpPr/>
          <p:nvPr/>
        </p:nvSpPr>
        <p:spPr>
          <a:xfrm>
            <a:off x="274490" y="9297754"/>
            <a:ext cx="68580" cy="289560"/>
          </a:xfrm>
          <a:custGeom>
            <a:avLst/>
            <a:gdLst/>
            <a:ahLst/>
            <a:cxnLst/>
            <a:rect l="l" t="t" r="r" b="b"/>
            <a:pathLst>
              <a:path w="68579" h="289559">
                <a:moveTo>
                  <a:pt x="13775" y="0"/>
                </a:moveTo>
                <a:lnTo>
                  <a:pt x="12728" y="0"/>
                </a:lnTo>
                <a:lnTo>
                  <a:pt x="10639" y="416"/>
                </a:lnTo>
                <a:lnTo>
                  <a:pt x="613" y="37307"/>
                </a:lnTo>
                <a:lnTo>
                  <a:pt x="0" y="101464"/>
                </a:lnTo>
                <a:lnTo>
                  <a:pt x="644" y="125922"/>
                </a:lnTo>
                <a:lnTo>
                  <a:pt x="676" y="127134"/>
                </a:lnTo>
                <a:lnTo>
                  <a:pt x="2532" y="151436"/>
                </a:lnTo>
                <a:lnTo>
                  <a:pt x="2563" y="151849"/>
                </a:lnTo>
                <a:lnTo>
                  <a:pt x="9251" y="204670"/>
                </a:lnTo>
                <a:lnTo>
                  <a:pt x="21472" y="251443"/>
                </a:lnTo>
                <a:lnTo>
                  <a:pt x="56141" y="287890"/>
                </a:lnTo>
                <a:lnTo>
                  <a:pt x="59069" y="289044"/>
                </a:lnTo>
                <a:lnTo>
                  <a:pt x="62027" y="289044"/>
                </a:lnTo>
                <a:lnTo>
                  <a:pt x="68444" y="282544"/>
                </a:lnTo>
                <a:lnTo>
                  <a:pt x="68390" y="279397"/>
                </a:lnTo>
                <a:lnTo>
                  <a:pt x="68104" y="278397"/>
                </a:lnTo>
                <a:lnTo>
                  <a:pt x="67135" y="276511"/>
                </a:lnTo>
                <a:lnTo>
                  <a:pt x="66488" y="275696"/>
                </a:lnTo>
                <a:lnTo>
                  <a:pt x="54851" y="265820"/>
                </a:lnTo>
                <a:lnTo>
                  <a:pt x="54766" y="265677"/>
                </a:lnTo>
                <a:lnTo>
                  <a:pt x="43924" y="254528"/>
                </a:lnTo>
                <a:lnTo>
                  <a:pt x="42701" y="252894"/>
                </a:lnTo>
                <a:lnTo>
                  <a:pt x="36104" y="244476"/>
                </a:lnTo>
                <a:lnTo>
                  <a:pt x="35871" y="244476"/>
                </a:lnTo>
                <a:lnTo>
                  <a:pt x="35496" y="243700"/>
                </a:lnTo>
                <a:lnTo>
                  <a:pt x="34967" y="243025"/>
                </a:lnTo>
                <a:lnTo>
                  <a:pt x="35169" y="243025"/>
                </a:lnTo>
                <a:lnTo>
                  <a:pt x="31903" y="236275"/>
                </a:lnTo>
                <a:lnTo>
                  <a:pt x="31603" y="236275"/>
                </a:lnTo>
                <a:lnTo>
                  <a:pt x="30948" y="234303"/>
                </a:lnTo>
                <a:lnTo>
                  <a:pt x="31224" y="234303"/>
                </a:lnTo>
                <a:lnTo>
                  <a:pt x="25134" y="202636"/>
                </a:lnTo>
                <a:lnTo>
                  <a:pt x="25039" y="202143"/>
                </a:lnTo>
                <a:lnTo>
                  <a:pt x="18607" y="151849"/>
                </a:lnTo>
                <a:lnTo>
                  <a:pt x="18554" y="151436"/>
                </a:lnTo>
                <a:lnTo>
                  <a:pt x="16719" y="127134"/>
                </a:lnTo>
                <a:lnTo>
                  <a:pt x="16627" y="125922"/>
                </a:lnTo>
                <a:lnTo>
                  <a:pt x="16002" y="101464"/>
                </a:lnTo>
                <a:lnTo>
                  <a:pt x="16008" y="55032"/>
                </a:lnTo>
                <a:lnTo>
                  <a:pt x="16619" y="37307"/>
                </a:lnTo>
                <a:lnTo>
                  <a:pt x="16645" y="36550"/>
                </a:lnTo>
                <a:lnTo>
                  <a:pt x="16753" y="35999"/>
                </a:lnTo>
                <a:lnTo>
                  <a:pt x="18482" y="22746"/>
                </a:lnTo>
                <a:lnTo>
                  <a:pt x="18552" y="22211"/>
                </a:lnTo>
                <a:lnTo>
                  <a:pt x="18984" y="20142"/>
                </a:lnTo>
                <a:lnTo>
                  <a:pt x="21295" y="8577"/>
                </a:lnTo>
                <a:lnTo>
                  <a:pt x="15854" y="416"/>
                </a:lnTo>
                <a:lnTo>
                  <a:pt x="13775" y="0"/>
                </a:lnTo>
                <a:close/>
              </a:path>
              <a:path w="68579" h="289559">
                <a:moveTo>
                  <a:pt x="35496" y="243700"/>
                </a:moveTo>
                <a:lnTo>
                  <a:pt x="35871" y="244476"/>
                </a:lnTo>
                <a:lnTo>
                  <a:pt x="36104" y="244476"/>
                </a:lnTo>
                <a:lnTo>
                  <a:pt x="35496" y="243700"/>
                </a:lnTo>
                <a:close/>
              </a:path>
              <a:path w="68579" h="289559">
                <a:moveTo>
                  <a:pt x="35169" y="243025"/>
                </a:moveTo>
                <a:lnTo>
                  <a:pt x="34967" y="243025"/>
                </a:lnTo>
                <a:lnTo>
                  <a:pt x="35496" y="243700"/>
                </a:lnTo>
                <a:lnTo>
                  <a:pt x="35169" y="243025"/>
                </a:lnTo>
                <a:close/>
              </a:path>
              <a:path w="68579" h="289559">
                <a:moveTo>
                  <a:pt x="30948" y="234303"/>
                </a:moveTo>
                <a:lnTo>
                  <a:pt x="31603" y="236275"/>
                </a:lnTo>
                <a:lnTo>
                  <a:pt x="31405" y="235247"/>
                </a:lnTo>
                <a:lnTo>
                  <a:pt x="30948" y="234303"/>
                </a:lnTo>
                <a:close/>
              </a:path>
              <a:path w="68579" h="289559">
                <a:moveTo>
                  <a:pt x="31405" y="235247"/>
                </a:moveTo>
                <a:lnTo>
                  <a:pt x="31603" y="236275"/>
                </a:lnTo>
                <a:lnTo>
                  <a:pt x="31903" y="236275"/>
                </a:lnTo>
                <a:lnTo>
                  <a:pt x="31405" y="235247"/>
                </a:lnTo>
                <a:close/>
              </a:path>
              <a:path w="68579" h="289559">
                <a:moveTo>
                  <a:pt x="31224" y="234303"/>
                </a:moveTo>
                <a:lnTo>
                  <a:pt x="30948" y="234303"/>
                </a:lnTo>
                <a:lnTo>
                  <a:pt x="31405" y="235247"/>
                </a:lnTo>
                <a:lnTo>
                  <a:pt x="31224" y="23430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6" name="object 96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610504" y="9329294"/>
            <a:ext cx="205155" cy="220862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3586807" y="9311021"/>
            <a:ext cx="159385" cy="42545"/>
          </a:xfrm>
          <a:custGeom>
            <a:avLst/>
            <a:gdLst/>
            <a:ahLst/>
            <a:cxnLst/>
            <a:rect l="l" t="t" r="r" b="b"/>
            <a:pathLst>
              <a:path w="159385" h="42545">
                <a:moveTo>
                  <a:pt x="136585" y="4359"/>
                </a:moveTo>
                <a:lnTo>
                  <a:pt x="120929" y="6551"/>
                </a:lnTo>
                <a:lnTo>
                  <a:pt x="120746" y="6551"/>
                </a:lnTo>
                <a:lnTo>
                  <a:pt x="87206" y="9122"/>
                </a:lnTo>
                <a:lnTo>
                  <a:pt x="54692" y="10476"/>
                </a:lnTo>
                <a:lnTo>
                  <a:pt x="21000" y="10476"/>
                </a:lnTo>
                <a:lnTo>
                  <a:pt x="14043" y="10920"/>
                </a:lnTo>
                <a:lnTo>
                  <a:pt x="0" y="23757"/>
                </a:lnTo>
                <a:lnTo>
                  <a:pt x="131" y="24559"/>
                </a:lnTo>
                <a:lnTo>
                  <a:pt x="13866" y="42214"/>
                </a:lnTo>
                <a:lnTo>
                  <a:pt x="14900" y="42214"/>
                </a:lnTo>
                <a:lnTo>
                  <a:pt x="22439" y="33653"/>
                </a:lnTo>
                <a:lnTo>
                  <a:pt x="22028" y="31573"/>
                </a:lnTo>
                <a:lnTo>
                  <a:pt x="21677" y="30725"/>
                </a:lnTo>
                <a:lnTo>
                  <a:pt x="21045" y="29729"/>
                </a:lnTo>
                <a:lnTo>
                  <a:pt x="19906" y="28021"/>
                </a:lnTo>
                <a:lnTo>
                  <a:pt x="12165" y="28021"/>
                </a:lnTo>
                <a:lnTo>
                  <a:pt x="14647" y="26249"/>
                </a:lnTo>
                <a:lnTo>
                  <a:pt x="15577" y="20312"/>
                </a:lnTo>
                <a:lnTo>
                  <a:pt x="138006" y="20312"/>
                </a:lnTo>
                <a:lnTo>
                  <a:pt x="139556" y="20095"/>
                </a:lnTo>
                <a:lnTo>
                  <a:pt x="158832" y="9471"/>
                </a:lnTo>
                <a:lnTo>
                  <a:pt x="158827" y="6324"/>
                </a:lnTo>
                <a:lnTo>
                  <a:pt x="158240" y="4608"/>
                </a:lnTo>
                <a:lnTo>
                  <a:pt x="135858" y="4608"/>
                </a:lnTo>
                <a:lnTo>
                  <a:pt x="136585" y="4359"/>
                </a:lnTo>
                <a:close/>
              </a:path>
              <a:path w="159385" h="42545">
                <a:moveTo>
                  <a:pt x="14647" y="26249"/>
                </a:moveTo>
                <a:lnTo>
                  <a:pt x="12165" y="28021"/>
                </a:lnTo>
                <a:lnTo>
                  <a:pt x="14482" y="27300"/>
                </a:lnTo>
                <a:lnTo>
                  <a:pt x="14591" y="26606"/>
                </a:lnTo>
                <a:lnTo>
                  <a:pt x="14647" y="26249"/>
                </a:lnTo>
                <a:close/>
              </a:path>
              <a:path w="159385" h="42545">
                <a:moveTo>
                  <a:pt x="14482" y="27300"/>
                </a:moveTo>
                <a:lnTo>
                  <a:pt x="12165" y="28021"/>
                </a:lnTo>
                <a:lnTo>
                  <a:pt x="19906" y="28021"/>
                </a:lnTo>
                <a:lnTo>
                  <a:pt x="19606" y="27571"/>
                </a:lnTo>
                <a:lnTo>
                  <a:pt x="14439" y="27571"/>
                </a:lnTo>
                <a:lnTo>
                  <a:pt x="14482" y="27300"/>
                </a:lnTo>
                <a:close/>
              </a:path>
              <a:path w="159385" h="42545">
                <a:moveTo>
                  <a:pt x="16244" y="25109"/>
                </a:moveTo>
                <a:lnTo>
                  <a:pt x="14647" y="26249"/>
                </a:lnTo>
                <a:lnTo>
                  <a:pt x="14545" y="26894"/>
                </a:lnTo>
                <a:lnTo>
                  <a:pt x="14439" y="27571"/>
                </a:lnTo>
                <a:lnTo>
                  <a:pt x="16244" y="25109"/>
                </a:lnTo>
                <a:close/>
              </a:path>
              <a:path w="159385" h="42545">
                <a:moveTo>
                  <a:pt x="19426" y="27300"/>
                </a:moveTo>
                <a:lnTo>
                  <a:pt x="14638" y="27300"/>
                </a:lnTo>
                <a:lnTo>
                  <a:pt x="14439" y="27571"/>
                </a:lnTo>
                <a:lnTo>
                  <a:pt x="19606" y="27571"/>
                </a:lnTo>
                <a:lnTo>
                  <a:pt x="19426" y="27300"/>
                </a:lnTo>
                <a:close/>
              </a:path>
              <a:path w="159385" h="42545">
                <a:moveTo>
                  <a:pt x="15790" y="26894"/>
                </a:moveTo>
                <a:lnTo>
                  <a:pt x="14936" y="26894"/>
                </a:lnTo>
                <a:lnTo>
                  <a:pt x="14638" y="27300"/>
                </a:lnTo>
                <a:lnTo>
                  <a:pt x="14482" y="27300"/>
                </a:lnTo>
                <a:lnTo>
                  <a:pt x="15790" y="26894"/>
                </a:lnTo>
                <a:close/>
              </a:path>
              <a:path w="159385" h="42545">
                <a:moveTo>
                  <a:pt x="18963" y="26606"/>
                </a:moveTo>
                <a:lnTo>
                  <a:pt x="16717" y="26606"/>
                </a:lnTo>
                <a:lnTo>
                  <a:pt x="14482" y="27300"/>
                </a:lnTo>
                <a:lnTo>
                  <a:pt x="19426" y="27300"/>
                </a:lnTo>
                <a:lnTo>
                  <a:pt x="19155" y="26894"/>
                </a:lnTo>
                <a:lnTo>
                  <a:pt x="15086" y="26894"/>
                </a:lnTo>
                <a:lnTo>
                  <a:pt x="18963" y="26606"/>
                </a:lnTo>
                <a:close/>
              </a:path>
              <a:path w="159385" h="42545">
                <a:moveTo>
                  <a:pt x="17965" y="25109"/>
                </a:moveTo>
                <a:lnTo>
                  <a:pt x="16244" y="25109"/>
                </a:lnTo>
                <a:lnTo>
                  <a:pt x="14936" y="26894"/>
                </a:lnTo>
                <a:lnTo>
                  <a:pt x="14539" y="26894"/>
                </a:lnTo>
                <a:lnTo>
                  <a:pt x="16488" y="26606"/>
                </a:lnTo>
                <a:lnTo>
                  <a:pt x="18963" y="26606"/>
                </a:lnTo>
                <a:lnTo>
                  <a:pt x="17965" y="25109"/>
                </a:lnTo>
                <a:close/>
              </a:path>
              <a:path w="159385" h="42545">
                <a:moveTo>
                  <a:pt x="16717" y="26606"/>
                </a:moveTo>
                <a:lnTo>
                  <a:pt x="16488" y="26606"/>
                </a:lnTo>
                <a:lnTo>
                  <a:pt x="14539" y="26894"/>
                </a:lnTo>
                <a:lnTo>
                  <a:pt x="15790" y="26894"/>
                </a:lnTo>
                <a:lnTo>
                  <a:pt x="16717" y="26606"/>
                </a:lnTo>
                <a:close/>
              </a:path>
              <a:path w="159385" h="42545">
                <a:moveTo>
                  <a:pt x="18963" y="26606"/>
                </a:moveTo>
                <a:lnTo>
                  <a:pt x="15086" y="26894"/>
                </a:lnTo>
                <a:lnTo>
                  <a:pt x="19155" y="26894"/>
                </a:lnTo>
                <a:lnTo>
                  <a:pt x="18963" y="26606"/>
                </a:lnTo>
                <a:close/>
              </a:path>
              <a:path w="159385" h="42545">
                <a:moveTo>
                  <a:pt x="138006" y="20312"/>
                </a:moveTo>
                <a:lnTo>
                  <a:pt x="15577" y="20312"/>
                </a:lnTo>
                <a:lnTo>
                  <a:pt x="16090" y="21850"/>
                </a:lnTo>
                <a:lnTo>
                  <a:pt x="16192" y="22448"/>
                </a:lnTo>
                <a:lnTo>
                  <a:pt x="18963" y="26606"/>
                </a:lnTo>
                <a:lnTo>
                  <a:pt x="22537" y="26408"/>
                </a:lnTo>
                <a:lnTo>
                  <a:pt x="56580" y="26408"/>
                </a:lnTo>
                <a:lnTo>
                  <a:pt x="87638" y="25109"/>
                </a:lnTo>
                <a:lnTo>
                  <a:pt x="88039" y="25109"/>
                </a:lnTo>
                <a:lnTo>
                  <a:pt x="122651" y="22448"/>
                </a:lnTo>
                <a:lnTo>
                  <a:pt x="138006" y="20312"/>
                </a:lnTo>
                <a:close/>
              </a:path>
              <a:path w="159385" h="42545">
                <a:moveTo>
                  <a:pt x="15577" y="20312"/>
                </a:moveTo>
                <a:lnTo>
                  <a:pt x="14647" y="26249"/>
                </a:lnTo>
                <a:lnTo>
                  <a:pt x="16244" y="25109"/>
                </a:lnTo>
                <a:lnTo>
                  <a:pt x="17965" y="25109"/>
                </a:lnTo>
                <a:lnTo>
                  <a:pt x="17064" y="23757"/>
                </a:lnTo>
                <a:lnTo>
                  <a:pt x="16725" y="23757"/>
                </a:lnTo>
                <a:lnTo>
                  <a:pt x="15874" y="22015"/>
                </a:lnTo>
                <a:lnTo>
                  <a:pt x="15793" y="21850"/>
                </a:lnTo>
                <a:lnTo>
                  <a:pt x="16090" y="21850"/>
                </a:lnTo>
                <a:lnTo>
                  <a:pt x="15577" y="20312"/>
                </a:lnTo>
                <a:close/>
              </a:path>
              <a:path w="159385" h="42545">
                <a:moveTo>
                  <a:pt x="16090" y="21850"/>
                </a:moveTo>
                <a:lnTo>
                  <a:pt x="15793" y="21850"/>
                </a:lnTo>
                <a:lnTo>
                  <a:pt x="15903" y="22015"/>
                </a:lnTo>
                <a:lnTo>
                  <a:pt x="16085" y="22448"/>
                </a:lnTo>
                <a:lnTo>
                  <a:pt x="16725" y="23757"/>
                </a:lnTo>
                <a:lnTo>
                  <a:pt x="16386" y="22740"/>
                </a:lnTo>
                <a:lnTo>
                  <a:pt x="16289" y="22448"/>
                </a:lnTo>
                <a:lnTo>
                  <a:pt x="15903" y="22015"/>
                </a:lnTo>
                <a:lnTo>
                  <a:pt x="16145" y="22015"/>
                </a:lnTo>
                <a:lnTo>
                  <a:pt x="16090" y="21850"/>
                </a:lnTo>
                <a:close/>
              </a:path>
              <a:path w="159385" h="42545">
                <a:moveTo>
                  <a:pt x="16386" y="22740"/>
                </a:moveTo>
                <a:lnTo>
                  <a:pt x="16725" y="23757"/>
                </a:lnTo>
                <a:lnTo>
                  <a:pt x="17064" y="23757"/>
                </a:lnTo>
                <a:lnTo>
                  <a:pt x="16386" y="22740"/>
                </a:lnTo>
                <a:close/>
              </a:path>
              <a:path w="159385" h="42545">
                <a:moveTo>
                  <a:pt x="152495" y="0"/>
                </a:moveTo>
                <a:lnTo>
                  <a:pt x="149334" y="0"/>
                </a:lnTo>
                <a:lnTo>
                  <a:pt x="135858" y="4608"/>
                </a:lnTo>
                <a:lnTo>
                  <a:pt x="136898" y="4359"/>
                </a:lnTo>
                <a:lnTo>
                  <a:pt x="158165" y="4359"/>
                </a:lnTo>
                <a:lnTo>
                  <a:pt x="157619" y="3417"/>
                </a:lnTo>
                <a:lnTo>
                  <a:pt x="156217" y="1827"/>
                </a:lnTo>
                <a:lnTo>
                  <a:pt x="155390" y="1196"/>
                </a:lnTo>
                <a:lnTo>
                  <a:pt x="153486" y="262"/>
                </a:lnTo>
                <a:lnTo>
                  <a:pt x="152495" y="0"/>
                </a:lnTo>
                <a:close/>
              </a:path>
              <a:path w="159385" h="42545">
                <a:moveTo>
                  <a:pt x="158155" y="4359"/>
                </a:moveTo>
                <a:lnTo>
                  <a:pt x="136898" y="4359"/>
                </a:lnTo>
                <a:lnTo>
                  <a:pt x="135858" y="4608"/>
                </a:lnTo>
                <a:lnTo>
                  <a:pt x="158240" y="4608"/>
                </a:lnTo>
                <a:lnTo>
                  <a:pt x="158155" y="435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540690" y="9423973"/>
            <a:ext cx="197485" cy="37465"/>
          </a:xfrm>
          <a:custGeom>
            <a:avLst/>
            <a:gdLst/>
            <a:ahLst/>
            <a:cxnLst/>
            <a:rect l="l" t="t" r="r" b="b"/>
            <a:pathLst>
              <a:path w="197485" h="37465">
                <a:moveTo>
                  <a:pt x="195620" y="12656"/>
                </a:moveTo>
                <a:lnTo>
                  <a:pt x="159329" y="12656"/>
                </a:lnTo>
                <a:lnTo>
                  <a:pt x="158797" y="12813"/>
                </a:lnTo>
                <a:lnTo>
                  <a:pt x="158294" y="13040"/>
                </a:lnTo>
                <a:lnTo>
                  <a:pt x="158025" y="13040"/>
                </a:lnTo>
                <a:lnTo>
                  <a:pt x="146528" y="16429"/>
                </a:lnTo>
                <a:lnTo>
                  <a:pt x="146242" y="16429"/>
                </a:lnTo>
                <a:lnTo>
                  <a:pt x="135265" y="18358"/>
                </a:lnTo>
                <a:lnTo>
                  <a:pt x="134718" y="18358"/>
                </a:lnTo>
                <a:lnTo>
                  <a:pt x="100611" y="20885"/>
                </a:lnTo>
                <a:lnTo>
                  <a:pt x="6828" y="20885"/>
                </a:lnTo>
                <a:lnTo>
                  <a:pt x="0" y="29920"/>
                </a:lnTo>
                <a:lnTo>
                  <a:pt x="201" y="30941"/>
                </a:lnTo>
                <a:lnTo>
                  <a:pt x="6948" y="36859"/>
                </a:lnTo>
                <a:lnTo>
                  <a:pt x="101501" y="36859"/>
                </a:lnTo>
                <a:lnTo>
                  <a:pt x="137238" y="34211"/>
                </a:lnTo>
                <a:lnTo>
                  <a:pt x="137467" y="34211"/>
                </a:lnTo>
                <a:lnTo>
                  <a:pt x="193420" y="14704"/>
                </a:lnTo>
                <a:lnTo>
                  <a:pt x="195260" y="13040"/>
                </a:lnTo>
                <a:lnTo>
                  <a:pt x="158294" y="13040"/>
                </a:lnTo>
                <a:lnTo>
                  <a:pt x="158907" y="12813"/>
                </a:lnTo>
                <a:lnTo>
                  <a:pt x="195473" y="12813"/>
                </a:lnTo>
                <a:lnTo>
                  <a:pt x="195620" y="12656"/>
                </a:lnTo>
                <a:close/>
              </a:path>
              <a:path w="197485" h="37465">
                <a:moveTo>
                  <a:pt x="190988" y="0"/>
                </a:moveTo>
                <a:lnTo>
                  <a:pt x="187404" y="0"/>
                </a:lnTo>
                <a:lnTo>
                  <a:pt x="186829" y="133"/>
                </a:lnTo>
                <a:lnTo>
                  <a:pt x="158797" y="12813"/>
                </a:lnTo>
                <a:lnTo>
                  <a:pt x="159329" y="12656"/>
                </a:lnTo>
                <a:lnTo>
                  <a:pt x="195653" y="12656"/>
                </a:lnTo>
                <a:lnTo>
                  <a:pt x="196268" y="11669"/>
                </a:lnTo>
                <a:lnTo>
                  <a:pt x="197016" y="9685"/>
                </a:lnTo>
                <a:lnTo>
                  <a:pt x="197117" y="6539"/>
                </a:lnTo>
                <a:lnTo>
                  <a:pt x="196881" y="5526"/>
                </a:lnTo>
                <a:lnTo>
                  <a:pt x="196007" y="3594"/>
                </a:lnTo>
                <a:lnTo>
                  <a:pt x="195403" y="2748"/>
                </a:lnTo>
                <a:lnTo>
                  <a:pt x="193856" y="1297"/>
                </a:lnTo>
                <a:lnTo>
                  <a:pt x="192972" y="748"/>
                </a:lnTo>
                <a:lnTo>
                  <a:pt x="19098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9" name="object 99"/>
          <p:cNvGrpSpPr/>
          <p:nvPr/>
        </p:nvGrpSpPr>
        <p:grpSpPr>
          <a:xfrm>
            <a:off x="3826873" y="9190183"/>
            <a:ext cx="234315" cy="304800"/>
            <a:chOff x="3826873" y="9190183"/>
            <a:chExt cx="234315" cy="304800"/>
          </a:xfrm>
        </p:grpSpPr>
        <p:sp>
          <p:nvSpPr>
            <p:cNvPr id="100" name="object 100"/>
            <p:cNvSpPr/>
            <p:nvPr/>
          </p:nvSpPr>
          <p:spPr>
            <a:xfrm>
              <a:off x="3826873" y="9190183"/>
              <a:ext cx="215900" cy="304800"/>
            </a:xfrm>
            <a:custGeom>
              <a:avLst/>
              <a:gdLst/>
              <a:ahLst/>
              <a:cxnLst/>
              <a:rect l="l" t="t" r="r" b="b"/>
              <a:pathLst>
                <a:path w="215900" h="304800">
                  <a:moveTo>
                    <a:pt x="187191" y="23044"/>
                  </a:moveTo>
                  <a:lnTo>
                    <a:pt x="187343" y="23453"/>
                  </a:lnTo>
                  <a:lnTo>
                    <a:pt x="189406" y="26937"/>
                  </a:lnTo>
                  <a:lnTo>
                    <a:pt x="190897" y="29250"/>
                  </a:lnTo>
                  <a:lnTo>
                    <a:pt x="193036" y="34751"/>
                  </a:lnTo>
                  <a:lnTo>
                    <a:pt x="194572" y="38461"/>
                  </a:lnTo>
                  <a:lnTo>
                    <a:pt x="197071" y="49453"/>
                  </a:lnTo>
                  <a:lnTo>
                    <a:pt x="197299" y="50241"/>
                  </a:lnTo>
                  <a:lnTo>
                    <a:pt x="198810" y="63341"/>
                  </a:lnTo>
                  <a:lnTo>
                    <a:pt x="198885" y="63988"/>
                  </a:lnTo>
                  <a:lnTo>
                    <a:pt x="198998" y="65283"/>
                  </a:lnTo>
                  <a:lnTo>
                    <a:pt x="199551" y="81219"/>
                  </a:lnTo>
                  <a:lnTo>
                    <a:pt x="197981" y="116466"/>
                  </a:lnTo>
                  <a:lnTo>
                    <a:pt x="193179" y="150597"/>
                  </a:lnTo>
                  <a:lnTo>
                    <a:pt x="186509" y="180007"/>
                  </a:lnTo>
                  <a:lnTo>
                    <a:pt x="179146" y="201829"/>
                  </a:lnTo>
                  <a:lnTo>
                    <a:pt x="163357" y="239988"/>
                  </a:lnTo>
                  <a:lnTo>
                    <a:pt x="152855" y="266243"/>
                  </a:lnTo>
                  <a:lnTo>
                    <a:pt x="149659" y="297843"/>
                  </a:lnTo>
                  <a:lnTo>
                    <a:pt x="149862" y="298863"/>
                  </a:lnTo>
                  <a:lnTo>
                    <a:pt x="156596" y="304779"/>
                  </a:lnTo>
                  <a:lnTo>
                    <a:pt x="158716" y="304779"/>
                  </a:lnTo>
                  <a:lnTo>
                    <a:pt x="165773" y="281545"/>
                  </a:lnTo>
                  <a:lnTo>
                    <a:pt x="166120" y="278075"/>
                  </a:lnTo>
                  <a:lnTo>
                    <a:pt x="165973" y="278075"/>
                  </a:lnTo>
                  <a:lnTo>
                    <a:pt x="166194" y="277339"/>
                  </a:lnTo>
                  <a:lnTo>
                    <a:pt x="166270" y="276575"/>
                  </a:lnTo>
                  <a:lnTo>
                    <a:pt x="166423" y="276575"/>
                  </a:lnTo>
                  <a:lnTo>
                    <a:pt x="167740" y="272184"/>
                  </a:lnTo>
                  <a:lnTo>
                    <a:pt x="167836" y="271865"/>
                  </a:lnTo>
                  <a:lnTo>
                    <a:pt x="167942" y="271511"/>
                  </a:lnTo>
                  <a:lnTo>
                    <a:pt x="169815" y="266916"/>
                  </a:lnTo>
                  <a:lnTo>
                    <a:pt x="178174" y="246018"/>
                  </a:lnTo>
                  <a:lnTo>
                    <a:pt x="193927" y="207947"/>
                  </a:lnTo>
                  <a:lnTo>
                    <a:pt x="208775" y="154157"/>
                  </a:lnTo>
                  <a:lnTo>
                    <a:pt x="215065" y="92111"/>
                  </a:lnTo>
                  <a:lnTo>
                    <a:pt x="215137" y="90526"/>
                  </a:lnTo>
                  <a:lnTo>
                    <a:pt x="215244" y="88167"/>
                  </a:lnTo>
                  <a:lnTo>
                    <a:pt x="215334" y="86177"/>
                  </a:lnTo>
                  <a:lnTo>
                    <a:pt x="215381" y="85156"/>
                  </a:lnTo>
                  <a:lnTo>
                    <a:pt x="215477" y="83035"/>
                  </a:lnTo>
                  <a:lnTo>
                    <a:pt x="215535" y="81219"/>
                  </a:lnTo>
                  <a:lnTo>
                    <a:pt x="215004" y="65283"/>
                  </a:lnTo>
                  <a:lnTo>
                    <a:pt x="214913" y="63341"/>
                  </a:lnTo>
                  <a:lnTo>
                    <a:pt x="213500" y="51097"/>
                  </a:lnTo>
                  <a:lnTo>
                    <a:pt x="213401" y="50241"/>
                  </a:lnTo>
                  <a:lnTo>
                    <a:pt x="213310" y="49453"/>
                  </a:lnTo>
                  <a:lnTo>
                    <a:pt x="205869" y="23613"/>
                  </a:lnTo>
                  <a:lnTo>
                    <a:pt x="187605" y="23613"/>
                  </a:lnTo>
                  <a:lnTo>
                    <a:pt x="187489" y="23453"/>
                  </a:lnTo>
                  <a:lnTo>
                    <a:pt x="187102" y="23044"/>
                  </a:lnTo>
                  <a:close/>
                </a:path>
                <a:path w="215900" h="304800">
                  <a:moveTo>
                    <a:pt x="166194" y="277339"/>
                  </a:moveTo>
                  <a:lnTo>
                    <a:pt x="165973" y="278075"/>
                  </a:lnTo>
                  <a:lnTo>
                    <a:pt x="166120" y="278075"/>
                  </a:lnTo>
                  <a:lnTo>
                    <a:pt x="166194" y="277339"/>
                  </a:lnTo>
                  <a:close/>
                </a:path>
                <a:path w="215900" h="304800">
                  <a:moveTo>
                    <a:pt x="166423" y="276575"/>
                  </a:moveTo>
                  <a:lnTo>
                    <a:pt x="166270" y="276575"/>
                  </a:lnTo>
                  <a:lnTo>
                    <a:pt x="166194" y="277339"/>
                  </a:lnTo>
                  <a:lnTo>
                    <a:pt x="166423" y="276575"/>
                  </a:lnTo>
                  <a:close/>
                </a:path>
                <a:path w="215900" h="304800">
                  <a:moveTo>
                    <a:pt x="184928" y="1385"/>
                  </a:moveTo>
                  <a:lnTo>
                    <a:pt x="160002" y="1385"/>
                  </a:lnTo>
                  <a:lnTo>
                    <a:pt x="134917" y="5412"/>
                  </a:lnTo>
                  <a:lnTo>
                    <a:pt x="85584" y="18751"/>
                  </a:lnTo>
                  <a:lnTo>
                    <a:pt x="48158" y="34751"/>
                  </a:lnTo>
                  <a:lnTo>
                    <a:pt x="24791" y="43839"/>
                  </a:lnTo>
                  <a:lnTo>
                    <a:pt x="278" y="81848"/>
                  </a:lnTo>
                  <a:lnTo>
                    <a:pt x="209" y="82015"/>
                  </a:lnTo>
                  <a:lnTo>
                    <a:pt x="5" y="83035"/>
                  </a:lnTo>
                  <a:lnTo>
                    <a:pt x="0" y="85156"/>
                  </a:lnTo>
                  <a:lnTo>
                    <a:pt x="201" y="86177"/>
                  </a:lnTo>
                  <a:lnTo>
                    <a:pt x="6948" y="92111"/>
                  </a:lnTo>
                  <a:lnTo>
                    <a:pt x="9042" y="92111"/>
                  </a:lnTo>
                  <a:lnTo>
                    <a:pt x="21945" y="71433"/>
                  </a:lnTo>
                  <a:lnTo>
                    <a:pt x="27084" y="61800"/>
                  </a:lnTo>
                  <a:lnTo>
                    <a:pt x="26851" y="61800"/>
                  </a:lnTo>
                  <a:lnTo>
                    <a:pt x="27361" y="61278"/>
                  </a:lnTo>
                  <a:lnTo>
                    <a:pt x="28122" y="60076"/>
                  </a:lnTo>
                  <a:lnTo>
                    <a:pt x="27840" y="60076"/>
                  </a:lnTo>
                  <a:lnTo>
                    <a:pt x="28125" y="59940"/>
                  </a:lnTo>
                  <a:lnTo>
                    <a:pt x="28700" y="59461"/>
                  </a:lnTo>
                  <a:lnTo>
                    <a:pt x="29701" y="58746"/>
                  </a:lnTo>
                  <a:lnTo>
                    <a:pt x="30589" y="58746"/>
                  </a:lnTo>
                  <a:lnTo>
                    <a:pt x="54471" y="49453"/>
                  </a:lnTo>
                  <a:lnTo>
                    <a:pt x="90657" y="33948"/>
                  </a:lnTo>
                  <a:lnTo>
                    <a:pt x="111928" y="26937"/>
                  </a:lnTo>
                  <a:lnTo>
                    <a:pt x="137981" y="21121"/>
                  </a:lnTo>
                  <a:lnTo>
                    <a:pt x="162086" y="17254"/>
                  </a:lnTo>
                  <a:lnTo>
                    <a:pt x="161917" y="17254"/>
                  </a:lnTo>
                  <a:lnTo>
                    <a:pt x="176873" y="16034"/>
                  </a:lnTo>
                  <a:lnTo>
                    <a:pt x="201542" y="16034"/>
                  </a:lnTo>
                  <a:lnTo>
                    <a:pt x="200477" y="14234"/>
                  </a:lnTo>
                  <a:lnTo>
                    <a:pt x="199580" y="13006"/>
                  </a:lnTo>
                  <a:lnTo>
                    <a:pt x="194494" y="7264"/>
                  </a:lnTo>
                  <a:lnTo>
                    <a:pt x="192801" y="5819"/>
                  </a:lnTo>
                  <a:lnTo>
                    <a:pt x="187384" y="2371"/>
                  </a:lnTo>
                  <a:lnTo>
                    <a:pt x="184928" y="1385"/>
                  </a:lnTo>
                  <a:close/>
                </a:path>
                <a:path w="215900" h="304800">
                  <a:moveTo>
                    <a:pt x="27361" y="61278"/>
                  </a:moveTo>
                  <a:lnTo>
                    <a:pt x="26851" y="61800"/>
                  </a:lnTo>
                  <a:lnTo>
                    <a:pt x="27084" y="61800"/>
                  </a:lnTo>
                  <a:lnTo>
                    <a:pt x="27361" y="61278"/>
                  </a:lnTo>
                  <a:close/>
                </a:path>
                <a:path w="215900" h="304800">
                  <a:moveTo>
                    <a:pt x="29134" y="59461"/>
                  </a:moveTo>
                  <a:lnTo>
                    <a:pt x="27997" y="60076"/>
                  </a:lnTo>
                  <a:lnTo>
                    <a:pt x="27361" y="61278"/>
                  </a:lnTo>
                  <a:lnTo>
                    <a:pt x="29134" y="59461"/>
                  </a:lnTo>
                  <a:close/>
                </a:path>
                <a:path w="215900" h="304800">
                  <a:moveTo>
                    <a:pt x="28069" y="59940"/>
                  </a:moveTo>
                  <a:lnTo>
                    <a:pt x="27840" y="60076"/>
                  </a:lnTo>
                  <a:lnTo>
                    <a:pt x="27997" y="60076"/>
                  </a:lnTo>
                  <a:lnTo>
                    <a:pt x="28069" y="59940"/>
                  </a:lnTo>
                  <a:close/>
                </a:path>
                <a:path w="215900" h="304800">
                  <a:moveTo>
                    <a:pt x="29832" y="58746"/>
                  </a:moveTo>
                  <a:lnTo>
                    <a:pt x="29701" y="58746"/>
                  </a:lnTo>
                  <a:lnTo>
                    <a:pt x="28030" y="59940"/>
                  </a:lnTo>
                  <a:lnTo>
                    <a:pt x="29134" y="59461"/>
                  </a:lnTo>
                  <a:lnTo>
                    <a:pt x="29832" y="58746"/>
                  </a:lnTo>
                  <a:close/>
                </a:path>
                <a:path w="215900" h="304800">
                  <a:moveTo>
                    <a:pt x="30638" y="58746"/>
                  </a:moveTo>
                  <a:lnTo>
                    <a:pt x="29832" y="58746"/>
                  </a:lnTo>
                  <a:lnTo>
                    <a:pt x="29134" y="59461"/>
                  </a:lnTo>
                  <a:lnTo>
                    <a:pt x="30638" y="58746"/>
                  </a:lnTo>
                  <a:close/>
                </a:path>
                <a:path w="215900" h="304800">
                  <a:moveTo>
                    <a:pt x="205287" y="22382"/>
                  </a:moveTo>
                  <a:lnTo>
                    <a:pt x="186710" y="22382"/>
                  </a:lnTo>
                  <a:lnTo>
                    <a:pt x="187191" y="23044"/>
                  </a:lnTo>
                  <a:lnTo>
                    <a:pt x="187463" y="23453"/>
                  </a:lnTo>
                  <a:lnTo>
                    <a:pt x="187605" y="23613"/>
                  </a:lnTo>
                  <a:lnTo>
                    <a:pt x="205869" y="23613"/>
                  </a:lnTo>
                  <a:lnTo>
                    <a:pt x="205287" y="22382"/>
                  </a:lnTo>
                  <a:close/>
                </a:path>
                <a:path w="215900" h="304800">
                  <a:moveTo>
                    <a:pt x="183329" y="18751"/>
                  </a:moveTo>
                  <a:lnTo>
                    <a:pt x="183521" y="19000"/>
                  </a:lnTo>
                  <a:lnTo>
                    <a:pt x="187102" y="23044"/>
                  </a:lnTo>
                  <a:lnTo>
                    <a:pt x="186710" y="22382"/>
                  </a:lnTo>
                  <a:lnTo>
                    <a:pt x="205298" y="22382"/>
                  </a:lnTo>
                  <a:lnTo>
                    <a:pt x="203482" y="19312"/>
                  </a:lnTo>
                  <a:lnTo>
                    <a:pt x="184212" y="19312"/>
                  </a:lnTo>
                  <a:lnTo>
                    <a:pt x="183845" y="19000"/>
                  </a:lnTo>
                  <a:lnTo>
                    <a:pt x="183329" y="18751"/>
                  </a:lnTo>
                  <a:close/>
                </a:path>
                <a:path w="215900" h="304800">
                  <a:moveTo>
                    <a:pt x="202627" y="17868"/>
                  </a:moveTo>
                  <a:lnTo>
                    <a:pt x="182519" y="17868"/>
                  </a:lnTo>
                  <a:lnTo>
                    <a:pt x="183554" y="18751"/>
                  </a:lnTo>
                  <a:lnTo>
                    <a:pt x="183721" y="19000"/>
                  </a:lnTo>
                  <a:lnTo>
                    <a:pt x="184212" y="19312"/>
                  </a:lnTo>
                  <a:lnTo>
                    <a:pt x="203482" y="19312"/>
                  </a:lnTo>
                  <a:lnTo>
                    <a:pt x="202627" y="17868"/>
                  </a:lnTo>
                  <a:close/>
                </a:path>
                <a:path w="215900" h="304800">
                  <a:moveTo>
                    <a:pt x="182519" y="17868"/>
                  </a:moveTo>
                  <a:lnTo>
                    <a:pt x="183329" y="18751"/>
                  </a:lnTo>
                  <a:lnTo>
                    <a:pt x="183721" y="19000"/>
                  </a:lnTo>
                  <a:lnTo>
                    <a:pt x="183554" y="18751"/>
                  </a:lnTo>
                  <a:lnTo>
                    <a:pt x="182519" y="17868"/>
                  </a:lnTo>
                  <a:close/>
                </a:path>
                <a:path w="215900" h="304800">
                  <a:moveTo>
                    <a:pt x="180057" y="16670"/>
                  </a:moveTo>
                  <a:lnTo>
                    <a:pt x="183329" y="18751"/>
                  </a:lnTo>
                  <a:lnTo>
                    <a:pt x="182519" y="17868"/>
                  </a:lnTo>
                  <a:lnTo>
                    <a:pt x="202627" y="17868"/>
                  </a:lnTo>
                  <a:lnTo>
                    <a:pt x="202091" y="16963"/>
                  </a:lnTo>
                  <a:lnTo>
                    <a:pt x="181522" y="16963"/>
                  </a:lnTo>
                  <a:lnTo>
                    <a:pt x="180057" y="16670"/>
                  </a:lnTo>
                  <a:close/>
                </a:path>
                <a:path w="215900" h="304800">
                  <a:moveTo>
                    <a:pt x="179208" y="16034"/>
                  </a:moveTo>
                  <a:lnTo>
                    <a:pt x="179057" y="16034"/>
                  </a:lnTo>
                  <a:lnTo>
                    <a:pt x="180057" y="16670"/>
                  </a:lnTo>
                  <a:lnTo>
                    <a:pt x="181522" y="16963"/>
                  </a:lnTo>
                  <a:lnTo>
                    <a:pt x="179208" y="16034"/>
                  </a:lnTo>
                  <a:close/>
                </a:path>
                <a:path w="215900" h="304800">
                  <a:moveTo>
                    <a:pt x="201542" y="16034"/>
                  </a:moveTo>
                  <a:lnTo>
                    <a:pt x="179208" y="16034"/>
                  </a:lnTo>
                  <a:lnTo>
                    <a:pt x="181522" y="16963"/>
                  </a:lnTo>
                  <a:lnTo>
                    <a:pt x="202091" y="16963"/>
                  </a:lnTo>
                  <a:lnTo>
                    <a:pt x="201542" y="16034"/>
                  </a:lnTo>
                  <a:close/>
                </a:path>
                <a:path w="215900" h="304800">
                  <a:moveTo>
                    <a:pt x="179057" y="16034"/>
                  </a:moveTo>
                  <a:lnTo>
                    <a:pt x="176873" y="16034"/>
                  </a:lnTo>
                  <a:lnTo>
                    <a:pt x="180057" y="16670"/>
                  </a:lnTo>
                  <a:lnTo>
                    <a:pt x="179057" y="16034"/>
                  </a:lnTo>
                  <a:close/>
                </a:path>
                <a:path w="215900" h="304800">
                  <a:moveTo>
                    <a:pt x="176697" y="0"/>
                  </a:moveTo>
                  <a:lnTo>
                    <a:pt x="159696" y="1385"/>
                  </a:lnTo>
                  <a:lnTo>
                    <a:pt x="185198" y="1385"/>
                  </a:lnTo>
                  <a:lnTo>
                    <a:pt x="178916" y="127"/>
                  </a:lnTo>
                  <a:lnTo>
                    <a:pt x="176697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895175" y="9329572"/>
              <a:ext cx="165639" cy="65585"/>
            </a:xfrm>
            <a:prstGeom prst="rect">
              <a:avLst/>
            </a:prstGeom>
          </p:spPr>
        </p:pic>
      </p:grpSp>
      <p:pic>
        <p:nvPicPr>
          <p:cNvPr id="102" name="object 102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115619" y="9196771"/>
            <a:ext cx="315429" cy="258808"/>
          </a:xfrm>
          <a:prstGeom prst="rect">
            <a:avLst/>
          </a:prstGeom>
        </p:spPr>
      </p:pic>
      <p:sp>
        <p:nvSpPr>
          <p:cNvPr id="103" name="object 103"/>
          <p:cNvSpPr/>
          <p:nvPr/>
        </p:nvSpPr>
        <p:spPr>
          <a:xfrm>
            <a:off x="771533" y="9994394"/>
            <a:ext cx="208279" cy="19050"/>
          </a:xfrm>
          <a:custGeom>
            <a:avLst/>
            <a:gdLst/>
            <a:ahLst/>
            <a:cxnLst/>
            <a:rect l="l" t="t" r="r" b="b"/>
            <a:pathLst>
              <a:path w="208280" h="19050">
                <a:moveTo>
                  <a:pt x="166268" y="0"/>
                </a:moveTo>
                <a:lnTo>
                  <a:pt x="31430" y="0"/>
                </a:lnTo>
                <a:lnTo>
                  <a:pt x="14441" y="1416"/>
                </a:lnTo>
                <a:lnTo>
                  <a:pt x="14758" y="1416"/>
                </a:lnTo>
                <a:lnTo>
                  <a:pt x="5088" y="3030"/>
                </a:lnTo>
                <a:lnTo>
                  <a:pt x="5430" y="3030"/>
                </a:lnTo>
                <a:lnTo>
                  <a:pt x="4728" y="3296"/>
                </a:lnTo>
                <a:lnTo>
                  <a:pt x="2929" y="4419"/>
                </a:lnTo>
                <a:lnTo>
                  <a:pt x="0" y="10910"/>
                </a:lnTo>
                <a:lnTo>
                  <a:pt x="233" y="12312"/>
                </a:lnTo>
                <a:lnTo>
                  <a:pt x="7431" y="18703"/>
                </a:lnTo>
                <a:lnTo>
                  <a:pt x="8347" y="18703"/>
                </a:lnTo>
                <a:lnTo>
                  <a:pt x="16144" y="17403"/>
                </a:lnTo>
                <a:lnTo>
                  <a:pt x="15214" y="17403"/>
                </a:lnTo>
                <a:lnTo>
                  <a:pt x="31797" y="16023"/>
                </a:lnTo>
                <a:lnTo>
                  <a:pt x="206337" y="16023"/>
                </a:lnTo>
                <a:lnTo>
                  <a:pt x="206979" y="15205"/>
                </a:lnTo>
                <a:lnTo>
                  <a:pt x="207939" y="13314"/>
                </a:lnTo>
                <a:lnTo>
                  <a:pt x="208219" y="12312"/>
                </a:lnTo>
                <a:lnTo>
                  <a:pt x="208258" y="9165"/>
                </a:lnTo>
                <a:lnTo>
                  <a:pt x="207599" y="7149"/>
                </a:lnTo>
                <a:lnTo>
                  <a:pt x="201998" y="2750"/>
                </a:lnTo>
                <a:lnTo>
                  <a:pt x="166268" y="0"/>
                </a:lnTo>
                <a:close/>
              </a:path>
              <a:path w="208280" h="19050">
                <a:moveTo>
                  <a:pt x="206337" y="16023"/>
                </a:moveTo>
                <a:lnTo>
                  <a:pt x="166000" y="16023"/>
                </a:lnTo>
                <a:lnTo>
                  <a:pt x="200847" y="18703"/>
                </a:lnTo>
                <a:lnTo>
                  <a:pt x="201401" y="18703"/>
                </a:lnTo>
                <a:lnTo>
                  <a:pt x="203820" y="17913"/>
                </a:lnTo>
                <a:lnTo>
                  <a:pt x="204727" y="17403"/>
                </a:lnTo>
                <a:lnTo>
                  <a:pt x="206337" y="1602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733053" y="9981024"/>
            <a:ext cx="197485" cy="19050"/>
          </a:xfrm>
          <a:custGeom>
            <a:avLst/>
            <a:gdLst/>
            <a:ahLst/>
            <a:cxnLst/>
            <a:rect l="l" t="t" r="r" b="b"/>
            <a:pathLst>
              <a:path w="197485" h="19050">
                <a:moveTo>
                  <a:pt x="190553" y="0"/>
                </a:moveTo>
                <a:lnTo>
                  <a:pt x="48864" y="0"/>
                </a:lnTo>
                <a:lnTo>
                  <a:pt x="21836" y="1358"/>
                </a:lnTo>
                <a:lnTo>
                  <a:pt x="0" y="9049"/>
                </a:lnTo>
                <a:lnTo>
                  <a:pt x="6" y="12439"/>
                </a:lnTo>
                <a:lnTo>
                  <a:pt x="301" y="13437"/>
                </a:lnTo>
                <a:lnTo>
                  <a:pt x="1286" y="15315"/>
                </a:lnTo>
                <a:lnTo>
                  <a:pt x="1829" y="15986"/>
                </a:lnTo>
                <a:lnTo>
                  <a:pt x="1940" y="16124"/>
                </a:lnTo>
                <a:lnTo>
                  <a:pt x="3568" y="17481"/>
                </a:lnTo>
                <a:lnTo>
                  <a:pt x="4483" y="17978"/>
                </a:lnTo>
                <a:lnTo>
                  <a:pt x="6558" y="18625"/>
                </a:lnTo>
                <a:lnTo>
                  <a:pt x="8595" y="18625"/>
                </a:lnTo>
                <a:lnTo>
                  <a:pt x="23013" y="17313"/>
                </a:lnTo>
                <a:lnTo>
                  <a:pt x="49479" y="15986"/>
                </a:lnTo>
                <a:lnTo>
                  <a:pt x="190515" y="15986"/>
                </a:lnTo>
                <a:lnTo>
                  <a:pt x="191539" y="15782"/>
                </a:lnTo>
                <a:lnTo>
                  <a:pt x="197252" y="10070"/>
                </a:lnTo>
                <a:lnTo>
                  <a:pt x="197252" y="5908"/>
                </a:lnTo>
                <a:lnTo>
                  <a:pt x="191539" y="196"/>
                </a:lnTo>
                <a:lnTo>
                  <a:pt x="190553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5" name="object 105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344356" y="9772764"/>
            <a:ext cx="218957" cy="280307"/>
          </a:xfrm>
          <a:prstGeom prst="rect">
            <a:avLst/>
          </a:prstGeom>
        </p:spPr>
      </p:pic>
      <p:sp>
        <p:nvSpPr>
          <p:cNvPr id="106" name="object 106"/>
          <p:cNvSpPr/>
          <p:nvPr/>
        </p:nvSpPr>
        <p:spPr>
          <a:xfrm>
            <a:off x="4385289" y="9043382"/>
            <a:ext cx="339725" cy="29209"/>
          </a:xfrm>
          <a:custGeom>
            <a:avLst/>
            <a:gdLst/>
            <a:ahLst/>
            <a:cxnLst/>
            <a:rect l="l" t="t" r="r" b="b"/>
            <a:pathLst>
              <a:path w="339725" h="29209">
                <a:moveTo>
                  <a:pt x="283016" y="15838"/>
                </a:moveTo>
                <a:lnTo>
                  <a:pt x="298970" y="19028"/>
                </a:lnTo>
                <a:lnTo>
                  <a:pt x="298828" y="19028"/>
                </a:lnTo>
                <a:lnTo>
                  <a:pt x="330027" y="28708"/>
                </a:lnTo>
                <a:lnTo>
                  <a:pt x="332882" y="28708"/>
                </a:lnTo>
                <a:lnTo>
                  <a:pt x="334170" y="28326"/>
                </a:lnTo>
                <a:lnTo>
                  <a:pt x="339335" y="22114"/>
                </a:lnTo>
                <a:lnTo>
                  <a:pt x="339251" y="19028"/>
                </a:lnTo>
                <a:lnTo>
                  <a:pt x="339055" y="18313"/>
                </a:lnTo>
                <a:lnTo>
                  <a:pt x="338980" y="18058"/>
                </a:lnTo>
                <a:lnTo>
                  <a:pt x="338747" y="17578"/>
                </a:lnTo>
                <a:lnTo>
                  <a:pt x="337966" y="16094"/>
                </a:lnTo>
                <a:lnTo>
                  <a:pt x="285613" y="16094"/>
                </a:lnTo>
                <a:lnTo>
                  <a:pt x="283016" y="15838"/>
                </a:lnTo>
                <a:close/>
              </a:path>
              <a:path w="339725" h="29209">
                <a:moveTo>
                  <a:pt x="284648" y="0"/>
                </a:moveTo>
                <a:lnTo>
                  <a:pt x="48216" y="0"/>
                </a:lnTo>
                <a:lnTo>
                  <a:pt x="29280" y="589"/>
                </a:lnTo>
                <a:lnTo>
                  <a:pt x="30457" y="589"/>
                </a:lnTo>
                <a:lnTo>
                  <a:pt x="16930" y="2278"/>
                </a:lnTo>
                <a:lnTo>
                  <a:pt x="17117" y="2278"/>
                </a:lnTo>
                <a:lnTo>
                  <a:pt x="5441" y="4615"/>
                </a:lnTo>
                <a:lnTo>
                  <a:pt x="4481" y="5013"/>
                </a:lnTo>
                <a:lnTo>
                  <a:pt x="0" y="11736"/>
                </a:lnTo>
                <a:lnTo>
                  <a:pt x="1" y="12776"/>
                </a:lnTo>
                <a:lnTo>
                  <a:pt x="7538" y="20298"/>
                </a:lnTo>
                <a:lnTo>
                  <a:pt x="8572" y="20298"/>
                </a:lnTo>
                <a:lnTo>
                  <a:pt x="19784" y="18058"/>
                </a:lnTo>
                <a:lnTo>
                  <a:pt x="31964" y="16520"/>
                </a:lnTo>
                <a:lnTo>
                  <a:pt x="31699" y="16520"/>
                </a:lnTo>
                <a:lnTo>
                  <a:pt x="45273" y="16094"/>
                </a:lnTo>
                <a:lnTo>
                  <a:pt x="284299" y="16094"/>
                </a:lnTo>
                <a:lnTo>
                  <a:pt x="283016" y="15838"/>
                </a:lnTo>
                <a:lnTo>
                  <a:pt x="337758" y="15838"/>
                </a:lnTo>
                <a:lnTo>
                  <a:pt x="337312" y="15285"/>
                </a:lnTo>
                <a:lnTo>
                  <a:pt x="286153" y="152"/>
                </a:lnTo>
                <a:lnTo>
                  <a:pt x="284648" y="0"/>
                </a:lnTo>
                <a:close/>
              </a:path>
              <a:path w="339725" h="29209">
                <a:moveTo>
                  <a:pt x="337758" y="15838"/>
                </a:moveTo>
                <a:lnTo>
                  <a:pt x="283016" y="15838"/>
                </a:lnTo>
                <a:lnTo>
                  <a:pt x="285613" y="16094"/>
                </a:lnTo>
                <a:lnTo>
                  <a:pt x="337966" y="16094"/>
                </a:lnTo>
                <a:lnTo>
                  <a:pt x="337758" y="1583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997910" y="9051958"/>
            <a:ext cx="399415" cy="33020"/>
          </a:xfrm>
          <a:custGeom>
            <a:avLst/>
            <a:gdLst/>
            <a:ahLst/>
            <a:cxnLst/>
            <a:rect l="l" t="t" r="r" b="b"/>
            <a:pathLst>
              <a:path w="399414" h="33020">
                <a:moveTo>
                  <a:pt x="392449" y="0"/>
                </a:moveTo>
                <a:lnTo>
                  <a:pt x="389716" y="0"/>
                </a:lnTo>
                <a:lnTo>
                  <a:pt x="347814" y="3141"/>
                </a:lnTo>
                <a:lnTo>
                  <a:pt x="238303" y="5269"/>
                </a:lnTo>
                <a:lnTo>
                  <a:pt x="238740" y="5269"/>
                </a:lnTo>
                <a:lnTo>
                  <a:pt x="99087" y="12703"/>
                </a:lnTo>
                <a:lnTo>
                  <a:pt x="60662" y="12703"/>
                </a:lnTo>
                <a:lnTo>
                  <a:pt x="35411" y="13262"/>
                </a:lnTo>
                <a:lnTo>
                  <a:pt x="36540" y="13262"/>
                </a:lnTo>
                <a:lnTo>
                  <a:pt x="19318" y="14927"/>
                </a:lnTo>
                <a:lnTo>
                  <a:pt x="19509" y="14927"/>
                </a:lnTo>
                <a:lnTo>
                  <a:pt x="0" y="25213"/>
                </a:lnTo>
                <a:lnTo>
                  <a:pt x="347" y="27304"/>
                </a:lnTo>
                <a:lnTo>
                  <a:pt x="7433" y="33007"/>
                </a:lnTo>
                <a:lnTo>
                  <a:pt x="8329" y="33007"/>
                </a:lnTo>
                <a:lnTo>
                  <a:pt x="21362" y="30835"/>
                </a:lnTo>
                <a:lnTo>
                  <a:pt x="20990" y="30835"/>
                </a:lnTo>
                <a:lnTo>
                  <a:pt x="37726" y="29217"/>
                </a:lnTo>
                <a:lnTo>
                  <a:pt x="37489" y="29217"/>
                </a:lnTo>
                <a:lnTo>
                  <a:pt x="61419" y="28688"/>
                </a:lnTo>
                <a:lnTo>
                  <a:pt x="99746" y="28688"/>
                </a:lnTo>
                <a:lnTo>
                  <a:pt x="239621" y="21243"/>
                </a:lnTo>
                <a:lnTo>
                  <a:pt x="349011" y="19094"/>
                </a:lnTo>
                <a:lnTo>
                  <a:pt x="392612" y="15821"/>
                </a:lnTo>
                <a:lnTo>
                  <a:pt x="398884" y="9419"/>
                </a:lnTo>
                <a:lnTo>
                  <a:pt x="398852" y="6272"/>
                </a:lnTo>
                <a:lnTo>
                  <a:pt x="394463" y="662"/>
                </a:lnTo>
                <a:lnTo>
                  <a:pt x="39244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67956" y="8983843"/>
            <a:ext cx="339725" cy="46355"/>
          </a:xfrm>
          <a:custGeom>
            <a:avLst/>
            <a:gdLst/>
            <a:ahLst/>
            <a:cxnLst/>
            <a:rect l="l" t="t" r="r" b="b"/>
            <a:pathLst>
              <a:path w="339725" h="46354">
                <a:moveTo>
                  <a:pt x="279261" y="15970"/>
                </a:moveTo>
                <a:lnTo>
                  <a:pt x="126893" y="15970"/>
                </a:lnTo>
                <a:lnTo>
                  <a:pt x="188268" y="20205"/>
                </a:lnTo>
                <a:lnTo>
                  <a:pt x="231127" y="24441"/>
                </a:lnTo>
                <a:lnTo>
                  <a:pt x="262142" y="28661"/>
                </a:lnTo>
                <a:lnTo>
                  <a:pt x="291377" y="34936"/>
                </a:lnTo>
                <a:lnTo>
                  <a:pt x="330556" y="45819"/>
                </a:lnTo>
                <a:lnTo>
                  <a:pt x="331315" y="45819"/>
                </a:lnTo>
                <a:lnTo>
                  <a:pt x="339384" y="38870"/>
                </a:lnTo>
                <a:lnTo>
                  <a:pt x="339283" y="36370"/>
                </a:lnTo>
                <a:lnTo>
                  <a:pt x="339204" y="35728"/>
                </a:lnTo>
                <a:lnTo>
                  <a:pt x="339009" y="35138"/>
                </a:lnTo>
                <a:lnTo>
                  <a:pt x="338943" y="34936"/>
                </a:lnTo>
                <a:lnTo>
                  <a:pt x="295247" y="19409"/>
                </a:lnTo>
                <a:lnTo>
                  <a:pt x="279261" y="15970"/>
                </a:lnTo>
                <a:close/>
              </a:path>
              <a:path w="339725" h="46354">
                <a:moveTo>
                  <a:pt x="127827" y="0"/>
                </a:moveTo>
                <a:lnTo>
                  <a:pt x="58492" y="0"/>
                </a:lnTo>
                <a:lnTo>
                  <a:pt x="49983" y="662"/>
                </a:lnTo>
                <a:lnTo>
                  <a:pt x="2924" y="23025"/>
                </a:lnTo>
                <a:lnTo>
                  <a:pt x="0" y="29518"/>
                </a:lnTo>
                <a:lnTo>
                  <a:pt x="350" y="31610"/>
                </a:lnTo>
                <a:lnTo>
                  <a:pt x="7434" y="37306"/>
                </a:lnTo>
                <a:lnTo>
                  <a:pt x="8336" y="37306"/>
                </a:lnTo>
                <a:lnTo>
                  <a:pt x="10427" y="36955"/>
                </a:lnTo>
                <a:lnTo>
                  <a:pt x="11400" y="36587"/>
                </a:lnTo>
                <a:lnTo>
                  <a:pt x="29181" y="25464"/>
                </a:lnTo>
                <a:lnTo>
                  <a:pt x="31479" y="24441"/>
                </a:lnTo>
                <a:lnTo>
                  <a:pt x="44331" y="18417"/>
                </a:lnTo>
                <a:lnTo>
                  <a:pt x="43922" y="18417"/>
                </a:lnTo>
                <a:lnTo>
                  <a:pt x="45491" y="17873"/>
                </a:lnTo>
                <a:lnTo>
                  <a:pt x="46242" y="17873"/>
                </a:lnTo>
                <a:lnTo>
                  <a:pt x="51623" y="16612"/>
                </a:lnTo>
                <a:lnTo>
                  <a:pt x="51229" y="16612"/>
                </a:lnTo>
                <a:lnTo>
                  <a:pt x="52430" y="16423"/>
                </a:lnTo>
                <a:lnTo>
                  <a:pt x="53644" y="16423"/>
                </a:lnTo>
                <a:lnTo>
                  <a:pt x="59430" y="15970"/>
                </a:lnTo>
                <a:lnTo>
                  <a:pt x="279261" y="15970"/>
                </a:lnTo>
                <a:lnTo>
                  <a:pt x="265002" y="12913"/>
                </a:lnTo>
                <a:lnTo>
                  <a:pt x="265178" y="12913"/>
                </a:lnTo>
                <a:lnTo>
                  <a:pt x="232736" y="8520"/>
                </a:lnTo>
                <a:lnTo>
                  <a:pt x="189424" y="4246"/>
                </a:lnTo>
                <a:lnTo>
                  <a:pt x="127827" y="0"/>
                </a:lnTo>
                <a:close/>
              </a:path>
              <a:path w="339725" h="46354">
                <a:moveTo>
                  <a:pt x="45491" y="17873"/>
                </a:moveTo>
                <a:lnTo>
                  <a:pt x="43922" y="18417"/>
                </a:lnTo>
                <a:lnTo>
                  <a:pt x="44740" y="18225"/>
                </a:lnTo>
                <a:lnTo>
                  <a:pt x="45491" y="17873"/>
                </a:lnTo>
                <a:close/>
              </a:path>
              <a:path w="339725" h="46354">
                <a:moveTo>
                  <a:pt x="44740" y="18225"/>
                </a:moveTo>
                <a:lnTo>
                  <a:pt x="43922" y="18417"/>
                </a:lnTo>
                <a:lnTo>
                  <a:pt x="44331" y="18417"/>
                </a:lnTo>
                <a:lnTo>
                  <a:pt x="44740" y="18225"/>
                </a:lnTo>
                <a:close/>
              </a:path>
              <a:path w="339725" h="46354">
                <a:moveTo>
                  <a:pt x="46242" y="17873"/>
                </a:moveTo>
                <a:lnTo>
                  <a:pt x="45491" y="17873"/>
                </a:lnTo>
                <a:lnTo>
                  <a:pt x="44740" y="18225"/>
                </a:lnTo>
                <a:lnTo>
                  <a:pt x="46242" y="17873"/>
                </a:lnTo>
                <a:close/>
              </a:path>
              <a:path w="339725" h="46354">
                <a:moveTo>
                  <a:pt x="52430" y="16423"/>
                </a:moveTo>
                <a:lnTo>
                  <a:pt x="51229" y="16612"/>
                </a:lnTo>
                <a:lnTo>
                  <a:pt x="51623" y="16612"/>
                </a:lnTo>
                <a:lnTo>
                  <a:pt x="52430" y="16423"/>
                </a:lnTo>
                <a:close/>
              </a:path>
              <a:path w="339725" h="46354">
                <a:moveTo>
                  <a:pt x="53644" y="16423"/>
                </a:moveTo>
                <a:lnTo>
                  <a:pt x="52430" y="16423"/>
                </a:lnTo>
                <a:lnTo>
                  <a:pt x="51623" y="16612"/>
                </a:lnTo>
                <a:lnTo>
                  <a:pt x="51229" y="16612"/>
                </a:lnTo>
                <a:lnTo>
                  <a:pt x="53644" y="1642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372081" y="8983926"/>
            <a:ext cx="305435" cy="37465"/>
          </a:xfrm>
          <a:custGeom>
            <a:avLst/>
            <a:gdLst/>
            <a:ahLst/>
            <a:cxnLst/>
            <a:rect l="l" t="t" r="r" b="b"/>
            <a:pathLst>
              <a:path w="305434" h="37465">
                <a:moveTo>
                  <a:pt x="264640" y="0"/>
                </a:moveTo>
                <a:lnTo>
                  <a:pt x="63390" y="0"/>
                </a:lnTo>
                <a:lnTo>
                  <a:pt x="51636" y="693"/>
                </a:lnTo>
                <a:lnTo>
                  <a:pt x="52702" y="693"/>
                </a:lnTo>
                <a:lnTo>
                  <a:pt x="42199" y="2691"/>
                </a:lnTo>
                <a:lnTo>
                  <a:pt x="2923" y="22941"/>
                </a:lnTo>
                <a:lnTo>
                  <a:pt x="0" y="29434"/>
                </a:lnTo>
                <a:lnTo>
                  <a:pt x="349" y="31526"/>
                </a:lnTo>
                <a:lnTo>
                  <a:pt x="7433" y="37222"/>
                </a:lnTo>
                <a:lnTo>
                  <a:pt x="8336" y="37222"/>
                </a:lnTo>
                <a:lnTo>
                  <a:pt x="10427" y="36871"/>
                </a:lnTo>
                <a:lnTo>
                  <a:pt x="11400" y="36503"/>
                </a:lnTo>
                <a:lnTo>
                  <a:pt x="29051" y="25472"/>
                </a:lnTo>
                <a:lnTo>
                  <a:pt x="36775" y="21436"/>
                </a:lnTo>
                <a:lnTo>
                  <a:pt x="36577" y="21436"/>
                </a:lnTo>
                <a:lnTo>
                  <a:pt x="37153" y="21239"/>
                </a:lnTo>
                <a:lnTo>
                  <a:pt x="37689" y="20958"/>
                </a:lnTo>
                <a:lnTo>
                  <a:pt x="37971" y="20958"/>
                </a:lnTo>
                <a:lnTo>
                  <a:pt x="45430" y="18404"/>
                </a:lnTo>
                <a:lnTo>
                  <a:pt x="45184" y="18404"/>
                </a:lnTo>
                <a:lnTo>
                  <a:pt x="46283" y="18112"/>
                </a:lnTo>
                <a:lnTo>
                  <a:pt x="46722" y="18112"/>
                </a:lnTo>
                <a:lnTo>
                  <a:pt x="55017" y="16537"/>
                </a:lnTo>
                <a:lnTo>
                  <a:pt x="54664" y="16537"/>
                </a:lnTo>
                <a:lnTo>
                  <a:pt x="65770" y="15886"/>
                </a:lnTo>
                <a:lnTo>
                  <a:pt x="305258" y="15886"/>
                </a:lnTo>
                <a:lnTo>
                  <a:pt x="305208" y="14533"/>
                </a:lnTo>
                <a:lnTo>
                  <a:pt x="277403" y="2125"/>
                </a:lnTo>
                <a:lnTo>
                  <a:pt x="264640" y="0"/>
                </a:lnTo>
                <a:close/>
              </a:path>
              <a:path w="305434" h="37465">
                <a:moveTo>
                  <a:pt x="273805" y="17679"/>
                </a:moveTo>
                <a:lnTo>
                  <a:pt x="296077" y="24361"/>
                </a:lnTo>
                <a:lnTo>
                  <a:pt x="298846" y="24361"/>
                </a:lnTo>
                <a:lnTo>
                  <a:pt x="305256" y="17905"/>
                </a:lnTo>
                <a:lnTo>
                  <a:pt x="274773" y="17905"/>
                </a:lnTo>
                <a:lnTo>
                  <a:pt x="273805" y="17679"/>
                </a:lnTo>
                <a:close/>
              </a:path>
              <a:path w="305434" h="37465">
                <a:moveTo>
                  <a:pt x="37153" y="21239"/>
                </a:moveTo>
                <a:lnTo>
                  <a:pt x="36577" y="21436"/>
                </a:lnTo>
                <a:lnTo>
                  <a:pt x="36775" y="21436"/>
                </a:lnTo>
                <a:lnTo>
                  <a:pt x="37153" y="21239"/>
                </a:lnTo>
                <a:close/>
              </a:path>
              <a:path w="305434" h="37465">
                <a:moveTo>
                  <a:pt x="37971" y="20958"/>
                </a:moveTo>
                <a:lnTo>
                  <a:pt x="37689" y="20958"/>
                </a:lnTo>
                <a:lnTo>
                  <a:pt x="37153" y="21239"/>
                </a:lnTo>
                <a:lnTo>
                  <a:pt x="37971" y="20958"/>
                </a:lnTo>
                <a:close/>
              </a:path>
              <a:path w="305434" h="37465">
                <a:moveTo>
                  <a:pt x="46283" y="18112"/>
                </a:moveTo>
                <a:lnTo>
                  <a:pt x="45184" y="18404"/>
                </a:lnTo>
                <a:lnTo>
                  <a:pt x="45430" y="18404"/>
                </a:lnTo>
                <a:lnTo>
                  <a:pt x="46283" y="18112"/>
                </a:lnTo>
                <a:close/>
              </a:path>
              <a:path w="305434" h="37465">
                <a:moveTo>
                  <a:pt x="46722" y="18112"/>
                </a:moveTo>
                <a:lnTo>
                  <a:pt x="46283" y="18112"/>
                </a:lnTo>
                <a:lnTo>
                  <a:pt x="45430" y="18404"/>
                </a:lnTo>
                <a:lnTo>
                  <a:pt x="45184" y="18404"/>
                </a:lnTo>
                <a:lnTo>
                  <a:pt x="46722" y="18112"/>
                </a:lnTo>
                <a:close/>
              </a:path>
              <a:path w="305434" h="37465">
                <a:moveTo>
                  <a:pt x="305258" y="15886"/>
                </a:moveTo>
                <a:lnTo>
                  <a:pt x="262657" y="15886"/>
                </a:lnTo>
                <a:lnTo>
                  <a:pt x="274773" y="17905"/>
                </a:lnTo>
                <a:lnTo>
                  <a:pt x="274555" y="17905"/>
                </a:lnTo>
                <a:lnTo>
                  <a:pt x="273801" y="17679"/>
                </a:lnTo>
                <a:lnTo>
                  <a:pt x="305324" y="17679"/>
                </a:lnTo>
                <a:lnTo>
                  <a:pt x="305258" y="15886"/>
                </a:lnTo>
                <a:close/>
              </a:path>
              <a:path w="305434" h="37465">
                <a:moveTo>
                  <a:pt x="305324" y="17679"/>
                </a:moveTo>
                <a:lnTo>
                  <a:pt x="273805" y="17679"/>
                </a:lnTo>
                <a:lnTo>
                  <a:pt x="274773" y="17905"/>
                </a:lnTo>
                <a:lnTo>
                  <a:pt x="305256" y="17905"/>
                </a:lnTo>
                <a:lnTo>
                  <a:pt x="305324" y="1767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0" name="object 110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4448628" y="8724744"/>
            <a:ext cx="287248" cy="244999"/>
          </a:xfrm>
          <a:prstGeom prst="rect">
            <a:avLst/>
          </a:prstGeom>
        </p:spPr>
      </p:pic>
      <p:sp>
        <p:nvSpPr>
          <p:cNvPr id="111" name="object 111"/>
          <p:cNvSpPr/>
          <p:nvPr/>
        </p:nvSpPr>
        <p:spPr>
          <a:xfrm>
            <a:off x="5110627" y="9253942"/>
            <a:ext cx="1635760" cy="227965"/>
          </a:xfrm>
          <a:custGeom>
            <a:avLst/>
            <a:gdLst/>
            <a:ahLst/>
            <a:cxnLst/>
            <a:rect l="l" t="t" r="r" b="b"/>
            <a:pathLst>
              <a:path w="1635759" h="227965">
                <a:moveTo>
                  <a:pt x="634065" y="174895"/>
                </a:moveTo>
                <a:lnTo>
                  <a:pt x="474377" y="174895"/>
                </a:lnTo>
                <a:lnTo>
                  <a:pt x="505209" y="175658"/>
                </a:lnTo>
                <a:lnTo>
                  <a:pt x="536936" y="177931"/>
                </a:lnTo>
                <a:lnTo>
                  <a:pt x="601781" y="186039"/>
                </a:lnTo>
                <a:lnTo>
                  <a:pt x="666656" y="196175"/>
                </a:lnTo>
                <a:lnTo>
                  <a:pt x="732966" y="207396"/>
                </a:lnTo>
                <a:lnTo>
                  <a:pt x="798597" y="217640"/>
                </a:lnTo>
                <a:lnTo>
                  <a:pt x="849900" y="222768"/>
                </a:lnTo>
                <a:lnTo>
                  <a:pt x="924595" y="224809"/>
                </a:lnTo>
                <a:lnTo>
                  <a:pt x="1016361" y="225829"/>
                </a:lnTo>
                <a:lnTo>
                  <a:pt x="1085759" y="225829"/>
                </a:lnTo>
                <a:lnTo>
                  <a:pt x="1253702" y="227866"/>
                </a:lnTo>
                <a:lnTo>
                  <a:pt x="1324952" y="227866"/>
                </a:lnTo>
                <a:lnTo>
                  <a:pt x="1386720" y="226846"/>
                </a:lnTo>
                <a:lnTo>
                  <a:pt x="1387419" y="226846"/>
                </a:lnTo>
                <a:lnTo>
                  <a:pt x="1423057" y="224539"/>
                </a:lnTo>
                <a:lnTo>
                  <a:pt x="1460863" y="219593"/>
                </a:lnTo>
                <a:lnTo>
                  <a:pt x="1492440" y="213991"/>
                </a:lnTo>
                <a:lnTo>
                  <a:pt x="1501450" y="211870"/>
                </a:lnTo>
                <a:lnTo>
                  <a:pt x="1253793" y="211870"/>
                </a:lnTo>
                <a:lnTo>
                  <a:pt x="1165528" y="210865"/>
                </a:lnTo>
                <a:lnTo>
                  <a:pt x="1085863" y="209833"/>
                </a:lnTo>
                <a:lnTo>
                  <a:pt x="1016450" y="209833"/>
                </a:lnTo>
                <a:lnTo>
                  <a:pt x="925047" y="208816"/>
                </a:lnTo>
                <a:lnTo>
                  <a:pt x="851902" y="206816"/>
                </a:lnTo>
                <a:lnTo>
                  <a:pt x="851120" y="206816"/>
                </a:lnTo>
                <a:lnTo>
                  <a:pt x="800746" y="201777"/>
                </a:lnTo>
                <a:lnTo>
                  <a:pt x="735535" y="191607"/>
                </a:lnTo>
                <a:lnTo>
                  <a:pt x="669225" y="180386"/>
                </a:lnTo>
                <a:lnTo>
                  <a:pt x="634065" y="174895"/>
                </a:lnTo>
                <a:close/>
              </a:path>
              <a:path w="1635759" h="227965">
                <a:moveTo>
                  <a:pt x="1611749" y="151446"/>
                </a:moveTo>
                <a:lnTo>
                  <a:pt x="1589996" y="151446"/>
                </a:lnTo>
                <a:lnTo>
                  <a:pt x="1589515" y="151824"/>
                </a:lnTo>
                <a:lnTo>
                  <a:pt x="1589096" y="152274"/>
                </a:lnTo>
                <a:lnTo>
                  <a:pt x="1588944" y="152274"/>
                </a:lnTo>
                <a:lnTo>
                  <a:pt x="1579212" y="159934"/>
                </a:lnTo>
                <a:lnTo>
                  <a:pt x="1578665" y="160412"/>
                </a:lnTo>
                <a:lnTo>
                  <a:pt x="1563336" y="170213"/>
                </a:lnTo>
                <a:lnTo>
                  <a:pt x="1549221" y="177931"/>
                </a:lnTo>
                <a:lnTo>
                  <a:pt x="1547882" y="178693"/>
                </a:lnTo>
                <a:lnTo>
                  <a:pt x="1533934" y="184919"/>
                </a:lnTo>
                <a:lnTo>
                  <a:pt x="1507780" y="193973"/>
                </a:lnTo>
                <a:lnTo>
                  <a:pt x="1507599" y="193973"/>
                </a:lnTo>
                <a:lnTo>
                  <a:pt x="1489121" y="198333"/>
                </a:lnTo>
                <a:lnTo>
                  <a:pt x="1458001" y="203842"/>
                </a:lnTo>
                <a:lnTo>
                  <a:pt x="1421500" y="208627"/>
                </a:lnTo>
                <a:lnTo>
                  <a:pt x="1421209" y="208627"/>
                </a:lnTo>
                <a:lnTo>
                  <a:pt x="1386626" y="210865"/>
                </a:lnTo>
                <a:lnTo>
                  <a:pt x="1324875" y="211870"/>
                </a:lnTo>
                <a:lnTo>
                  <a:pt x="1501450" y="211870"/>
                </a:lnTo>
                <a:lnTo>
                  <a:pt x="1539497" y="199923"/>
                </a:lnTo>
                <a:lnTo>
                  <a:pt x="1552895" y="193973"/>
                </a:lnTo>
                <a:lnTo>
                  <a:pt x="1507780" y="193973"/>
                </a:lnTo>
                <a:lnTo>
                  <a:pt x="1508247" y="193837"/>
                </a:lnTo>
                <a:lnTo>
                  <a:pt x="1553200" y="193837"/>
                </a:lnTo>
                <a:lnTo>
                  <a:pt x="1554402" y="193300"/>
                </a:lnTo>
                <a:lnTo>
                  <a:pt x="1587282" y="173891"/>
                </a:lnTo>
                <a:lnTo>
                  <a:pt x="1610976" y="152274"/>
                </a:lnTo>
                <a:lnTo>
                  <a:pt x="1589096" y="152274"/>
                </a:lnTo>
                <a:lnTo>
                  <a:pt x="1589585" y="151824"/>
                </a:lnTo>
                <a:lnTo>
                  <a:pt x="1611395" y="151824"/>
                </a:lnTo>
                <a:lnTo>
                  <a:pt x="1611749" y="151446"/>
                </a:lnTo>
                <a:close/>
              </a:path>
              <a:path w="1635759" h="227965">
                <a:moveTo>
                  <a:pt x="45125" y="0"/>
                </a:moveTo>
                <a:lnTo>
                  <a:pt x="43491" y="0"/>
                </a:lnTo>
                <a:lnTo>
                  <a:pt x="41446" y="562"/>
                </a:lnTo>
                <a:lnTo>
                  <a:pt x="11871" y="24659"/>
                </a:lnTo>
                <a:lnTo>
                  <a:pt x="0" y="51681"/>
                </a:lnTo>
                <a:lnTo>
                  <a:pt x="48" y="93272"/>
                </a:lnTo>
                <a:lnTo>
                  <a:pt x="8413" y="135608"/>
                </a:lnTo>
                <a:lnTo>
                  <a:pt x="32617" y="166484"/>
                </a:lnTo>
                <a:lnTo>
                  <a:pt x="72760" y="188615"/>
                </a:lnTo>
                <a:lnTo>
                  <a:pt x="103255" y="193300"/>
                </a:lnTo>
                <a:lnTo>
                  <a:pt x="98678" y="193300"/>
                </a:lnTo>
                <a:lnTo>
                  <a:pt x="162177" y="192200"/>
                </a:lnTo>
                <a:lnTo>
                  <a:pt x="194377" y="190389"/>
                </a:lnTo>
                <a:lnTo>
                  <a:pt x="291683" y="179974"/>
                </a:lnTo>
                <a:lnTo>
                  <a:pt x="333682" y="177258"/>
                </a:lnTo>
                <a:lnTo>
                  <a:pt x="103247" y="177258"/>
                </a:lnTo>
                <a:lnTo>
                  <a:pt x="92024" y="176418"/>
                </a:lnTo>
                <a:lnTo>
                  <a:pt x="90808" y="176418"/>
                </a:lnTo>
                <a:lnTo>
                  <a:pt x="89916" y="176282"/>
                </a:lnTo>
                <a:lnTo>
                  <a:pt x="90217" y="176282"/>
                </a:lnTo>
                <a:lnTo>
                  <a:pt x="78931" y="173702"/>
                </a:lnTo>
                <a:lnTo>
                  <a:pt x="78552" y="173702"/>
                </a:lnTo>
                <a:lnTo>
                  <a:pt x="77863" y="173491"/>
                </a:lnTo>
                <a:lnTo>
                  <a:pt x="78008" y="173491"/>
                </a:lnTo>
                <a:lnTo>
                  <a:pt x="66620" y="169070"/>
                </a:lnTo>
                <a:lnTo>
                  <a:pt x="66419" y="169070"/>
                </a:lnTo>
                <a:lnTo>
                  <a:pt x="65949" y="168809"/>
                </a:lnTo>
                <a:lnTo>
                  <a:pt x="65436" y="168610"/>
                </a:lnTo>
                <a:lnTo>
                  <a:pt x="65590" y="168610"/>
                </a:lnTo>
                <a:lnTo>
                  <a:pt x="53614" y="161975"/>
                </a:lnTo>
                <a:lnTo>
                  <a:pt x="52153" y="160868"/>
                </a:lnTo>
                <a:lnTo>
                  <a:pt x="42687" y="154090"/>
                </a:lnTo>
                <a:lnTo>
                  <a:pt x="40797" y="152274"/>
                </a:lnTo>
                <a:lnTo>
                  <a:pt x="34908" y="146860"/>
                </a:lnTo>
                <a:lnTo>
                  <a:pt x="34777" y="146860"/>
                </a:lnTo>
                <a:lnTo>
                  <a:pt x="34561" y="146591"/>
                </a:lnTo>
                <a:lnTo>
                  <a:pt x="34343" y="146397"/>
                </a:lnTo>
                <a:lnTo>
                  <a:pt x="33958" y="145986"/>
                </a:lnTo>
                <a:lnTo>
                  <a:pt x="33882" y="145747"/>
                </a:lnTo>
                <a:lnTo>
                  <a:pt x="28416" y="138950"/>
                </a:lnTo>
                <a:lnTo>
                  <a:pt x="28251" y="138950"/>
                </a:lnTo>
                <a:lnTo>
                  <a:pt x="27906" y="138317"/>
                </a:lnTo>
                <a:lnTo>
                  <a:pt x="27588" y="137955"/>
                </a:lnTo>
                <a:lnTo>
                  <a:pt x="27456" y="137756"/>
                </a:lnTo>
                <a:lnTo>
                  <a:pt x="27602" y="137756"/>
                </a:lnTo>
                <a:lnTo>
                  <a:pt x="23906" y="130957"/>
                </a:lnTo>
                <a:lnTo>
                  <a:pt x="23719" y="130957"/>
                </a:lnTo>
                <a:lnTo>
                  <a:pt x="23483" y="130179"/>
                </a:lnTo>
                <a:lnTo>
                  <a:pt x="23093" y="129462"/>
                </a:lnTo>
                <a:lnTo>
                  <a:pt x="23220" y="129313"/>
                </a:lnTo>
                <a:lnTo>
                  <a:pt x="18086" y="112415"/>
                </a:lnTo>
                <a:lnTo>
                  <a:pt x="17918" y="112415"/>
                </a:lnTo>
                <a:lnTo>
                  <a:pt x="17842" y="111611"/>
                </a:lnTo>
                <a:lnTo>
                  <a:pt x="17608" y="110840"/>
                </a:lnTo>
                <a:lnTo>
                  <a:pt x="17639" y="109451"/>
                </a:lnTo>
                <a:lnTo>
                  <a:pt x="16116" y="93272"/>
                </a:lnTo>
                <a:lnTo>
                  <a:pt x="16030" y="92351"/>
                </a:lnTo>
                <a:lnTo>
                  <a:pt x="15915" y="52810"/>
                </a:lnTo>
                <a:lnTo>
                  <a:pt x="16158" y="51681"/>
                </a:lnTo>
                <a:lnTo>
                  <a:pt x="16434" y="49745"/>
                </a:lnTo>
                <a:lnTo>
                  <a:pt x="16558" y="48879"/>
                </a:lnTo>
                <a:lnTo>
                  <a:pt x="16680" y="48026"/>
                </a:lnTo>
                <a:lnTo>
                  <a:pt x="16377" y="48026"/>
                </a:lnTo>
                <a:lnTo>
                  <a:pt x="16705" y="47285"/>
                </a:lnTo>
                <a:lnTo>
                  <a:pt x="16784" y="46607"/>
                </a:lnTo>
                <a:lnTo>
                  <a:pt x="16981" y="45920"/>
                </a:lnTo>
                <a:lnTo>
                  <a:pt x="17309" y="45920"/>
                </a:lnTo>
                <a:lnTo>
                  <a:pt x="19000" y="42100"/>
                </a:lnTo>
                <a:lnTo>
                  <a:pt x="19100" y="41874"/>
                </a:lnTo>
                <a:lnTo>
                  <a:pt x="18860" y="41874"/>
                </a:lnTo>
                <a:lnTo>
                  <a:pt x="19036" y="41644"/>
                </a:lnTo>
                <a:lnTo>
                  <a:pt x="19304" y="41124"/>
                </a:lnTo>
                <a:lnTo>
                  <a:pt x="19815" y="40259"/>
                </a:lnTo>
                <a:lnTo>
                  <a:pt x="20092" y="40259"/>
                </a:lnTo>
                <a:lnTo>
                  <a:pt x="23767" y="35440"/>
                </a:lnTo>
                <a:lnTo>
                  <a:pt x="23597" y="35440"/>
                </a:lnTo>
                <a:lnTo>
                  <a:pt x="24145" y="34944"/>
                </a:lnTo>
                <a:lnTo>
                  <a:pt x="24591" y="34361"/>
                </a:lnTo>
                <a:lnTo>
                  <a:pt x="24790" y="34361"/>
                </a:lnTo>
                <a:lnTo>
                  <a:pt x="31619" y="28182"/>
                </a:lnTo>
                <a:lnTo>
                  <a:pt x="50335" y="13652"/>
                </a:lnTo>
                <a:lnTo>
                  <a:pt x="51015" y="12866"/>
                </a:lnTo>
                <a:lnTo>
                  <a:pt x="52063" y="11022"/>
                </a:lnTo>
                <a:lnTo>
                  <a:pt x="52391" y="10035"/>
                </a:lnTo>
                <a:lnTo>
                  <a:pt x="52654" y="7931"/>
                </a:lnTo>
                <a:lnTo>
                  <a:pt x="52579" y="6893"/>
                </a:lnTo>
                <a:lnTo>
                  <a:pt x="46631" y="189"/>
                </a:lnTo>
                <a:lnTo>
                  <a:pt x="45125" y="0"/>
                </a:lnTo>
                <a:close/>
              </a:path>
              <a:path w="1635759" h="227965">
                <a:moveTo>
                  <a:pt x="474647" y="158902"/>
                </a:moveTo>
                <a:lnTo>
                  <a:pt x="414067" y="158902"/>
                </a:lnTo>
                <a:lnTo>
                  <a:pt x="353736" y="159934"/>
                </a:lnTo>
                <a:lnTo>
                  <a:pt x="290228" y="164040"/>
                </a:lnTo>
                <a:lnTo>
                  <a:pt x="192749" y="174474"/>
                </a:lnTo>
                <a:lnTo>
                  <a:pt x="160321" y="176282"/>
                </a:lnTo>
                <a:lnTo>
                  <a:pt x="157758" y="176282"/>
                </a:lnTo>
                <a:lnTo>
                  <a:pt x="101255" y="177258"/>
                </a:lnTo>
                <a:lnTo>
                  <a:pt x="333682" y="177258"/>
                </a:lnTo>
                <a:lnTo>
                  <a:pt x="354237" y="175931"/>
                </a:lnTo>
                <a:lnTo>
                  <a:pt x="353283" y="175931"/>
                </a:lnTo>
                <a:lnTo>
                  <a:pt x="414486" y="174895"/>
                </a:lnTo>
                <a:lnTo>
                  <a:pt x="634065" y="174895"/>
                </a:lnTo>
                <a:lnTo>
                  <a:pt x="604084" y="170213"/>
                </a:lnTo>
                <a:lnTo>
                  <a:pt x="538175" y="161975"/>
                </a:lnTo>
                <a:lnTo>
                  <a:pt x="505715" y="159665"/>
                </a:lnTo>
                <a:lnTo>
                  <a:pt x="474647" y="158902"/>
                </a:lnTo>
                <a:close/>
              </a:path>
              <a:path w="1635759" h="227965">
                <a:moveTo>
                  <a:pt x="90217" y="176282"/>
                </a:moveTo>
                <a:lnTo>
                  <a:pt x="89916" y="176282"/>
                </a:lnTo>
                <a:lnTo>
                  <a:pt x="90808" y="176418"/>
                </a:lnTo>
                <a:lnTo>
                  <a:pt x="90217" y="176282"/>
                </a:lnTo>
                <a:close/>
              </a:path>
              <a:path w="1635759" h="227965">
                <a:moveTo>
                  <a:pt x="90217" y="176282"/>
                </a:moveTo>
                <a:lnTo>
                  <a:pt x="90808" y="176418"/>
                </a:lnTo>
                <a:lnTo>
                  <a:pt x="92024" y="176418"/>
                </a:lnTo>
                <a:lnTo>
                  <a:pt x="90217" y="176282"/>
                </a:lnTo>
                <a:close/>
              </a:path>
              <a:path w="1635759" h="227965">
                <a:moveTo>
                  <a:pt x="78008" y="173491"/>
                </a:moveTo>
                <a:lnTo>
                  <a:pt x="77863" y="173491"/>
                </a:lnTo>
                <a:lnTo>
                  <a:pt x="78552" y="173702"/>
                </a:lnTo>
                <a:lnTo>
                  <a:pt x="78008" y="173491"/>
                </a:lnTo>
                <a:close/>
              </a:path>
              <a:path w="1635759" h="227965">
                <a:moveTo>
                  <a:pt x="78008" y="173491"/>
                </a:moveTo>
                <a:lnTo>
                  <a:pt x="78552" y="173702"/>
                </a:lnTo>
                <a:lnTo>
                  <a:pt x="78931" y="173702"/>
                </a:lnTo>
                <a:lnTo>
                  <a:pt x="78008" y="173491"/>
                </a:lnTo>
                <a:close/>
              </a:path>
              <a:path w="1635759" h="227965">
                <a:moveTo>
                  <a:pt x="65949" y="168809"/>
                </a:moveTo>
                <a:lnTo>
                  <a:pt x="66419" y="169070"/>
                </a:lnTo>
                <a:lnTo>
                  <a:pt x="66620" y="169070"/>
                </a:lnTo>
                <a:lnTo>
                  <a:pt x="65949" y="168809"/>
                </a:lnTo>
                <a:close/>
              </a:path>
              <a:path w="1635759" h="227965">
                <a:moveTo>
                  <a:pt x="65590" y="168610"/>
                </a:moveTo>
                <a:lnTo>
                  <a:pt x="65436" y="168610"/>
                </a:lnTo>
                <a:lnTo>
                  <a:pt x="65949" y="168809"/>
                </a:lnTo>
                <a:lnTo>
                  <a:pt x="65590" y="168610"/>
                </a:lnTo>
                <a:close/>
              </a:path>
              <a:path w="1635759" h="227965">
                <a:moveTo>
                  <a:pt x="1602459" y="137955"/>
                </a:moveTo>
                <a:lnTo>
                  <a:pt x="1589515" y="151824"/>
                </a:lnTo>
                <a:lnTo>
                  <a:pt x="1589996" y="151446"/>
                </a:lnTo>
                <a:lnTo>
                  <a:pt x="1611749" y="151446"/>
                </a:lnTo>
                <a:lnTo>
                  <a:pt x="1615051" y="147908"/>
                </a:lnTo>
                <a:lnTo>
                  <a:pt x="1616491" y="145747"/>
                </a:lnTo>
                <a:lnTo>
                  <a:pt x="1619474" y="139155"/>
                </a:lnTo>
                <a:lnTo>
                  <a:pt x="1601917" y="139155"/>
                </a:lnTo>
                <a:lnTo>
                  <a:pt x="1602053" y="138950"/>
                </a:lnTo>
                <a:lnTo>
                  <a:pt x="1602296" y="138317"/>
                </a:lnTo>
                <a:lnTo>
                  <a:pt x="1602459" y="137955"/>
                </a:lnTo>
                <a:close/>
              </a:path>
              <a:path w="1635759" h="227965">
                <a:moveTo>
                  <a:pt x="34616" y="146591"/>
                </a:moveTo>
                <a:lnTo>
                  <a:pt x="34777" y="146860"/>
                </a:lnTo>
                <a:lnTo>
                  <a:pt x="34908" y="146860"/>
                </a:lnTo>
                <a:lnTo>
                  <a:pt x="34616" y="146591"/>
                </a:lnTo>
                <a:close/>
              </a:path>
              <a:path w="1635759" h="227965">
                <a:moveTo>
                  <a:pt x="1620402" y="137102"/>
                </a:moveTo>
                <a:lnTo>
                  <a:pt x="1603284" y="137102"/>
                </a:lnTo>
                <a:lnTo>
                  <a:pt x="1602475" y="138317"/>
                </a:lnTo>
                <a:lnTo>
                  <a:pt x="1602009" y="138950"/>
                </a:lnTo>
                <a:lnTo>
                  <a:pt x="1601917" y="139155"/>
                </a:lnTo>
                <a:lnTo>
                  <a:pt x="1619474" y="139155"/>
                </a:lnTo>
                <a:lnTo>
                  <a:pt x="1620402" y="137102"/>
                </a:lnTo>
                <a:close/>
              </a:path>
              <a:path w="1635759" h="227965">
                <a:moveTo>
                  <a:pt x="27906" y="138317"/>
                </a:moveTo>
                <a:lnTo>
                  <a:pt x="28251" y="138950"/>
                </a:lnTo>
                <a:lnTo>
                  <a:pt x="28416" y="138950"/>
                </a:lnTo>
                <a:lnTo>
                  <a:pt x="27906" y="138317"/>
                </a:lnTo>
                <a:close/>
              </a:path>
              <a:path w="1635759" h="227965">
                <a:moveTo>
                  <a:pt x="1603284" y="137102"/>
                </a:moveTo>
                <a:lnTo>
                  <a:pt x="1602549" y="137756"/>
                </a:lnTo>
                <a:lnTo>
                  <a:pt x="1602009" y="138950"/>
                </a:lnTo>
                <a:lnTo>
                  <a:pt x="1602475" y="138317"/>
                </a:lnTo>
                <a:lnTo>
                  <a:pt x="1603284" y="137102"/>
                </a:lnTo>
                <a:close/>
              </a:path>
              <a:path w="1635759" h="227965">
                <a:moveTo>
                  <a:pt x="27602" y="137756"/>
                </a:moveTo>
                <a:lnTo>
                  <a:pt x="27456" y="137756"/>
                </a:lnTo>
                <a:lnTo>
                  <a:pt x="27615" y="137955"/>
                </a:lnTo>
                <a:lnTo>
                  <a:pt x="27602" y="137756"/>
                </a:lnTo>
                <a:close/>
              </a:path>
              <a:path w="1635759" h="227965">
                <a:moveTo>
                  <a:pt x="1619655" y="60896"/>
                </a:moveTo>
                <a:lnTo>
                  <a:pt x="1619542" y="77727"/>
                </a:lnTo>
                <a:lnTo>
                  <a:pt x="1618014" y="89258"/>
                </a:lnTo>
                <a:lnTo>
                  <a:pt x="1612792" y="109451"/>
                </a:lnTo>
                <a:lnTo>
                  <a:pt x="1610856" y="115491"/>
                </a:lnTo>
                <a:lnTo>
                  <a:pt x="1606755" y="128457"/>
                </a:lnTo>
                <a:lnTo>
                  <a:pt x="1602549" y="137756"/>
                </a:lnTo>
                <a:lnTo>
                  <a:pt x="1603255" y="137102"/>
                </a:lnTo>
                <a:lnTo>
                  <a:pt x="1620402" y="137102"/>
                </a:lnTo>
                <a:lnTo>
                  <a:pt x="1633499" y="93272"/>
                </a:lnTo>
                <a:lnTo>
                  <a:pt x="1635531" y="61817"/>
                </a:lnTo>
                <a:lnTo>
                  <a:pt x="1619764" y="61817"/>
                </a:lnTo>
                <a:lnTo>
                  <a:pt x="1619655" y="60896"/>
                </a:lnTo>
                <a:close/>
              </a:path>
              <a:path w="1635759" h="227965">
                <a:moveTo>
                  <a:pt x="23483" y="130179"/>
                </a:moveTo>
                <a:lnTo>
                  <a:pt x="23719" y="130957"/>
                </a:lnTo>
                <a:lnTo>
                  <a:pt x="23906" y="130957"/>
                </a:lnTo>
                <a:lnTo>
                  <a:pt x="23483" y="130179"/>
                </a:lnTo>
                <a:close/>
              </a:path>
              <a:path w="1635759" h="227965">
                <a:moveTo>
                  <a:pt x="23265" y="129462"/>
                </a:moveTo>
                <a:lnTo>
                  <a:pt x="23093" y="129462"/>
                </a:lnTo>
                <a:lnTo>
                  <a:pt x="23483" y="130179"/>
                </a:lnTo>
                <a:lnTo>
                  <a:pt x="23265" y="129462"/>
                </a:lnTo>
                <a:close/>
              </a:path>
              <a:path w="1635759" h="227965">
                <a:moveTo>
                  <a:pt x="17842" y="111611"/>
                </a:moveTo>
                <a:lnTo>
                  <a:pt x="17918" y="112415"/>
                </a:lnTo>
                <a:lnTo>
                  <a:pt x="18086" y="112415"/>
                </a:lnTo>
                <a:lnTo>
                  <a:pt x="17842" y="111611"/>
                </a:lnTo>
                <a:close/>
              </a:path>
              <a:path w="1635759" h="227965">
                <a:moveTo>
                  <a:pt x="17770" y="110840"/>
                </a:moveTo>
                <a:lnTo>
                  <a:pt x="17608" y="110840"/>
                </a:lnTo>
                <a:lnTo>
                  <a:pt x="17842" y="111611"/>
                </a:lnTo>
                <a:lnTo>
                  <a:pt x="17770" y="110840"/>
                </a:lnTo>
                <a:close/>
              </a:path>
              <a:path w="1635759" h="227965">
                <a:moveTo>
                  <a:pt x="1618346" y="40562"/>
                </a:moveTo>
                <a:lnTo>
                  <a:pt x="1614642" y="40562"/>
                </a:lnTo>
                <a:lnTo>
                  <a:pt x="1608976" y="41644"/>
                </a:lnTo>
                <a:lnTo>
                  <a:pt x="1564850" y="65385"/>
                </a:lnTo>
                <a:lnTo>
                  <a:pt x="1562486" y="70669"/>
                </a:lnTo>
                <a:lnTo>
                  <a:pt x="1562487" y="72104"/>
                </a:lnTo>
                <a:lnTo>
                  <a:pt x="1570414" y="79212"/>
                </a:lnTo>
                <a:lnTo>
                  <a:pt x="1571235" y="79212"/>
                </a:lnTo>
                <a:lnTo>
                  <a:pt x="1583518" y="71280"/>
                </a:lnTo>
                <a:lnTo>
                  <a:pt x="1583908" y="71065"/>
                </a:lnTo>
                <a:lnTo>
                  <a:pt x="1584463" y="70669"/>
                </a:lnTo>
                <a:lnTo>
                  <a:pt x="1584629" y="70669"/>
                </a:lnTo>
                <a:lnTo>
                  <a:pt x="1598797" y="62875"/>
                </a:lnTo>
                <a:lnTo>
                  <a:pt x="1598937" y="62875"/>
                </a:lnTo>
                <a:lnTo>
                  <a:pt x="1612401" y="57358"/>
                </a:lnTo>
                <a:lnTo>
                  <a:pt x="1611979" y="57358"/>
                </a:lnTo>
                <a:lnTo>
                  <a:pt x="1613510" y="56903"/>
                </a:lnTo>
                <a:lnTo>
                  <a:pt x="1614354" y="56903"/>
                </a:lnTo>
                <a:lnTo>
                  <a:pt x="1615342" y="56714"/>
                </a:lnTo>
                <a:lnTo>
                  <a:pt x="1617818" y="56714"/>
                </a:lnTo>
                <a:lnTo>
                  <a:pt x="1615760" y="55243"/>
                </a:lnTo>
                <a:lnTo>
                  <a:pt x="1618177" y="55243"/>
                </a:lnTo>
                <a:lnTo>
                  <a:pt x="1617982" y="54434"/>
                </a:lnTo>
                <a:lnTo>
                  <a:pt x="1634438" y="54434"/>
                </a:lnTo>
                <a:lnTo>
                  <a:pt x="1633305" y="49745"/>
                </a:lnTo>
                <a:lnTo>
                  <a:pt x="1624160" y="41644"/>
                </a:lnTo>
                <a:lnTo>
                  <a:pt x="1624315" y="41644"/>
                </a:lnTo>
                <a:lnTo>
                  <a:pt x="1622444" y="40967"/>
                </a:lnTo>
                <a:lnTo>
                  <a:pt x="1621734" y="40815"/>
                </a:lnTo>
                <a:lnTo>
                  <a:pt x="1618346" y="40562"/>
                </a:lnTo>
                <a:close/>
              </a:path>
              <a:path w="1635759" h="227965">
                <a:moveTo>
                  <a:pt x="1583934" y="71065"/>
                </a:moveTo>
                <a:lnTo>
                  <a:pt x="1583518" y="71280"/>
                </a:lnTo>
                <a:lnTo>
                  <a:pt x="1583648" y="71280"/>
                </a:lnTo>
                <a:lnTo>
                  <a:pt x="1583934" y="71065"/>
                </a:lnTo>
                <a:close/>
              </a:path>
              <a:path w="1635759" h="227965">
                <a:moveTo>
                  <a:pt x="1584629" y="70669"/>
                </a:moveTo>
                <a:lnTo>
                  <a:pt x="1584463" y="70669"/>
                </a:lnTo>
                <a:lnTo>
                  <a:pt x="1583934" y="71065"/>
                </a:lnTo>
                <a:lnTo>
                  <a:pt x="1584629" y="70669"/>
                </a:lnTo>
                <a:close/>
              </a:path>
              <a:path w="1635759" h="227965">
                <a:moveTo>
                  <a:pt x="1598937" y="62875"/>
                </a:moveTo>
                <a:lnTo>
                  <a:pt x="1598797" y="62875"/>
                </a:lnTo>
                <a:lnTo>
                  <a:pt x="1598391" y="63098"/>
                </a:lnTo>
                <a:lnTo>
                  <a:pt x="1598937" y="62875"/>
                </a:lnTo>
                <a:close/>
              </a:path>
              <a:path w="1635759" h="227965">
                <a:moveTo>
                  <a:pt x="1635539" y="59941"/>
                </a:moveTo>
                <a:lnTo>
                  <a:pt x="1619542" y="59941"/>
                </a:lnTo>
                <a:lnTo>
                  <a:pt x="1619542" y="60896"/>
                </a:lnTo>
                <a:lnTo>
                  <a:pt x="1619764" y="61817"/>
                </a:lnTo>
                <a:lnTo>
                  <a:pt x="1635531" y="61817"/>
                </a:lnTo>
                <a:lnTo>
                  <a:pt x="1635539" y="59941"/>
                </a:lnTo>
                <a:close/>
              </a:path>
              <a:path w="1635759" h="227965">
                <a:moveTo>
                  <a:pt x="1618720" y="57358"/>
                </a:moveTo>
                <a:lnTo>
                  <a:pt x="1618812" y="57873"/>
                </a:lnTo>
                <a:lnTo>
                  <a:pt x="1619542" y="60896"/>
                </a:lnTo>
                <a:lnTo>
                  <a:pt x="1619542" y="59941"/>
                </a:lnTo>
                <a:lnTo>
                  <a:pt x="1635539" y="59941"/>
                </a:lnTo>
                <a:lnTo>
                  <a:pt x="1635434" y="59063"/>
                </a:lnTo>
                <a:lnTo>
                  <a:pt x="1621108" y="59063"/>
                </a:lnTo>
                <a:lnTo>
                  <a:pt x="1618720" y="57358"/>
                </a:lnTo>
                <a:close/>
              </a:path>
              <a:path w="1635759" h="227965">
                <a:moveTo>
                  <a:pt x="1617982" y="54434"/>
                </a:moveTo>
                <a:lnTo>
                  <a:pt x="1618532" y="56714"/>
                </a:lnTo>
                <a:lnTo>
                  <a:pt x="1618720" y="57358"/>
                </a:lnTo>
                <a:lnTo>
                  <a:pt x="1621108" y="59063"/>
                </a:lnTo>
                <a:lnTo>
                  <a:pt x="1617982" y="54434"/>
                </a:lnTo>
                <a:close/>
              </a:path>
              <a:path w="1635759" h="227965">
                <a:moveTo>
                  <a:pt x="1634438" y="54434"/>
                </a:moveTo>
                <a:lnTo>
                  <a:pt x="1617982" y="54434"/>
                </a:lnTo>
                <a:lnTo>
                  <a:pt x="1621108" y="59063"/>
                </a:lnTo>
                <a:lnTo>
                  <a:pt x="1635434" y="59063"/>
                </a:lnTo>
                <a:lnTo>
                  <a:pt x="1635315" y="58065"/>
                </a:lnTo>
                <a:lnTo>
                  <a:pt x="1634438" y="54434"/>
                </a:lnTo>
                <a:close/>
              </a:path>
              <a:path w="1635759" h="227965">
                <a:moveTo>
                  <a:pt x="1613510" y="56903"/>
                </a:moveTo>
                <a:lnTo>
                  <a:pt x="1611979" y="57358"/>
                </a:lnTo>
                <a:lnTo>
                  <a:pt x="1612401" y="57358"/>
                </a:lnTo>
                <a:lnTo>
                  <a:pt x="1613510" y="56903"/>
                </a:lnTo>
                <a:close/>
              </a:path>
              <a:path w="1635759" h="227965">
                <a:moveTo>
                  <a:pt x="1614354" y="56903"/>
                </a:moveTo>
                <a:lnTo>
                  <a:pt x="1613510" y="56903"/>
                </a:lnTo>
                <a:lnTo>
                  <a:pt x="1612401" y="57358"/>
                </a:lnTo>
                <a:lnTo>
                  <a:pt x="1611979" y="57358"/>
                </a:lnTo>
                <a:lnTo>
                  <a:pt x="1614354" y="56903"/>
                </a:lnTo>
                <a:close/>
              </a:path>
              <a:path w="1635759" h="227965">
                <a:moveTo>
                  <a:pt x="1615760" y="55243"/>
                </a:moveTo>
                <a:lnTo>
                  <a:pt x="1618720" y="57358"/>
                </a:lnTo>
                <a:lnTo>
                  <a:pt x="1618578" y="56903"/>
                </a:lnTo>
                <a:lnTo>
                  <a:pt x="1618532" y="56714"/>
                </a:lnTo>
                <a:lnTo>
                  <a:pt x="1619813" y="56714"/>
                </a:lnTo>
                <a:lnTo>
                  <a:pt x="1615760" y="55243"/>
                </a:lnTo>
                <a:close/>
              </a:path>
              <a:path w="1635759" h="227965">
                <a:moveTo>
                  <a:pt x="1618177" y="55243"/>
                </a:moveTo>
                <a:lnTo>
                  <a:pt x="1615760" y="55243"/>
                </a:lnTo>
                <a:lnTo>
                  <a:pt x="1619813" y="56714"/>
                </a:lnTo>
                <a:lnTo>
                  <a:pt x="1618532" y="56714"/>
                </a:lnTo>
                <a:lnTo>
                  <a:pt x="1618177" y="55243"/>
                </a:lnTo>
                <a:close/>
              </a:path>
              <a:path w="1635759" h="227965">
                <a:moveTo>
                  <a:pt x="17309" y="45920"/>
                </a:moveTo>
                <a:lnTo>
                  <a:pt x="16981" y="45920"/>
                </a:lnTo>
                <a:lnTo>
                  <a:pt x="16377" y="48026"/>
                </a:lnTo>
                <a:lnTo>
                  <a:pt x="16680" y="48026"/>
                </a:lnTo>
                <a:lnTo>
                  <a:pt x="16786" y="47285"/>
                </a:lnTo>
                <a:lnTo>
                  <a:pt x="16824" y="47017"/>
                </a:lnTo>
                <a:lnTo>
                  <a:pt x="17005" y="46607"/>
                </a:lnTo>
                <a:lnTo>
                  <a:pt x="16981" y="45920"/>
                </a:lnTo>
                <a:lnTo>
                  <a:pt x="17309" y="45920"/>
                </a:lnTo>
                <a:close/>
              </a:path>
              <a:path w="1635759" h="227965">
                <a:moveTo>
                  <a:pt x="19432" y="41124"/>
                </a:moveTo>
                <a:lnTo>
                  <a:pt x="18996" y="41644"/>
                </a:lnTo>
                <a:lnTo>
                  <a:pt x="18860" y="41874"/>
                </a:lnTo>
                <a:lnTo>
                  <a:pt x="19100" y="41874"/>
                </a:lnTo>
                <a:lnTo>
                  <a:pt x="19432" y="41124"/>
                </a:lnTo>
                <a:close/>
              </a:path>
              <a:path w="1635759" h="227965">
                <a:moveTo>
                  <a:pt x="19668" y="40815"/>
                </a:moveTo>
                <a:lnTo>
                  <a:pt x="19396" y="40967"/>
                </a:lnTo>
                <a:lnTo>
                  <a:pt x="18996" y="41644"/>
                </a:lnTo>
                <a:lnTo>
                  <a:pt x="19432" y="41124"/>
                </a:lnTo>
                <a:lnTo>
                  <a:pt x="19552" y="40967"/>
                </a:lnTo>
                <a:lnTo>
                  <a:pt x="19569" y="40815"/>
                </a:lnTo>
                <a:close/>
              </a:path>
              <a:path w="1635759" h="227965">
                <a:moveTo>
                  <a:pt x="20092" y="40259"/>
                </a:moveTo>
                <a:lnTo>
                  <a:pt x="19815" y="40259"/>
                </a:lnTo>
                <a:lnTo>
                  <a:pt x="19681" y="40562"/>
                </a:lnTo>
                <a:lnTo>
                  <a:pt x="19569" y="40815"/>
                </a:lnTo>
                <a:lnTo>
                  <a:pt x="19861" y="40562"/>
                </a:lnTo>
                <a:lnTo>
                  <a:pt x="20092" y="40259"/>
                </a:lnTo>
                <a:close/>
              </a:path>
              <a:path w="1635759" h="227965">
                <a:moveTo>
                  <a:pt x="24145" y="34944"/>
                </a:moveTo>
                <a:lnTo>
                  <a:pt x="23597" y="35440"/>
                </a:lnTo>
                <a:lnTo>
                  <a:pt x="23767" y="35440"/>
                </a:lnTo>
                <a:lnTo>
                  <a:pt x="24145" y="34944"/>
                </a:lnTo>
                <a:close/>
              </a:path>
              <a:path w="1635759" h="227965">
                <a:moveTo>
                  <a:pt x="24790" y="34361"/>
                </a:moveTo>
                <a:lnTo>
                  <a:pt x="24591" y="34361"/>
                </a:lnTo>
                <a:lnTo>
                  <a:pt x="24145" y="34944"/>
                </a:lnTo>
                <a:lnTo>
                  <a:pt x="24790" y="3436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733665" y="9313184"/>
            <a:ext cx="26670" cy="212090"/>
          </a:xfrm>
          <a:custGeom>
            <a:avLst/>
            <a:gdLst/>
            <a:ahLst/>
            <a:cxnLst/>
            <a:rect l="l" t="t" r="r" b="b"/>
            <a:pathLst>
              <a:path w="26670" h="212090">
                <a:moveTo>
                  <a:pt x="20109" y="0"/>
                </a:moveTo>
                <a:lnTo>
                  <a:pt x="16466" y="0"/>
                </a:lnTo>
                <a:lnTo>
                  <a:pt x="14929" y="445"/>
                </a:lnTo>
                <a:lnTo>
                  <a:pt x="1454" y="17585"/>
                </a:lnTo>
                <a:lnTo>
                  <a:pt x="1367" y="17969"/>
                </a:lnTo>
                <a:lnTo>
                  <a:pt x="1259" y="18675"/>
                </a:lnTo>
                <a:lnTo>
                  <a:pt x="24" y="31513"/>
                </a:lnTo>
                <a:lnTo>
                  <a:pt x="0" y="33041"/>
                </a:lnTo>
                <a:lnTo>
                  <a:pt x="1004" y="92241"/>
                </a:lnTo>
                <a:lnTo>
                  <a:pt x="3020" y="165989"/>
                </a:lnTo>
                <a:lnTo>
                  <a:pt x="11851" y="208418"/>
                </a:lnTo>
                <a:lnTo>
                  <a:pt x="17455" y="211473"/>
                </a:lnTo>
                <a:lnTo>
                  <a:pt x="18284" y="211473"/>
                </a:lnTo>
                <a:lnTo>
                  <a:pt x="26185" y="204334"/>
                </a:lnTo>
                <a:lnTo>
                  <a:pt x="26184" y="202926"/>
                </a:lnTo>
                <a:lnTo>
                  <a:pt x="25930" y="201197"/>
                </a:lnTo>
                <a:lnTo>
                  <a:pt x="25582" y="200217"/>
                </a:lnTo>
                <a:lnTo>
                  <a:pt x="23484" y="196703"/>
                </a:lnTo>
                <a:lnTo>
                  <a:pt x="23147" y="196703"/>
                </a:lnTo>
                <a:lnTo>
                  <a:pt x="22301" y="194722"/>
                </a:lnTo>
                <a:lnTo>
                  <a:pt x="22602" y="194722"/>
                </a:lnTo>
                <a:lnTo>
                  <a:pt x="21045" y="189063"/>
                </a:lnTo>
                <a:lnTo>
                  <a:pt x="19146" y="167483"/>
                </a:lnTo>
                <a:lnTo>
                  <a:pt x="19030" y="166248"/>
                </a:lnTo>
                <a:lnTo>
                  <a:pt x="19006" y="165989"/>
                </a:lnTo>
                <a:lnTo>
                  <a:pt x="17011" y="92594"/>
                </a:lnTo>
                <a:lnTo>
                  <a:pt x="15998" y="33041"/>
                </a:lnTo>
                <a:lnTo>
                  <a:pt x="16079" y="31513"/>
                </a:lnTo>
                <a:lnTo>
                  <a:pt x="16916" y="21795"/>
                </a:lnTo>
                <a:lnTo>
                  <a:pt x="16767" y="21795"/>
                </a:lnTo>
                <a:lnTo>
                  <a:pt x="16962" y="21265"/>
                </a:lnTo>
                <a:lnTo>
                  <a:pt x="17096" y="19703"/>
                </a:lnTo>
                <a:lnTo>
                  <a:pt x="17304" y="19442"/>
                </a:lnTo>
                <a:lnTo>
                  <a:pt x="17679" y="18675"/>
                </a:lnTo>
                <a:lnTo>
                  <a:pt x="17891" y="18297"/>
                </a:lnTo>
                <a:lnTo>
                  <a:pt x="18056" y="18106"/>
                </a:lnTo>
                <a:lnTo>
                  <a:pt x="18149" y="17969"/>
                </a:lnTo>
                <a:lnTo>
                  <a:pt x="18292" y="17585"/>
                </a:lnTo>
                <a:lnTo>
                  <a:pt x="18570" y="17585"/>
                </a:lnTo>
                <a:lnTo>
                  <a:pt x="19339" y="16884"/>
                </a:lnTo>
                <a:lnTo>
                  <a:pt x="19657" y="16884"/>
                </a:lnTo>
                <a:lnTo>
                  <a:pt x="23996" y="13412"/>
                </a:lnTo>
                <a:lnTo>
                  <a:pt x="26148" y="6623"/>
                </a:lnTo>
                <a:lnTo>
                  <a:pt x="25558" y="4587"/>
                </a:lnTo>
                <a:lnTo>
                  <a:pt x="25079" y="3662"/>
                </a:lnTo>
                <a:lnTo>
                  <a:pt x="23754" y="2007"/>
                </a:lnTo>
                <a:lnTo>
                  <a:pt x="22958" y="1337"/>
                </a:lnTo>
                <a:lnTo>
                  <a:pt x="21101" y="314"/>
                </a:lnTo>
                <a:lnTo>
                  <a:pt x="20109" y="0"/>
                </a:lnTo>
                <a:close/>
              </a:path>
              <a:path w="26670" h="212090">
                <a:moveTo>
                  <a:pt x="22301" y="194722"/>
                </a:moveTo>
                <a:lnTo>
                  <a:pt x="23147" y="196703"/>
                </a:lnTo>
                <a:lnTo>
                  <a:pt x="22859" y="195656"/>
                </a:lnTo>
                <a:lnTo>
                  <a:pt x="22301" y="194722"/>
                </a:lnTo>
                <a:close/>
              </a:path>
              <a:path w="26670" h="212090">
                <a:moveTo>
                  <a:pt x="22859" y="195656"/>
                </a:moveTo>
                <a:lnTo>
                  <a:pt x="23147" y="196703"/>
                </a:lnTo>
                <a:lnTo>
                  <a:pt x="23484" y="196703"/>
                </a:lnTo>
                <a:lnTo>
                  <a:pt x="22859" y="195656"/>
                </a:lnTo>
                <a:close/>
              </a:path>
              <a:path w="26670" h="212090">
                <a:moveTo>
                  <a:pt x="22602" y="194722"/>
                </a:moveTo>
                <a:lnTo>
                  <a:pt x="22301" y="194722"/>
                </a:lnTo>
                <a:lnTo>
                  <a:pt x="22859" y="195656"/>
                </a:lnTo>
                <a:lnTo>
                  <a:pt x="22602" y="194722"/>
                </a:lnTo>
                <a:close/>
              </a:path>
              <a:path w="26670" h="212090">
                <a:moveTo>
                  <a:pt x="16962" y="21265"/>
                </a:moveTo>
                <a:lnTo>
                  <a:pt x="16767" y="21795"/>
                </a:lnTo>
                <a:lnTo>
                  <a:pt x="16916" y="21795"/>
                </a:lnTo>
                <a:lnTo>
                  <a:pt x="16962" y="21265"/>
                </a:lnTo>
                <a:close/>
              </a:path>
              <a:path w="26670" h="212090">
                <a:moveTo>
                  <a:pt x="17914" y="18675"/>
                </a:moveTo>
                <a:lnTo>
                  <a:pt x="17304" y="19442"/>
                </a:lnTo>
                <a:lnTo>
                  <a:pt x="16888" y="21265"/>
                </a:lnTo>
                <a:lnTo>
                  <a:pt x="17536" y="19703"/>
                </a:lnTo>
                <a:lnTo>
                  <a:pt x="17914" y="18675"/>
                </a:lnTo>
                <a:close/>
              </a:path>
              <a:path w="26670" h="212090">
                <a:moveTo>
                  <a:pt x="18123" y="18106"/>
                </a:moveTo>
                <a:lnTo>
                  <a:pt x="17891" y="18297"/>
                </a:lnTo>
                <a:lnTo>
                  <a:pt x="17247" y="19442"/>
                </a:lnTo>
                <a:lnTo>
                  <a:pt x="17914" y="18675"/>
                </a:lnTo>
                <a:lnTo>
                  <a:pt x="18053" y="18297"/>
                </a:lnTo>
                <a:lnTo>
                  <a:pt x="18123" y="18106"/>
                </a:lnTo>
                <a:close/>
              </a:path>
              <a:path w="26670" h="212090">
                <a:moveTo>
                  <a:pt x="18781" y="17585"/>
                </a:moveTo>
                <a:lnTo>
                  <a:pt x="18174" y="17969"/>
                </a:lnTo>
                <a:lnTo>
                  <a:pt x="17914" y="18675"/>
                </a:lnTo>
                <a:lnTo>
                  <a:pt x="18781" y="17585"/>
                </a:lnTo>
                <a:close/>
              </a:path>
              <a:path w="26670" h="212090">
                <a:moveTo>
                  <a:pt x="18570" y="17585"/>
                </a:moveTo>
                <a:lnTo>
                  <a:pt x="18315" y="17585"/>
                </a:lnTo>
                <a:lnTo>
                  <a:pt x="18174" y="17969"/>
                </a:lnTo>
                <a:lnTo>
                  <a:pt x="18570" y="17585"/>
                </a:lnTo>
                <a:close/>
              </a:path>
              <a:path w="26670" h="212090">
                <a:moveTo>
                  <a:pt x="19339" y="16884"/>
                </a:moveTo>
                <a:lnTo>
                  <a:pt x="18149" y="17969"/>
                </a:lnTo>
                <a:lnTo>
                  <a:pt x="18781" y="17585"/>
                </a:lnTo>
                <a:lnTo>
                  <a:pt x="19339" y="16884"/>
                </a:lnTo>
                <a:close/>
              </a:path>
              <a:path w="26670" h="212090">
                <a:moveTo>
                  <a:pt x="19657" y="16884"/>
                </a:moveTo>
                <a:lnTo>
                  <a:pt x="19339" y="16884"/>
                </a:lnTo>
                <a:lnTo>
                  <a:pt x="18781" y="17585"/>
                </a:lnTo>
                <a:lnTo>
                  <a:pt x="19657" y="1688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3" name="object 113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6837577" y="8682501"/>
            <a:ext cx="567205" cy="325873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934465" y="9176943"/>
            <a:ext cx="127233" cy="227531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126013" y="9194654"/>
            <a:ext cx="122845" cy="267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object 20">
            <a:extLst>
              <a:ext uri="{FF2B5EF4-FFF2-40B4-BE49-F238E27FC236}">
                <a16:creationId xmlns:a16="http://schemas.microsoft.com/office/drawing/2014/main" id="{B37162A4-E2BC-517E-BDF4-942BE98E765D}"/>
              </a:ext>
            </a:extLst>
          </p:cNvPr>
          <p:cNvSpPr txBox="1"/>
          <p:nvPr/>
        </p:nvSpPr>
        <p:spPr>
          <a:xfrm>
            <a:off x="518477" y="1460500"/>
            <a:ext cx="6519545" cy="8001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sz="1700" spc="140" dirty="0">
                <a:solidFill>
                  <a:srgbClr val="167EFA"/>
                </a:solidFill>
                <a:latin typeface="Trebuchet MS"/>
                <a:cs typeface="Trebuchet MS"/>
              </a:rPr>
              <a:t>A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80" dirty="0">
                <a:solidFill>
                  <a:srgbClr val="167EFA"/>
                </a:solidFill>
                <a:latin typeface="Trebuchet MS"/>
                <a:cs typeface="Trebuchet MS"/>
              </a:rPr>
              <a:t>5-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digit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numbers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can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be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formed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using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167EFA"/>
                </a:solidFill>
                <a:latin typeface="Trebuchet MS"/>
                <a:cs typeface="Trebuchet MS"/>
              </a:rPr>
              <a:t>the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digits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60" dirty="0">
                <a:solidFill>
                  <a:srgbClr val="167EFA"/>
                </a:solidFill>
                <a:latin typeface="Trebuchet MS"/>
                <a:cs typeface="Trebuchet MS"/>
              </a:rPr>
              <a:t>1,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0" dirty="0">
                <a:solidFill>
                  <a:srgbClr val="167EFA"/>
                </a:solidFill>
                <a:latin typeface="Trebuchet MS"/>
                <a:cs typeface="Trebuchet MS"/>
              </a:rPr>
              <a:t>3,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40" dirty="0">
                <a:solidFill>
                  <a:srgbClr val="167EFA"/>
                </a:solidFill>
                <a:latin typeface="Trebuchet MS"/>
                <a:cs typeface="Trebuchet MS"/>
              </a:rPr>
              <a:t>5,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167EFA"/>
                </a:solidFill>
                <a:latin typeface="Trebuchet MS"/>
                <a:cs typeface="Trebuchet MS"/>
              </a:rPr>
              <a:t>6,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195" dirty="0">
                <a:solidFill>
                  <a:srgbClr val="167EFA"/>
                </a:solidFill>
                <a:latin typeface="Trebuchet MS"/>
                <a:cs typeface="Trebuchet MS"/>
              </a:rPr>
              <a:t>8</a:t>
            </a:r>
            <a:r>
              <a:rPr sz="1700" spc="-6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and</a:t>
            </a:r>
            <a:r>
              <a:rPr sz="1700" spc="-6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167EFA"/>
                </a:solidFill>
                <a:latin typeface="Trebuchet MS"/>
                <a:cs typeface="Trebuchet MS"/>
              </a:rPr>
              <a:t>U. </a:t>
            </a:r>
            <a:r>
              <a:rPr sz="1700" spc="105" dirty="0">
                <a:solidFill>
                  <a:srgbClr val="167EFA"/>
                </a:solidFill>
                <a:latin typeface="Trebuchet MS"/>
                <a:cs typeface="Trebuchet MS"/>
              </a:rPr>
              <a:t>No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0" dirty="0">
                <a:solidFill>
                  <a:srgbClr val="167EFA"/>
                </a:solidFill>
                <a:latin typeface="Trebuchet MS"/>
                <a:cs typeface="Trebuchet MS"/>
              </a:rPr>
              <a:t>digit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may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be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60" dirty="0">
                <a:solidFill>
                  <a:srgbClr val="167EFA"/>
                </a:solidFill>
                <a:latin typeface="Trebuchet MS"/>
                <a:cs typeface="Trebuchet MS"/>
              </a:rPr>
              <a:t>used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more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than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once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167EFA"/>
                </a:solidFill>
                <a:latin typeface="Trebuchet MS"/>
                <a:cs typeface="Trebuchet MS"/>
              </a:rPr>
              <a:t>in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any</a:t>
            </a:r>
            <a:r>
              <a:rPr sz="1700" spc="-80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120" dirty="0">
                <a:solidFill>
                  <a:srgbClr val="167EFA"/>
                </a:solidFill>
                <a:latin typeface="Trebuchet MS"/>
                <a:cs typeface="Trebuchet MS"/>
              </a:rPr>
              <a:t>5-</a:t>
            </a:r>
            <a:r>
              <a:rPr sz="1700" spc="-30" dirty="0">
                <a:solidFill>
                  <a:srgbClr val="167EFA"/>
                </a:solidFill>
                <a:latin typeface="Trebuchet MS"/>
                <a:cs typeface="Trebuchet MS"/>
              </a:rPr>
              <a:t>digit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167EFA"/>
                </a:solidFill>
                <a:latin typeface="Trebuchet MS"/>
                <a:cs typeface="Trebuchet MS"/>
              </a:rPr>
              <a:t>number.</a:t>
            </a:r>
            <a:r>
              <a:rPr sz="1700" spc="-7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167EFA"/>
                </a:solidFill>
                <a:latin typeface="Trebuchet MS"/>
                <a:cs typeface="Trebuchet MS"/>
              </a:rPr>
              <a:t>How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many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of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these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5-digit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numbers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167EFA"/>
                </a:solidFill>
                <a:latin typeface="Trebuchet MS"/>
                <a:cs typeface="Trebuchet MS"/>
              </a:rPr>
              <a:t>are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50" dirty="0">
                <a:solidFill>
                  <a:srgbClr val="167EFA"/>
                </a:solidFill>
                <a:latin typeface="Trebuchet MS"/>
                <a:cs typeface="Trebuchet MS"/>
              </a:rPr>
              <a:t>odd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167EFA"/>
                </a:solidFill>
                <a:latin typeface="Trebuchet MS"/>
                <a:cs typeface="Trebuchet MS"/>
              </a:rPr>
              <a:t>and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50" dirty="0">
                <a:solidFill>
                  <a:srgbClr val="167EFA"/>
                </a:solidFill>
                <a:latin typeface="Trebuchet MS"/>
                <a:cs typeface="Trebuchet MS"/>
              </a:rPr>
              <a:t>less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167EFA"/>
                </a:solidFill>
                <a:latin typeface="Trebuchet MS"/>
                <a:cs typeface="Trebuchet MS"/>
              </a:rPr>
              <a:t>than</a:t>
            </a:r>
            <a:r>
              <a:rPr sz="1700" spc="-55" dirty="0">
                <a:solidFill>
                  <a:srgbClr val="167EFA"/>
                </a:solidFill>
                <a:latin typeface="Trebuchet MS"/>
                <a:cs typeface="Trebuchet MS"/>
              </a:rPr>
              <a:t> </a:t>
            </a:r>
            <a:r>
              <a:rPr sz="1700" spc="140" dirty="0">
                <a:solidFill>
                  <a:srgbClr val="167EFA"/>
                </a:solidFill>
                <a:latin typeface="Trebuchet MS"/>
                <a:cs typeface="Trebuchet MS"/>
              </a:rPr>
              <a:t>60000?</a:t>
            </a:r>
            <a:endParaRPr sz="17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C2723A4-E325-1B15-8FA2-CD822D2D3F6E}"/>
                  </a:ext>
                </a:extLst>
              </p14:cNvPr>
              <p14:cNvContentPartPr/>
              <p14:nvPr/>
            </p14:nvContentPartPr>
            <p14:xfrm>
              <a:off x="6673968" y="1421184"/>
              <a:ext cx="280800" cy="367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C2723A4-E325-1B15-8FA2-CD822D2D3F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7848" y="1415064"/>
                <a:ext cx="29304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85884E9-4A24-A88F-83AE-685ECC7F9F16}"/>
                  </a:ext>
                </a:extLst>
              </p14:cNvPr>
              <p14:cNvContentPartPr/>
              <p14:nvPr/>
            </p14:nvContentPartPr>
            <p14:xfrm>
              <a:off x="6799968" y="940224"/>
              <a:ext cx="128880" cy="2592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85884E9-4A24-A88F-83AE-685ECC7F9F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93848" y="934104"/>
                <a:ext cx="1411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B6CFF6B-21A2-6DBE-511F-EA4F7E6DB7D5}"/>
                  </a:ext>
                </a:extLst>
              </p14:cNvPr>
              <p14:cNvContentPartPr/>
              <p14:nvPr/>
            </p14:nvContentPartPr>
            <p14:xfrm>
              <a:off x="3807288" y="2140464"/>
              <a:ext cx="2359080" cy="306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B6CFF6B-21A2-6DBE-511F-EA4F7E6DB7D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01168" y="2134344"/>
                <a:ext cx="23713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C085CD34-9EBB-5C76-F969-BB90B8B1FD85}"/>
                  </a:ext>
                </a:extLst>
              </p14:cNvPr>
              <p14:cNvContentPartPr/>
              <p14:nvPr/>
            </p14:nvContentPartPr>
            <p14:xfrm>
              <a:off x="1661328" y="3527184"/>
              <a:ext cx="245880" cy="187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C085CD34-9EBB-5C76-F969-BB90B8B1F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55208" y="3521064"/>
                <a:ext cx="2581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F2CE402-F0F5-8B9F-BE9A-1690468151AA}"/>
                  </a:ext>
                </a:extLst>
              </p14:cNvPr>
              <p14:cNvContentPartPr/>
              <p14:nvPr/>
            </p14:nvContentPartPr>
            <p14:xfrm>
              <a:off x="2342088" y="3510624"/>
              <a:ext cx="239400" cy="140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F2CE402-F0F5-8B9F-BE9A-1690468151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35968" y="3504504"/>
                <a:ext cx="2516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2C11582C-58F9-D42D-8F4F-68A3E99D973C}"/>
                  </a:ext>
                </a:extLst>
              </p14:cNvPr>
              <p14:cNvContentPartPr/>
              <p14:nvPr/>
            </p14:nvContentPartPr>
            <p14:xfrm>
              <a:off x="2974248" y="3493344"/>
              <a:ext cx="231120" cy="147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2C11582C-58F9-D42D-8F4F-68A3E99D973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68128" y="3487224"/>
                <a:ext cx="2433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044A2AE-14B8-3D4C-390D-D65C8F9054FD}"/>
                  </a:ext>
                </a:extLst>
              </p14:cNvPr>
              <p14:cNvContentPartPr/>
              <p14:nvPr/>
            </p14:nvContentPartPr>
            <p14:xfrm>
              <a:off x="3500208" y="3484344"/>
              <a:ext cx="254160" cy="201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044A2AE-14B8-3D4C-390D-D65C8F9054F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94088" y="3478224"/>
                <a:ext cx="2664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0D7EF83-CF8D-CA74-D67E-68E65F013126}"/>
                  </a:ext>
                </a:extLst>
              </p14:cNvPr>
              <p14:cNvContentPartPr/>
              <p14:nvPr/>
            </p14:nvContentPartPr>
            <p14:xfrm>
              <a:off x="4048128" y="3485424"/>
              <a:ext cx="194040" cy="39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0D7EF83-CF8D-CA74-D67E-68E65F0131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42008" y="3479304"/>
                <a:ext cx="20628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B348D13-33E5-363C-AA88-643F6A3FE4FD}"/>
              </a:ext>
            </a:extLst>
          </p:cNvPr>
          <p:cNvGrpSpPr/>
          <p:nvPr/>
        </p:nvGrpSpPr>
        <p:grpSpPr>
          <a:xfrm>
            <a:off x="4097808" y="2972784"/>
            <a:ext cx="1466280" cy="477360"/>
            <a:chOff x="4097808" y="2972784"/>
            <a:chExt cx="146628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39186CD-1E5F-705D-F4B6-5A17C2BE2DC9}"/>
                    </a:ext>
                  </a:extLst>
                </p14:cNvPr>
                <p14:cNvContentPartPr/>
                <p14:nvPr/>
              </p14:nvContentPartPr>
              <p14:xfrm>
                <a:off x="4097808" y="3173304"/>
                <a:ext cx="64080" cy="243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39186CD-1E5F-705D-F4B6-5A17C2BE2DC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1688" y="3167184"/>
                  <a:ext cx="763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F78BC97-C5E7-689B-B66F-B2D5115A2FB5}"/>
                    </a:ext>
                  </a:extLst>
                </p14:cNvPr>
                <p14:cNvContentPartPr/>
                <p14:nvPr/>
              </p14:nvContentPartPr>
              <p14:xfrm>
                <a:off x="4224168" y="3267984"/>
                <a:ext cx="38520" cy="155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F78BC97-C5E7-689B-B66F-B2D5115A2FB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18048" y="3261864"/>
                  <a:ext cx="50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1B49379-BFEA-A178-88AE-815156D121DC}"/>
                    </a:ext>
                  </a:extLst>
                </p14:cNvPr>
                <p14:cNvContentPartPr/>
                <p14:nvPr/>
              </p14:nvContentPartPr>
              <p14:xfrm>
                <a:off x="4394088" y="3133704"/>
                <a:ext cx="164880" cy="215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1B49379-BFEA-A178-88AE-815156D121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87968" y="3127584"/>
                  <a:ext cx="177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1EA822D-B9A8-8FC5-72B6-E9A4AB0D818C}"/>
                    </a:ext>
                  </a:extLst>
                </p14:cNvPr>
                <p14:cNvContentPartPr/>
                <p14:nvPr/>
              </p14:nvContentPartPr>
              <p14:xfrm>
                <a:off x="4594248" y="3251424"/>
                <a:ext cx="54000" cy="19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1EA822D-B9A8-8FC5-72B6-E9A4AB0D81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88128" y="3245304"/>
                  <a:ext cx="66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5F11BB0-A80C-0937-1E52-3AE835BF4D44}"/>
                    </a:ext>
                  </a:extLst>
                </p14:cNvPr>
                <p14:cNvContentPartPr/>
                <p14:nvPr/>
              </p14:nvContentPartPr>
              <p14:xfrm>
                <a:off x="4813848" y="3062424"/>
                <a:ext cx="179640" cy="281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5F11BB0-A80C-0937-1E52-3AE835BF4D4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07728" y="3056304"/>
                  <a:ext cx="191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8266904-DF07-6F0E-2E02-B20A6BEBF03E}"/>
                    </a:ext>
                  </a:extLst>
                </p14:cNvPr>
                <p14:cNvContentPartPr/>
                <p14:nvPr/>
              </p14:nvContentPartPr>
              <p14:xfrm>
                <a:off x="4853808" y="3046584"/>
                <a:ext cx="212760" cy="28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8266904-DF07-6F0E-2E02-B20A6BEBF0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47688" y="3040464"/>
                  <a:ext cx="225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DB2BD86-DFC4-DD3B-9D60-B77B2CFFAF1A}"/>
                    </a:ext>
                  </a:extLst>
                </p14:cNvPr>
                <p14:cNvContentPartPr/>
                <p14:nvPr/>
              </p14:nvContentPartPr>
              <p14:xfrm>
                <a:off x="4873968" y="2988984"/>
                <a:ext cx="246240" cy="153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DB2BD86-DFC4-DD3B-9D60-B77B2CFFAF1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67848" y="2982864"/>
                  <a:ext cx="258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6A3DF00-4EDC-827A-F00F-FC76FFC08BD6}"/>
                    </a:ext>
                  </a:extLst>
                </p14:cNvPr>
                <p14:cNvContentPartPr/>
                <p14:nvPr/>
              </p14:nvContentPartPr>
              <p14:xfrm>
                <a:off x="5300568" y="2972784"/>
                <a:ext cx="263520" cy="47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6A3DF00-4EDC-827A-F00F-FC76FFC08B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4448" y="2966664"/>
                  <a:ext cx="275760" cy="48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75169A6-8660-AC8E-2799-4E1FA01A265C}"/>
              </a:ext>
            </a:extLst>
          </p:cNvPr>
          <p:cNvGrpSpPr/>
          <p:nvPr/>
        </p:nvGrpSpPr>
        <p:grpSpPr>
          <a:xfrm>
            <a:off x="1165248" y="2977824"/>
            <a:ext cx="948960" cy="417240"/>
            <a:chOff x="1165248" y="2977824"/>
            <a:chExt cx="94896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B5F1245-9466-B6BC-1F79-EE758531ECD3}"/>
                    </a:ext>
                  </a:extLst>
                </p14:cNvPr>
                <p14:cNvContentPartPr/>
                <p14:nvPr/>
              </p14:nvContentPartPr>
              <p14:xfrm>
                <a:off x="1165248" y="3084384"/>
                <a:ext cx="102960" cy="228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B5F1245-9466-B6BC-1F79-EE758531EC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59128" y="3078264"/>
                  <a:ext cx="1152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7BD859F-B78A-4DBD-DA58-ABA2684F3F73}"/>
                    </a:ext>
                  </a:extLst>
                </p14:cNvPr>
                <p14:cNvContentPartPr/>
                <p14:nvPr/>
              </p14:nvContentPartPr>
              <p14:xfrm>
                <a:off x="1407168" y="3209664"/>
                <a:ext cx="15840" cy="185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7BD859F-B78A-4DBD-DA58-ABA2684F3F7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01048" y="3203544"/>
                  <a:ext cx="28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972FA77-8D56-D736-9455-16B696C454ED}"/>
                    </a:ext>
                  </a:extLst>
                </p14:cNvPr>
                <p14:cNvContentPartPr/>
                <p14:nvPr/>
              </p14:nvContentPartPr>
              <p14:xfrm>
                <a:off x="1546848" y="3043704"/>
                <a:ext cx="127440" cy="280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972FA77-8D56-D736-9455-16B696C454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40728" y="3037584"/>
                  <a:ext cx="1396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614A2C4-92C5-60F3-EFB2-01453DBB2C98}"/>
                    </a:ext>
                  </a:extLst>
                </p14:cNvPr>
                <p14:cNvContentPartPr/>
                <p14:nvPr/>
              </p14:nvContentPartPr>
              <p14:xfrm>
                <a:off x="1781208" y="3180144"/>
                <a:ext cx="47160" cy="202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614A2C4-92C5-60F3-EFB2-01453DBB2C9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75088" y="3174024"/>
                  <a:ext cx="59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D81EB04-38C8-2D47-CD6E-72EE32AD9177}"/>
                    </a:ext>
                  </a:extLst>
                </p14:cNvPr>
                <p14:cNvContentPartPr/>
                <p14:nvPr/>
              </p14:nvContentPartPr>
              <p14:xfrm>
                <a:off x="1873368" y="3033984"/>
                <a:ext cx="202680" cy="312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D81EB04-38C8-2D47-CD6E-72EE32AD91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67248" y="3027864"/>
                  <a:ext cx="2149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C066CD0-603C-F80E-944A-F902E853380B}"/>
                    </a:ext>
                  </a:extLst>
                </p14:cNvPr>
                <p14:cNvContentPartPr/>
                <p14:nvPr/>
              </p14:nvContentPartPr>
              <p14:xfrm>
                <a:off x="1924488" y="2977824"/>
                <a:ext cx="189720" cy="39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C066CD0-603C-F80E-944A-F902E853380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18368" y="2971704"/>
                  <a:ext cx="20196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4D8BB3-D8C6-3150-FF15-F5ABACE63A44}"/>
                  </a:ext>
                </a:extLst>
              </p14:cNvPr>
              <p14:cNvContentPartPr/>
              <p14:nvPr/>
            </p14:nvContentPartPr>
            <p14:xfrm>
              <a:off x="3818820" y="1151640"/>
              <a:ext cx="61560" cy="10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4D8BB3-D8C6-3150-FF15-F5ABACE63A4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14500" y="1147320"/>
                <a:ext cx="702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E5AA62-FE13-376F-9D5F-FADF0F801710}"/>
                  </a:ext>
                </a:extLst>
              </p14:cNvPr>
              <p14:cNvContentPartPr/>
              <p14:nvPr/>
            </p14:nvContentPartPr>
            <p14:xfrm>
              <a:off x="4035180" y="1174680"/>
              <a:ext cx="16920" cy="52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E5AA62-FE13-376F-9D5F-FADF0F80171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30860" y="1170360"/>
                <a:ext cx="255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A2FF011-4505-9E2A-D9A3-25093A5EAE7F}"/>
                  </a:ext>
                </a:extLst>
              </p14:cNvPr>
              <p14:cNvContentPartPr/>
              <p14:nvPr/>
            </p14:nvContentPartPr>
            <p14:xfrm>
              <a:off x="6897180" y="2121840"/>
              <a:ext cx="17640" cy="2419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A2FF011-4505-9E2A-D9A3-25093A5EAE7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891060" y="2115720"/>
                <a:ext cx="298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C4DFDDA-AF69-3F3D-C844-554FC24C7F04}"/>
                  </a:ext>
                </a:extLst>
              </p14:cNvPr>
              <p14:cNvContentPartPr/>
              <p14:nvPr/>
            </p14:nvContentPartPr>
            <p14:xfrm>
              <a:off x="1307100" y="3211200"/>
              <a:ext cx="4061160" cy="592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C4DFDDA-AF69-3F3D-C844-554FC24C7F0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300980" y="3205080"/>
                <a:ext cx="4073400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1C42C3B-F8A3-4F3B-7687-B904FE89DC65}"/>
                  </a:ext>
                </a:extLst>
              </p14:cNvPr>
              <p14:cNvContentPartPr/>
              <p14:nvPr/>
            </p14:nvContentPartPr>
            <p14:xfrm>
              <a:off x="254100" y="2488320"/>
              <a:ext cx="5949360" cy="14857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1C42C3B-F8A3-4F3B-7687-B904FE89DC6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47980" y="2482200"/>
                <a:ext cx="5961600" cy="149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056FD644-2C1D-1812-48AD-5E1B375E2901}"/>
              </a:ext>
            </a:extLst>
          </p:cNvPr>
          <p:cNvGrpSpPr/>
          <p:nvPr/>
        </p:nvGrpSpPr>
        <p:grpSpPr>
          <a:xfrm>
            <a:off x="711300" y="2964960"/>
            <a:ext cx="6759360" cy="1961640"/>
            <a:chOff x="711300" y="2964960"/>
            <a:chExt cx="6759360" cy="196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32E714-F61E-C25C-DA57-0585BF2BAA43}"/>
                    </a:ext>
                  </a:extLst>
                </p14:cNvPr>
                <p14:cNvContentPartPr/>
                <p14:nvPr/>
              </p14:nvContentPartPr>
              <p14:xfrm>
                <a:off x="1293060" y="4407120"/>
                <a:ext cx="2870280" cy="434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32E714-F61E-C25C-DA57-0585BF2BAA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86940" y="4401000"/>
                  <a:ext cx="288252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853E217-C42D-4CE6-0566-C734C658759B}"/>
                    </a:ext>
                  </a:extLst>
                </p14:cNvPr>
                <p14:cNvContentPartPr/>
                <p14:nvPr/>
              </p14:nvContentPartPr>
              <p14:xfrm>
                <a:off x="6631500" y="4049280"/>
                <a:ext cx="54360" cy="10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853E217-C42D-4CE6-0566-C734C658759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25380" y="4043160"/>
                  <a:ext cx="666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F6ED30A-F700-F53A-4501-FB3A9E54DF19}"/>
                    </a:ext>
                  </a:extLst>
                </p14:cNvPr>
                <p14:cNvContentPartPr/>
                <p14:nvPr/>
              </p14:nvContentPartPr>
              <p14:xfrm>
                <a:off x="5859660" y="3687840"/>
                <a:ext cx="517320" cy="55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F6ED30A-F700-F53A-4501-FB3A9E54DF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53540" y="3681720"/>
                  <a:ext cx="52956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E94BBD-8A75-1E89-D6A1-6D0F27AD39F3}"/>
                    </a:ext>
                  </a:extLst>
                </p14:cNvPr>
                <p14:cNvContentPartPr/>
                <p14:nvPr/>
              </p14:nvContentPartPr>
              <p14:xfrm>
                <a:off x="6491820" y="3548160"/>
                <a:ext cx="96120" cy="52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E94BBD-8A75-1E89-D6A1-6D0F27AD39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85700" y="3542040"/>
                  <a:ext cx="1083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254BDFF-D913-7F77-443C-5130392585C1}"/>
                    </a:ext>
                  </a:extLst>
                </p14:cNvPr>
                <p14:cNvContentPartPr/>
                <p14:nvPr/>
              </p14:nvContentPartPr>
              <p14:xfrm>
                <a:off x="6673980" y="3588120"/>
                <a:ext cx="465480" cy="582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254BDFF-D913-7F77-443C-5130392585C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67860" y="3582000"/>
                  <a:ext cx="47772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694E136-7DFE-F78E-4A5C-0AFCA3DF515F}"/>
                    </a:ext>
                  </a:extLst>
                </p14:cNvPr>
                <p14:cNvContentPartPr/>
                <p14:nvPr/>
              </p14:nvContentPartPr>
              <p14:xfrm>
                <a:off x="5974860" y="4143240"/>
                <a:ext cx="1377000" cy="575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694E136-7DFE-F78E-4A5C-0AFCA3DF51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68740" y="4137120"/>
                  <a:ext cx="138924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0E72123-DC2A-DA4C-1FF9-72834B978E9A}"/>
                    </a:ext>
                  </a:extLst>
                </p14:cNvPr>
                <p14:cNvContentPartPr/>
                <p14:nvPr/>
              </p14:nvContentPartPr>
              <p14:xfrm>
                <a:off x="1037100" y="3047040"/>
                <a:ext cx="285120" cy="160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0E72123-DC2A-DA4C-1FF9-72834B978E9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0980" y="3040920"/>
                  <a:ext cx="297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6F7D6F-6E5B-66B4-1AAC-BC8ECB47B164}"/>
                    </a:ext>
                  </a:extLst>
                </p14:cNvPr>
                <p14:cNvContentPartPr/>
                <p14:nvPr/>
              </p14:nvContentPartPr>
              <p14:xfrm>
                <a:off x="984180" y="2964960"/>
                <a:ext cx="288360" cy="301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6F7D6F-6E5B-66B4-1AAC-BC8ECB47B1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8060" y="2958840"/>
                  <a:ext cx="3006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F506B4-9EBE-EB7C-E550-2EC713D5C31C}"/>
                    </a:ext>
                  </a:extLst>
                </p14:cNvPr>
                <p14:cNvContentPartPr/>
                <p14:nvPr/>
              </p14:nvContentPartPr>
              <p14:xfrm>
                <a:off x="3887220" y="3142800"/>
                <a:ext cx="9720" cy="3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F506B4-9EBE-EB7C-E550-2EC713D5C31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81100" y="3136680"/>
                  <a:ext cx="219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9872FBC-77F0-4CD4-77A9-85421E710629}"/>
                    </a:ext>
                  </a:extLst>
                </p14:cNvPr>
                <p14:cNvContentPartPr/>
                <p14:nvPr/>
              </p14:nvContentPartPr>
              <p14:xfrm>
                <a:off x="3926460" y="3115440"/>
                <a:ext cx="300240" cy="153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9872FBC-77F0-4CD4-77A9-85421E7106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20340" y="3109320"/>
                  <a:ext cx="312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F1684F-32F0-B391-BAFC-404EDB3A0700}"/>
                    </a:ext>
                  </a:extLst>
                </p14:cNvPr>
                <p14:cNvContentPartPr/>
                <p14:nvPr/>
              </p14:nvContentPartPr>
              <p14:xfrm>
                <a:off x="3920340" y="3114360"/>
                <a:ext cx="290520" cy="233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F1684F-32F0-B391-BAFC-404EDB3A07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13860" y="3108240"/>
                  <a:ext cx="302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4AE3BF-C221-616B-CD6F-57C59A23BBFC}"/>
                    </a:ext>
                  </a:extLst>
                </p14:cNvPr>
                <p14:cNvContentPartPr/>
                <p14:nvPr/>
              </p14:nvContentPartPr>
              <p14:xfrm>
                <a:off x="1382700" y="3893760"/>
                <a:ext cx="208440" cy="300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4AE3BF-C221-616B-CD6F-57C59A23BBF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76580" y="3887640"/>
                  <a:ext cx="2206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1BEDF6-8C64-F537-2A8B-9869845FC5A8}"/>
                    </a:ext>
                  </a:extLst>
                </p14:cNvPr>
                <p14:cNvContentPartPr/>
                <p14:nvPr/>
              </p14:nvContentPartPr>
              <p14:xfrm>
                <a:off x="1637940" y="3850920"/>
                <a:ext cx="140760" cy="385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1BEDF6-8C64-F537-2A8B-9869845FC5A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31820" y="3844800"/>
                  <a:ext cx="1530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EDA14C7-BEF0-C27A-F846-7074A0CD0965}"/>
                    </a:ext>
                  </a:extLst>
                </p14:cNvPr>
                <p14:cNvContentPartPr/>
                <p14:nvPr/>
              </p14:nvContentPartPr>
              <p14:xfrm>
                <a:off x="1968420" y="4073760"/>
                <a:ext cx="107640" cy="234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EDA14C7-BEF0-C27A-F846-7074A0CD096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62300" y="4067640"/>
                  <a:ext cx="119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526A3B3-9A96-9854-7258-8B6025136ACF}"/>
                    </a:ext>
                  </a:extLst>
                </p14:cNvPr>
                <p14:cNvContentPartPr/>
                <p14:nvPr/>
              </p14:nvContentPartPr>
              <p14:xfrm>
                <a:off x="2131860" y="3938040"/>
                <a:ext cx="166680" cy="162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526A3B3-9A96-9854-7258-8B6025136AC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25740" y="3931920"/>
                  <a:ext cx="1789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5B76AF-A816-19B4-4A6E-D0F6FCA9ADF5}"/>
                    </a:ext>
                  </a:extLst>
                </p14:cNvPr>
                <p14:cNvContentPartPr/>
                <p14:nvPr/>
              </p14:nvContentPartPr>
              <p14:xfrm>
                <a:off x="2178660" y="3965040"/>
                <a:ext cx="109800" cy="155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5B76AF-A816-19B4-4A6E-D0F6FCA9ADF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72540" y="3958920"/>
                  <a:ext cx="122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84CD74-2CB2-E7E6-99AF-104145ECB6D1}"/>
                    </a:ext>
                  </a:extLst>
                </p14:cNvPr>
                <p14:cNvContentPartPr/>
                <p14:nvPr/>
              </p14:nvContentPartPr>
              <p14:xfrm>
                <a:off x="4350900" y="3849120"/>
                <a:ext cx="294120" cy="385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84CD74-2CB2-E7E6-99AF-104145ECB6D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44780" y="3843000"/>
                  <a:ext cx="3063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C4787B-7DA1-536A-7680-4F6D796C4386}"/>
                    </a:ext>
                  </a:extLst>
                </p14:cNvPr>
                <p14:cNvContentPartPr/>
                <p14:nvPr/>
              </p14:nvContentPartPr>
              <p14:xfrm>
                <a:off x="4760940" y="3693240"/>
                <a:ext cx="131760" cy="399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C4787B-7DA1-536A-7680-4F6D796C438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54820" y="3687120"/>
                  <a:ext cx="1440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62C53B-C445-8B9C-8596-1CDAA2B19086}"/>
                    </a:ext>
                  </a:extLst>
                </p14:cNvPr>
                <p14:cNvContentPartPr/>
                <p14:nvPr/>
              </p14:nvContentPartPr>
              <p14:xfrm>
                <a:off x="5043180" y="3853440"/>
                <a:ext cx="88200" cy="350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62C53B-C445-8B9C-8596-1CDAA2B1908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37060" y="3847320"/>
                  <a:ext cx="100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AC75061-1316-24A5-9B54-1836C14FF71B}"/>
                    </a:ext>
                  </a:extLst>
                </p14:cNvPr>
                <p14:cNvContentPartPr/>
                <p14:nvPr/>
              </p14:nvContentPartPr>
              <p14:xfrm>
                <a:off x="3958140" y="4044600"/>
                <a:ext cx="256680" cy="187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AC75061-1316-24A5-9B54-1836C14FF7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52020" y="4038480"/>
                  <a:ext cx="268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F2B8607-438D-5EE4-EA7C-37EC4121A056}"/>
                    </a:ext>
                  </a:extLst>
                </p14:cNvPr>
                <p14:cNvContentPartPr/>
                <p14:nvPr/>
              </p14:nvContentPartPr>
              <p14:xfrm>
                <a:off x="3921060" y="4039560"/>
                <a:ext cx="289080" cy="201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F2B8607-438D-5EE4-EA7C-37EC4121A05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14580" y="4033440"/>
                  <a:ext cx="301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E7163A3-18B9-A84E-559B-3BD8395FF20A}"/>
                    </a:ext>
                  </a:extLst>
                </p14:cNvPr>
                <p14:cNvContentPartPr/>
                <p14:nvPr/>
              </p14:nvContentPartPr>
              <p14:xfrm>
                <a:off x="3278100" y="4168440"/>
                <a:ext cx="366120" cy="369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E7163A3-18B9-A84E-559B-3BD8395FF20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71980" y="4162320"/>
                  <a:ext cx="3783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C9E83C2-C3B1-3B76-E875-7BB7F9A5017E}"/>
                    </a:ext>
                  </a:extLst>
                </p14:cNvPr>
                <p14:cNvContentPartPr/>
                <p14:nvPr/>
              </p14:nvContentPartPr>
              <p14:xfrm>
                <a:off x="2909460" y="3910320"/>
                <a:ext cx="127440" cy="417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C9E83C2-C3B1-3B76-E875-7BB7F9A5017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03340" y="3904200"/>
                  <a:ext cx="1396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AACF479-F75E-6CFA-7135-3D54A26783B9}"/>
                    </a:ext>
                  </a:extLst>
                </p14:cNvPr>
                <p14:cNvContentPartPr/>
                <p14:nvPr/>
              </p14:nvContentPartPr>
              <p14:xfrm>
                <a:off x="2503020" y="3908520"/>
                <a:ext cx="205200" cy="482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AACF479-F75E-6CFA-7135-3D54A26783B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96900" y="3902400"/>
                  <a:ext cx="21744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A565B1D-6B5A-9EFD-4E06-5B5D3019285E}"/>
                    </a:ext>
                  </a:extLst>
                </p14:cNvPr>
                <p14:cNvContentPartPr/>
                <p14:nvPr/>
              </p14:nvContentPartPr>
              <p14:xfrm>
                <a:off x="5457180" y="3910320"/>
                <a:ext cx="233640" cy="25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A565B1D-6B5A-9EFD-4E06-5B5D3019285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51060" y="3904200"/>
                  <a:ext cx="245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25813C-8818-24CB-B98A-75D9AD85ED2F}"/>
                    </a:ext>
                  </a:extLst>
                </p14:cNvPr>
                <p14:cNvContentPartPr/>
                <p14:nvPr/>
              </p14:nvContentPartPr>
              <p14:xfrm>
                <a:off x="5564460" y="4056480"/>
                <a:ext cx="123480" cy="47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25813C-8818-24CB-B98A-75D9AD85ED2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58340" y="4050360"/>
                  <a:ext cx="135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2156738-A937-22AB-4076-EED49708C96C}"/>
                    </a:ext>
                  </a:extLst>
                </p14:cNvPr>
                <p14:cNvContentPartPr/>
                <p14:nvPr/>
              </p14:nvContentPartPr>
              <p14:xfrm>
                <a:off x="711300" y="3572280"/>
                <a:ext cx="4557240" cy="1354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2156738-A937-22AB-4076-EED49708C96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5180" y="3566160"/>
                  <a:ext cx="4569480" cy="13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F273D0B-9B90-3E76-D102-7614FF447586}"/>
                    </a:ext>
                  </a:extLst>
                </p14:cNvPr>
                <p14:cNvContentPartPr/>
                <p14:nvPr/>
              </p14:nvContentPartPr>
              <p14:xfrm>
                <a:off x="5612700" y="3353040"/>
                <a:ext cx="1857960" cy="1048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F273D0B-9B90-3E76-D102-7614FF44758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06580" y="3346920"/>
                  <a:ext cx="1870200" cy="10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D7E3D79-7C8A-ED35-3C10-274AE1AE21E5}"/>
                  </a:ext>
                </a:extLst>
              </p14:cNvPr>
              <p14:cNvContentPartPr/>
              <p14:nvPr/>
            </p14:nvContentPartPr>
            <p14:xfrm>
              <a:off x="6590100" y="2737800"/>
              <a:ext cx="507960" cy="6015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D7E3D79-7C8A-ED35-3C10-274AE1AE21E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583980" y="2731680"/>
                <a:ext cx="520200" cy="61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744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354" y="611450"/>
            <a:ext cx="6671524" cy="6466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13" y="7995740"/>
            <a:ext cx="7108939" cy="7796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2517" y="151627"/>
            <a:ext cx="750983" cy="3409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7014" y="143549"/>
            <a:ext cx="527198" cy="52116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34204" y="2098172"/>
            <a:ext cx="412115" cy="53340"/>
          </a:xfrm>
          <a:custGeom>
            <a:avLst/>
            <a:gdLst/>
            <a:ahLst/>
            <a:cxnLst/>
            <a:rect l="l" t="t" r="r" b="b"/>
            <a:pathLst>
              <a:path w="412114" h="53339">
                <a:moveTo>
                  <a:pt x="345876" y="16188"/>
                </a:moveTo>
                <a:lnTo>
                  <a:pt x="22801" y="16188"/>
                </a:lnTo>
                <a:lnTo>
                  <a:pt x="21536" y="16502"/>
                </a:lnTo>
                <a:lnTo>
                  <a:pt x="0" y="46007"/>
                </a:lnTo>
                <a:lnTo>
                  <a:pt x="582" y="48045"/>
                </a:lnTo>
                <a:lnTo>
                  <a:pt x="6498" y="52809"/>
                </a:lnTo>
                <a:lnTo>
                  <a:pt x="9157" y="52809"/>
                </a:lnTo>
                <a:lnTo>
                  <a:pt x="10822" y="52334"/>
                </a:lnTo>
                <a:lnTo>
                  <a:pt x="10988" y="52334"/>
                </a:lnTo>
                <a:lnTo>
                  <a:pt x="12122" y="51751"/>
                </a:lnTo>
                <a:lnTo>
                  <a:pt x="13782" y="50432"/>
                </a:lnTo>
                <a:lnTo>
                  <a:pt x="14455" y="49639"/>
                </a:lnTo>
                <a:lnTo>
                  <a:pt x="20727" y="38351"/>
                </a:lnTo>
                <a:lnTo>
                  <a:pt x="24010" y="33765"/>
                </a:lnTo>
                <a:lnTo>
                  <a:pt x="22946" y="33765"/>
                </a:lnTo>
                <a:lnTo>
                  <a:pt x="24829" y="32106"/>
                </a:lnTo>
                <a:lnTo>
                  <a:pt x="24096" y="32106"/>
                </a:lnTo>
                <a:lnTo>
                  <a:pt x="25117" y="31853"/>
                </a:lnTo>
                <a:lnTo>
                  <a:pt x="25745" y="31300"/>
                </a:lnTo>
                <a:lnTo>
                  <a:pt x="94261" y="31300"/>
                </a:lnTo>
                <a:lnTo>
                  <a:pt x="105314" y="30929"/>
                </a:lnTo>
                <a:lnTo>
                  <a:pt x="219736" y="21443"/>
                </a:lnTo>
                <a:lnTo>
                  <a:pt x="255830" y="19434"/>
                </a:lnTo>
                <a:lnTo>
                  <a:pt x="309877" y="17137"/>
                </a:lnTo>
                <a:lnTo>
                  <a:pt x="345876" y="16188"/>
                </a:lnTo>
                <a:close/>
              </a:path>
              <a:path w="412114" h="53339">
                <a:moveTo>
                  <a:pt x="25745" y="31300"/>
                </a:moveTo>
                <a:lnTo>
                  <a:pt x="22946" y="33765"/>
                </a:lnTo>
                <a:lnTo>
                  <a:pt x="24641" y="32868"/>
                </a:lnTo>
                <a:lnTo>
                  <a:pt x="25745" y="31300"/>
                </a:lnTo>
                <a:close/>
              </a:path>
              <a:path w="412114" h="53339">
                <a:moveTo>
                  <a:pt x="24641" y="32868"/>
                </a:moveTo>
                <a:lnTo>
                  <a:pt x="22946" y="33765"/>
                </a:lnTo>
                <a:lnTo>
                  <a:pt x="24010" y="33765"/>
                </a:lnTo>
                <a:lnTo>
                  <a:pt x="24641" y="32868"/>
                </a:lnTo>
                <a:close/>
              </a:path>
              <a:path w="412114" h="53339">
                <a:moveTo>
                  <a:pt x="26561" y="31853"/>
                </a:moveTo>
                <a:lnTo>
                  <a:pt x="25356" y="31853"/>
                </a:lnTo>
                <a:lnTo>
                  <a:pt x="24641" y="32868"/>
                </a:lnTo>
                <a:lnTo>
                  <a:pt x="26561" y="31853"/>
                </a:lnTo>
                <a:close/>
              </a:path>
              <a:path w="412114" h="53339">
                <a:moveTo>
                  <a:pt x="25117" y="31853"/>
                </a:moveTo>
                <a:lnTo>
                  <a:pt x="24096" y="32106"/>
                </a:lnTo>
                <a:lnTo>
                  <a:pt x="24829" y="32106"/>
                </a:lnTo>
                <a:lnTo>
                  <a:pt x="25117" y="31853"/>
                </a:lnTo>
                <a:close/>
              </a:path>
              <a:path w="412114" h="53339">
                <a:moveTo>
                  <a:pt x="94261" y="31300"/>
                </a:moveTo>
                <a:lnTo>
                  <a:pt x="27606" y="31300"/>
                </a:lnTo>
                <a:lnTo>
                  <a:pt x="26082" y="32106"/>
                </a:lnTo>
                <a:lnTo>
                  <a:pt x="70223" y="32106"/>
                </a:lnTo>
                <a:lnTo>
                  <a:pt x="94261" y="31300"/>
                </a:lnTo>
                <a:close/>
              </a:path>
              <a:path w="412114" h="53339">
                <a:moveTo>
                  <a:pt x="27343" y="31300"/>
                </a:moveTo>
                <a:lnTo>
                  <a:pt x="25745" y="31300"/>
                </a:lnTo>
                <a:lnTo>
                  <a:pt x="25356" y="31853"/>
                </a:lnTo>
                <a:lnTo>
                  <a:pt x="25117" y="31853"/>
                </a:lnTo>
                <a:lnTo>
                  <a:pt x="27343" y="31300"/>
                </a:lnTo>
                <a:close/>
              </a:path>
              <a:path w="412114" h="53339">
                <a:moveTo>
                  <a:pt x="27606" y="31300"/>
                </a:moveTo>
                <a:lnTo>
                  <a:pt x="27343" y="31300"/>
                </a:lnTo>
                <a:lnTo>
                  <a:pt x="25117" y="31853"/>
                </a:lnTo>
                <a:lnTo>
                  <a:pt x="26561" y="31853"/>
                </a:lnTo>
                <a:lnTo>
                  <a:pt x="27606" y="31300"/>
                </a:lnTo>
                <a:close/>
              </a:path>
              <a:path w="412114" h="53339">
                <a:moveTo>
                  <a:pt x="353706" y="0"/>
                </a:moveTo>
                <a:lnTo>
                  <a:pt x="352939" y="0"/>
                </a:lnTo>
                <a:lnTo>
                  <a:pt x="309257" y="1150"/>
                </a:lnTo>
                <a:lnTo>
                  <a:pt x="254032" y="3501"/>
                </a:lnTo>
                <a:lnTo>
                  <a:pt x="254270" y="3501"/>
                </a:lnTo>
                <a:lnTo>
                  <a:pt x="218517" y="5491"/>
                </a:lnTo>
                <a:lnTo>
                  <a:pt x="104048" y="14982"/>
                </a:lnTo>
                <a:lnTo>
                  <a:pt x="67627" y="16188"/>
                </a:lnTo>
                <a:lnTo>
                  <a:pt x="357536" y="16188"/>
                </a:lnTo>
                <a:lnTo>
                  <a:pt x="403633" y="18282"/>
                </a:lnTo>
                <a:lnTo>
                  <a:pt x="405420" y="18282"/>
                </a:lnTo>
                <a:lnTo>
                  <a:pt x="411937" y="11715"/>
                </a:lnTo>
                <a:lnTo>
                  <a:pt x="411876" y="8568"/>
                </a:lnTo>
                <a:lnTo>
                  <a:pt x="405419" y="2353"/>
                </a:lnTo>
                <a:lnTo>
                  <a:pt x="35370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62749" y="2123501"/>
            <a:ext cx="504190" cy="34925"/>
          </a:xfrm>
          <a:custGeom>
            <a:avLst/>
            <a:gdLst/>
            <a:ahLst/>
            <a:cxnLst/>
            <a:rect l="l" t="t" r="r" b="b"/>
            <a:pathLst>
              <a:path w="504189" h="34925">
                <a:moveTo>
                  <a:pt x="377955" y="0"/>
                </a:moveTo>
                <a:lnTo>
                  <a:pt x="6898" y="0"/>
                </a:lnTo>
                <a:lnTo>
                  <a:pt x="5915" y="195"/>
                </a:lnTo>
                <a:lnTo>
                  <a:pt x="0" y="6927"/>
                </a:lnTo>
                <a:lnTo>
                  <a:pt x="0" y="9048"/>
                </a:lnTo>
                <a:lnTo>
                  <a:pt x="6943" y="15986"/>
                </a:lnTo>
                <a:lnTo>
                  <a:pt x="377355" y="15986"/>
                </a:lnTo>
                <a:lnTo>
                  <a:pt x="404456" y="17416"/>
                </a:lnTo>
                <a:lnTo>
                  <a:pt x="404224" y="17416"/>
                </a:lnTo>
                <a:lnTo>
                  <a:pt x="432710" y="21654"/>
                </a:lnTo>
                <a:lnTo>
                  <a:pt x="495577" y="34460"/>
                </a:lnTo>
                <a:lnTo>
                  <a:pt x="496592" y="34460"/>
                </a:lnTo>
                <a:lnTo>
                  <a:pt x="498674" y="34056"/>
                </a:lnTo>
                <a:lnTo>
                  <a:pt x="504162" y="25924"/>
                </a:lnTo>
                <a:lnTo>
                  <a:pt x="503758" y="23842"/>
                </a:lnTo>
                <a:lnTo>
                  <a:pt x="435487" y="5908"/>
                </a:lnTo>
                <a:lnTo>
                  <a:pt x="435624" y="5908"/>
                </a:lnTo>
                <a:lnTo>
                  <a:pt x="406513" y="1584"/>
                </a:lnTo>
                <a:lnTo>
                  <a:pt x="408072" y="1584"/>
                </a:lnTo>
                <a:lnTo>
                  <a:pt x="37795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42351" y="2128102"/>
            <a:ext cx="518159" cy="43815"/>
          </a:xfrm>
          <a:custGeom>
            <a:avLst/>
            <a:gdLst/>
            <a:ahLst/>
            <a:cxnLst/>
            <a:rect l="l" t="t" r="r" b="b"/>
            <a:pathLst>
              <a:path w="518160" h="43814">
                <a:moveTo>
                  <a:pt x="461501" y="29469"/>
                </a:moveTo>
                <a:lnTo>
                  <a:pt x="508565" y="43585"/>
                </a:lnTo>
                <a:lnTo>
                  <a:pt x="511333" y="43585"/>
                </a:lnTo>
                <a:lnTo>
                  <a:pt x="517812" y="36903"/>
                </a:lnTo>
                <a:lnTo>
                  <a:pt x="517696" y="33757"/>
                </a:lnTo>
                <a:lnTo>
                  <a:pt x="462409" y="29682"/>
                </a:lnTo>
                <a:lnTo>
                  <a:pt x="461501" y="29469"/>
                </a:lnTo>
                <a:close/>
              </a:path>
              <a:path w="518160" h="43814">
                <a:moveTo>
                  <a:pt x="472247" y="15990"/>
                </a:moveTo>
                <a:lnTo>
                  <a:pt x="313971" y="15990"/>
                </a:lnTo>
                <a:lnTo>
                  <a:pt x="368079" y="17139"/>
                </a:lnTo>
                <a:lnTo>
                  <a:pt x="367936" y="17139"/>
                </a:lnTo>
                <a:lnTo>
                  <a:pt x="396076" y="19137"/>
                </a:lnTo>
                <a:lnTo>
                  <a:pt x="423548" y="22826"/>
                </a:lnTo>
                <a:lnTo>
                  <a:pt x="462409" y="29682"/>
                </a:lnTo>
                <a:lnTo>
                  <a:pt x="462212" y="29682"/>
                </a:lnTo>
                <a:lnTo>
                  <a:pt x="461501" y="29469"/>
                </a:lnTo>
                <a:lnTo>
                  <a:pt x="514956" y="29469"/>
                </a:lnTo>
                <a:lnTo>
                  <a:pt x="514080" y="28754"/>
                </a:lnTo>
                <a:lnTo>
                  <a:pt x="513161" y="28266"/>
                </a:lnTo>
                <a:lnTo>
                  <a:pt x="472247" y="15990"/>
                </a:lnTo>
                <a:close/>
              </a:path>
              <a:path w="518160" h="43814">
                <a:moveTo>
                  <a:pt x="514956" y="29469"/>
                </a:moveTo>
                <a:lnTo>
                  <a:pt x="461501" y="29469"/>
                </a:lnTo>
                <a:lnTo>
                  <a:pt x="462409" y="29682"/>
                </a:lnTo>
                <a:lnTo>
                  <a:pt x="515217" y="29682"/>
                </a:lnTo>
                <a:lnTo>
                  <a:pt x="514956" y="29469"/>
                </a:lnTo>
                <a:close/>
              </a:path>
              <a:path w="518160" h="43814">
                <a:moveTo>
                  <a:pt x="314550" y="0"/>
                </a:moveTo>
                <a:lnTo>
                  <a:pt x="57114" y="0"/>
                </a:lnTo>
                <a:lnTo>
                  <a:pt x="27020" y="1159"/>
                </a:lnTo>
                <a:lnTo>
                  <a:pt x="0" y="11822"/>
                </a:lnTo>
                <a:lnTo>
                  <a:pt x="261" y="12829"/>
                </a:lnTo>
                <a:lnTo>
                  <a:pt x="6714" y="18340"/>
                </a:lnTo>
                <a:lnTo>
                  <a:pt x="7329" y="18340"/>
                </a:lnTo>
                <a:lnTo>
                  <a:pt x="27765" y="17139"/>
                </a:lnTo>
                <a:lnTo>
                  <a:pt x="57563" y="15990"/>
                </a:lnTo>
                <a:lnTo>
                  <a:pt x="472247" y="15990"/>
                </a:lnTo>
                <a:lnTo>
                  <a:pt x="466097" y="14145"/>
                </a:lnTo>
                <a:lnTo>
                  <a:pt x="465189" y="13931"/>
                </a:lnTo>
                <a:lnTo>
                  <a:pt x="425720" y="6971"/>
                </a:lnTo>
                <a:lnTo>
                  <a:pt x="397803" y="3230"/>
                </a:lnTo>
                <a:lnTo>
                  <a:pt x="398046" y="3230"/>
                </a:lnTo>
                <a:lnTo>
                  <a:pt x="368581" y="1159"/>
                </a:lnTo>
                <a:lnTo>
                  <a:pt x="368955" y="1159"/>
                </a:lnTo>
                <a:lnTo>
                  <a:pt x="31455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99846" y="2116602"/>
            <a:ext cx="430530" cy="29845"/>
          </a:xfrm>
          <a:custGeom>
            <a:avLst/>
            <a:gdLst/>
            <a:ahLst/>
            <a:cxnLst/>
            <a:rect l="l" t="t" r="r" b="b"/>
            <a:pathLst>
              <a:path w="430529" h="29844">
                <a:moveTo>
                  <a:pt x="365323" y="0"/>
                </a:moveTo>
                <a:lnTo>
                  <a:pt x="297964" y="0"/>
                </a:lnTo>
                <a:lnTo>
                  <a:pt x="228660" y="1137"/>
                </a:lnTo>
                <a:lnTo>
                  <a:pt x="58456" y="6997"/>
                </a:lnTo>
                <a:lnTo>
                  <a:pt x="25025" y="6997"/>
                </a:lnTo>
                <a:lnTo>
                  <a:pt x="0" y="20271"/>
                </a:lnTo>
                <a:lnTo>
                  <a:pt x="91" y="23680"/>
                </a:lnTo>
                <a:lnTo>
                  <a:pt x="6790" y="29846"/>
                </a:lnTo>
                <a:lnTo>
                  <a:pt x="8993" y="29846"/>
                </a:lnTo>
                <a:lnTo>
                  <a:pt x="11924" y="29044"/>
                </a:lnTo>
                <a:lnTo>
                  <a:pt x="11303" y="29044"/>
                </a:lnTo>
                <a:lnTo>
                  <a:pt x="17903" y="25744"/>
                </a:lnTo>
                <a:lnTo>
                  <a:pt x="18471" y="25492"/>
                </a:lnTo>
                <a:lnTo>
                  <a:pt x="22898" y="23680"/>
                </a:lnTo>
                <a:lnTo>
                  <a:pt x="22327" y="23680"/>
                </a:lnTo>
                <a:lnTo>
                  <a:pt x="23969" y="23214"/>
                </a:lnTo>
                <a:lnTo>
                  <a:pt x="25027" y="23214"/>
                </a:lnTo>
                <a:lnTo>
                  <a:pt x="27006" y="22885"/>
                </a:lnTo>
                <a:lnTo>
                  <a:pt x="62202" y="22885"/>
                </a:lnTo>
                <a:lnTo>
                  <a:pt x="229142" y="17128"/>
                </a:lnTo>
                <a:lnTo>
                  <a:pt x="299308" y="15977"/>
                </a:lnTo>
                <a:lnTo>
                  <a:pt x="427844" y="15977"/>
                </a:lnTo>
                <a:lnTo>
                  <a:pt x="427100" y="15270"/>
                </a:lnTo>
                <a:lnTo>
                  <a:pt x="379351" y="980"/>
                </a:lnTo>
                <a:lnTo>
                  <a:pt x="380211" y="980"/>
                </a:lnTo>
                <a:lnTo>
                  <a:pt x="365323" y="0"/>
                </a:lnTo>
                <a:close/>
              </a:path>
              <a:path w="430529" h="29844">
                <a:moveTo>
                  <a:pt x="427844" y="15977"/>
                </a:moveTo>
                <a:lnTo>
                  <a:pt x="364502" y="15977"/>
                </a:lnTo>
                <a:lnTo>
                  <a:pt x="377365" y="16823"/>
                </a:lnTo>
                <a:lnTo>
                  <a:pt x="377062" y="16823"/>
                </a:lnTo>
                <a:lnTo>
                  <a:pt x="390391" y="19298"/>
                </a:lnTo>
                <a:lnTo>
                  <a:pt x="390253" y="19298"/>
                </a:lnTo>
                <a:lnTo>
                  <a:pt x="403690" y="23214"/>
                </a:lnTo>
                <a:lnTo>
                  <a:pt x="404516" y="23491"/>
                </a:lnTo>
                <a:lnTo>
                  <a:pt x="421015" y="29846"/>
                </a:lnTo>
                <a:lnTo>
                  <a:pt x="423927" y="29846"/>
                </a:lnTo>
                <a:lnTo>
                  <a:pt x="430266" y="20271"/>
                </a:lnTo>
                <a:lnTo>
                  <a:pt x="430096" y="19519"/>
                </a:lnTo>
                <a:lnTo>
                  <a:pt x="429237" y="17581"/>
                </a:lnTo>
                <a:lnTo>
                  <a:pt x="428702" y="16823"/>
                </a:lnTo>
                <a:lnTo>
                  <a:pt x="427844" y="15977"/>
                </a:lnTo>
                <a:close/>
              </a:path>
              <a:path w="430529" h="29844">
                <a:moveTo>
                  <a:pt x="24036" y="23214"/>
                </a:moveTo>
                <a:lnTo>
                  <a:pt x="22327" y="23680"/>
                </a:lnTo>
                <a:lnTo>
                  <a:pt x="23359" y="23491"/>
                </a:lnTo>
                <a:lnTo>
                  <a:pt x="24036" y="23214"/>
                </a:lnTo>
                <a:close/>
              </a:path>
              <a:path w="430529" h="29844">
                <a:moveTo>
                  <a:pt x="23359" y="23491"/>
                </a:moveTo>
                <a:lnTo>
                  <a:pt x="22223" y="23680"/>
                </a:lnTo>
                <a:lnTo>
                  <a:pt x="22898" y="23680"/>
                </a:lnTo>
                <a:lnTo>
                  <a:pt x="23359" y="23491"/>
                </a:lnTo>
                <a:close/>
              </a:path>
              <a:path w="430529" h="29844">
                <a:moveTo>
                  <a:pt x="25027" y="23214"/>
                </a:moveTo>
                <a:lnTo>
                  <a:pt x="24036" y="23214"/>
                </a:lnTo>
                <a:lnTo>
                  <a:pt x="23359" y="23491"/>
                </a:lnTo>
                <a:lnTo>
                  <a:pt x="25027" y="2321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612221" y="1796566"/>
            <a:ext cx="499745" cy="359410"/>
            <a:chOff x="5612221" y="1796566"/>
            <a:chExt cx="499745" cy="359410"/>
          </a:xfrm>
        </p:grpSpPr>
        <p:sp>
          <p:nvSpPr>
            <p:cNvPr id="11" name="object 11"/>
            <p:cNvSpPr/>
            <p:nvPr/>
          </p:nvSpPr>
          <p:spPr>
            <a:xfrm>
              <a:off x="5628341" y="1812803"/>
              <a:ext cx="46355" cy="191135"/>
            </a:xfrm>
            <a:custGeom>
              <a:avLst/>
              <a:gdLst/>
              <a:ahLst/>
              <a:cxnLst/>
              <a:rect l="l" t="t" r="r" b="b"/>
              <a:pathLst>
                <a:path w="46354" h="191135">
                  <a:moveTo>
                    <a:pt x="21242" y="0"/>
                  </a:moveTo>
                  <a:lnTo>
                    <a:pt x="17684" y="0"/>
                  </a:lnTo>
                  <a:lnTo>
                    <a:pt x="15699" y="744"/>
                  </a:lnTo>
                  <a:lnTo>
                    <a:pt x="105" y="38733"/>
                  </a:lnTo>
                  <a:lnTo>
                    <a:pt x="0" y="98060"/>
                  </a:lnTo>
                  <a:lnTo>
                    <a:pt x="768" y="113187"/>
                  </a:lnTo>
                  <a:lnTo>
                    <a:pt x="14499" y="158478"/>
                  </a:lnTo>
                  <a:lnTo>
                    <a:pt x="37151" y="190910"/>
                  </a:lnTo>
                  <a:lnTo>
                    <a:pt x="37947" y="190910"/>
                  </a:lnTo>
                  <a:lnTo>
                    <a:pt x="45985" y="182815"/>
                  </a:lnTo>
                  <a:lnTo>
                    <a:pt x="45699" y="180713"/>
                  </a:lnTo>
                  <a:lnTo>
                    <a:pt x="45360" y="179730"/>
                  </a:lnTo>
                  <a:lnTo>
                    <a:pt x="28710" y="151185"/>
                  </a:lnTo>
                  <a:lnTo>
                    <a:pt x="25976" y="144950"/>
                  </a:lnTo>
                  <a:lnTo>
                    <a:pt x="23060" y="138423"/>
                  </a:lnTo>
                  <a:lnTo>
                    <a:pt x="20716" y="131267"/>
                  </a:lnTo>
                  <a:lnTo>
                    <a:pt x="19029" y="126207"/>
                  </a:lnTo>
                  <a:lnTo>
                    <a:pt x="16909" y="114226"/>
                  </a:lnTo>
                  <a:lnTo>
                    <a:pt x="16812" y="113698"/>
                  </a:lnTo>
                  <a:lnTo>
                    <a:pt x="16718" y="113187"/>
                  </a:lnTo>
                  <a:lnTo>
                    <a:pt x="16016" y="98060"/>
                  </a:lnTo>
                  <a:lnTo>
                    <a:pt x="15985" y="40095"/>
                  </a:lnTo>
                  <a:lnTo>
                    <a:pt x="16338" y="38733"/>
                  </a:lnTo>
                  <a:lnTo>
                    <a:pt x="17048" y="34618"/>
                  </a:lnTo>
                  <a:lnTo>
                    <a:pt x="16892" y="34618"/>
                  </a:lnTo>
                  <a:lnTo>
                    <a:pt x="17174" y="33884"/>
                  </a:lnTo>
                  <a:lnTo>
                    <a:pt x="17308" y="33106"/>
                  </a:lnTo>
                  <a:lnTo>
                    <a:pt x="17473" y="33106"/>
                  </a:lnTo>
                  <a:lnTo>
                    <a:pt x="21040" y="23831"/>
                  </a:lnTo>
                  <a:lnTo>
                    <a:pt x="21129" y="23600"/>
                  </a:lnTo>
                  <a:lnTo>
                    <a:pt x="21209" y="23394"/>
                  </a:lnTo>
                  <a:lnTo>
                    <a:pt x="27218" y="10203"/>
                  </a:lnTo>
                  <a:lnTo>
                    <a:pt x="27456" y="9190"/>
                  </a:lnTo>
                  <a:lnTo>
                    <a:pt x="27359" y="6043"/>
                  </a:lnTo>
                  <a:lnTo>
                    <a:pt x="26615" y="4058"/>
                  </a:lnTo>
                  <a:lnTo>
                    <a:pt x="26066" y="3175"/>
                  </a:lnTo>
                  <a:lnTo>
                    <a:pt x="24618" y="1625"/>
                  </a:lnTo>
                  <a:lnTo>
                    <a:pt x="23774" y="1018"/>
                  </a:lnTo>
                  <a:lnTo>
                    <a:pt x="21844" y="140"/>
                  </a:lnTo>
                  <a:lnTo>
                    <a:pt x="21242" y="0"/>
                  </a:lnTo>
                  <a:close/>
                </a:path>
                <a:path w="46354" h="191135">
                  <a:moveTo>
                    <a:pt x="17174" y="33884"/>
                  </a:moveTo>
                  <a:lnTo>
                    <a:pt x="16892" y="34618"/>
                  </a:lnTo>
                  <a:lnTo>
                    <a:pt x="17048" y="34618"/>
                  </a:lnTo>
                  <a:lnTo>
                    <a:pt x="17174" y="33884"/>
                  </a:lnTo>
                  <a:close/>
                </a:path>
                <a:path w="46354" h="191135">
                  <a:moveTo>
                    <a:pt x="17473" y="33106"/>
                  </a:moveTo>
                  <a:lnTo>
                    <a:pt x="17308" y="33106"/>
                  </a:lnTo>
                  <a:lnTo>
                    <a:pt x="17174" y="33884"/>
                  </a:lnTo>
                  <a:lnTo>
                    <a:pt x="17473" y="33106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12221" y="1796566"/>
              <a:ext cx="499292" cy="359031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48204" y="1743388"/>
            <a:ext cx="134414" cy="21196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10920" y="1745989"/>
            <a:ext cx="292275" cy="38435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51378" y="1739115"/>
            <a:ext cx="504277" cy="29215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20925" y="1765470"/>
            <a:ext cx="160867" cy="39941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32505" y="2259178"/>
            <a:ext cx="522665" cy="676676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2479041" y="3266745"/>
            <a:ext cx="205740" cy="14604"/>
          </a:xfrm>
          <a:custGeom>
            <a:avLst/>
            <a:gdLst/>
            <a:ahLst/>
            <a:cxnLst/>
            <a:rect l="l" t="t" r="r" b="b"/>
            <a:pathLst>
              <a:path w="205739" h="14604">
                <a:moveTo>
                  <a:pt x="6168" y="0"/>
                </a:moveTo>
                <a:lnTo>
                  <a:pt x="4458" y="0"/>
                </a:lnTo>
                <a:lnTo>
                  <a:pt x="3390" y="261"/>
                </a:lnTo>
                <a:lnTo>
                  <a:pt x="0" y="5946"/>
                </a:lnTo>
                <a:lnTo>
                  <a:pt x="321" y="7256"/>
                </a:lnTo>
                <a:lnTo>
                  <a:pt x="4235" y="10623"/>
                </a:lnTo>
                <a:lnTo>
                  <a:pt x="4762" y="10623"/>
                </a:lnTo>
                <a:lnTo>
                  <a:pt x="17614" y="12592"/>
                </a:lnTo>
                <a:lnTo>
                  <a:pt x="37298" y="14560"/>
                </a:lnTo>
                <a:lnTo>
                  <a:pt x="201344" y="14560"/>
                </a:lnTo>
                <a:lnTo>
                  <a:pt x="205447" y="7887"/>
                </a:lnTo>
                <a:lnTo>
                  <a:pt x="204893" y="6525"/>
                </a:lnTo>
                <a:lnTo>
                  <a:pt x="204506" y="5946"/>
                </a:lnTo>
                <a:lnTo>
                  <a:pt x="203501" y="4941"/>
                </a:lnTo>
                <a:lnTo>
                  <a:pt x="202922" y="4555"/>
                </a:lnTo>
                <a:lnTo>
                  <a:pt x="201610" y="4011"/>
                </a:lnTo>
                <a:lnTo>
                  <a:pt x="39481" y="4011"/>
                </a:lnTo>
                <a:lnTo>
                  <a:pt x="19061" y="1969"/>
                </a:lnTo>
                <a:lnTo>
                  <a:pt x="616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57078" y="3302267"/>
            <a:ext cx="148590" cy="16510"/>
          </a:xfrm>
          <a:custGeom>
            <a:avLst/>
            <a:gdLst/>
            <a:ahLst/>
            <a:cxnLst/>
            <a:rect l="l" t="t" r="r" b="b"/>
            <a:pathLst>
              <a:path w="148589" h="16510">
                <a:moveTo>
                  <a:pt x="6692" y="0"/>
                </a:moveTo>
                <a:lnTo>
                  <a:pt x="3820" y="0"/>
                </a:lnTo>
                <a:lnTo>
                  <a:pt x="2588" y="494"/>
                </a:lnTo>
                <a:lnTo>
                  <a:pt x="0" y="6531"/>
                </a:lnTo>
                <a:lnTo>
                  <a:pt x="527" y="7849"/>
                </a:lnTo>
                <a:lnTo>
                  <a:pt x="26542" y="16454"/>
                </a:lnTo>
                <a:lnTo>
                  <a:pt x="110865" y="16454"/>
                </a:lnTo>
                <a:lnTo>
                  <a:pt x="148313" y="10213"/>
                </a:lnTo>
                <a:lnTo>
                  <a:pt x="148253" y="7849"/>
                </a:lnTo>
                <a:lnTo>
                  <a:pt x="148144" y="7432"/>
                </a:lnTo>
                <a:lnTo>
                  <a:pt x="147521" y="6155"/>
                </a:lnTo>
                <a:lnTo>
                  <a:pt x="147233" y="5774"/>
                </a:lnTo>
                <a:lnTo>
                  <a:pt x="27402" y="5774"/>
                </a:lnTo>
                <a:lnTo>
                  <a:pt x="22021" y="5253"/>
                </a:lnTo>
                <a:lnTo>
                  <a:pt x="20848" y="5253"/>
                </a:lnTo>
                <a:lnTo>
                  <a:pt x="20034" y="5089"/>
                </a:lnTo>
                <a:lnTo>
                  <a:pt x="20317" y="5089"/>
                </a:lnTo>
                <a:lnTo>
                  <a:pt x="14337" y="3232"/>
                </a:lnTo>
                <a:lnTo>
                  <a:pt x="12386" y="2439"/>
                </a:lnTo>
                <a:lnTo>
                  <a:pt x="6692" y="0"/>
                </a:lnTo>
                <a:close/>
              </a:path>
              <a:path w="148589" h="16510">
                <a:moveTo>
                  <a:pt x="144094" y="3844"/>
                </a:moveTo>
                <a:lnTo>
                  <a:pt x="141814" y="3844"/>
                </a:lnTo>
                <a:lnTo>
                  <a:pt x="109965" y="5774"/>
                </a:lnTo>
                <a:lnTo>
                  <a:pt x="147233" y="5774"/>
                </a:lnTo>
                <a:lnTo>
                  <a:pt x="147101" y="5600"/>
                </a:lnTo>
                <a:lnTo>
                  <a:pt x="146037" y="4659"/>
                </a:lnTo>
                <a:lnTo>
                  <a:pt x="145640" y="4427"/>
                </a:lnTo>
                <a:lnTo>
                  <a:pt x="145782" y="4427"/>
                </a:lnTo>
                <a:lnTo>
                  <a:pt x="144094" y="3844"/>
                </a:lnTo>
                <a:close/>
              </a:path>
              <a:path w="148589" h="16510">
                <a:moveTo>
                  <a:pt x="20317" y="5089"/>
                </a:moveTo>
                <a:lnTo>
                  <a:pt x="20034" y="5089"/>
                </a:lnTo>
                <a:lnTo>
                  <a:pt x="20848" y="5253"/>
                </a:lnTo>
                <a:lnTo>
                  <a:pt x="20317" y="5089"/>
                </a:lnTo>
                <a:close/>
              </a:path>
              <a:path w="148589" h="16510">
                <a:moveTo>
                  <a:pt x="20317" y="5089"/>
                </a:moveTo>
                <a:lnTo>
                  <a:pt x="20848" y="5253"/>
                </a:lnTo>
                <a:lnTo>
                  <a:pt x="22021" y="5253"/>
                </a:lnTo>
                <a:lnTo>
                  <a:pt x="20317" y="508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0328" y="3286415"/>
            <a:ext cx="162560" cy="20955"/>
          </a:xfrm>
          <a:custGeom>
            <a:avLst/>
            <a:gdLst/>
            <a:ahLst/>
            <a:cxnLst/>
            <a:rect l="l" t="t" r="r" b="b"/>
            <a:pathLst>
              <a:path w="162560" h="20954">
                <a:moveTo>
                  <a:pt x="159759" y="10662"/>
                </a:moveTo>
                <a:lnTo>
                  <a:pt x="56327" y="10662"/>
                </a:lnTo>
                <a:lnTo>
                  <a:pt x="101416" y="12626"/>
                </a:lnTo>
                <a:lnTo>
                  <a:pt x="135626" y="15643"/>
                </a:lnTo>
                <a:lnTo>
                  <a:pt x="134838" y="15643"/>
                </a:lnTo>
                <a:lnTo>
                  <a:pt x="156333" y="20528"/>
                </a:lnTo>
                <a:lnTo>
                  <a:pt x="157856" y="20528"/>
                </a:lnTo>
                <a:lnTo>
                  <a:pt x="159080" y="20059"/>
                </a:lnTo>
                <a:lnTo>
                  <a:pt x="160281" y="19302"/>
                </a:lnTo>
                <a:lnTo>
                  <a:pt x="160787" y="18823"/>
                </a:lnTo>
                <a:lnTo>
                  <a:pt x="161509" y="17805"/>
                </a:lnTo>
                <a:lnTo>
                  <a:pt x="161609" y="17664"/>
                </a:lnTo>
                <a:lnTo>
                  <a:pt x="161669" y="17528"/>
                </a:lnTo>
                <a:lnTo>
                  <a:pt x="161743" y="17363"/>
                </a:lnTo>
                <a:lnTo>
                  <a:pt x="161869" y="17080"/>
                </a:lnTo>
                <a:lnTo>
                  <a:pt x="162132" y="15971"/>
                </a:lnTo>
                <a:lnTo>
                  <a:pt x="162023" y="13755"/>
                </a:lnTo>
                <a:lnTo>
                  <a:pt x="161987" y="13547"/>
                </a:lnTo>
                <a:lnTo>
                  <a:pt x="161737" y="12896"/>
                </a:lnTo>
                <a:lnTo>
                  <a:pt x="161099" y="11883"/>
                </a:lnTo>
                <a:lnTo>
                  <a:pt x="160981" y="11695"/>
                </a:lnTo>
                <a:lnTo>
                  <a:pt x="160530" y="11219"/>
                </a:lnTo>
                <a:lnTo>
                  <a:pt x="159759" y="10662"/>
                </a:lnTo>
                <a:close/>
              </a:path>
              <a:path w="162560" h="20954">
                <a:moveTo>
                  <a:pt x="57669" y="0"/>
                </a:moveTo>
                <a:lnTo>
                  <a:pt x="22249" y="0"/>
                </a:lnTo>
                <a:lnTo>
                  <a:pt x="15114" y="986"/>
                </a:lnTo>
                <a:lnTo>
                  <a:pt x="0" y="14246"/>
                </a:lnTo>
                <a:lnTo>
                  <a:pt x="471" y="15643"/>
                </a:lnTo>
                <a:lnTo>
                  <a:pt x="4273" y="18521"/>
                </a:lnTo>
                <a:lnTo>
                  <a:pt x="6074" y="18521"/>
                </a:lnTo>
                <a:lnTo>
                  <a:pt x="7136" y="18214"/>
                </a:lnTo>
                <a:lnTo>
                  <a:pt x="7269" y="18214"/>
                </a:lnTo>
                <a:lnTo>
                  <a:pt x="8057" y="17805"/>
                </a:lnTo>
                <a:lnTo>
                  <a:pt x="12823" y="13994"/>
                </a:lnTo>
                <a:lnTo>
                  <a:pt x="12664" y="13994"/>
                </a:lnTo>
                <a:lnTo>
                  <a:pt x="13122" y="13755"/>
                </a:lnTo>
                <a:lnTo>
                  <a:pt x="13348" y="13547"/>
                </a:lnTo>
                <a:lnTo>
                  <a:pt x="13521" y="13547"/>
                </a:lnTo>
                <a:lnTo>
                  <a:pt x="17070" y="11695"/>
                </a:lnTo>
                <a:lnTo>
                  <a:pt x="16265" y="11695"/>
                </a:lnTo>
                <a:lnTo>
                  <a:pt x="18323" y="11041"/>
                </a:lnTo>
                <a:lnTo>
                  <a:pt x="20606" y="11041"/>
                </a:lnTo>
                <a:lnTo>
                  <a:pt x="23354" y="10662"/>
                </a:lnTo>
                <a:lnTo>
                  <a:pt x="159759" y="10662"/>
                </a:lnTo>
                <a:lnTo>
                  <a:pt x="159343" y="10368"/>
                </a:lnTo>
                <a:lnTo>
                  <a:pt x="158707" y="10085"/>
                </a:lnTo>
                <a:lnTo>
                  <a:pt x="136608" y="5060"/>
                </a:lnTo>
                <a:lnTo>
                  <a:pt x="137549" y="5060"/>
                </a:lnTo>
                <a:lnTo>
                  <a:pt x="101946" y="1922"/>
                </a:lnTo>
                <a:lnTo>
                  <a:pt x="57669" y="0"/>
                </a:lnTo>
                <a:close/>
              </a:path>
              <a:path w="162560" h="20954">
                <a:moveTo>
                  <a:pt x="13122" y="13755"/>
                </a:moveTo>
                <a:lnTo>
                  <a:pt x="12664" y="13994"/>
                </a:lnTo>
                <a:lnTo>
                  <a:pt x="12823" y="13994"/>
                </a:lnTo>
                <a:lnTo>
                  <a:pt x="13122" y="13755"/>
                </a:lnTo>
                <a:close/>
              </a:path>
              <a:path w="162560" h="20954">
                <a:moveTo>
                  <a:pt x="13521" y="13547"/>
                </a:moveTo>
                <a:lnTo>
                  <a:pt x="13382" y="13547"/>
                </a:lnTo>
                <a:lnTo>
                  <a:pt x="13122" y="13755"/>
                </a:lnTo>
                <a:lnTo>
                  <a:pt x="13521" y="13547"/>
                </a:lnTo>
                <a:close/>
              </a:path>
              <a:path w="162560" h="20954">
                <a:moveTo>
                  <a:pt x="18323" y="11041"/>
                </a:moveTo>
                <a:lnTo>
                  <a:pt x="16265" y="11695"/>
                </a:lnTo>
                <a:lnTo>
                  <a:pt x="15858" y="11695"/>
                </a:lnTo>
                <a:lnTo>
                  <a:pt x="17505" y="11468"/>
                </a:lnTo>
                <a:lnTo>
                  <a:pt x="18323" y="11041"/>
                </a:lnTo>
                <a:close/>
              </a:path>
              <a:path w="162560" h="20954">
                <a:moveTo>
                  <a:pt x="17505" y="11468"/>
                </a:moveTo>
                <a:lnTo>
                  <a:pt x="15858" y="11695"/>
                </a:lnTo>
                <a:lnTo>
                  <a:pt x="17070" y="11695"/>
                </a:lnTo>
                <a:lnTo>
                  <a:pt x="17505" y="11468"/>
                </a:lnTo>
                <a:close/>
              </a:path>
              <a:path w="162560" h="20954">
                <a:moveTo>
                  <a:pt x="20606" y="11041"/>
                </a:moveTo>
                <a:lnTo>
                  <a:pt x="18323" y="11041"/>
                </a:lnTo>
                <a:lnTo>
                  <a:pt x="17505" y="11468"/>
                </a:lnTo>
                <a:lnTo>
                  <a:pt x="20606" y="1104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51951" y="3037293"/>
            <a:ext cx="301000" cy="25386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812407" y="2276923"/>
            <a:ext cx="552983" cy="107667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21523" y="3026548"/>
            <a:ext cx="731075" cy="53623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08334" y="3424246"/>
            <a:ext cx="484916" cy="24681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83446" y="3398926"/>
            <a:ext cx="89269" cy="15000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2685986" y="3392868"/>
            <a:ext cx="478790" cy="570230"/>
            <a:chOff x="2685986" y="3392868"/>
            <a:chExt cx="478790" cy="570230"/>
          </a:xfrm>
        </p:grpSpPr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66377" y="3392868"/>
              <a:ext cx="397861" cy="52383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685986" y="3799687"/>
              <a:ext cx="259715" cy="163195"/>
            </a:xfrm>
            <a:custGeom>
              <a:avLst/>
              <a:gdLst/>
              <a:ahLst/>
              <a:cxnLst/>
              <a:rect l="l" t="t" r="r" b="b"/>
              <a:pathLst>
                <a:path w="259714" h="163195">
                  <a:moveTo>
                    <a:pt x="130479" y="45618"/>
                  </a:moveTo>
                  <a:lnTo>
                    <a:pt x="129146" y="41275"/>
                  </a:lnTo>
                  <a:lnTo>
                    <a:pt x="129044" y="41109"/>
                  </a:lnTo>
                  <a:lnTo>
                    <a:pt x="111531" y="30111"/>
                  </a:lnTo>
                  <a:lnTo>
                    <a:pt x="101638" y="30505"/>
                  </a:lnTo>
                  <a:lnTo>
                    <a:pt x="103352" y="30505"/>
                  </a:lnTo>
                  <a:lnTo>
                    <a:pt x="79933" y="35204"/>
                  </a:lnTo>
                  <a:lnTo>
                    <a:pt x="60706" y="40551"/>
                  </a:lnTo>
                  <a:lnTo>
                    <a:pt x="59918" y="40805"/>
                  </a:lnTo>
                  <a:lnTo>
                    <a:pt x="60477" y="40665"/>
                  </a:lnTo>
                  <a:lnTo>
                    <a:pt x="60706" y="40665"/>
                  </a:lnTo>
                  <a:lnTo>
                    <a:pt x="59537" y="40868"/>
                  </a:lnTo>
                  <a:lnTo>
                    <a:pt x="32296" y="45618"/>
                  </a:lnTo>
                  <a:lnTo>
                    <a:pt x="32118" y="45618"/>
                  </a:lnTo>
                  <a:lnTo>
                    <a:pt x="21818" y="47155"/>
                  </a:lnTo>
                  <a:lnTo>
                    <a:pt x="0" y="59563"/>
                  </a:lnTo>
                  <a:lnTo>
                    <a:pt x="228" y="60452"/>
                  </a:lnTo>
                  <a:lnTo>
                    <a:pt x="4330" y="64160"/>
                  </a:lnTo>
                  <a:lnTo>
                    <a:pt x="6413" y="64160"/>
                  </a:lnTo>
                  <a:lnTo>
                    <a:pt x="15074" y="60452"/>
                  </a:lnTo>
                  <a:lnTo>
                    <a:pt x="23622" y="57759"/>
                  </a:lnTo>
                  <a:lnTo>
                    <a:pt x="23418" y="57759"/>
                  </a:lnTo>
                  <a:lnTo>
                    <a:pt x="35052" y="56007"/>
                  </a:lnTo>
                  <a:lnTo>
                    <a:pt x="61544" y="51396"/>
                  </a:lnTo>
                  <a:lnTo>
                    <a:pt x="82461" y="45618"/>
                  </a:lnTo>
                  <a:lnTo>
                    <a:pt x="104952" y="41109"/>
                  </a:lnTo>
                  <a:lnTo>
                    <a:pt x="112268" y="41109"/>
                  </a:lnTo>
                  <a:lnTo>
                    <a:pt x="115379" y="41871"/>
                  </a:lnTo>
                  <a:lnTo>
                    <a:pt x="118122" y="43815"/>
                  </a:lnTo>
                  <a:lnTo>
                    <a:pt x="120954" y="48387"/>
                  </a:lnTo>
                  <a:lnTo>
                    <a:pt x="121424" y="48895"/>
                  </a:lnTo>
                  <a:lnTo>
                    <a:pt x="122580" y="49733"/>
                  </a:lnTo>
                  <a:lnTo>
                    <a:pt x="121983" y="49733"/>
                  </a:lnTo>
                  <a:lnTo>
                    <a:pt x="124879" y="50406"/>
                  </a:lnTo>
                  <a:lnTo>
                    <a:pt x="125971" y="50406"/>
                  </a:lnTo>
                  <a:lnTo>
                    <a:pt x="127800" y="49733"/>
                  </a:lnTo>
                  <a:lnTo>
                    <a:pt x="127622" y="49733"/>
                  </a:lnTo>
                  <a:lnTo>
                    <a:pt x="128549" y="49149"/>
                  </a:lnTo>
                  <a:lnTo>
                    <a:pt x="129057" y="48679"/>
                  </a:lnTo>
                  <a:lnTo>
                    <a:pt x="129895" y="47523"/>
                  </a:lnTo>
                  <a:lnTo>
                    <a:pt x="129971" y="47345"/>
                  </a:lnTo>
                  <a:lnTo>
                    <a:pt x="130060" y="47155"/>
                  </a:lnTo>
                  <a:lnTo>
                    <a:pt x="130187" y="46888"/>
                  </a:lnTo>
                  <a:lnTo>
                    <a:pt x="130479" y="45618"/>
                  </a:lnTo>
                  <a:close/>
                </a:path>
                <a:path w="259714" h="163195">
                  <a:moveTo>
                    <a:pt x="137375" y="138734"/>
                  </a:moveTo>
                  <a:lnTo>
                    <a:pt x="121361" y="132943"/>
                  </a:lnTo>
                  <a:lnTo>
                    <a:pt x="120243" y="132943"/>
                  </a:lnTo>
                  <a:lnTo>
                    <a:pt x="103987" y="134162"/>
                  </a:lnTo>
                  <a:lnTo>
                    <a:pt x="104470" y="134162"/>
                  </a:lnTo>
                  <a:lnTo>
                    <a:pt x="73571" y="138734"/>
                  </a:lnTo>
                  <a:lnTo>
                    <a:pt x="47282" y="141020"/>
                  </a:lnTo>
                  <a:lnTo>
                    <a:pt x="36042" y="142455"/>
                  </a:lnTo>
                  <a:lnTo>
                    <a:pt x="33909" y="143129"/>
                  </a:lnTo>
                  <a:lnTo>
                    <a:pt x="34048" y="143129"/>
                  </a:lnTo>
                  <a:lnTo>
                    <a:pt x="25920" y="147332"/>
                  </a:lnTo>
                  <a:lnTo>
                    <a:pt x="16141" y="158762"/>
                  </a:lnTo>
                  <a:lnTo>
                    <a:pt x="16560" y="160121"/>
                  </a:lnTo>
                  <a:lnTo>
                    <a:pt x="20459" y="163182"/>
                  </a:lnTo>
                  <a:lnTo>
                    <a:pt x="22377" y="163182"/>
                  </a:lnTo>
                  <a:lnTo>
                    <a:pt x="23736" y="162750"/>
                  </a:lnTo>
                  <a:lnTo>
                    <a:pt x="24345" y="162420"/>
                  </a:lnTo>
                  <a:lnTo>
                    <a:pt x="31038" y="156857"/>
                  </a:lnTo>
                  <a:lnTo>
                    <a:pt x="31267" y="156667"/>
                  </a:lnTo>
                  <a:lnTo>
                    <a:pt x="32080" y="156210"/>
                  </a:lnTo>
                  <a:lnTo>
                    <a:pt x="38112" y="153085"/>
                  </a:lnTo>
                  <a:lnTo>
                    <a:pt x="37414" y="153085"/>
                  </a:lnTo>
                  <a:lnTo>
                    <a:pt x="38341" y="152971"/>
                  </a:lnTo>
                  <a:lnTo>
                    <a:pt x="41732" y="152527"/>
                  </a:lnTo>
                  <a:lnTo>
                    <a:pt x="48450" y="151676"/>
                  </a:lnTo>
                  <a:lnTo>
                    <a:pt x="75234" y="149326"/>
                  </a:lnTo>
                  <a:lnTo>
                    <a:pt x="106045" y="144767"/>
                  </a:lnTo>
                  <a:lnTo>
                    <a:pt x="120738" y="143649"/>
                  </a:lnTo>
                  <a:lnTo>
                    <a:pt x="131635" y="144767"/>
                  </a:lnTo>
                  <a:lnTo>
                    <a:pt x="132867" y="144767"/>
                  </a:lnTo>
                  <a:lnTo>
                    <a:pt x="137299" y="140677"/>
                  </a:lnTo>
                  <a:lnTo>
                    <a:pt x="137375" y="138734"/>
                  </a:lnTo>
                  <a:close/>
                </a:path>
                <a:path w="259714" h="163195">
                  <a:moveTo>
                    <a:pt x="259384" y="138099"/>
                  </a:moveTo>
                  <a:lnTo>
                    <a:pt x="249948" y="114503"/>
                  </a:lnTo>
                  <a:lnTo>
                    <a:pt x="236169" y="77774"/>
                  </a:lnTo>
                  <a:lnTo>
                    <a:pt x="226263" y="49161"/>
                  </a:lnTo>
                  <a:lnTo>
                    <a:pt x="226021" y="48475"/>
                  </a:lnTo>
                  <a:lnTo>
                    <a:pt x="225971" y="47828"/>
                  </a:lnTo>
                  <a:lnTo>
                    <a:pt x="224993" y="35013"/>
                  </a:lnTo>
                  <a:lnTo>
                    <a:pt x="224942" y="18059"/>
                  </a:lnTo>
                  <a:lnTo>
                    <a:pt x="225247" y="18059"/>
                  </a:lnTo>
                  <a:lnTo>
                    <a:pt x="226847" y="17424"/>
                  </a:lnTo>
                  <a:lnTo>
                    <a:pt x="229438" y="11391"/>
                  </a:lnTo>
                  <a:lnTo>
                    <a:pt x="227355" y="6184"/>
                  </a:lnTo>
                  <a:lnTo>
                    <a:pt x="222173" y="0"/>
                  </a:lnTo>
                  <a:lnTo>
                    <a:pt x="219633" y="0"/>
                  </a:lnTo>
                  <a:lnTo>
                    <a:pt x="219036" y="215"/>
                  </a:lnTo>
                  <a:lnTo>
                    <a:pt x="219036" y="14249"/>
                  </a:lnTo>
                  <a:lnTo>
                    <a:pt x="216916" y="8953"/>
                  </a:lnTo>
                  <a:lnTo>
                    <a:pt x="217119" y="9410"/>
                  </a:lnTo>
                  <a:lnTo>
                    <a:pt x="217208" y="9652"/>
                  </a:lnTo>
                  <a:lnTo>
                    <a:pt x="219036" y="14249"/>
                  </a:lnTo>
                  <a:lnTo>
                    <a:pt x="219036" y="215"/>
                  </a:lnTo>
                  <a:lnTo>
                    <a:pt x="218452" y="419"/>
                  </a:lnTo>
                  <a:lnTo>
                    <a:pt x="214249" y="13487"/>
                  </a:lnTo>
                  <a:lnTo>
                    <a:pt x="214249" y="35013"/>
                  </a:lnTo>
                  <a:lnTo>
                    <a:pt x="215239" y="47828"/>
                  </a:lnTo>
                  <a:lnTo>
                    <a:pt x="215277" y="48475"/>
                  </a:lnTo>
                  <a:lnTo>
                    <a:pt x="239953" y="118376"/>
                  </a:lnTo>
                  <a:lnTo>
                    <a:pt x="253022" y="144767"/>
                  </a:lnTo>
                  <a:lnTo>
                    <a:pt x="255193" y="144767"/>
                  </a:lnTo>
                  <a:lnTo>
                    <a:pt x="259346" y="140881"/>
                  </a:lnTo>
                  <a:lnTo>
                    <a:pt x="259384" y="138099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230899" y="3728809"/>
            <a:ext cx="182280" cy="176505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5595647" y="3222806"/>
            <a:ext cx="259079" cy="57785"/>
          </a:xfrm>
          <a:custGeom>
            <a:avLst/>
            <a:gdLst/>
            <a:ahLst/>
            <a:cxnLst/>
            <a:rect l="l" t="t" r="r" b="b"/>
            <a:pathLst>
              <a:path w="259079" h="57785">
                <a:moveTo>
                  <a:pt x="216095" y="44610"/>
                </a:moveTo>
                <a:lnTo>
                  <a:pt x="233146" y="50568"/>
                </a:lnTo>
                <a:lnTo>
                  <a:pt x="248757" y="57466"/>
                </a:lnTo>
                <a:lnTo>
                  <a:pt x="248973" y="57466"/>
                </a:lnTo>
                <a:lnTo>
                  <a:pt x="249773" y="57645"/>
                </a:lnTo>
                <a:lnTo>
                  <a:pt x="251672" y="57645"/>
                </a:lnTo>
                <a:lnTo>
                  <a:pt x="258819" y="48754"/>
                </a:lnTo>
                <a:lnTo>
                  <a:pt x="258640" y="47729"/>
                </a:lnTo>
                <a:lnTo>
                  <a:pt x="257874" y="45751"/>
                </a:lnTo>
                <a:lnTo>
                  <a:pt x="257317" y="44872"/>
                </a:lnTo>
                <a:lnTo>
                  <a:pt x="216981" y="44872"/>
                </a:lnTo>
                <a:lnTo>
                  <a:pt x="216095" y="44610"/>
                </a:lnTo>
                <a:close/>
              </a:path>
              <a:path w="259079" h="57785">
                <a:moveTo>
                  <a:pt x="8533" y="0"/>
                </a:moveTo>
                <a:lnTo>
                  <a:pt x="7153" y="0"/>
                </a:lnTo>
                <a:lnTo>
                  <a:pt x="4705" y="612"/>
                </a:lnTo>
                <a:lnTo>
                  <a:pt x="4889" y="612"/>
                </a:lnTo>
                <a:lnTo>
                  <a:pt x="4156" y="958"/>
                </a:lnTo>
                <a:lnTo>
                  <a:pt x="0" y="7886"/>
                </a:lnTo>
                <a:lnTo>
                  <a:pt x="50" y="8925"/>
                </a:lnTo>
                <a:lnTo>
                  <a:pt x="446" y="10506"/>
                </a:lnTo>
                <a:lnTo>
                  <a:pt x="565" y="10982"/>
                </a:lnTo>
                <a:lnTo>
                  <a:pt x="33461" y="26414"/>
                </a:lnTo>
                <a:lnTo>
                  <a:pt x="122029" y="26414"/>
                </a:lnTo>
                <a:lnTo>
                  <a:pt x="140583" y="28533"/>
                </a:lnTo>
                <a:lnTo>
                  <a:pt x="176509" y="34960"/>
                </a:lnTo>
                <a:lnTo>
                  <a:pt x="217015" y="44872"/>
                </a:lnTo>
                <a:lnTo>
                  <a:pt x="216850" y="44872"/>
                </a:lnTo>
                <a:lnTo>
                  <a:pt x="216095" y="44610"/>
                </a:lnTo>
                <a:lnTo>
                  <a:pt x="257066" y="44610"/>
                </a:lnTo>
                <a:lnTo>
                  <a:pt x="255854" y="43338"/>
                </a:lnTo>
                <a:lnTo>
                  <a:pt x="179880" y="19317"/>
                </a:lnTo>
                <a:lnTo>
                  <a:pt x="142975" y="12710"/>
                </a:lnTo>
                <a:lnTo>
                  <a:pt x="143120" y="12710"/>
                </a:lnTo>
                <a:lnTo>
                  <a:pt x="123735" y="10506"/>
                </a:lnTo>
                <a:lnTo>
                  <a:pt x="35259" y="10506"/>
                </a:lnTo>
                <a:lnTo>
                  <a:pt x="30699" y="9823"/>
                </a:lnTo>
                <a:lnTo>
                  <a:pt x="28685" y="9823"/>
                </a:lnTo>
                <a:lnTo>
                  <a:pt x="26589" y="9207"/>
                </a:lnTo>
                <a:lnTo>
                  <a:pt x="27316" y="9207"/>
                </a:lnTo>
                <a:lnTo>
                  <a:pt x="20981" y="6357"/>
                </a:lnTo>
                <a:lnTo>
                  <a:pt x="20849" y="6357"/>
                </a:lnTo>
                <a:lnTo>
                  <a:pt x="20452" y="6119"/>
                </a:lnTo>
                <a:lnTo>
                  <a:pt x="20016" y="5923"/>
                </a:lnTo>
                <a:lnTo>
                  <a:pt x="19900" y="5788"/>
                </a:lnTo>
                <a:lnTo>
                  <a:pt x="11269" y="612"/>
                </a:lnTo>
                <a:lnTo>
                  <a:pt x="10290" y="261"/>
                </a:lnTo>
                <a:lnTo>
                  <a:pt x="8533" y="0"/>
                </a:lnTo>
                <a:close/>
              </a:path>
              <a:path w="259079" h="57785">
                <a:moveTo>
                  <a:pt x="257066" y="44610"/>
                </a:moveTo>
                <a:lnTo>
                  <a:pt x="216095" y="44610"/>
                </a:lnTo>
                <a:lnTo>
                  <a:pt x="216981" y="44872"/>
                </a:lnTo>
                <a:lnTo>
                  <a:pt x="257317" y="44872"/>
                </a:lnTo>
                <a:lnTo>
                  <a:pt x="257066" y="44610"/>
                </a:lnTo>
                <a:close/>
              </a:path>
              <a:path w="259079" h="57785">
                <a:moveTo>
                  <a:pt x="26589" y="9207"/>
                </a:moveTo>
                <a:lnTo>
                  <a:pt x="28685" y="9823"/>
                </a:lnTo>
                <a:lnTo>
                  <a:pt x="27679" y="9370"/>
                </a:lnTo>
                <a:lnTo>
                  <a:pt x="26589" y="9207"/>
                </a:lnTo>
                <a:close/>
              </a:path>
              <a:path w="259079" h="57785">
                <a:moveTo>
                  <a:pt x="27679" y="9370"/>
                </a:moveTo>
                <a:lnTo>
                  <a:pt x="28685" y="9823"/>
                </a:lnTo>
                <a:lnTo>
                  <a:pt x="30699" y="9823"/>
                </a:lnTo>
                <a:lnTo>
                  <a:pt x="27679" y="9370"/>
                </a:lnTo>
                <a:close/>
              </a:path>
              <a:path w="259079" h="57785">
                <a:moveTo>
                  <a:pt x="27316" y="9207"/>
                </a:moveTo>
                <a:lnTo>
                  <a:pt x="26589" y="9207"/>
                </a:lnTo>
                <a:lnTo>
                  <a:pt x="27679" y="9370"/>
                </a:lnTo>
                <a:lnTo>
                  <a:pt x="27316" y="9207"/>
                </a:lnTo>
                <a:close/>
              </a:path>
              <a:path w="259079" h="57785">
                <a:moveTo>
                  <a:pt x="20452" y="6119"/>
                </a:moveTo>
                <a:lnTo>
                  <a:pt x="20849" y="6357"/>
                </a:lnTo>
                <a:lnTo>
                  <a:pt x="20981" y="6357"/>
                </a:lnTo>
                <a:lnTo>
                  <a:pt x="20452" y="611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15862" y="3254037"/>
            <a:ext cx="203835" cy="26670"/>
          </a:xfrm>
          <a:custGeom>
            <a:avLst/>
            <a:gdLst/>
            <a:ahLst/>
            <a:cxnLst/>
            <a:rect l="l" t="t" r="r" b="b"/>
            <a:pathLst>
              <a:path w="203835" h="26670">
                <a:moveTo>
                  <a:pt x="91553" y="0"/>
                </a:moveTo>
                <a:lnTo>
                  <a:pt x="6917" y="0"/>
                </a:lnTo>
                <a:lnTo>
                  <a:pt x="5916" y="199"/>
                </a:lnTo>
                <a:lnTo>
                  <a:pt x="0" y="6932"/>
                </a:lnTo>
                <a:lnTo>
                  <a:pt x="0" y="9052"/>
                </a:lnTo>
                <a:lnTo>
                  <a:pt x="6943" y="15990"/>
                </a:lnTo>
                <a:lnTo>
                  <a:pt x="91070" y="15990"/>
                </a:lnTo>
                <a:lnTo>
                  <a:pt x="132895" y="17733"/>
                </a:lnTo>
                <a:lnTo>
                  <a:pt x="132515" y="17733"/>
                </a:lnTo>
                <a:lnTo>
                  <a:pt x="163267" y="20721"/>
                </a:lnTo>
                <a:lnTo>
                  <a:pt x="163119" y="20721"/>
                </a:lnTo>
                <a:lnTo>
                  <a:pt x="194872" y="26452"/>
                </a:lnTo>
                <a:lnTo>
                  <a:pt x="195831" y="26452"/>
                </a:lnTo>
                <a:lnTo>
                  <a:pt x="203306" y="18773"/>
                </a:lnTo>
                <a:lnTo>
                  <a:pt x="203288" y="17733"/>
                </a:lnTo>
                <a:lnTo>
                  <a:pt x="165461" y="4889"/>
                </a:lnTo>
                <a:lnTo>
                  <a:pt x="165745" y="4889"/>
                </a:lnTo>
                <a:lnTo>
                  <a:pt x="133164" y="1736"/>
                </a:lnTo>
                <a:lnTo>
                  <a:pt x="91553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604735" y="2973087"/>
            <a:ext cx="779423" cy="31776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63251" y="3973055"/>
            <a:ext cx="207950" cy="371054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3480904" y="3840095"/>
            <a:ext cx="358140" cy="353060"/>
          </a:xfrm>
          <a:custGeom>
            <a:avLst/>
            <a:gdLst/>
            <a:ahLst/>
            <a:cxnLst/>
            <a:rect l="l" t="t" r="r" b="b"/>
            <a:pathLst>
              <a:path w="358139" h="353060">
                <a:moveTo>
                  <a:pt x="152842" y="271943"/>
                </a:moveTo>
                <a:lnTo>
                  <a:pt x="149932" y="271943"/>
                </a:lnTo>
                <a:lnTo>
                  <a:pt x="148078" y="272524"/>
                </a:lnTo>
                <a:lnTo>
                  <a:pt x="143347" y="280300"/>
                </a:lnTo>
                <a:lnTo>
                  <a:pt x="143685" y="282214"/>
                </a:lnTo>
                <a:lnTo>
                  <a:pt x="163510" y="299326"/>
                </a:lnTo>
                <a:lnTo>
                  <a:pt x="185952" y="317279"/>
                </a:lnTo>
                <a:lnTo>
                  <a:pt x="186933" y="318029"/>
                </a:lnTo>
                <a:lnTo>
                  <a:pt x="208487" y="338396"/>
                </a:lnTo>
                <a:lnTo>
                  <a:pt x="216320" y="346520"/>
                </a:lnTo>
                <a:lnTo>
                  <a:pt x="217537" y="347554"/>
                </a:lnTo>
                <a:lnTo>
                  <a:pt x="223232" y="351572"/>
                </a:lnTo>
                <a:lnTo>
                  <a:pt x="223964" y="351936"/>
                </a:lnTo>
                <a:lnTo>
                  <a:pt x="225538" y="352436"/>
                </a:lnTo>
                <a:lnTo>
                  <a:pt x="230141" y="352436"/>
                </a:lnTo>
                <a:lnTo>
                  <a:pt x="232063" y="351720"/>
                </a:lnTo>
                <a:lnTo>
                  <a:pt x="232877" y="351237"/>
                </a:lnTo>
                <a:lnTo>
                  <a:pt x="233196" y="350960"/>
                </a:lnTo>
                <a:lnTo>
                  <a:pt x="223569" y="350960"/>
                </a:lnTo>
                <a:lnTo>
                  <a:pt x="218777" y="347366"/>
                </a:lnTo>
                <a:lnTo>
                  <a:pt x="216828" y="345262"/>
                </a:lnTo>
                <a:lnTo>
                  <a:pt x="208288" y="331826"/>
                </a:lnTo>
                <a:lnTo>
                  <a:pt x="203472" y="323169"/>
                </a:lnTo>
                <a:lnTo>
                  <a:pt x="193016" y="317102"/>
                </a:lnTo>
                <a:lnTo>
                  <a:pt x="192459" y="316758"/>
                </a:lnTo>
                <a:lnTo>
                  <a:pt x="172472" y="303334"/>
                </a:lnTo>
                <a:lnTo>
                  <a:pt x="150177" y="288080"/>
                </a:lnTo>
                <a:lnTo>
                  <a:pt x="148142" y="287174"/>
                </a:lnTo>
                <a:lnTo>
                  <a:pt x="156305" y="273756"/>
                </a:lnTo>
                <a:lnTo>
                  <a:pt x="156387" y="273620"/>
                </a:lnTo>
                <a:lnTo>
                  <a:pt x="157029" y="273620"/>
                </a:lnTo>
                <a:lnTo>
                  <a:pt x="153751" y="272164"/>
                </a:lnTo>
                <a:lnTo>
                  <a:pt x="152842" y="271943"/>
                </a:lnTo>
                <a:close/>
              </a:path>
              <a:path w="358139" h="353060">
                <a:moveTo>
                  <a:pt x="203472" y="323169"/>
                </a:moveTo>
                <a:lnTo>
                  <a:pt x="208442" y="332084"/>
                </a:lnTo>
                <a:lnTo>
                  <a:pt x="216828" y="345262"/>
                </a:lnTo>
                <a:lnTo>
                  <a:pt x="218777" y="347366"/>
                </a:lnTo>
                <a:lnTo>
                  <a:pt x="223569" y="350960"/>
                </a:lnTo>
                <a:lnTo>
                  <a:pt x="228261" y="336921"/>
                </a:lnTo>
                <a:lnTo>
                  <a:pt x="227512" y="336675"/>
                </a:lnTo>
                <a:lnTo>
                  <a:pt x="228823" y="336675"/>
                </a:lnTo>
                <a:lnTo>
                  <a:pt x="217751" y="331424"/>
                </a:lnTo>
                <a:lnTo>
                  <a:pt x="217166" y="331114"/>
                </a:lnTo>
                <a:lnTo>
                  <a:pt x="203472" y="323169"/>
                </a:lnTo>
                <a:close/>
              </a:path>
              <a:path w="358139" h="353060">
                <a:moveTo>
                  <a:pt x="228823" y="336675"/>
                </a:moveTo>
                <a:lnTo>
                  <a:pt x="228343" y="336675"/>
                </a:lnTo>
                <a:lnTo>
                  <a:pt x="228261" y="336921"/>
                </a:lnTo>
                <a:lnTo>
                  <a:pt x="232759" y="338396"/>
                </a:lnTo>
                <a:lnTo>
                  <a:pt x="227768" y="338396"/>
                </a:lnTo>
                <a:lnTo>
                  <a:pt x="223569" y="350960"/>
                </a:lnTo>
                <a:lnTo>
                  <a:pt x="233196" y="350960"/>
                </a:lnTo>
                <a:lnTo>
                  <a:pt x="234330" y="349978"/>
                </a:lnTo>
                <a:lnTo>
                  <a:pt x="234924" y="349242"/>
                </a:lnTo>
                <a:lnTo>
                  <a:pt x="235731" y="347765"/>
                </a:lnTo>
                <a:lnTo>
                  <a:pt x="235846" y="347554"/>
                </a:lnTo>
                <a:lnTo>
                  <a:pt x="236146" y="346656"/>
                </a:lnTo>
                <a:lnTo>
                  <a:pt x="236347" y="345262"/>
                </a:lnTo>
                <a:lnTo>
                  <a:pt x="236387" y="343808"/>
                </a:lnTo>
                <a:lnTo>
                  <a:pt x="236229" y="343079"/>
                </a:lnTo>
                <a:lnTo>
                  <a:pt x="236105" y="342505"/>
                </a:lnTo>
                <a:lnTo>
                  <a:pt x="235979" y="341928"/>
                </a:lnTo>
                <a:lnTo>
                  <a:pt x="235637" y="341097"/>
                </a:lnTo>
                <a:lnTo>
                  <a:pt x="234580" y="339435"/>
                </a:lnTo>
                <a:lnTo>
                  <a:pt x="232452" y="338396"/>
                </a:lnTo>
                <a:lnTo>
                  <a:pt x="232759" y="338396"/>
                </a:lnTo>
                <a:lnTo>
                  <a:pt x="228261" y="336921"/>
                </a:lnTo>
                <a:lnTo>
                  <a:pt x="229341" y="336921"/>
                </a:lnTo>
                <a:lnTo>
                  <a:pt x="228823" y="336675"/>
                </a:lnTo>
                <a:close/>
              </a:path>
              <a:path w="358139" h="353060">
                <a:moveTo>
                  <a:pt x="215315" y="311546"/>
                </a:moveTo>
                <a:lnTo>
                  <a:pt x="221773" y="323169"/>
                </a:lnTo>
                <a:lnTo>
                  <a:pt x="221937" y="323495"/>
                </a:lnTo>
                <a:lnTo>
                  <a:pt x="229542" y="335446"/>
                </a:lnTo>
                <a:lnTo>
                  <a:pt x="233936" y="338742"/>
                </a:lnTo>
                <a:lnTo>
                  <a:pt x="234642" y="339435"/>
                </a:lnTo>
                <a:lnTo>
                  <a:pt x="241114" y="342505"/>
                </a:lnTo>
                <a:lnTo>
                  <a:pt x="283037" y="348955"/>
                </a:lnTo>
                <a:lnTo>
                  <a:pt x="284797" y="348955"/>
                </a:lnTo>
                <a:lnTo>
                  <a:pt x="298963" y="334893"/>
                </a:lnTo>
                <a:lnTo>
                  <a:pt x="278277" y="334893"/>
                </a:lnTo>
                <a:lnTo>
                  <a:pt x="280740" y="332847"/>
                </a:lnTo>
                <a:lnTo>
                  <a:pt x="281466" y="332847"/>
                </a:lnTo>
                <a:lnTo>
                  <a:pt x="267767" y="332084"/>
                </a:lnTo>
                <a:lnTo>
                  <a:pt x="264272" y="332084"/>
                </a:lnTo>
                <a:lnTo>
                  <a:pt x="262634" y="331826"/>
                </a:lnTo>
                <a:lnTo>
                  <a:pt x="263137" y="331826"/>
                </a:lnTo>
                <a:lnTo>
                  <a:pt x="248941" y="328155"/>
                </a:lnTo>
                <a:lnTo>
                  <a:pt x="248263" y="328155"/>
                </a:lnTo>
                <a:lnTo>
                  <a:pt x="246545" y="327535"/>
                </a:lnTo>
                <a:lnTo>
                  <a:pt x="246886" y="327535"/>
                </a:lnTo>
                <a:lnTo>
                  <a:pt x="224890" y="317102"/>
                </a:lnTo>
                <a:lnTo>
                  <a:pt x="215315" y="311546"/>
                </a:lnTo>
                <a:close/>
              </a:path>
              <a:path w="358139" h="353060">
                <a:moveTo>
                  <a:pt x="191113" y="300922"/>
                </a:moveTo>
                <a:lnTo>
                  <a:pt x="203472" y="323169"/>
                </a:lnTo>
                <a:lnTo>
                  <a:pt x="217166" y="331114"/>
                </a:lnTo>
                <a:lnTo>
                  <a:pt x="217751" y="331424"/>
                </a:lnTo>
                <a:lnTo>
                  <a:pt x="234642" y="339435"/>
                </a:lnTo>
                <a:lnTo>
                  <a:pt x="233936" y="338742"/>
                </a:lnTo>
                <a:lnTo>
                  <a:pt x="233475" y="338396"/>
                </a:lnTo>
                <a:lnTo>
                  <a:pt x="232304" y="338396"/>
                </a:lnTo>
                <a:lnTo>
                  <a:pt x="228117" y="335446"/>
                </a:lnTo>
                <a:lnTo>
                  <a:pt x="227865" y="335446"/>
                </a:lnTo>
                <a:lnTo>
                  <a:pt x="227331" y="334893"/>
                </a:lnTo>
                <a:lnTo>
                  <a:pt x="226851" y="334571"/>
                </a:lnTo>
                <a:lnTo>
                  <a:pt x="226691" y="334434"/>
                </a:lnTo>
                <a:lnTo>
                  <a:pt x="226888" y="334434"/>
                </a:lnTo>
                <a:lnTo>
                  <a:pt x="219749" y="327030"/>
                </a:lnTo>
                <a:lnTo>
                  <a:pt x="197918" y="306398"/>
                </a:lnTo>
                <a:lnTo>
                  <a:pt x="197422" y="305968"/>
                </a:lnTo>
                <a:lnTo>
                  <a:pt x="191113" y="300922"/>
                </a:lnTo>
                <a:close/>
              </a:path>
              <a:path w="358139" h="353060">
                <a:moveTo>
                  <a:pt x="187101" y="293890"/>
                </a:moveTo>
                <a:lnTo>
                  <a:pt x="190226" y="299326"/>
                </a:lnTo>
                <a:lnTo>
                  <a:pt x="191113" y="300922"/>
                </a:lnTo>
                <a:lnTo>
                  <a:pt x="197422" y="305968"/>
                </a:lnTo>
                <a:lnTo>
                  <a:pt x="197918" y="306398"/>
                </a:lnTo>
                <a:lnTo>
                  <a:pt x="219749" y="327030"/>
                </a:lnTo>
                <a:lnTo>
                  <a:pt x="227331" y="334893"/>
                </a:lnTo>
                <a:lnTo>
                  <a:pt x="232304" y="338396"/>
                </a:lnTo>
                <a:lnTo>
                  <a:pt x="233475" y="338396"/>
                </a:lnTo>
                <a:lnTo>
                  <a:pt x="231181" y="336675"/>
                </a:lnTo>
                <a:lnTo>
                  <a:pt x="230324" y="336675"/>
                </a:lnTo>
                <a:lnTo>
                  <a:pt x="228375" y="334571"/>
                </a:lnTo>
                <a:lnTo>
                  <a:pt x="228985" y="334571"/>
                </a:lnTo>
                <a:lnTo>
                  <a:pt x="221937" y="323495"/>
                </a:lnTo>
                <a:lnTo>
                  <a:pt x="221773" y="323169"/>
                </a:lnTo>
                <a:lnTo>
                  <a:pt x="215315" y="311546"/>
                </a:lnTo>
                <a:lnTo>
                  <a:pt x="201165" y="303334"/>
                </a:lnTo>
                <a:lnTo>
                  <a:pt x="187101" y="293890"/>
                </a:lnTo>
                <a:close/>
              </a:path>
              <a:path w="358139" h="353060">
                <a:moveTo>
                  <a:pt x="228343" y="336675"/>
                </a:moveTo>
                <a:lnTo>
                  <a:pt x="227512" y="336675"/>
                </a:lnTo>
                <a:lnTo>
                  <a:pt x="228261" y="336921"/>
                </a:lnTo>
                <a:lnTo>
                  <a:pt x="228343" y="336675"/>
                </a:lnTo>
                <a:close/>
              </a:path>
              <a:path w="358139" h="353060">
                <a:moveTo>
                  <a:pt x="228375" y="334571"/>
                </a:moveTo>
                <a:lnTo>
                  <a:pt x="230324" y="336675"/>
                </a:lnTo>
                <a:lnTo>
                  <a:pt x="229542" y="335446"/>
                </a:lnTo>
                <a:lnTo>
                  <a:pt x="228375" y="334571"/>
                </a:lnTo>
                <a:close/>
              </a:path>
              <a:path w="358139" h="353060">
                <a:moveTo>
                  <a:pt x="229542" y="335446"/>
                </a:moveTo>
                <a:lnTo>
                  <a:pt x="230324" y="336675"/>
                </a:lnTo>
                <a:lnTo>
                  <a:pt x="231181" y="336675"/>
                </a:lnTo>
                <a:lnTo>
                  <a:pt x="229542" y="335446"/>
                </a:lnTo>
                <a:close/>
              </a:path>
              <a:path w="358139" h="353060">
                <a:moveTo>
                  <a:pt x="227331" y="334893"/>
                </a:moveTo>
                <a:lnTo>
                  <a:pt x="227871" y="335446"/>
                </a:lnTo>
                <a:lnTo>
                  <a:pt x="228117" y="335446"/>
                </a:lnTo>
                <a:lnTo>
                  <a:pt x="227331" y="334893"/>
                </a:lnTo>
                <a:close/>
              </a:path>
              <a:path w="358139" h="353060">
                <a:moveTo>
                  <a:pt x="228985" y="334571"/>
                </a:moveTo>
                <a:lnTo>
                  <a:pt x="228375" y="334571"/>
                </a:lnTo>
                <a:lnTo>
                  <a:pt x="229542" y="335446"/>
                </a:lnTo>
                <a:lnTo>
                  <a:pt x="228985" y="334571"/>
                </a:lnTo>
                <a:close/>
              </a:path>
              <a:path w="358139" h="353060">
                <a:moveTo>
                  <a:pt x="226888" y="334434"/>
                </a:moveTo>
                <a:lnTo>
                  <a:pt x="226691" y="334434"/>
                </a:lnTo>
                <a:lnTo>
                  <a:pt x="227331" y="334893"/>
                </a:lnTo>
                <a:lnTo>
                  <a:pt x="226888" y="334434"/>
                </a:lnTo>
                <a:close/>
              </a:path>
              <a:path w="358139" h="353060">
                <a:moveTo>
                  <a:pt x="282089" y="331826"/>
                </a:moveTo>
                <a:lnTo>
                  <a:pt x="281657" y="332084"/>
                </a:lnTo>
                <a:lnTo>
                  <a:pt x="278277" y="334893"/>
                </a:lnTo>
                <a:lnTo>
                  <a:pt x="278137" y="334893"/>
                </a:lnTo>
                <a:lnTo>
                  <a:pt x="283923" y="332983"/>
                </a:lnTo>
                <a:lnTo>
                  <a:pt x="281466" y="332847"/>
                </a:lnTo>
                <a:lnTo>
                  <a:pt x="282089" y="331826"/>
                </a:lnTo>
                <a:close/>
              </a:path>
              <a:path w="358139" h="353060">
                <a:moveTo>
                  <a:pt x="301481" y="330772"/>
                </a:moveTo>
                <a:lnTo>
                  <a:pt x="283236" y="330772"/>
                </a:lnTo>
                <a:lnTo>
                  <a:pt x="281466" y="332847"/>
                </a:lnTo>
                <a:lnTo>
                  <a:pt x="283923" y="332983"/>
                </a:lnTo>
                <a:lnTo>
                  <a:pt x="278137" y="334893"/>
                </a:lnTo>
                <a:lnTo>
                  <a:pt x="298963" y="334893"/>
                </a:lnTo>
                <a:lnTo>
                  <a:pt x="301481" y="330772"/>
                </a:lnTo>
                <a:close/>
              </a:path>
              <a:path w="358139" h="353060">
                <a:moveTo>
                  <a:pt x="282941" y="331114"/>
                </a:moveTo>
                <a:lnTo>
                  <a:pt x="282336" y="331424"/>
                </a:lnTo>
                <a:lnTo>
                  <a:pt x="281466" y="332847"/>
                </a:lnTo>
                <a:lnTo>
                  <a:pt x="282941" y="331114"/>
                </a:lnTo>
                <a:close/>
              </a:path>
              <a:path w="358139" h="353060">
                <a:moveTo>
                  <a:pt x="263137" y="331826"/>
                </a:moveTo>
                <a:lnTo>
                  <a:pt x="262634" y="331826"/>
                </a:lnTo>
                <a:lnTo>
                  <a:pt x="264272" y="332084"/>
                </a:lnTo>
                <a:lnTo>
                  <a:pt x="264133" y="332084"/>
                </a:lnTo>
                <a:lnTo>
                  <a:pt x="263137" y="331826"/>
                </a:lnTo>
                <a:close/>
              </a:path>
              <a:path w="358139" h="353060">
                <a:moveTo>
                  <a:pt x="263137" y="331826"/>
                </a:moveTo>
                <a:lnTo>
                  <a:pt x="264133" y="332084"/>
                </a:lnTo>
                <a:lnTo>
                  <a:pt x="267767" y="332084"/>
                </a:lnTo>
                <a:lnTo>
                  <a:pt x="263137" y="331826"/>
                </a:lnTo>
                <a:close/>
              </a:path>
              <a:path w="358139" h="353060">
                <a:moveTo>
                  <a:pt x="357443" y="185845"/>
                </a:moveTo>
                <a:lnTo>
                  <a:pt x="341575" y="185845"/>
                </a:lnTo>
                <a:lnTo>
                  <a:pt x="341409" y="186576"/>
                </a:lnTo>
                <a:lnTo>
                  <a:pt x="341382" y="187323"/>
                </a:lnTo>
                <a:lnTo>
                  <a:pt x="341240" y="187323"/>
                </a:lnTo>
                <a:lnTo>
                  <a:pt x="338463" y="199698"/>
                </a:lnTo>
                <a:lnTo>
                  <a:pt x="332352" y="218817"/>
                </a:lnTo>
                <a:lnTo>
                  <a:pt x="310943" y="272968"/>
                </a:lnTo>
                <a:lnTo>
                  <a:pt x="290077" y="318029"/>
                </a:lnTo>
                <a:lnTo>
                  <a:pt x="288936" y="320624"/>
                </a:lnTo>
                <a:lnTo>
                  <a:pt x="282336" y="331424"/>
                </a:lnTo>
                <a:lnTo>
                  <a:pt x="282825" y="331114"/>
                </a:lnTo>
                <a:lnTo>
                  <a:pt x="283236" y="330772"/>
                </a:lnTo>
                <a:lnTo>
                  <a:pt x="301481" y="330772"/>
                </a:lnTo>
                <a:lnTo>
                  <a:pt x="325602" y="279344"/>
                </a:lnTo>
                <a:lnTo>
                  <a:pt x="347228" y="224701"/>
                </a:lnTo>
                <a:lnTo>
                  <a:pt x="357369" y="187904"/>
                </a:lnTo>
                <a:lnTo>
                  <a:pt x="357390" y="187323"/>
                </a:lnTo>
                <a:lnTo>
                  <a:pt x="341382" y="187323"/>
                </a:lnTo>
                <a:lnTo>
                  <a:pt x="341479" y="186576"/>
                </a:lnTo>
                <a:lnTo>
                  <a:pt x="357417" y="186576"/>
                </a:lnTo>
                <a:lnTo>
                  <a:pt x="357443" y="185845"/>
                </a:lnTo>
                <a:close/>
              </a:path>
              <a:path w="358139" h="353060">
                <a:moveTo>
                  <a:pt x="246545" y="327535"/>
                </a:moveTo>
                <a:lnTo>
                  <a:pt x="248263" y="328155"/>
                </a:lnTo>
                <a:lnTo>
                  <a:pt x="247296" y="327729"/>
                </a:lnTo>
                <a:lnTo>
                  <a:pt x="246545" y="327535"/>
                </a:lnTo>
                <a:close/>
              </a:path>
              <a:path w="358139" h="353060">
                <a:moveTo>
                  <a:pt x="247296" y="327729"/>
                </a:moveTo>
                <a:lnTo>
                  <a:pt x="248193" y="328155"/>
                </a:lnTo>
                <a:lnTo>
                  <a:pt x="248941" y="328155"/>
                </a:lnTo>
                <a:lnTo>
                  <a:pt x="247296" y="327729"/>
                </a:lnTo>
                <a:close/>
              </a:path>
              <a:path w="358139" h="353060">
                <a:moveTo>
                  <a:pt x="246886" y="327535"/>
                </a:moveTo>
                <a:lnTo>
                  <a:pt x="246545" y="327535"/>
                </a:lnTo>
                <a:lnTo>
                  <a:pt x="247296" y="327729"/>
                </a:lnTo>
                <a:lnTo>
                  <a:pt x="246886" y="327535"/>
                </a:lnTo>
                <a:close/>
              </a:path>
              <a:path w="358139" h="353060">
                <a:moveTo>
                  <a:pt x="150177" y="288080"/>
                </a:moveTo>
                <a:lnTo>
                  <a:pt x="172472" y="303334"/>
                </a:lnTo>
                <a:lnTo>
                  <a:pt x="192459" y="316758"/>
                </a:lnTo>
                <a:lnTo>
                  <a:pt x="193016" y="317102"/>
                </a:lnTo>
                <a:lnTo>
                  <a:pt x="203472" y="323169"/>
                </a:lnTo>
                <a:lnTo>
                  <a:pt x="191113" y="300922"/>
                </a:lnTo>
                <a:lnTo>
                  <a:pt x="175425" y="288375"/>
                </a:lnTo>
                <a:lnTo>
                  <a:pt x="150839" y="288375"/>
                </a:lnTo>
                <a:lnTo>
                  <a:pt x="150177" y="288080"/>
                </a:lnTo>
                <a:close/>
              </a:path>
              <a:path w="358139" h="353060">
                <a:moveTo>
                  <a:pt x="19335" y="23185"/>
                </a:moveTo>
                <a:lnTo>
                  <a:pt x="56327" y="68571"/>
                </a:lnTo>
                <a:lnTo>
                  <a:pt x="113590" y="165214"/>
                </a:lnTo>
                <a:lnTo>
                  <a:pt x="162728" y="251505"/>
                </a:lnTo>
                <a:lnTo>
                  <a:pt x="187101" y="293890"/>
                </a:lnTo>
                <a:lnTo>
                  <a:pt x="201165" y="303334"/>
                </a:lnTo>
                <a:lnTo>
                  <a:pt x="215315" y="311546"/>
                </a:lnTo>
                <a:lnTo>
                  <a:pt x="204152" y="291453"/>
                </a:lnTo>
                <a:lnTo>
                  <a:pt x="176612" y="243559"/>
                </a:lnTo>
                <a:lnTo>
                  <a:pt x="127478" y="157276"/>
                </a:lnTo>
                <a:lnTo>
                  <a:pt x="85545" y="84192"/>
                </a:lnTo>
                <a:lnTo>
                  <a:pt x="45411" y="28183"/>
                </a:lnTo>
                <a:lnTo>
                  <a:pt x="41368" y="23681"/>
                </a:lnTo>
                <a:lnTo>
                  <a:pt x="20025" y="23681"/>
                </a:lnTo>
                <a:lnTo>
                  <a:pt x="19335" y="23185"/>
                </a:lnTo>
                <a:close/>
              </a:path>
              <a:path w="358139" h="353060">
                <a:moveTo>
                  <a:pt x="157029" y="273620"/>
                </a:moveTo>
                <a:lnTo>
                  <a:pt x="156387" y="273620"/>
                </a:lnTo>
                <a:lnTo>
                  <a:pt x="157965" y="274880"/>
                </a:lnTo>
                <a:lnTo>
                  <a:pt x="173341" y="286707"/>
                </a:lnTo>
                <a:lnTo>
                  <a:pt x="191113" y="300922"/>
                </a:lnTo>
                <a:lnTo>
                  <a:pt x="190226" y="299326"/>
                </a:lnTo>
                <a:lnTo>
                  <a:pt x="187101" y="293890"/>
                </a:lnTo>
                <a:lnTo>
                  <a:pt x="181367" y="290040"/>
                </a:lnTo>
                <a:lnTo>
                  <a:pt x="158603" y="274463"/>
                </a:lnTo>
                <a:lnTo>
                  <a:pt x="157335" y="273756"/>
                </a:lnTo>
                <a:lnTo>
                  <a:pt x="157029" y="273620"/>
                </a:lnTo>
                <a:close/>
              </a:path>
              <a:path w="358139" h="353060">
                <a:moveTo>
                  <a:pt x="149570" y="287665"/>
                </a:moveTo>
                <a:lnTo>
                  <a:pt x="150177" y="288080"/>
                </a:lnTo>
                <a:lnTo>
                  <a:pt x="150839" y="288375"/>
                </a:lnTo>
                <a:lnTo>
                  <a:pt x="149570" y="287665"/>
                </a:lnTo>
                <a:close/>
              </a:path>
              <a:path w="358139" h="353060">
                <a:moveTo>
                  <a:pt x="174538" y="287665"/>
                </a:moveTo>
                <a:lnTo>
                  <a:pt x="149570" y="287665"/>
                </a:lnTo>
                <a:lnTo>
                  <a:pt x="150839" y="288375"/>
                </a:lnTo>
                <a:lnTo>
                  <a:pt x="175425" y="288375"/>
                </a:lnTo>
                <a:lnTo>
                  <a:pt x="174538" y="287665"/>
                </a:lnTo>
                <a:close/>
              </a:path>
              <a:path w="358139" h="353060">
                <a:moveTo>
                  <a:pt x="156387" y="273620"/>
                </a:moveTo>
                <a:lnTo>
                  <a:pt x="148142" y="287174"/>
                </a:lnTo>
                <a:lnTo>
                  <a:pt x="150177" y="288080"/>
                </a:lnTo>
                <a:lnTo>
                  <a:pt x="149570" y="287665"/>
                </a:lnTo>
                <a:lnTo>
                  <a:pt x="174538" y="287665"/>
                </a:lnTo>
                <a:lnTo>
                  <a:pt x="173341" y="286707"/>
                </a:lnTo>
                <a:lnTo>
                  <a:pt x="157965" y="274880"/>
                </a:lnTo>
                <a:lnTo>
                  <a:pt x="156387" y="273620"/>
                </a:lnTo>
                <a:close/>
              </a:path>
              <a:path w="358139" h="353060">
                <a:moveTo>
                  <a:pt x="357654" y="176989"/>
                </a:moveTo>
                <a:lnTo>
                  <a:pt x="341757" y="176989"/>
                </a:lnTo>
                <a:lnTo>
                  <a:pt x="342202" y="179929"/>
                </a:lnTo>
                <a:lnTo>
                  <a:pt x="341650" y="179929"/>
                </a:lnTo>
                <a:lnTo>
                  <a:pt x="341435" y="185845"/>
                </a:lnTo>
                <a:lnTo>
                  <a:pt x="341409" y="186576"/>
                </a:lnTo>
                <a:lnTo>
                  <a:pt x="341575" y="185845"/>
                </a:lnTo>
                <a:lnTo>
                  <a:pt x="357443" y="185845"/>
                </a:lnTo>
                <a:lnTo>
                  <a:pt x="357657" y="179929"/>
                </a:lnTo>
                <a:lnTo>
                  <a:pt x="342202" y="179929"/>
                </a:lnTo>
                <a:lnTo>
                  <a:pt x="341702" y="178503"/>
                </a:lnTo>
                <a:lnTo>
                  <a:pt x="357708" y="178503"/>
                </a:lnTo>
                <a:lnTo>
                  <a:pt x="357654" y="176989"/>
                </a:lnTo>
                <a:close/>
              </a:path>
              <a:path w="358139" h="353060">
                <a:moveTo>
                  <a:pt x="341844" y="177570"/>
                </a:moveTo>
                <a:lnTo>
                  <a:pt x="341702" y="178503"/>
                </a:lnTo>
                <a:lnTo>
                  <a:pt x="342202" y="179929"/>
                </a:lnTo>
                <a:lnTo>
                  <a:pt x="341844" y="177570"/>
                </a:lnTo>
                <a:close/>
              </a:path>
              <a:path w="358139" h="353060">
                <a:moveTo>
                  <a:pt x="356685" y="172891"/>
                </a:moveTo>
                <a:lnTo>
                  <a:pt x="339732" y="172891"/>
                </a:lnTo>
                <a:lnTo>
                  <a:pt x="340727" y="174207"/>
                </a:lnTo>
                <a:lnTo>
                  <a:pt x="341522" y="174484"/>
                </a:lnTo>
                <a:lnTo>
                  <a:pt x="340936" y="174484"/>
                </a:lnTo>
                <a:lnTo>
                  <a:pt x="342673" y="176782"/>
                </a:lnTo>
                <a:lnTo>
                  <a:pt x="341098" y="176782"/>
                </a:lnTo>
                <a:lnTo>
                  <a:pt x="341702" y="178503"/>
                </a:lnTo>
                <a:lnTo>
                  <a:pt x="341757" y="176989"/>
                </a:lnTo>
                <a:lnTo>
                  <a:pt x="357654" y="176989"/>
                </a:lnTo>
                <a:lnTo>
                  <a:pt x="357623" y="176782"/>
                </a:lnTo>
                <a:lnTo>
                  <a:pt x="342673" y="176782"/>
                </a:lnTo>
                <a:lnTo>
                  <a:pt x="340580" y="175307"/>
                </a:lnTo>
                <a:lnTo>
                  <a:pt x="357399" y="175307"/>
                </a:lnTo>
                <a:lnTo>
                  <a:pt x="357296" y="174630"/>
                </a:lnTo>
                <a:lnTo>
                  <a:pt x="357245" y="174484"/>
                </a:lnTo>
                <a:lnTo>
                  <a:pt x="341522" y="174484"/>
                </a:lnTo>
                <a:lnTo>
                  <a:pt x="340727" y="174207"/>
                </a:lnTo>
                <a:lnTo>
                  <a:pt x="357148" y="174207"/>
                </a:lnTo>
                <a:lnTo>
                  <a:pt x="356736" y="173036"/>
                </a:lnTo>
                <a:lnTo>
                  <a:pt x="356685" y="172891"/>
                </a:lnTo>
                <a:close/>
              </a:path>
              <a:path w="358139" h="353060">
                <a:moveTo>
                  <a:pt x="340228" y="174034"/>
                </a:moveTo>
                <a:lnTo>
                  <a:pt x="340342" y="174630"/>
                </a:lnTo>
                <a:lnTo>
                  <a:pt x="340580" y="175307"/>
                </a:lnTo>
                <a:lnTo>
                  <a:pt x="342673" y="176782"/>
                </a:lnTo>
                <a:lnTo>
                  <a:pt x="340727" y="174207"/>
                </a:lnTo>
                <a:lnTo>
                  <a:pt x="340228" y="174034"/>
                </a:lnTo>
                <a:close/>
              </a:path>
              <a:path w="358139" h="353060">
                <a:moveTo>
                  <a:pt x="337356" y="173036"/>
                </a:moveTo>
                <a:lnTo>
                  <a:pt x="340580" y="175307"/>
                </a:lnTo>
                <a:lnTo>
                  <a:pt x="340342" y="174630"/>
                </a:lnTo>
                <a:lnTo>
                  <a:pt x="340291" y="174484"/>
                </a:lnTo>
                <a:lnTo>
                  <a:pt x="340194" y="174207"/>
                </a:lnTo>
                <a:lnTo>
                  <a:pt x="340133" y="174034"/>
                </a:lnTo>
                <a:lnTo>
                  <a:pt x="339311" y="173715"/>
                </a:lnTo>
                <a:lnTo>
                  <a:pt x="337356" y="173036"/>
                </a:lnTo>
                <a:close/>
              </a:path>
              <a:path w="358139" h="353060">
                <a:moveTo>
                  <a:pt x="335886" y="158153"/>
                </a:moveTo>
                <a:lnTo>
                  <a:pt x="332150" y="158153"/>
                </a:lnTo>
                <a:lnTo>
                  <a:pt x="330150" y="158855"/>
                </a:lnTo>
                <a:lnTo>
                  <a:pt x="325903" y="167697"/>
                </a:lnTo>
                <a:lnTo>
                  <a:pt x="326607" y="169698"/>
                </a:lnTo>
                <a:lnTo>
                  <a:pt x="332533" y="174034"/>
                </a:lnTo>
                <a:lnTo>
                  <a:pt x="333361" y="174034"/>
                </a:lnTo>
                <a:lnTo>
                  <a:pt x="341522" y="174484"/>
                </a:lnTo>
                <a:lnTo>
                  <a:pt x="339411" y="174484"/>
                </a:lnTo>
                <a:lnTo>
                  <a:pt x="337356" y="173036"/>
                </a:lnTo>
                <a:lnTo>
                  <a:pt x="339783" y="173036"/>
                </a:lnTo>
                <a:lnTo>
                  <a:pt x="339732" y="172891"/>
                </a:lnTo>
                <a:lnTo>
                  <a:pt x="356685" y="172891"/>
                </a:lnTo>
                <a:lnTo>
                  <a:pt x="354548" y="166806"/>
                </a:lnTo>
                <a:lnTo>
                  <a:pt x="343150" y="158553"/>
                </a:lnTo>
                <a:lnTo>
                  <a:pt x="335886" y="158153"/>
                </a:lnTo>
                <a:close/>
              </a:path>
              <a:path w="358139" h="353060">
                <a:moveTo>
                  <a:pt x="339842" y="173036"/>
                </a:moveTo>
                <a:lnTo>
                  <a:pt x="340021" y="173715"/>
                </a:lnTo>
                <a:lnTo>
                  <a:pt x="340228" y="174034"/>
                </a:lnTo>
                <a:lnTo>
                  <a:pt x="340727" y="174207"/>
                </a:lnTo>
                <a:lnTo>
                  <a:pt x="339842" y="173036"/>
                </a:lnTo>
                <a:close/>
              </a:path>
              <a:path w="358139" h="353060">
                <a:moveTo>
                  <a:pt x="339783" y="173036"/>
                </a:moveTo>
                <a:lnTo>
                  <a:pt x="337356" y="173036"/>
                </a:lnTo>
                <a:lnTo>
                  <a:pt x="340228" y="174034"/>
                </a:lnTo>
                <a:lnTo>
                  <a:pt x="340021" y="173715"/>
                </a:lnTo>
                <a:lnTo>
                  <a:pt x="339783" y="173036"/>
                </a:lnTo>
                <a:close/>
              </a:path>
              <a:path w="358139" h="353060">
                <a:moveTo>
                  <a:pt x="18765" y="22556"/>
                </a:moveTo>
                <a:lnTo>
                  <a:pt x="19335" y="23185"/>
                </a:lnTo>
                <a:lnTo>
                  <a:pt x="20025" y="23681"/>
                </a:lnTo>
                <a:lnTo>
                  <a:pt x="18765" y="22556"/>
                </a:lnTo>
                <a:close/>
              </a:path>
              <a:path w="358139" h="353060">
                <a:moveTo>
                  <a:pt x="40349" y="22556"/>
                </a:moveTo>
                <a:lnTo>
                  <a:pt x="18765" y="22556"/>
                </a:lnTo>
                <a:lnTo>
                  <a:pt x="20025" y="23681"/>
                </a:lnTo>
                <a:lnTo>
                  <a:pt x="41368" y="23681"/>
                </a:lnTo>
                <a:lnTo>
                  <a:pt x="40349" y="22556"/>
                </a:lnTo>
                <a:close/>
              </a:path>
              <a:path w="358139" h="353060">
                <a:moveTo>
                  <a:pt x="11431" y="17503"/>
                </a:moveTo>
                <a:lnTo>
                  <a:pt x="19335" y="23185"/>
                </a:lnTo>
                <a:lnTo>
                  <a:pt x="18765" y="22556"/>
                </a:lnTo>
                <a:lnTo>
                  <a:pt x="40349" y="22556"/>
                </a:lnTo>
                <a:lnTo>
                  <a:pt x="36119" y="17886"/>
                </a:lnTo>
                <a:lnTo>
                  <a:pt x="12579" y="17886"/>
                </a:lnTo>
                <a:lnTo>
                  <a:pt x="11431" y="17503"/>
                </a:lnTo>
                <a:close/>
              </a:path>
              <a:path w="358139" h="353060">
                <a:moveTo>
                  <a:pt x="10440" y="16791"/>
                </a:moveTo>
                <a:lnTo>
                  <a:pt x="11431" y="17503"/>
                </a:lnTo>
                <a:lnTo>
                  <a:pt x="12579" y="17886"/>
                </a:lnTo>
                <a:lnTo>
                  <a:pt x="10440" y="16791"/>
                </a:lnTo>
                <a:close/>
              </a:path>
              <a:path w="358139" h="353060">
                <a:moveTo>
                  <a:pt x="35127" y="16791"/>
                </a:moveTo>
                <a:lnTo>
                  <a:pt x="10440" y="16791"/>
                </a:lnTo>
                <a:lnTo>
                  <a:pt x="12579" y="17886"/>
                </a:lnTo>
                <a:lnTo>
                  <a:pt x="36119" y="17886"/>
                </a:lnTo>
                <a:lnTo>
                  <a:pt x="35127" y="16791"/>
                </a:lnTo>
                <a:close/>
              </a:path>
              <a:path w="358139" h="353060">
                <a:moveTo>
                  <a:pt x="9504" y="0"/>
                </a:moveTo>
                <a:lnTo>
                  <a:pt x="6296" y="0"/>
                </a:lnTo>
                <a:lnTo>
                  <a:pt x="5293" y="274"/>
                </a:lnTo>
                <a:lnTo>
                  <a:pt x="0" y="6377"/>
                </a:lnTo>
                <a:lnTo>
                  <a:pt x="20" y="9526"/>
                </a:lnTo>
                <a:lnTo>
                  <a:pt x="11431" y="17503"/>
                </a:lnTo>
                <a:lnTo>
                  <a:pt x="10440" y="16791"/>
                </a:lnTo>
                <a:lnTo>
                  <a:pt x="35127" y="16791"/>
                </a:lnTo>
                <a:lnTo>
                  <a:pt x="30622" y="11818"/>
                </a:lnTo>
                <a:lnTo>
                  <a:pt x="29362" y="10693"/>
                </a:lnTo>
                <a:lnTo>
                  <a:pt x="19777" y="3803"/>
                </a:lnTo>
                <a:lnTo>
                  <a:pt x="17639" y="2708"/>
                </a:lnTo>
                <a:lnTo>
                  <a:pt x="950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361763" y="4597241"/>
            <a:ext cx="124460" cy="26034"/>
          </a:xfrm>
          <a:custGeom>
            <a:avLst/>
            <a:gdLst/>
            <a:ahLst/>
            <a:cxnLst/>
            <a:rect l="l" t="t" r="r" b="b"/>
            <a:pathLst>
              <a:path w="124460" h="26035">
                <a:moveTo>
                  <a:pt x="123918" y="17980"/>
                </a:moveTo>
                <a:lnTo>
                  <a:pt x="82258" y="17980"/>
                </a:lnTo>
                <a:lnTo>
                  <a:pt x="115250" y="25591"/>
                </a:lnTo>
                <a:lnTo>
                  <a:pt x="116152" y="25591"/>
                </a:lnTo>
                <a:lnTo>
                  <a:pt x="118244" y="25241"/>
                </a:lnTo>
                <a:lnTo>
                  <a:pt x="123918" y="17980"/>
                </a:lnTo>
                <a:close/>
              </a:path>
              <a:path w="124460" h="26035">
                <a:moveTo>
                  <a:pt x="65294" y="0"/>
                </a:moveTo>
                <a:lnTo>
                  <a:pt x="27463" y="0"/>
                </a:lnTo>
                <a:lnTo>
                  <a:pt x="13376" y="1172"/>
                </a:lnTo>
                <a:lnTo>
                  <a:pt x="0" y="9829"/>
                </a:lnTo>
                <a:lnTo>
                  <a:pt x="1" y="10869"/>
                </a:lnTo>
                <a:lnTo>
                  <a:pt x="306" y="12392"/>
                </a:lnTo>
                <a:lnTo>
                  <a:pt x="417" y="12948"/>
                </a:lnTo>
                <a:lnTo>
                  <a:pt x="7538" y="18392"/>
                </a:lnTo>
                <a:lnTo>
                  <a:pt x="8572" y="18392"/>
                </a:lnTo>
                <a:lnTo>
                  <a:pt x="14974" y="17113"/>
                </a:lnTo>
                <a:lnTo>
                  <a:pt x="14705" y="17113"/>
                </a:lnTo>
                <a:lnTo>
                  <a:pt x="28746" y="15943"/>
                </a:lnTo>
                <a:lnTo>
                  <a:pt x="123720" y="15943"/>
                </a:lnTo>
                <a:lnTo>
                  <a:pt x="123675" y="15671"/>
                </a:lnTo>
                <a:lnTo>
                  <a:pt x="86526" y="2548"/>
                </a:lnTo>
                <a:lnTo>
                  <a:pt x="85662" y="2397"/>
                </a:lnTo>
                <a:lnTo>
                  <a:pt x="65294" y="0"/>
                </a:lnTo>
                <a:close/>
              </a:path>
              <a:path w="124460" h="26035">
                <a:moveTo>
                  <a:pt x="123720" y="15943"/>
                </a:moveTo>
                <a:lnTo>
                  <a:pt x="63901" y="15943"/>
                </a:lnTo>
                <a:lnTo>
                  <a:pt x="84710" y="18392"/>
                </a:lnTo>
                <a:lnTo>
                  <a:pt x="84420" y="18392"/>
                </a:lnTo>
                <a:lnTo>
                  <a:pt x="82029" y="17980"/>
                </a:lnTo>
                <a:lnTo>
                  <a:pt x="123918" y="17980"/>
                </a:lnTo>
                <a:lnTo>
                  <a:pt x="123798" y="16407"/>
                </a:lnTo>
                <a:lnTo>
                  <a:pt x="123720" y="1594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584621" y="4611650"/>
            <a:ext cx="135890" cy="20955"/>
          </a:xfrm>
          <a:custGeom>
            <a:avLst/>
            <a:gdLst/>
            <a:ahLst/>
            <a:cxnLst/>
            <a:rect l="l" t="t" r="r" b="b"/>
            <a:pathLst>
              <a:path w="135889" h="20954">
                <a:moveTo>
                  <a:pt x="96668" y="0"/>
                </a:moveTo>
                <a:lnTo>
                  <a:pt x="40824" y="0"/>
                </a:lnTo>
                <a:lnTo>
                  <a:pt x="27978" y="610"/>
                </a:lnTo>
                <a:lnTo>
                  <a:pt x="28953" y="610"/>
                </a:lnTo>
                <a:lnTo>
                  <a:pt x="17084" y="2501"/>
                </a:lnTo>
                <a:lnTo>
                  <a:pt x="0" y="13404"/>
                </a:lnTo>
                <a:lnTo>
                  <a:pt x="337" y="14926"/>
                </a:lnTo>
                <a:lnTo>
                  <a:pt x="459" y="15474"/>
                </a:lnTo>
                <a:lnTo>
                  <a:pt x="5903" y="20513"/>
                </a:lnTo>
                <a:lnTo>
                  <a:pt x="6264" y="20513"/>
                </a:lnTo>
                <a:lnTo>
                  <a:pt x="7732" y="20770"/>
                </a:lnTo>
                <a:lnTo>
                  <a:pt x="8604" y="20770"/>
                </a:lnTo>
                <a:lnTo>
                  <a:pt x="20136" y="18209"/>
                </a:lnTo>
                <a:lnTo>
                  <a:pt x="30877" y="16501"/>
                </a:lnTo>
                <a:lnTo>
                  <a:pt x="30581" y="16501"/>
                </a:lnTo>
                <a:lnTo>
                  <a:pt x="42973" y="15911"/>
                </a:lnTo>
                <a:lnTo>
                  <a:pt x="135246" y="15911"/>
                </a:lnTo>
                <a:lnTo>
                  <a:pt x="135599" y="14926"/>
                </a:lnTo>
                <a:lnTo>
                  <a:pt x="135824" y="13404"/>
                </a:lnTo>
                <a:lnTo>
                  <a:pt x="135859" y="11789"/>
                </a:lnTo>
                <a:lnTo>
                  <a:pt x="135343" y="9732"/>
                </a:lnTo>
                <a:lnTo>
                  <a:pt x="130065" y="4950"/>
                </a:lnTo>
                <a:lnTo>
                  <a:pt x="96668" y="0"/>
                </a:lnTo>
                <a:close/>
              </a:path>
              <a:path w="135889" h="20954">
                <a:moveTo>
                  <a:pt x="135244" y="15911"/>
                </a:moveTo>
                <a:lnTo>
                  <a:pt x="94907" y="15911"/>
                </a:lnTo>
                <a:lnTo>
                  <a:pt x="127721" y="20770"/>
                </a:lnTo>
                <a:lnTo>
                  <a:pt x="128557" y="20770"/>
                </a:lnTo>
                <a:lnTo>
                  <a:pt x="130817" y="20204"/>
                </a:lnTo>
                <a:lnTo>
                  <a:pt x="131757" y="19758"/>
                </a:lnTo>
                <a:lnTo>
                  <a:pt x="133460" y="18495"/>
                </a:lnTo>
                <a:lnTo>
                  <a:pt x="134158" y="17724"/>
                </a:lnTo>
                <a:lnTo>
                  <a:pt x="135244" y="1591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014395" y="4398271"/>
            <a:ext cx="140522" cy="236471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4046382" y="4549280"/>
            <a:ext cx="123825" cy="27940"/>
          </a:xfrm>
          <a:custGeom>
            <a:avLst/>
            <a:gdLst/>
            <a:ahLst/>
            <a:cxnLst/>
            <a:rect l="l" t="t" r="r" b="b"/>
            <a:pathLst>
              <a:path w="123825" h="27939">
                <a:moveTo>
                  <a:pt x="86100" y="9575"/>
                </a:moveTo>
                <a:lnTo>
                  <a:pt x="49524" y="9575"/>
                </a:lnTo>
                <a:lnTo>
                  <a:pt x="21652" y="10793"/>
                </a:lnTo>
                <a:lnTo>
                  <a:pt x="5930" y="12106"/>
                </a:lnTo>
                <a:lnTo>
                  <a:pt x="6135" y="12106"/>
                </a:lnTo>
                <a:lnTo>
                  <a:pt x="5219" y="12369"/>
                </a:lnTo>
                <a:lnTo>
                  <a:pt x="0" y="18536"/>
                </a:lnTo>
                <a:lnTo>
                  <a:pt x="58" y="21683"/>
                </a:lnTo>
                <a:lnTo>
                  <a:pt x="6613" y="27933"/>
                </a:lnTo>
                <a:lnTo>
                  <a:pt x="8604" y="27933"/>
                </a:lnTo>
                <a:lnTo>
                  <a:pt x="22721" y="26756"/>
                </a:lnTo>
                <a:lnTo>
                  <a:pt x="50073" y="25565"/>
                </a:lnTo>
                <a:lnTo>
                  <a:pt x="87012" y="25565"/>
                </a:lnTo>
                <a:lnTo>
                  <a:pt x="88690" y="25382"/>
                </a:lnTo>
                <a:lnTo>
                  <a:pt x="123619" y="9758"/>
                </a:lnTo>
                <a:lnTo>
                  <a:pt x="85277" y="9758"/>
                </a:lnTo>
                <a:lnTo>
                  <a:pt x="86100" y="9575"/>
                </a:lnTo>
                <a:close/>
              </a:path>
              <a:path w="123825" h="27939">
                <a:moveTo>
                  <a:pt x="95424" y="7503"/>
                </a:moveTo>
                <a:lnTo>
                  <a:pt x="85277" y="9758"/>
                </a:lnTo>
                <a:lnTo>
                  <a:pt x="86954" y="9575"/>
                </a:lnTo>
                <a:lnTo>
                  <a:pt x="123658" y="9575"/>
                </a:lnTo>
                <a:lnTo>
                  <a:pt x="123767" y="7743"/>
                </a:lnTo>
                <a:lnTo>
                  <a:pt x="94825" y="7743"/>
                </a:lnTo>
                <a:lnTo>
                  <a:pt x="95424" y="7503"/>
                </a:lnTo>
                <a:close/>
              </a:path>
              <a:path w="123825" h="27939">
                <a:moveTo>
                  <a:pt x="123658" y="9575"/>
                </a:moveTo>
                <a:lnTo>
                  <a:pt x="86954" y="9575"/>
                </a:lnTo>
                <a:lnTo>
                  <a:pt x="85277" y="9758"/>
                </a:lnTo>
                <a:lnTo>
                  <a:pt x="123619" y="9758"/>
                </a:lnTo>
                <a:lnTo>
                  <a:pt x="123658" y="9575"/>
                </a:lnTo>
                <a:close/>
              </a:path>
              <a:path w="123825" h="27939">
                <a:moveTo>
                  <a:pt x="96061" y="7362"/>
                </a:moveTo>
                <a:lnTo>
                  <a:pt x="95424" y="7503"/>
                </a:lnTo>
                <a:lnTo>
                  <a:pt x="94825" y="7743"/>
                </a:lnTo>
                <a:lnTo>
                  <a:pt x="96061" y="7362"/>
                </a:lnTo>
                <a:close/>
              </a:path>
              <a:path w="123825" h="27939">
                <a:moveTo>
                  <a:pt x="123772" y="7362"/>
                </a:moveTo>
                <a:lnTo>
                  <a:pt x="96061" y="7362"/>
                </a:lnTo>
                <a:lnTo>
                  <a:pt x="94825" y="7743"/>
                </a:lnTo>
                <a:lnTo>
                  <a:pt x="123767" y="7743"/>
                </a:lnTo>
                <a:lnTo>
                  <a:pt x="123772" y="7362"/>
                </a:lnTo>
                <a:close/>
              </a:path>
              <a:path w="123825" h="27939">
                <a:moveTo>
                  <a:pt x="116925" y="0"/>
                </a:moveTo>
                <a:lnTo>
                  <a:pt x="114661" y="0"/>
                </a:lnTo>
                <a:lnTo>
                  <a:pt x="113509" y="214"/>
                </a:lnTo>
                <a:lnTo>
                  <a:pt x="113654" y="214"/>
                </a:lnTo>
                <a:lnTo>
                  <a:pt x="95424" y="7503"/>
                </a:lnTo>
                <a:lnTo>
                  <a:pt x="96061" y="7362"/>
                </a:lnTo>
                <a:lnTo>
                  <a:pt x="123772" y="7362"/>
                </a:lnTo>
                <a:lnTo>
                  <a:pt x="123776" y="7019"/>
                </a:lnTo>
                <a:lnTo>
                  <a:pt x="117942" y="214"/>
                </a:lnTo>
                <a:lnTo>
                  <a:pt x="11692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71512" y="4532545"/>
            <a:ext cx="135890" cy="30480"/>
          </a:xfrm>
          <a:custGeom>
            <a:avLst/>
            <a:gdLst/>
            <a:ahLst/>
            <a:cxnLst/>
            <a:rect l="l" t="t" r="r" b="b"/>
            <a:pathLst>
              <a:path w="135889" h="30479">
                <a:moveTo>
                  <a:pt x="107733" y="22769"/>
                </a:moveTo>
                <a:lnTo>
                  <a:pt x="125827" y="30128"/>
                </a:lnTo>
                <a:lnTo>
                  <a:pt x="126848" y="30325"/>
                </a:lnTo>
                <a:lnTo>
                  <a:pt x="128901" y="30325"/>
                </a:lnTo>
                <a:lnTo>
                  <a:pt x="135860" y="23331"/>
                </a:lnTo>
                <a:lnTo>
                  <a:pt x="135858" y="22906"/>
                </a:lnTo>
                <a:lnTo>
                  <a:pt x="108301" y="22906"/>
                </a:lnTo>
                <a:lnTo>
                  <a:pt x="107733" y="22769"/>
                </a:lnTo>
                <a:close/>
              </a:path>
              <a:path w="135889" h="30479">
                <a:moveTo>
                  <a:pt x="107172" y="22541"/>
                </a:moveTo>
                <a:lnTo>
                  <a:pt x="107733" y="22769"/>
                </a:lnTo>
                <a:lnTo>
                  <a:pt x="108301" y="22906"/>
                </a:lnTo>
                <a:lnTo>
                  <a:pt x="107172" y="22541"/>
                </a:lnTo>
                <a:close/>
              </a:path>
              <a:path w="135889" h="30479">
                <a:moveTo>
                  <a:pt x="135856" y="22541"/>
                </a:moveTo>
                <a:lnTo>
                  <a:pt x="107172" y="22541"/>
                </a:lnTo>
                <a:lnTo>
                  <a:pt x="108301" y="22906"/>
                </a:lnTo>
                <a:lnTo>
                  <a:pt x="135858" y="22906"/>
                </a:lnTo>
                <a:lnTo>
                  <a:pt x="135856" y="22541"/>
                </a:lnTo>
                <a:close/>
              </a:path>
              <a:path w="135889" h="30479">
                <a:moveTo>
                  <a:pt x="135676" y="20375"/>
                </a:moveTo>
                <a:lnTo>
                  <a:pt x="97862" y="20375"/>
                </a:lnTo>
                <a:lnTo>
                  <a:pt x="107733" y="22769"/>
                </a:lnTo>
                <a:lnTo>
                  <a:pt x="107172" y="22541"/>
                </a:lnTo>
                <a:lnTo>
                  <a:pt x="135856" y="22541"/>
                </a:lnTo>
                <a:lnTo>
                  <a:pt x="135760" y="20787"/>
                </a:lnTo>
                <a:lnTo>
                  <a:pt x="135676" y="20375"/>
                </a:lnTo>
                <a:close/>
              </a:path>
              <a:path w="135889" h="30479">
                <a:moveTo>
                  <a:pt x="41557" y="0"/>
                </a:moveTo>
                <a:lnTo>
                  <a:pt x="39462" y="0"/>
                </a:lnTo>
                <a:lnTo>
                  <a:pt x="18221" y="2499"/>
                </a:lnTo>
                <a:lnTo>
                  <a:pt x="18461" y="2499"/>
                </a:lnTo>
                <a:lnTo>
                  <a:pt x="5441" y="5104"/>
                </a:lnTo>
                <a:lnTo>
                  <a:pt x="0" y="12226"/>
                </a:lnTo>
                <a:lnTo>
                  <a:pt x="0" y="13266"/>
                </a:lnTo>
                <a:lnTo>
                  <a:pt x="7537" y="20787"/>
                </a:lnTo>
                <a:lnTo>
                  <a:pt x="8571" y="20787"/>
                </a:lnTo>
                <a:lnTo>
                  <a:pt x="21103" y="18284"/>
                </a:lnTo>
                <a:lnTo>
                  <a:pt x="20965" y="18284"/>
                </a:lnTo>
                <a:lnTo>
                  <a:pt x="40620" y="15971"/>
                </a:lnTo>
                <a:lnTo>
                  <a:pt x="132848" y="15971"/>
                </a:lnTo>
                <a:lnTo>
                  <a:pt x="131898" y="15345"/>
                </a:lnTo>
                <a:lnTo>
                  <a:pt x="84400" y="3583"/>
                </a:lnTo>
                <a:lnTo>
                  <a:pt x="61235" y="1159"/>
                </a:lnTo>
                <a:lnTo>
                  <a:pt x="41557" y="0"/>
                </a:lnTo>
                <a:close/>
              </a:path>
              <a:path w="135889" h="30479">
                <a:moveTo>
                  <a:pt x="132806" y="15971"/>
                </a:moveTo>
                <a:lnTo>
                  <a:pt x="40620" y="15971"/>
                </a:lnTo>
                <a:lnTo>
                  <a:pt x="60217" y="17127"/>
                </a:lnTo>
                <a:lnTo>
                  <a:pt x="82958" y="19518"/>
                </a:lnTo>
                <a:lnTo>
                  <a:pt x="100746" y="20787"/>
                </a:lnTo>
                <a:lnTo>
                  <a:pt x="100197" y="20787"/>
                </a:lnTo>
                <a:lnTo>
                  <a:pt x="97551" y="20375"/>
                </a:lnTo>
                <a:lnTo>
                  <a:pt x="135676" y="20375"/>
                </a:lnTo>
                <a:lnTo>
                  <a:pt x="135638" y="20191"/>
                </a:lnTo>
                <a:lnTo>
                  <a:pt x="134833" y="18284"/>
                </a:lnTo>
                <a:lnTo>
                  <a:pt x="134231" y="17377"/>
                </a:lnTo>
                <a:lnTo>
                  <a:pt x="132806" y="1597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39860" y="4376849"/>
            <a:ext cx="709651" cy="55738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4520802" y="4520530"/>
            <a:ext cx="140970" cy="26034"/>
          </a:xfrm>
          <a:custGeom>
            <a:avLst/>
            <a:gdLst/>
            <a:ahLst/>
            <a:cxnLst/>
            <a:rect l="l" t="t" r="r" b="b"/>
            <a:pathLst>
              <a:path w="140970" h="26035">
                <a:moveTo>
                  <a:pt x="140402" y="15976"/>
                </a:moveTo>
                <a:lnTo>
                  <a:pt x="50877" y="15976"/>
                </a:lnTo>
                <a:lnTo>
                  <a:pt x="73541" y="17235"/>
                </a:lnTo>
                <a:lnTo>
                  <a:pt x="72854" y="17235"/>
                </a:lnTo>
                <a:lnTo>
                  <a:pt x="95717" y="19530"/>
                </a:lnTo>
                <a:lnTo>
                  <a:pt x="132293" y="25624"/>
                </a:lnTo>
                <a:lnTo>
                  <a:pt x="133196" y="25624"/>
                </a:lnTo>
                <a:lnTo>
                  <a:pt x="140591" y="16791"/>
                </a:lnTo>
                <a:lnTo>
                  <a:pt x="140402" y="15976"/>
                </a:lnTo>
                <a:close/>
              </a:path>
              <a:path w="140970" h="26035">
                <a:moveTo>
                  <a:pt x="51651" y="0"/>
                </a:moveTo>
                <a:lnTo>
                  <a:pt x="36145" y="0"/>
                </a:lnTo>
                <a:lnTo>
                  <a:pt x="19146" y="1217"/>
                </a:lnTo>
                <a:lnTo>
                  <a:pt x="0" y="9080"/>
                </a:lnTo>
                <a:lnTo>
                  <a:pt x="110" y="12225"/>
                </a:lnTo>
                <a:lnTo>
                  <a:pt x="4839" y="17832"/>
                </a:lnTo>
                <a:lnTo>
                  <a:pt x="4994" y="17832"/>
                </a:lnTo>
                <a:lnTo>
                  <a:pt x="6667" y="18336"/>
                </a:lnTo>
                <a:lnTo>
                  <a:pt x="8732" y="18336"/>
                </a:lnTo>
                <a:lnTo>
                  <a:pt x="19748" y="17235"/>
                </a:lnTo>
                <a:lnTo>
                  <a:pt x="19394" y="17235"/>
                </a:lnTo>
                <a:lnTo>
                  <a:pt x="36984" y="15976"/>
                </a:lnTo>
                <a:lnTo>
                  <a:pt x="140402" y="15976"/>
                </a:lnTo>
                <a:lnTo>
                  <a:pt x="140197" y="15088"/>
                </a:lnTo>
                <a:lnTo>
                  <a:pt x="140114" y="14726"/>
                </a:lnTo>
                <a:lnTo>
                  <a:pt x="97934" y="3683"/>
                </a:lnTo>
                <a:lnTo>
                  <a:pt x="98104" y="3683"/>
                </a:lnTo>
                <a:lnTo>
                  <a:pt x="73382" y="1217"/>
                </a:lnTo>
                <a:lnTo>
                  <a:pt x="73606" y="1217"/>
                </a:lnTo>
                <a:lnTo>
                  <a:pt x="5165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828220" y="4326399"/>
            <a:ext cx="143043" cy="25329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868212" y="4228181"/>
            <a:ext cx="641461" cy="313115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558325" y="4703936"/>
            <a:ext cx="196215" cy="266700"/>
          </a:xfrm>
          <a:custGeom>
            <a:avLst/>
            <a:gdLst/>
            <a:ahLst/>
            <a:cxnLst/>
            <a:rect l="l" t="t" r="r" b="b"/>
            <a:pathLst>
              <a:path w="196214" h="266700">
                <a:moveTo>
                  <a:pt x="135237" y="56357"/>
                </a:moveTo>
                <a:lnTo>
                  <a:pt x="131959" y="59331"/>
                </a:lnTo>
                <a:lnTo>
                  <a:pt x="131409" y="59787"/>
                </a:lnTo>
                <a:lnTo>
                  <a:pt x="121422" y="67336"/>
                </a:lnTo>
                <a:lnTo>
                  <a:pt x="139113" y="165216"/>
                </a:lnTo>
                <a:lnTo>
                  <a:pt x="148697" y="212542"/>
                </a:lnTo>
                <a:lnTo>
                  <a:pt x="170149" y="252901"/>
                </a:lnTo>
                <a:lnTo>
                  <a:pt x="186364" y="266312"/>
                </a:lnTo>
                <a:lnTo>
                  <a:pt x="188718" y="266312"/>
                </a:lnTo>
                <a:lnTo>
                  <a:pt x="195633" y="256891"/>
                </a:lnTo>
                <a:lnTo>
                  <a:pt x="195389" y="255880"/>
                </a:lnTo>
                <a:lnTo>
                  <a:pt x="194497" y="253956"/>
                </a:lnTo>
                <a:lnTo>
                  <a:pt x="193884" y="253116"/>
                </a:lnTo>
                <a:lnTo>
                  <a:pt x="181724" y="241913"/>
                </a:lnTo>
                <a:lnTo>
                  <a:pt x="180744" y="240620"/>
                </a:lnTo>
                <a:lnTo>
                  <a:pt x="173507" y="231891"/>
                </a:lnTo>
                <a:lnTo>
                  <a:pt x="173253" y="231891"/>
                </a:lnTo>
                <a:lnTo>
                  <a:pt x="172850" y="231098"/>
                </a:lnTo>
                <a:lnTo>
                  <a:pt x="172279" y="230409"/>
                </a:lnTo>
                <a:lnTo>
                  <a:pt x="172500" y="230409"/>
                </a:lnTo>
                <a:lnTo>
                  <a:pt x="168461" y="222460"/>
                </a:lnTo>
                <a:lnTo>
                  <a:pt x="165693" y="213372"/>
                </a:lnTo>
                <a:lnTo>
                  <a:pt x="164162" y="208539"/>
                </a:lnTo>
                <a:lnTo>
                  <a:pt x="154826" y="162209"/>
                </a:lnTo>
                <a:lnTo>
                  <a:pt x="136938" y="63246"/>
                </a:lnTo>
                <a:lnTo>
                  <a:pt x="136852" y="62768"/>
                </a:lnTo>
                <a:lnTo>
                  <a:pt x="136731" y="62213"/>
                </a:lnTo>
                <a:lnTo>
                  <a:pt x="135237" y="56357"/>
                </a:lnTo>
                <a:close/>
              </a:path>
              <a:path w="196214" h="266700">
                <a:moveTo>
                  <a:pt x="172850" y="231098"/>
                </a:moveTo>
                <a:lnTo>
                  <a:pt x="173253" y="231891"/>
                </a:lnTo>
                <a:lnTo>
                  <a:pt x="173507" y="231891"/>
                </a:lnTo>
                <a:lnTo>
                  <a:pt x="172850" y="231098"/>
                </a:lnTo>
                <a:close/>
              </a:path>
              <a:path w="196214" h="266700">
                <a:moveTo>
                  <a:pt x="172500" y="230409"/>
                </a:moveTo>
                <a:lnTo>
                  <a:pt x="172279" y="230409"/>
                </a:lnTo>
                <a:lnTo>
                  <a:pt x="172850" y="231098"/>
                </a:lnTo>
                <a:lnTo>
                  <a:pt x="172500" y="230409"/>
                </a:lnTo>
                <a:close/>
              </a:path>
              <a:path w="196214" h="266700">
                <a:moveTo>
                  <a:pt x="85792" y="0"/>
                </a:moveTo>
                <a:lnTo>
                  <a:pt x="82690" y="0"/>
                </a:lnTo>
                <a:lnTo>
                  <a:pt x="70559" y="2095"/>
                </a:lnTo>
                <a:lnTo>
                  <a:pt x="30215" y="21220"/>
                </a:lnTo>
                <a:lnTo>
                  <a:pt x="3520" y="51617"/>
                </a:lnTo>
                <a:lnTo>
                  <a:pt x="750" y="61459"/>
                </a:lnTo>
                <a:lnTo>
                  <a:pt x="681" y="61841"/>
                </a:lnTo>
                <a:lnTo>
                  <a:pt x="43" y="69071"/>
                </a:lnTo>
                <a:lnTo>
                  <a:pt x="0" y="70882"/>
                </a:lnTo>
                <a:lnTo>
                  <a:pt x="479" y="81191"/>
                </a:lnTo>
                <a:lnTo>
                  <a:pt x="18418" y="103190"/>
                </a:lnTo>
                <a:lnTo>
                  <a:pt x="21490" y="103190"/>
                </a:lnTo>
                <a:lnTo>
                  <a:pt x="35268" y="100492"/>
                </a:lnTo>
                <a:lnTo>
                  <a:pt x="35833" y="100355"/>
                </a:lnTo>
                <a:lnTo>
                  <a:pt x="63407" y="92081"/>
                </a:lnTo>
                <a:lnTo>
                  <a:pt x="72818" y="88682"/>
                </a:lnTo>
                <a:lnTo>
                  <a:pt x="18148" y="88682"/>
                </a:lnTo>
                <a:lnTo>
                  <a:pt x="18101" y="88487"/>
                </a:lnTo>
                <a:lnTo>
                  <a:pt x="17361" y="87276"/>
                </a:lnTo>
                <a:lnTo>
                  <a:pt x="15533" y="86297"/>
                </a:lnTo>
                <a:lnTo>
                  <a:pt x="16813" y="86297"/>
                </a:lnTo>
                <a:lnTo>
                  <a:pt x="16077" y="84983"/>
                </a:lnTo>
                <a:lnTo>
                  <a:pt x="17260" y="84983"/>
                </a:lnTo>
                <a:lnTo>
                  <a:pt x="16710" y="82689"/>
                </a:lnTo>
                <a:lnTo>
                  <a:pt x="16563" y="82689"/>
                </a:lnTo>
                <a:lnTo>
                  <a:pt x="16527" y="81927"/>
                </a:lnTo>
                <a:lnTo>
                  <a:pt x="16351" y="81191"/>
                </a:lnTo>
                <a:lnTo>
                  <a:pt x="16493" y="81191"/>
                </a:lnTo>
                <a:lnTo>
                  <a:pt x="16014" y="70882"/>
                </a:lnTo>
                <a:lnTo>
                  <a:pt x="16101" y="69071"/>
                </a:lnTo>
                <a:lnTo>
                  <a:pt x="16255" y="67336"/>
                </a:lnTo>
                <a:lnTo>
                  <a:pt x="16358" y="66165"/>
                </a:lnTo>
                <a:lnTo>
                  <a:pt x="16407" y="65610"/>
                </a:lnTo>
                <a:lnTo>
                  <a:pt x="16491" y="64665"/>
                </a:lnTo>
                <a:lnTo>
                  <a:pt x="16359" y="64665"/>
                </a:lnTo>
                <a:lnTo>
                  <a:pt x="16552" y="63965"/>
                </a:lnTo>
                <a:lnTo>
                  <a:pt x="16616" y="63246"/>
                </a:lnTo>
                <a:lnTo>
                  <a:pt x="16751" y="63246"/>
                </a:lnTo>
                <a:lnTo>
                  <a:pt x="18016" y="58656"/>
                </a:lnTo>
                <a:lnTo>
                  <a:pt x="17885" y="58656"/>
                </a:lnTo>
                <a:lnTo>
                  <a:pt x="18193" y="58012"/>
                </a:lnTo>
                <a:lnTo>
                  <a:pt x="18381" y="57329"/>
                </a:lnTo>
                <a:lnTo>
                  <a:pt x="18520" y="57329"/>
                </a:lnTo>
                <a:lnTo>
                  <a:pt x="21176" y="51751"/>
                </a:lnTo>
                <a:lnTo>
                  <a:pt x="21254" y="51617"/>
                </a:lnTo>
                <a:lnTo>
                  <a:pt x="21387" y="51617"/>
                </a:lnTo>
                <a:lnTo>
                  <a:pt x="24448" y="47242"/>
                </a:lnTo>
                <a:lnTo>
                  <a:pt x="24539" y="47113"/>
                </a:lnTo>
                <a:lnTo>
                  <a:pt x="24384" y="47113"/>
                </a:lnTo>
                <a:lnTo>
                  <a:pt x="24914" y="46577"/>
                </a:lnTo>
                <a:lnTo>
                  <a:pt x="25309" y="46012"/>
                </a:lnTo>
                <a:lnTo>
                  <a:pt x="25472" y="46012"/>
                </a:lnTo>
                <a:lnTo>
                  <a:pt x="30959" y="40459"/>
                </a:lnTo>
                <a:lnTo>
                  <a:pt x="31101" y="40459"/>
                </a:lnTo>
                <a:lnTo>
                  <a:pt x="37995" y="35275"/>
                </a:lnTo>
                <a:lnTo>
                  <a:pt x="37850" y="35275"/>
                </a:lnTo>
                <a:lnTo>
                  <a:pt x="38371" y="34992"/>
                </a:lnTo>
                <a:lnTo>
                  <a:pt x="38841" y="34639"/>
                </a:lnTo>
                <a:lnTo>
                  <a:pt x="39022" y="34639"/>
                </a:lnTo>
                <a:lnTo>
                  <a:pt x="61262" y="22559"/>
                </a:lnTo>
                <a:lnTo>
                  <a:pt x="61093" y="22559"/>
                </a:lnTo>
                <a:lnTo>
                  <a:pt x="61636" y="22355"/>
                </a:lnTo>
                <a:lnTo>
                  <a:pt x="62111" y="22098"/>
                </a:lnTo>
                <a:lnTo>
                  <a:pt x="62327" y="22098"/>
                </a:lnTo>
                <a:lnTo>
                  <a:pt x="73677" y="17858"/>
                </a:lnTo>
                <a:lnTo>
                  <a:pt x="73285" y="17858"/>
                </a:lnTo>
                <a:lnTo>
                  <a:pt x="74721" y="17468"/>
                </a:lnTo>
                <a:lnTo>
                  <a:pt x="75537" y="17468"/>
                </a:lnTo>
                <a:lnTo>
                  <a:pt x="84396" y="15935"/>
                </a:lnTo>
                <a:lnTo>
                  <a:pt x="118656" y="15935"/>
                </a:lnTo>
                <a:lnTo>
                  <a:pt x="95360" y="808"/>
                </a:lnTo>
                <a:lnTo>
                  <a:pt x="85792" y="0"/>
                </a:lnTo>
                <a:close/>
              </a:path>
              <a:path w="196214" h="266700">
                <a:moveTo>
                  <a:pt x="17908" y="86773"/>
                </a:moveTo>
                <a:lnTo>
                  <a:pt x="19621" y="88487"/>
                </a:lnTo>
                <a:lnTo>
                  <a:pt x="18038" y="88487"/>
                </a:lnTo>
                <a:lnTo>
                  <a:pt x="18148" y="88682"/>
                </a:lnTo>
                <a:lnTo>
                  <a:pt x="72818" y="88682"/>
                </a:lnTo>
                <a:lnTo>
                  <a:pt x="73359" y="88487"/>
                </a:lnTo>
                <a:lnTo>
                  <a:pt x="19621" y="88487"/>
                </a:lnTo>
                <a:lnTo>
                  <a:pt x="17877" y="87553"/>
                </a:lnTo>
                <a:lnTo>
                  <a:pt x="18105" y="87553"/>
                </a:lnTo>
                <a:lnTo>
                  <a:pt x="19516" y="87276"/>
                </a:lnTo>
                <a:lnTo>
                  <a:pt x="20420" y="87276"/>
                </a:lnTo>
                <a:lnTo>
                  <a:pt x="17908" y="86773"/>
                </a:lnTo>
                <a:close/>
              </a:path>
              <a:path w="196214" h="266700">
                <a:moveTo>
                  <a:pt x="17361" y="87276"/>
                </a:moveTo>
                <a:lnTo>
                  <a:pt x="18038" y="88487"/>
                </a:lnTo>
                <a:lnTo>
                  <a:pt x="17877" y="87553"/>
                </a:lnTo>
                <a:lnTo>
                  <a:pt x="17361" y="87276"/>
                </a:lnTo>
                <a:close/>
              </a:path>
              <a:path w="196214" h="266700">
                <a:moveTo>
                  <a:pt x="17721" y="86586"/>
                </a:moveTo>
                <a:lnTo>
                  <a:pt x="17810" y="87276"/>
                </a:lnTo>
                <a:lnTo>
                  <a:pt x="17877" y="87553"/>
                </a:lnTo>
                <a:lnTo>
                  <a:pt x="19621" y="88487"/>
                </a:lnTo>
                <a:lnTo>
                  <a:pt x="17721" y="86586"/>
                </a:lnTo>
                <a:close/>
              </a:path>
              <a:path w="196214" h="266700">
                <a:moveTo>
                  <a:pt x="16118" y="84983"/>
                </a:moveTo>
                <a:lnTo>
                  <a:pt x="16974" y="86586"/>
                </a:lnTo>
                <a:lnTo>
                  <a:pt x="17908" y="86773"/>
                </a:lnTo>
                <a:lnTo>
                  <a:pt x="17079" y="86773"/>
                </a:lnTo>
                <a:lnTo>
                  <a:pt x="17361" y="87276"/>
                </a:lnTo>
                <a:lnTo>
                  <a:pt x="17877" y="87553"/>
                </a:lnTo>
                <a:lnTo>
                  <a:pt x="17810" y="87276"/>
                </a:lnTo>
                <a:lnTo>
                  <a:pt x="17690" y="86773"/>
                </a:lnTo>
                <a:lnTo>
                  <a:pt x="17908" y="86773"/>
                </a:lnTo>
                <a:lnTo>
                  <a:pt x="16974" y="86586"/>
                </a:lnTo>
                <a:lnTo>
                  <a:pt x="17645" y="86586"/>
                </a:lnTo>
                <a:lnTo>
                  <a:pt x="17432" y="86297"/>
                </a:lnTo>
                <a:lnTo>
                  <a:pt x="16118" y="84983"/>
                </a:lnTo>
                <a:close/>
              </a:path>
              <a:path w="196214" h="266700">
                <a:moveTo>
                  <a:pt x="101104" y="61459"/>
                </a:moveTo>
                <a:lnTo>
                  <a:pt x="57938" y="77033"/>
                </a:lnTo>
                <a:lnTo>
                  <a:pt x="31434" y="84983"/>
                </a:lnTo>
                <a:lnTo>
                  <a:pt x="31231" y="84983"/>
                </a:lnTo>
                <a:lnTo>
                  <a:pt x="18105" y="87553"/>
                </a:lnTo>
                <a:lnTo>
                  <a:pt x="21799" y="87553"/>
                </a:lnTo>
                <a:lnTo>
                  <a:pt x="20420" y="87276"/>
                </a:lnTo>
                <a:lnTo>
                  <a:pt x="76711" y="87276"/>
                </a:lnTo>
                <a:lnTo>
                  <a:pt x="118419" y="69551"/>
                </a:lnTo>
                <a:lnTo>
                  <a:pt x="121422" y="67336"/>
                </a:lnTo>
                <a:lnTo>
                  <a:pt x="121211" y="66165"/>
                </a:lnTo>
                <a:lnTo>
                  <a:pt x="121110" y="65610"/>
                </a:lnTo>
                <a:lnTo>
                  <a:pt x="120223" y="62213"/>
                </a:lnTo>
                <a:lnTo>
                  <a:pt x="99516" y="62213"/>
                </a:lnTo>
                <a:lnTo>
                  <a:pt x="101104" y="61459"/>
                </a:lnTo>
                <a:close/>
              </a:path>
              <a:path w="196214" h="266700">
                <a:moveTo>
                  <a:pt x="76711" y="87276"/>
                </a:moveTo>
                <a:lnTo>
                  <a:pt x="20420" y="87276"/>
                </a:lnTo>
                <a:lnTo>
                  <a:pt x="21799" y="87553"/>
                </a:lnTo>
                <a:lnTo>
                  <a:pt x="75946" y="87553"/>
                </a:lnTo>
                <a:lnTo>
                  <a:pt x="76711" y="87276"/>
                </a:lnTo>
                <a:close/>
              </a:path>
              <a:path w="196214" h="266700">
                <a:moveTo>
                  <a:pt x="15533" y="86297"/>
                </a:moveTo>
                <a:lnTo>
                  <a:pt x="17361" y="87276"/>
                </a:lnTo>
                <a:lnTo>
                  <a:pt x="17079" y="86773"/>
                </a:lnTo>
                <a:lnTo>
                  <a:pt x="16974" y="86586"/>
                </a:lnTo>
                <a:lnTo>
                  <a:pt x="15533" y="86297"/>
                </a:lnTo>
                <a:close/>
              </a:path>
              <a:path w="196214" h="266700">
                <a:moveTo>
                  <a:pt x="16813" y="86297"/>
                </a:moveTo>
                <a:lnTo>
                  <a:pt x="15533" y="86297"/>
                </a:lnTo>
                <a:lnTo>
                  <a:pt x="16974" y="86586"/>
                </a:lnTo>
                <a:lnTo>
                  <a:pt x="16813" y="86297"/>
                </a:lnTo>
                <a:close/>
              </a:path>
              <a:path w="196214" h="266700">
                <a:moveTo>
                  <a:pt x="17260" y="84983"/>
                </a:moveTo>
                <a:lnTo>
                  <a:pt x="16118" y="84983"/>
                </a:lnTo>
                <a:lnTo>
                  <a:pt x="17721" y="86586"/>
                </a:lnTo>
                <a:lnTo>
                  <a:pt x="17575" y="86297"/>
                </a:lnTo>
                <a:lnTo>
                  <a:pt x="17260" y="84983"/>
                </a:lnTo>
                <a:close/>
              </a:path>
              <a:path w="196214" h="266700">
                <a:moveTo>
                  <a:pt x="16527" y="81927"/>
                </a:moveTo>
                <a:lnTo>
                  <a:pt x="16563" y="82689"/>
                </a:lnTo>
                <a:lnTo>
                  <a:pt x="16710" y="82689"/>
                </a:lnTo>
                <a:lnTo>
                  <a:pt x="16527" y="81927"/>
                </a:lnTo>
                <a:close/>
              </a:path>
              <a:path w="196214" h="266700">
                <a:moveTo>
                  <a:pt x="16493" y="81191"/>
                </a:moveTo>
                <a:lnTo>
                  <a:pt x="16351" y="81191"/>
                </a:lnTo>
                <a:lnTo>
                  <a:pt x="16527" y="81927"/>
                </a:lnTo>
                <a:lnTo>
                  <a:pt x="16493" y="81191"/>
                </a:lnTo>
                <a:close/>
              </a:path>
              <a:path w="196214" h="266700">
                <a:moveTo>
                  <a:pt x="130321" y="39220"/>
                </a:moveTo>
                <a:lnTo>
                  <a:pt x="122209" y="46577"/>
                </a:lnTo>
                <a:lnTo>
                  <a:pt x="121656" y="47113"/>
                </a:lnTo>
                <a:lnTo>
                  <a:pt x="117224" y="50457"/>
                </a:lnTo>
                <a:lnTo>
                  <a:pt x="120848" y="64665"/>
                </a:lnTo>
                <a:lnTo>
                  <a:pt x="121110" y="65610"/>
                </a:lnTo>
                <a:lnTo>
                  <a:pt x="121422" y="67336"/>
                </a:lnTo>
                <a:lnTo>
                  <a:pt x="131409" y="59787"/>
                </a:lnTo>
                <a:lnTo>
                  <a:pt x="131959" y="59331"/>
                </a:lnTo>
                <a:lnTo>
                  <a:pt x="135237" y="56357"/>
                </a:lnTo>
                <a:lnTo>
                  <a:pt x="132013" y="43718"/>
                </a:lnTo>
                <a:lnTo>
                  <a:pt x="131713" y="42781"/>
                </a:lnTo>
                <a:lnTo>
                  <a:pt x="130321" y="39220"/>
                </a:lnTo>
                <a:close/>
              </a:path>
              <a:path w="196214" h="266700">
                <a:moveTo>
                  <a:pt x="16552" y="63965"/>
                </a:moveTo>
                <a:lnTo>
                  <a:pt x="16359" y="64665"/>
                </a:lnTo>
                <a:lnTo>
                  <a:pt x="16491" y="64665"/>
                </a:lnTo>
                <a:lnTo>
                  <a:pt x="16552" y="63965"/>
                </a:lnTo>
                <a:close/>
              </a:path>
              <a:path w="196214" h="266700">
                <a:moveTo>
                  <a:pt x="16751" y="63246"/>
                </a:moveTo>
                <a:lnTo>
                  <a:pt x="16616" y="63246"/>
                </a:lnTo>
                <a:lnTo>
                  <a:pt x="16552" y="63965"/>
                </a:lnTo>
                <a:lnTo>
                  <a:pt x="16751" y="63246"/>
                </a:lnTo>
                <a:close/>
              </a:path>
              <a:path w="196214" h="266700">
                <a:moveTo>
                  <a:pt x="117224" y="50457"/>
                </a:moveTo>
                <a:lnTo>
                  <a:pt x="113758" y="53078"/>
                </a:lnTo>
                <a:lnTo>
                  <a:pt x="110190" y="55835"/>
                </a:lnTo>
                <a:lnTo>
                  <a:pt x="99555" y="62213"/>
                </a:lnTo>
                <a:lnTo>
                  <a:pt x="120223" y="62213"/>
                </a:lnTo>
                <a:lnTo>
                  <a:pt x="120128" y="61841"/>
                </a:lnTo>
                <a:lnTo>
                  <a:pt x="100045" y="61841"/>
                </a:lnTo>
                <a:lnTo>
                  <a:pt x="101104" y="61459"/>
                </a:lnTo>
                <a:lnTo>
                  <a:pt x="120030" y="61459"/>
                </a:lnTo>
                <a:lnTo>
                  <a:pt x="117224" y="50457"/>
                </a:lnTo>
                <a:close/>
              </a:path>
              <a:path w="196214" h="266700">
                <a:moveTo>
                  <a:pt x="120030" y="61459"/>
                </a:moveTo>
                <a:lnTo>
                  <a:pt x="101104" y="61459"/>
                </a:lnTo>
                <a:lnTo>
                  <a:pt x="100299" y="61841"/>
                </a:lnTo>
                <a:lnTo>
                  <a:pt x="120128" y="61841"/>
                </a:lnTo>
                <a:lnTo>
                  <a:pt x="120030" y="61459"/>
                </a:lnTo>
                <a:close/>
              </a:path>
              <a:path w="196214" h="266700">
                <a:moveTo>
                  <a:pt x="18193" y="58012"/>
                </a:moveTo>
                <a:lnTo>
                  <a:pt x="17885" y="58656"/>
                </a:lnTo>
                <a:lnTo>
                  <a:pt x="18016" y="58656"/>
                </a:lnTo>
                <a:lnTo>
                  <a:pt x="18193" y="58012"/>
                </a:lnTo>
                <a:close/>
              </a:path>
              <a:path w="196214" h="266700">
                <a:moveTo>
                  <a:pt x="18520" y="57329"/>
                </a:moveTo>
                <a:lnTo>
                  <a:pt x="18381" y="57329"/>
                </a:lnTo>
                <a:lnTo>
                  <a:pt x="18193" y="58012"/>
                </a:lnTo>
                <a:lnTo>
                  <a:pt x="18520" y="57329"/>
                </a:lnTo>
                <a:close/>
              </a:path>
              <a:path w="196214" h="266700">
                <a:moveTo>
                  <a:pt x="165357" y="6003"/>
                </a:moveTo>
                <a:lnTo>
                  <a:pt x="161946" y="6003"/>
                </a:lnTo>
                <a:lnTo>
                  <a:pt x="160948" y="6296"/>
                </a:lnTo>
                <a:lnTo>
                  <a:pt x="159071" y="7282"/>
                </a:lnTo>
                <a:lnTo>
                  <a:pt x="158176" y="8039"/>
                </a:lnTo>
                <a:lnTo>
                  <a:pt x="145832" y="22860"/>
                </a:lnTo>
                <a:lnTo>
                  <a:pt x="134520" y="35275"/>
                </a:lnTo>
                <a:lnTo>
                  <a:pt x="134091" y="35802"/>
                </a:lnTo>
                <a:lnTo>
                  <a:pt x="130321" y="39220"/>
                </a:lnTo>
                <a:lnTo>
                  <a:pt x="131713" y="42781"/>
                </a:lnTo>
                <a:lnTo>
                  <a:pt x="131969" y="43578"/>
                </a:lnTo>
                <a:lnTo>
                  <a:pt x="135104" y="55835"/>
                </a:lnTo>
                <a:lnTo>
                  <a:pt x="135161" y="56059"/>
                </a:lnTo>
                <a:lnTo>
                  <a:pt x="135237" y="56357"/>
                </a:lnTo>
                <a:lnTo>
                  <a:pt x="170548" y="18174"/>
                </a:lnTo>
                <a:lnTo>
                  <a:pt x="171675" y="15236"/>
                </a:lnTo>
                <a:lnTo>
                  <a:pt x="171593" y="12090"/>
                </a:lnTo>
                <a:lnTo>
                  <a:pt x="167116" y="6550"/>
                </a:lnTo>
                <a:lnTo>
                  <a:pt x="165357" y="6003"/>
                </a:lnTo>
                <a:close/>
              </a:path>
              <a:path w="196214" h="266700">
                <a:moveTo>
                  <a:pt x="21387" y="51617"/>
                </a:moveTo>
                <a:lnTo>
                  <a:pt x="21254" y="51617"/>
                </a:lnTo>
                <a:lnTo>
                  <a:pt x="21190" y="51751"/>
                </a:lnTo>
                <a:lnTo>
                  <a:pt x="21387" y="51617"/>
                </a:lnTo>
                <a:close/>
              </a:path>
              <a:path w="196214" h="266700">
                <a:moveTo>
                  <a:pt x="128223" y="33854"/>
                </a:moveTo>
                <a:lnTo>
                  <a:pt x="111048" y="33854"/>
                </a:lnTo>
                <a:lnTo>
                  <a:pt x="111598" y="34992"/>
                </a:lnTo>
                <a:lnTo>
                  <a:pt x="111773" y="35275"/>
                </a:lnTo>
                <a:lnTo>
                  <a:pt x="111603" y="35275"/>
                </a:lnTo>
                <a:lnTo>
                  <a:pt x="116230" y="47113"/>
                </a:lnTo>
                <a:lnTo>
                  <a:pt x="116280" y="47242"/>
                </a:lnTo>
                <a:lnTo>
                  <a:pt x="116374" y="47481"/>
                </a:lnTo>
                <a:lnTo>
                  <a:pt x="116513" y="47670"/>
                </a:lnTo>
                <a:lnTo>
                  <a:pt x="117224" y="50457"/>
                </a:lnTo>
                <a:lnTo>
                  <a:pt x="121646" y="47113"/>
                </a:lnTo>
                <a:lnTo>
                  <a:pt x="122209" y="46577"/>
                </a:lnTo>
                <a:lnTo>
                  <a:pt x="130321" y="39220"/>
                </a:lnTo>
                <a:lnTo>
                  <a:pt x="128779" y="35275"/>
                </a:lnTo>
                <a:lnTo>
                  <a:pt x="111758" y="35275"/>
                </a:lnTo>
                <a:lnTo>
                  <a:pt x="111617" y="34992"/>
                </a:lnTo>
                <a:lnTo>
                  <a:pt x="128668" y="34992"/>
                </a:lnTo>
                <a:lnTo>
                  <a:pt x="128223" y="33854"/>
                </a:lnTo>
                <a:close/>
              </a:path>
              <a:path w="196214" h="266700">
                <a:moveTo>
                  <a:pt x="24914" y="46577"/>
                </a:moveTo>
                <a:lnTo>
                  <a:pt x="24394" y="47113"/>
                </a:lnTo>
                <a:lnTo>
                  <a:pt x="24539" y="47113"/>
                </a:lnTo>
                <a:lnTo>
                  <a:pt x="24914" y="46577"/>
                </a:lnTo>
                <a:close/>
              </a:path>
              <a:path w="196214" h="266700">
                <a:moveTo>
                  <a:pt x="25472" y="46012"/>
                </a:moveTo>
                <a:lnTo>
                  <a:pt x="25309" y="46012"/>
                </a:lnTo>
                <a:lnTo>
                  <a:pt x="24914" y="46577"/>
                </a:lnTo>
                <a:lnTo>
                  <a:pt x="25472" y="46012"/>
                </a:lnTo>
                <a:close/>
              </a:path>
              <a:path w="196214" h="266700">
                <a:moveTo>
                  <a:pt x="31101" y="40459"/>
                </a:moveTo>
                <a:lnTo>
                  <a:pt x="30959" y="40459"/>
                </a:lnTo>
                <a:lnTo>
                  <a:pt x="30549" y="40874"/>
                </a:lnTo>
                <a:lnTo>
                  <a:pt x="31101" y="40459"/>
                </a:lnTo>
                <a:close/>
              </a:path>
              <a:path w="196214" h="266700">
                <a:moveTo>
                  <a:pt x="38371" y="34992"/>
                </a:moveTo>
                <a:lnTo>
                  <a:pt x="37850" y="35275"/>
                </a:lnTo>
                <a:lnTo>
                  <a:pt x="37995" y="35275"/>
                </a:lnTo>
                <a:lnTo>
                  <a:pt x="38371" y="34992"/>
                </a:lnTo>
                <a:close/>
              </a:path>
              <a:path w="196214" h="266700">
                <a:moveTo>
                  <a:pt x="39022" y="34639"/>
                </a:moveTo>
                <a:lnTo>
                  <a:pt x="38841" y="34639"/>
                </a:lnTo>
                <a:lnTo>
                  <a:pt x="38371" y="34992"/>
                </a:lnTo>
                <a:lnTo>
                  <a:pt x="39022" y="34639"/>
                </a:lnTo>
                <a:close/>
              </a:path>
              <a:path w="196214" h="266700">
                <a:moveTo>
                  <a:pt x="105454" y="25070"/>
                </a:moveTo>
                <a:lnTo>
                  <a:pt x="111379" y="34639"/>
                </a:lnTo>
                <a:lnTo>
                  <a:pt x="111048" y="33854"/>
                </a:lnTo>
                <a:lnTo>
                  <a:pt x="128223" y="33854"/>
                </a:lnTo>
                <a:lnTo>
                  <a:pt x="125946" y="28031"/>
                </a:lnTo>
                <a:lnTo>
                  <a:pt x="125299" y="26733"/>
                </a:lnTo>
                <a:lnTo>
                  <a:pt x="124728" y="25811"/>
                </a:lnTo>
                <a:lnTo>
                  <a:pt x="106256" y="25811"/>
                </a:lnTo>
                <a:lnTo>
                  <a:pt x="105454" y="25070"/>
                </a:lnTo>
                <a:close/>
              </a:path>
              <a:path w="196214" h="266700">
                <a:moveTo>
                  <a:pt x="104882" y="24146"/>
                </a:moveTo>
                <a:lnTo>
                  <a:pt x="105454" y="25070"/>
                </a:lnTo>
                <a:lnTo>
                  <a:pt x="106256" y="25811"/>
                </a:lnTo>
                <a:lnTo>
                  <a:pt x="104882" y="24146"/>
                </a:lnTo>
                <a:close/>
              </a:path>
              <a:path w="196214" h="266700">
                <a:moveTo>
                  <a:pt x="123697" y="24146"/>
                </a:moveTo>
                <a:lnTo>
                  <a:pt x="104882" y="24146"/>
                </a:lnTo>
                <a:lnTo>
                  <a:pt x="106256" y="25811"/>
                </a:lnTo>
                <a:lnTo>
                  <a:pt x="124728" y="25811"/>
                </a:lnTo>
                <a:lnTo>
                  <a:pt x="123697" y="24146"/>
                </a:lnTo>
                <a:close/>
              </a:path>
              <a:path w="196214" h="266700">
                <a:moveTo>
                  <a:pt x="99410" y="19485"/>
                </a:moveTo>
                <a:lnTo>
                  <a:pt x="105454" y="25070"/>
                </a:lnTo>
                <a:lnTo>
                  <a:pt x="104882" y="24146"/>
                </a:lnTo>
                <a:lnTo>
                  <a:pt x="123697" y="24146"/>
                </a:lnTo>
                <a:lnTo>
                  <a:pt x="121148" y="20029"/>
                </a:lnTo>
                <a:lnTo>
                  <a:pt x="100685" y="20029"/>
                </a:lnTo>
                <a:lnTo>
                  <a:pt x="99410" y="19485"/>
                </a:lnTo>
                <a:close/>
              </a:path>
              <a:path w="196214" h="266700">
                <a:moveTo>
                  <a:pt x="61636" y="22355"/>
                </a:moveTo>
                <a:lnTo>
                  <a:pt x="61093" y="22559"/>
                </a:lnTo>
                <a:lnTo>
                  <a:pt x="61262" y="22559"/>
                </a:lnTo>
                <a:lnTo>
                  <a:pt x="61636" y="22355"/>
                </a:lnTo>
                <a:close/>
              </a:path>
              <a:path w="196214" h="266700">
                <a:moveTo>
                  <a:pt x="62327" y="22098"/>
                </a:moveTo>
                <a:lnTo>
                  <a:pt x="62111" y="22098"/>
                </a:lnTo>
                <a:lnTo>
                  <a:pt x="61636" y="22355"/>
                </a:lnTo>
                <a:lnTo>
                  <a:pt x="62327" y="22098"/>
                </a:lnTo>
                <a:close/>
              </a:path>
              <a:path w="196214" h="266700">
                <a:moveTo>
                  <a:pt x="98394" y="18547"/>
                </a:moveTo>
                <a:lnTo>
                  <a:pt x="99410" y="19485"/>
                </a:lnTo>
                <a:lnTo>
                  <a:pt x="100685" y="20029"/>
                </a:lnTo>
                <a:lnTo>
                  <a:pt x="98394" y="18547"/>
                </a:lnTo>
                <a:close/>
              </a:path>
              <a:path w="196214" h="266700">
                <a:moveTo>
                  <a:pt x="120230" y="18547"/>
                </a:moveTo>
                <a:lnTo>
                  <a:pt x="98394" y="18547"/>
                </a:lnTo>
                <a:lnTo>
                  <a:pt x="100685" y="20029"/>
                </a:lnTo>
                <a:lnTo>
                  <a:pt x="121148" y="20029"/>
                </a:lnTo>
                <a:lnTo>
                  <a:pt x="120230" y="18547"/>
                </a:lnTo>
                <a:close/>
              </a:path>
              <a:path w="196214" h="266700">
                <a:moveTo>
                  <a:pt x="91550" y="16135"/>
                </a:moveTo>
                <a:lnTo>
                  <a:pt x="99410" y="19485"/>
                </a:lnTo>
                <a:lnTo>
                  <a:pt x="98394" y="18547"/>
                </a:lnTo>
                <a:lnTo>
                  <a:pt x="120230" y="18547"/>
                </a:lnTo>
                <a:lnTo>
                  <a:pt x="119117" y="16748"/>
                </a:lnTo>
                <a:lnTo>
                  <a:pt x="94012" y="16748"/>
                </a:lnTo>
                <a:lnTo>
                  <a:pt x="91550" y="16135"/>
                </a:lnTo>
                <a:close/>
              </a:path>
              <a:path w="196214" h="266700">
                <a:moveTo>
                  <a:pt x="74721" y="17468"/>
                </a:moveTo>
                <a:lnTo>
                  <a:pt x="73285" y="17858"/>
                </a:lnTo>
                <a:lnTo>
                  <a:pt x="73677" y="17858"/>
                </a:lnTo>
                <a:lnTo>
                  <a:pt x="74721" y="17468"/>
                </a:lnTo>
                <a:close/>
              </a:path>
              <a:path w="196214" h="266700">
                <a:moveTo>
                  <a:pt x="75537" y="17468"/>
                </a:moveTo>
                <a:lnTo>
                  <a:pt x="74721" y="17468"/>
                </a:lnTo>
                <a:lnTo>
                  <a:pt x="73677" y="17858"/>
                </a:lnTo>
                <a:lnTo>
                  <a:pt x="73285" y="17858"/>
                </a:lnTo>
                <a:lnTo>
                  <a:pt x="75537" y="17468"/>
                </a:lnTo>
                <a:close/>
              </a:path>
              <a:path w="196214" h="266700">
                <a:moveTo>
                  <a:pt x="118613" y="15935"/>
                </a:moveTo>
                <a:lnTo>
                  <a:pt x="84396" y="15935"/>
                </a:lnTo>
                <a:lnTo>
                  <a:pt x="94012" y="16748"/>
                </a:lnTo>
                <a:lnTo>
                  <a:pt x="92989" y="16748"/>
                </a:lnTo>
                <a:lnTo>
                  <a:pt x="91550" y="16135"/>
                </a:lnTo>
                <a:lnTo>
                  <a:pt x="118737" y="16135"/>
                </a:lnTo>
                <a:lnTo>
                  <a:pt x="118613" y="15935"/>
                </a:lnTo>
                <a:close/>
              </a:path>
              <a:path w="196214" h="266700">
                <a:moveTo>
                  <a:pt x="118737" y="16135"/>
                </a:moveTo>
                <a:lnTo>
                  <a:pt x="91550" y="16135"/>
                </a:lnTo>
                <a:lnTo>
                  <a:pt x="94012" y="16748"/>
                </a:lnTo>
                <a:lnTo>
                  <a:pt x="119117" y="16748"/>
                </a:lnTo>
                <a:lnTo>
                  <a:pt x="118737" y="1613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472845" y="4679487"/>
            <a:ext cx="219730" cy="259638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445577" y="2330888"/>
            <a:ext cx="515913" cy="251378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5131724" y="3462209"/>
            <a:ext cx="36830" cy="207010"/>
          </a:xfrm>
          <a:custGeom>
            <a:avLst/>
            <a:gdLst/>
            <a:ahLst/>
            <a:cxnLst/>
            <a:rect l="l" t="t" r="r" b="b"/>
            <a:pathLst>
              <a:path w="36829" h="207010">
                <a:moveTo>
                  <a:pt x="10708" y="0"/>
                </a:moveTo>
                <a:lnTo>
                  <a:pt x="8013" y="0"/>
                </a:lnTo>
                <a:lnTo>
                  <a:pt x="6789" y="281"/>
                </a:lnTo>
                <a:lnTo>
                  <a:pt x="6978" y="281"/>
                </a:lnTo>
                <a:lnTo>
                  <a:pt x="5750" y="767"/>
                </a:lnTo>
                <a:lnTo>
                  <a:pt x="926" y="6221"/>
                </a:lnTo>
                <a:lnTo>
                  <a:pt x="825" y="6529"/>
                </a:lnTo>
                <a:lnTo>
                  <a:pt x="116" y="12186"/>
                </a:lnTo>
                <a:lnTo>
                  <a:pt x="0" y="42416"/>
                </a:lnTo>
                <a:lnTo>
                  <a:pt x="2524" y="90285"/>
                </a:lnTo>
                <a:lnTo>
                  <a:pt x="2592" y="91573"/>
                </a:lnTo>
                <a:lnTo>
                  <a:pt x="6327" y="133899"/>
                </a:lnTo>
                <a:lnTo>
                  <a:pt x="6446" y="135304"/>
                </a:lnTo>
                <a:lnTo>
                  <a:pt x="7669" y="157312"/>
                </a:lnTo>
                <a:lnTo>
                  <a:pt x="7706" y="169330"/>
                </a:lnTo>
                <a:lnTo>
                  <a:pt x="7896" y="171066"/>
                </a:lnTo>
                <a:lnTo>
                  <a:pt x="25017" y="206155"/>
                </a:lnTo>
                <a:lnTo>
                  <a:pt x="28045" y="206964"/>
                </a:lnTo>
                <a:lnTo>
                  <a:pt x="29079" y="206964"/>
                </a:lnTo>
                <a:lnTo>
                  <a:pt x="36617" y="198401"/>
                </a:lnTo>
                <a:lnTo>
                  <a:pt x="36206" y="196321"/>
                </a:lnTo>
                <a:lnTo>
                  <a:pt x="35808" y="195360"/>
                </a:lnTo>
                <a:lnTo>
                  <a:pt x="28790" y="184830"/>
                </a:lnTo>
                <a:lnTo>
                  <a:pt x="28633" y="184259"/>
                </a:lnTo>
                <a:lnTo>
                  <a:pt x="26285" y="179171"/>
                </a:lnTo>
                <a:lnTo>
                  <a:pt x="26085" y="179171"/>
                </a:lnTo>
                <a:lnTo>
                  <a:pt x="25900" y="178337"/>
                </a:lnTo>
                <a:lnTo>
                  <a:pt x="25539" y="177556"/>
                </a:lnTo>
                <a:lnTo>
                  <a:pt x="25726" y="177556"/>
                </a:lnTo>
                <a:lnTo>
                  <a:pt x="23898" y="169330"/>
                </a:lnTo>
                <a:lnTo>
                  <a:pt x="23703" y="169330"/>
                </a:lnTo>
                <a:lnTo>
                  <a:pt x="23702" y="168449"/>
                </a:lnTo>
                <a:lnTo>
                  <a:pt x="23512" y="167596"/>
                </a:lnTo>
                <a:lnTo>
                  <a:pt x="23701" y="167596"/>
                </a:lnTo>
                <a:lnTo>
                  <a:pt x="23690" y="157312"/>
                </a:lnTo>
                <a:lnTo>
                  <a:pt x="22464" y="135304"/>
                </a:lnTo>
                <a:lnTo>
                  <a:pt x="22386" y="133899"/>
                </a:lnTo>
                <a:lnTo>
                  <a:pt x="18651" y="91573"/>
                </a:lnTo>
                <a:lnTo>
                  <a:pt x="18538" y="90285"/>
                </a:lnTo>
                <a:lnTo>
                  <a:pt x="16019" y="42416"/>
                </a:lnTo>
                <a:lnTo>
                  <a:pt x="15985" y="19122"/>
                </a:lnTo>
                <a:lnTo>
                  <a:pt x="12072" y="19122"/>
                </a:lnTo>
                <a:lnTo>
                  <a:pt x="11051" y="18920"/>
                </a:lnTo>
                <a:lnTo>
                  <a:pt x="9093" y="18108"/>
                </a:lnTo>
                <a:lnTo>
                  <a:pt x="8228" y="17529"/>
                </a:lnTo>
                <a:lnTo>
                  <a:pt x="4904" y="14211"/>
                </a:lnTo>
                <a:lnTo>
                  <a:pt x="13956" y="14211"/>
                </a:lnTo>
                <a:lnTo>
                  <a:pt x="16567" y="9545"/>
                </a:lnTo>
                <a:lnTo>
                  <a:pt x="21025" y="9545"/>
                </a:lnTo>
                <a:lnTo>
                  <a:pt x="20925" y="9046"/>
                </a:lnTo>
                <a:lnTo>
                  <a:pt x="11967" y="281"/>
                </a:lnTo>
                <a:lnTo>
                  <a:pt x="10708" y="0"/>
                </a:lnTo>
                <a:close/>
              </a:path>
              <a:path w="36829" h="207010">
                <a:moveTo>
                  <a:pt x="25900" y="178337"/>
                </a:moveTo>
                <a:lnTo>
                  <a:pt x="26085" y="179171"/>
                </a:lnTo>
                <a:lnTo>
                  <a:pt x="26285" y="179171"/>
                </a:lnTo>
                <a:lnTo>
                  <a:pt x="25900" y="178337"/>
                </a:lnTo>
                <a:close/>
              </a:path>
              <a:path w="36829" h="207010">
                <a:moveTo>
                  <a:pt x="25726" y="177556"/>
                </a:moveTo>
                <a:lnTo>
                  <a:pt x="25539" y="177556"/>
                </a:lnTo>
                <a:lnTo>
                  <a:pt x="25900" y="178337"/>
                </a:lnTo>
                <a:lnTo>
                  <a:pt x="25726" y="177556"/>
                </a:lnTo>
                <a:close/>
              </a:path>
              <a:path w="36829" h="207010">
                <a:moveTo>
                  <a:pt x="23702" y="168449"/>
                </a:moveTo>
                <a:lnTo>
                  <a:pt x="23703" y="169330"/>
                </a:lnTo>
                <a:lnTo>
                  <a:pt x="23898" y="169330"/>
                </a:lnTo>
                <a:lnTo>
                  <a:pt x="23702" y="168449"/>
                </a:lnTo>
                <a:close/>
              </a:path>
              <a:path w="36829" h="207010">
                <a:moveTo>
                  <a:pt x="23701" y="167596"/>
                </a:moveTo>
                <a:lnTo>
                  <a:pt x="23512" y="167596"/>
                </a:lnTo>
                <a:lnTo>
                  <a:pt x="23702" y="168449"/>
                </a:lnTo>
                <a:lnTo>
                  <a:pt x="23701" y="167596"/>
                </a:lnTo>
                <a:close/>
              </a:path>
              <a:path w="36829" h="207010">
                <a:moveTo>
                  <a:pt x="5466" y="14856"/>
                </a:moveTo>
                <a:lnTo>
                  <a:pt x="5861" y="15166"/>
                </a:lnTo>
                <a:lnTo>
                  <a:pt x="8228" y="17529"/>
                </a:lnTo>
                <a:lnTo>
                  <a:pt x="9093" y="18108"/>
                </a:lnTo>
                <a:lnTo>
                  <a:pt x="11051" y="18920"/>
                </a:lnTo>
                <a:lnTo>
                  <a:pt x="12072" y="19122"/>
                </a:lnTo>
                <a:lnTo>
                  <a:pt x="14193" y="19122"/>
                </a:lnTo>
                <a:lnTo>
                  <a:pt x="15213" y="18920"/>
                </a:lnTo>
                <a:lnTo>
                  <a:pt x="15985" y="18600"/>
                </a:lnTo>
                <a:lnTo>
                  <a:pt x="15985" y="15497"/>
                </a:lnTo>
                <a:lnTo>
                  <a:pt x="6592" y="15497"/>
                </a:lnTo>
                <a:lnTo>
                  <a:pt x="5466" y="14856"/>
                </a:lnTo>
                <a:close/>
              </a:path>
              <a:path w="36829" h="207010">
                <a:moveTo>
                  <a:pt x="15985" y="18600"/>
                </a:moveTo>
                <a:lnTo>
                  <a:pt x="15213" y="18920"/>
                </a:lnTo>
                <a:lnTo>
                  <a:pt x="14193" y="19122"/>
                </a:lnTo>
                <a:lnTo>
                  <a:pt x="15985" y="19122"/>
                </a:lnTo>
                <a:lnTo>
                  <a:pt x="15985" y="18600"/>
                </a:lnTo>
                <a:close/>
              </a:path>
              <a:path w="36829" h="207010">
                <a:moveTo>
                  <a:pt x="21025" y="9545"/>
                </a:moveTo>
                <a:lnTo>
                  <a:pt x="16567" y="9545"/>
                </a:lnTo>
                <a:lnTo>
                  <a:pt x="16237" y="12186"/>
                </a:lnTo>
                <a:lnTo>
                  <a:pt x="16172" y="12707"/>
                </a:lnTo>
                <a:lnTo>
                  <a:pt x="16109" y="13206"/>
                </a:lnTo>
                <a:lnTo>
                  <a:pt x="15985" y="18600"/>
                </a:lnTo>
                <a:lnTo>
                  <a:pt x="17171" y="18108"/>
                </a:lnTo>
                <a:lnTo>
                  <a:pt x="18037" y="17529"/>
                </a:lnTo>
                <a:lnTo>
                  <a:pt x="19536" y="16031"/>
                </a:lnTo>
                <a:lnTo>
                  <a:pt x="20114" y="15166"/>
                </a:lnTo>
                <a:lnTo>
                  <a:pt x="20925" y="13206"/>
                </a:lnTo>
                <a:lnTo>
                  <a:pt x="21025" y="9545"/>
                </a:lnTo>
                <a:close/>
              </a:path>
              <a:path w="36829" h="207010">
                <a:moveTo>
                  <a:pt x="13956" y="14211"/>
                </a:moveTo>
                <a:lnTo>
                  <a:pt x="13716" y="14211"/>
                </a:lnTo>
                <a:lnTo>
                  <a:pt x="5466" y="14856"/>
                </a:lnTo>
                <a:lnTo>
                  <a:pt x="6592" y="15497"/>
                </a:lnTo>
                <a:lnTo>
                  <a:pt x="4904" y="14211"/>
                </a:lnTo>
                <a:lnTo>
                  <a:pt x="13595" y="14856"/>
                </a:lnTo>
                <a:lnTo>
                  <a:pt x="13956" y="14211"/>
                </a:lnTo>
                <a:close/>
              </a:path>
              <a:path w="36829" h="207010">
                <a:moveTo>
                  <a:pt x="15984" y="14211"/>
                </a:moveTo>
                <a:lnTo>
                  <a:pt x="14361" y="14211"/>
                </a:lnTo>
                <a:lnTo>
                  <a:pt x="13557" y="14856"/>
                </a:lnTo>
                <a:lnTo>
                  <a:pt x="5751" y="14856"/>
                </a:lnTo>
                <a:lnTo>
                  <a:pt x="6592" y="15497"/>
                </a:lnTo>
                <a:lnTo>
                  <a:pt x="15985" y="15497"/>
                </a:lnTo>
                <a:lnTo>
                  <a:pt x="15984" y="14211"/>
                </a:lnTo>
                <a:close/>
              </a:path>
              <a:path w="36829" h="207010">
                <a:moveTo>
                  <a:pt x="13716" y="14211"/>
                </a:moveTo>
                <a:lnTo>
                  <a:pt x="4904" y="14211"/>
                </a:lnTo>
                <a:lnTo>
                  <a:pt x="5751" y="14856"/>
                </a:lnTo>
                <a:lnTo>
                  <a:pt x="5466" y="14856"/>
                </a:lnTo>
                <a:lnTo>
                  <a:pt x="13716" y="14211"/>
                </a:lnTo>
                <a:close/>
              </a:path>
              <a:path w="36829" h="207010">
                <a:moveTo>
                  <a:pt x="16567" y="9545"/>
                </a:moveTo>
                <a:lnTo>
                  <a:pt x="13595" y="14856"/>
                </a:lnTo>
                <a:lnTo>
                  <a:pt x="14361" y="14211"/>
                </a:lnTo>
                <a:lnTo>
                  <a:pt x="15954" y="14211"/>
                </a:lnTo>
                <a:lnTo>
                  <a:pt x="15985" y="13699"/>
                </a:lnTo>
                <a:lnTo>
                  <a:pt x="16109" y="13206"/>
                </a:lnTo>
                <a:lnTo>
                  <a:pt x="16502" y="10066"/>
                </a:lnTo>
                <a:lnTo>
                  <a:pt x="16567" y="954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309238" y="3542659"/>
            <a:ext cx="183142" cy="154727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502763" y="3542459"/>
            <a:ext cx="134353" cy="19102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860320" y="3393429"/>
            <a:ext cx="332468" cy="298865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3885781" y="3439727"/>
            <a:ext cx="3122930" cy="1532890"/>
            <a:chOff x="3885781" y="3439727"/>
            <a:chExt cx="3122930" cy="1532890"/>
          </a:xfrm>
        </p:grpSpPr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85781" y="3439727"/>
              <a:ext cx="2828522" cy="7241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27830" y="4200847"/>
              <a:ext cx="1280810" cy="6858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759104" y="4683452"/>
              <a:ext cx="248305" cy="288861"/>
            </a:xfrm>
            <a:prstGeom prst="rect">
              <a:avLst/>
            </a:prstGeom>
          </p:spPr>
        </p:pic>
      </p:grpSp>
      <p:sp>
        <p:nvSpPr>
          <p:cNvPr id="55" name="object 55"/>
          <p:cNvSpPr/>
          <p:nvPr/>
        </p:nvSpPr>
        <p:spPr>
          <a:xfrm>
            <a:off x="1925333" y="6213476"/>
            <a:ext cx="401955" cy="39370"/>
          </a:xfrm>
          <a:custGeom>
            <a:avLst/>
            <a:gdLst/>
            <a:ahLst/>
            <a:cxnLst/>
            <a:rect l="l" t="t" r="r" b="b"/>
            <a:pathLst>
              <a:path w="401955" h="39370">
                <a:moveTo>
                  <a:pt x="8964" y="13639"/>
                </a:moveTo>
                <a:lnTo>
                  <a:pt x="7582" y="13639"/>
                </a:lnTo>
                <a:lnTo>
                  <a:pt x="5827" y="13900"/>
                </a:lnTo>
                <a:lnTo>
                  <a:pt x="4278" y="14456"/>
                </a:lnTo>
                <a:lnTo>
                  <a:pt x="4507" y="14456"/>
                </a:lnTo>
                <a:lnTo>
                  <a:pt x="3029" y="15342"/>
                </a:lnTo>
                <a:lnTo>
                  <a:pt x="2259" y="16041"/>
                </a:lnTo>
                <a:lnTo>
                  <a:pt x="997" y="17745"/>
                </a:lnTo>
                <a:lnTo>
                  <a:pt x="643" y="18493"/>
                </a:lnTo>
                <a:lnTo>
                  <a:pt x="552" y="18685"/>
                </a:lnTo>
                <a:lnTo>
                  <a:pt x="82" y="20567"/>
                </a:lnTo>
                <a:lnTo>
                  <a:pt x="0" y="21864"/>
                </a:lnTo>
                <a:lnTo>
                  <a:pt x="150" y="22875"/>
                </a:lnTo>
                <a:lnTo>
                  <a:pt x="40796" y="37506"/>
                </a:lnTo>
                <a:lnTo>
                  <a:pt x="53531" y="38827"/>
                </a:lnTo>
                <a:lnTo>
                  <a:pt x="205599" y="38827"/>
                </a:lnTo>
                <a:lnTo>
                  <a:pt x="293263" y="36508"/>
                </a:lnTo>
                <a:lnTo>
                  <a:pt x="318503" y="34356"/>
                </a:lnTo>
                <a:lnTo>
                  <a:pt x="318654" y="34356"/>
                </a:lnTo>
                <a:lnTo>
                  <a:pt x="344365" y="30120"/>
                </a:lnTo>
                <a:lnTo>
                  <a:pt x="370001" y="23879"/>
                </a:lnTo>
                <a:lnTo>
                  <a:pt x="370770" y="23668"/>
                </a:lnTo>
                <a:lnTo>
                  <a:pt x="373221" y="22875"/>
                </a:lnTo>
                <a:lnTo>
                  <a:pt x="54741" y="22875"/>
                </a:lnTo>
                <a:lnTo>
                  <a:pt x="44638" y="21864"/>
                </a:lnTo>
                <a:lnTo>
                  <a:pt x="44148" y="21864"/>
                </a:lnTo>
                <a:lnTo>
                  <a:pt x="28418" y="18493"/>
                </a:lnTo>
                <a:lnTo>
                  <a:pt x="8964" y="13639"/>
                </a:lnTo>
                <a:close/>
              </a:path>
              <a:path w="401955" h="39370">
                <a:moveTo>
                  <a:pt x="395238" y="0"/>
                </a:moveTo>
                <a:lnTo>
                  <a:pt x="391943" y="0"/>
                </a:lnTo>
                <a:lnTo>
                  <a:pt x="365747" y="8450"/>
                </a:lnTo>
                <a:lnTo>
                  <a:pt x="341166" y="14456"/>
                </a:lnTo>
                <a:lnTo>
                  <a:pt x="341032" y="14456"/>
                </a:lnTo>
                <a:lnTo>
                  <a:pt x="316525" y="18493"/>
                </a:lnTo>
                <a:lnTo>
                  <a:pt x="316237" y="18493"/>
                </a:lnTo>
                <a:lnTo>
                  <a:pt x="291904" y="20567"/>
                </a:lnTo>
                <a:lnTo>
                  <a:pt x="203730" y="22875"/>
                </a:lnTo>
                <a:lnTo>
                  <a:pt x="373221" y="22875"/>
                </a:lnTo>
                <a:lnTo>
                  <a:pt x="401481" y="6431"/>
                </a:lnTo>
                <a:lnTo>
                  <a:pt x="400827" y="4414"/>
                </a:lnTo>
                <a:lnTo>
                  <a:pt x="400320" y="3505"/>
                </a:lnTo>
                <a:lnTo>
                  <a:pt x="398944" y="1892"/>
                </a:lnTo>
                <a:lnTo>
                  <a:pt x="398128" y="1247"/>
                </a:lnTo>
                <a:lnTo>
                  <a:pt x="396240" y="283"/>
                </a:lnTo>
                <a:lnTo>
                  <a:pt x="39523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714669" y="6135315"/>
            <a:ext cx="447675" cy="34925"/>
          </a:xfrm>
          <a:custGeom>
            <a:avLst/>
            <a:gdLst/>
            <a:ahLst/>
            <a:cxnLst/>
            <a:rect l="l" t="t" r="r" b="b"/>
            <a:pathLst>
              <a:path w="447675" h="34925">
                <a:moveTo>
                  <a:pt x="8826" y="0"/>
                </a:moveTo>
                <a:lnTo>
                  <a:pt x="7603" y="0"/>
                </a:lnTo>
                <a:lnTo>
                  <a:pt x="5695" y="318"/>
                </a:lnTo>
                <a:lnTo>
                  <a:pt x="0" y="8305"/>
                </a:lnTo>
                <a:lnTo>
                  <a:pt x="293" y="10055"/>
                </a:lnTo>
                <a:lnTo>
                  <a:pt x="36817" y="22849"/>
                </a:lnTo>
                <a:lnTo>
                  <a:pt x="53544" y="25877"/>
                </a:lnTo>
                <a:lnTo>
                  <a:pt x="53675" y="25877"/>
                </a:lnTo>
                <a:lnTo>
                  <a:pt x="74133" y="28069"/>
                </a:lnTo>
                <a:lnTo>
                  <a:pt x="125000" y="29796"/>
                </a:lnTo>
                <a:lnTo>
                  <a:pt x="345267" y="29796"/>
                </a:lnTo>
                <a:lnTo>
                  <a:pt x="390485" y="30941"/>
                </a:lnTo>
                <a:lnTo>
                  <a:pt x="390339" y="30941"/>
                </a:lnTo>
                <a:lnTo>
                  <a:pt x="438884" y="34366"/>
                </a:lnTo>
                <a:lnTo>
                  <a:pt x="440799" y="34366"/>
                </a:lnTo>
                <a:lnTo>
                  <a:pt x="447368" y="24860"/>
                </a:lnTo>
                <a:lnTo>
                  <a:pt x="446697" y="22849"/>
                </a:lnTo>
                <a:lnTo>
                  <a:pt x="390889" y="14950"/>
                </a:lnTo>
                <a:lnTo>
                  <a:pt x="350388" y="13925"/>
                </a:lnTo>
                <a:lnTo>
                  <a:pt x="128935" y="13925"/>
                </a:lnTo>
                <a:lnTo>
                  <a:pt x="76070" y="12123"/>
                </a:lnTo>
                <a:lnTo>
                  <a:pt x="75457" y="12123"/>
                </a:lnTo>
                <a:lnTo>
                  <a:pt x="56139" y="10055"/>
                </a:lnTo>
                <a:lnTo>
                  <a:pt x="55952" y="10055"/>
                </a:lnTo>
                <a:lnTo>
                  <a:pt x="39744" y="7122"/>
                </a:lnTo>
                <a:lnTo>
                  <a:pt x="882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50046" y="6126188"/>
            <a:ext cx="401955" cy="39370"/>
          </a:xfrm>
          <a:custGeom>
            <a:avLst/>
            <a:gdLst/>
            <a:ahLst/>
            <a:cxnLst/>
            <a:rect l="l" t="t" r="r" b="b"/>
            <a:pathLst>
              <a:path w="401954" h="39370">
                <a:moveTo>
                  <a:pt x="322797" y="0"/>
                </a:moveTo>
                <a:lnTo>
                  <a:pt x="321631" y="0"/>
                </a:lnTo>
                <a:lnTo>
                  <a:pt x="250706" y="2287"/>
                </a:lnTo>
                <a:lnTo>
                  <a:pt x="128764" y="9192"/>
                </a:lnTo>
                <a:lnTo>
                  <a:pt x="55384" y="9192"/>
                </a:lnTo>
                <a:lnTo>
                  <a:pt x="35559" y="10994"/>
                </a:lnTo>
                <a:lnTo>
                  <a:pt x="36066" y="10994"/>
                </a:lnTo>
                <a:lnTo>
                  <a:pt x="34648" y="11291"/>
                </a:lnTo>
                <a:lnTo>
                  <a:pt x="0" y="29403"/>
                </a:lnTo>
                <a:lnTo>
                  <a:pt x="20" y="32550"/>
                </a:lnTo>
                <a:lnTo>
                  <a:pt x="6790" y="38977"/>
                </a:lnTo>
                <a:lnTo>
                  <a:pt x="8993" y="38977"/>
                </a:lnTo>
                <a:lnTo>
                  <a:pt x="10549" y="38552"/>
                </a:lnTo>
                <a:lnTo>
                  <a:pt x="24400" y="31628"/>
                </a:lnTo>
                <a:lnTo>
                  <a:pt x="24218" y="31628"/>
                </a:lnTo>
                <a:lnTo>
                  <a:pt x="24626" y="31492"/>
                </a:lnTo>
                <a:lnTo>
                  <a:pt x="25266" y="31195"/>
                </a:lnTo>
                <a:lnTo>
                  <a:pt x="25518" y="31195"/>
                </a:lnTo>
                <a:lnTo>
                  <a:pt x="38571" y="26843"/>
                </a:lnTo>
                <a:lnTo>
                  <a:pt x="37901" y="26843"/>
                </a:lnTo>
                <a:lnTo>
                  <a:pt x="39603" y="26487"/>
                </a:lnTo>
                <a:lnTo>
                  <a:pt x="41827" y="26487"/>
                </a:lnTo>
                <a:lnTo>
                  <a:pt x="56455" y="25157"/>
                </a:lnTo>
                <a:lnTo>
                  <a:pt x="129746" y="25157"/>
                </a:lnTo>
                <a:lnTo>
                  <a:pt x="251479" y="18267"/>
                </a:lnTo>
                <a:lnTo>
                  <a:pt x="322156" y="15986"/>
                </a:lnTo>
                <a:lnTo>
                  <a:pt x="400645" y="15986"/>
                </a:lnTo>
                <a:lnTo>
                  <a:pt x="401058" y="15147"/>
                </a:lnTo>
                <a:lnTo>
                  <a:pt x="401326" y="14141"/>
                </a:lnTo>
                <a:lnTo>
                  <a:pt x="401326" y="10994"/>
                </a:lnTo>
                <a:lnTo>
                  <a:pt x="400713" y="9192"/>
                </a:lnTo>
                <a:lnTo>
                  <a:pt x="400643" y="8986"/>
                </a:lnTo>
                <a:lnTo>
                  <a:pt x="394987" y="4657"/>
                </a:lnTo>
                <a:lnTo>
                  <a:pt x="322797" y="0"/>
                </a:lnTo>
                <a:close/>
              </a:path>
              <a:path w="401954" h="39370">
                <a:moveTo>
                  <a:pt x="24672" y="31492"/>
                </a:moveTo>
                <a:lnTo>
                  <a:pt x="24218" y="31628"/>
                </a:lnTo>
                <a:lnTo>
                  <a:pt x="24400" y="31628"/>
                </a:lnTo>
                <a:lnTo>
                  <a:pt x="24672" y="31492"/>
                </a:lnTo>
                <a:close/>
              </a:path>
              <a:path w="401954" h="39370">
                <a:moveTo>
                  <a:pt x="25518" y="31195"/>
                </a:moveTo>
                <a:lnTo>
                  <a:pt x="25266" y="31195"/>
                </a:lnTo>
                <a:lnTo>
                  <a:pt x="24672" y="31492"/>
                </a:lnTo>
                <a:lnTo>
                  <a:pt x="25518" y="31195"/>
                </a:lnTo>
                <a:close/>
              </a:path>
              <a:path w="401954" h="39370">
                <a:moveTo>
                  <a:pt x="39641" y="26487"/>
                </a:moveTo>
                <a:lnTo>
                  <a:pt x="37901" y="26843"/>
                </a:lnTo>
                <a:lnTo>
                  <a:pt x="38571" y="26843"/>
                </a:lnTo>
                <a:lnTo>
                  <a:pt x="39641" y="26487"/>
                </a:lnTo>
                <a:close/>
              </a:path>
              <a:path w="401954" h="39370">
                <a:moveTo>
                  <a:pt x="41827" y="26487"/>
                </a:moveTo>
                <a:lnTo>
                  <a:pt x="39641" y="26487"/>
                </a:lnTo>
                <a:lnTo>
                  <a:pt x="38571" y="26843"/>
                </a:lnTo>
                <a:lnTo>
                  <a:pt x="37901" y="26843"/>
                </a:lnTo>
                <a:lnTo>
                  <a:pt x="41827" y="26487"/>
                </a:lnTo>
                <a:close/>
              </a:path>
              <a:path w="401954" h="39370">
                <a:moveTo>
                  <a:pt x="400645" y="15986"/>
                </a:moveTo>
                <a:lnTo>
                  <a:pt x="322156" y="15986"/>
                </a:lnTo>
                <a:lnTo>
                  <a:pt x="392899" y="20551"/>
                </a:lnTo>
                <a:lnTo>
                  <a:pt x="394781" y="20551"/>
                </a:lnTo>
                <a:lnTo>
                  <a:pt x="396996" y="19796"/>
                </a:lnTo>
                <a:lnTo>
                  <a:pt x="397897" y="19274"/>
                </a:lnTo>
                <a:lnTo>
                  <a:pt x="399489" y="17875"/>
                </a:lnTo>
                <a:lnTo>
                  <a:pt x="400122" y="17049"/>
                </a:lnTo>
                <a:lnTo>
                  <a:pt x="400645" y="1598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353071" y="6103342"/>
            <a:ext cx="369570" cy="62230"/>
          </a:xfrm>
          <a:custGeom>
            <a:avLst/>
            <a:gdLst/>
            <a:ahLst/>
            <a:cxnLst/>
            <a:rect l="l" t="t" r="r" b="b"/>
            <a:pathLst>
              <a:path w="369570" h="62229">
                <a:moveTo>
                  <a:pt x="363109" y="0"/>
                </a:moveTo>
                <a:lnTo>
                  <a:pt x="359766" y="0"/>
                </a:lnTo>
                <a:lnTo>
                  <a:pt x="333164" y="8432"/>
                </a:lnTo>
                <a:lnTo>
                  <a:pt x="307365" y="14429"/>
                </a:lnTo>
                <a:lnTo>
                  <a:pt x="307197" y="14429"/>
                </a:lnTo>
                <a:lnTo>
                  <a:pt x="280583" y="18472"/>
                </a:lnTo>
                <a:lnTo>
                  <a:pt x="280276" y="18472"/>
                </a:lnTo>
                <a:lnTo>
                  <a:pt x="252869" y="20556"/>
                </a:lnTo>
                <a:lnTo>
                  <a:pt x="198377" y="23427"/>
                </a:lnTo>
                <a:lnTo>
                  <a:pt x="109999" y="30887"/>
                </a:lnTo>
                <a:lnTo>
                  <a:pt x="82525" y="32049"/>
                </a:lnTo>
                <a:lnTo>
                  <a:pt x="43870" y="32049"/>
                </a:lnTo>
                <a:lnTo>
                  <a:pt x="27807" y="33770"/>
                </a:lnTo>
                <a:lnTo>
                  <a:pt x="0" y="54728"/>
                </a:lnTo>
                <a:lnTo>
                  <a:pt x="525" y="56781"/>
                </a:lnTo>
                <a:lnTo>
                  <a:pt x="7927" y="61836"/>
                </a:lnTo>
                <a:lnTo>
                  <a:pt x="8748" y="61836"/>
                </a:lnTo>
                <a:lnTo>
                  <a:pt x="11021" y="61253"/>
                </a:lnTo>
                <a:lnTo>
                  <a:pt x="11958" y="60803"/>
                </a:lnTo>
                <a:lnTo>
                  <a:pt x="20790" y="54182"/>
                </a:lnTo>
                <a:lnTo>
                  <a:pt x="20469" y="54182"/>
                </a:lnTo>
                <a:lnTo>
                  <a:pt x="21986" y="53285"/>
                </a:lnTo>
                <a:lnTo>
                  <a:pt x="22461" y="53285"/>
                </a:lnTo>
                <a:lnTo>
                  <a:pt x="30476" y="49676"/>
                </a:lnTo>
                <a:lnTo>
                  <a:pt x="29512" y="49676"/>
                </a:lnTo>
                <a:lnTo>
                  <a:pt x="31943" y="49015"/>
                </a:lnTo>
                <a:lnTo>
                  <a:pt x="35676" y="49015"/>
                </a:lnTo>
                <a:lnTo>
                  <a:pt x="45065" y="48009"/>
                </a:lnTo>
                <a:lnTo>
                  <a:pt x="83685" y="48009"/>
                </a:lnTo>
                <a:lnTo>
                  <a:pt x="111385" y="46823"/>
                </a:lnTo>
                <a:lnTo>
                  <a:pt x="199505" y="39385"/>
                </a:lnTo>
                <a:lnTo>
                  <a:pt x="254138" y="36504"/>
                </a:lnTo>
                <a:lnTo>
                  <a:pt x="281373" y="34430"/>
                </a:lnTo>
                <a:lnTo>
                  <a:pt x="282023" y="34430"/>
                </a:lnTo>
                <a:lnTo>
                  <a:pt x="310376" y="30126"/>
                </a:lnTo>
                <a:lnTo>
                  <a:pt x="364815" y="15176"/>
                </a:lnTo>
                <a:lnTo>
                  <a:pt x="369319" y="6461"/>
                </a:lnTo>
                <a:lnTo>
                  <a:pt x="368675" y="4441"/>
                </a:lnTo>
                <a:lnTo>
                  <a:pt x="368173" y="3530"/>
                </a:lnTo>
                <a:lnTo>
                  <a:pt x="366805" y="1910"/>
                </a:lnTo>
                <a:lnTo>
                  <a:pt x="365992" y="1262"/>
                </a:lnTo>
                <a:lnTo>
                  <a:pt x="364109" y="288"/>
                </a:lnTo>
                <a:lnTo>
                  <a:pt x="363109" y="0"/>
                </a:lnTo>
                <a:close/>
              </a:path>
              <a:path w="369570" h="62229">
                <a:moveTo>
                  <a:pt x="21986" y="53285"/>
                </a:moveTo>
                <a:lnTo>
                  <a:pt x="20469" y="54182"/>
                </a:lnTo>
                <a:lnTo>
                  <a:pt x="21564" y="53689"/>
                </a:lnTo>
                <a:lnTo>
                  <a:pt x="21986" y="53285"/>
                </a:lnTo>
                <a:close/>
              </a:path>
              <a:path w="369570" h="62229">
                <a:moveTo>
                  <a:pt x="21272" y="53820"/>
                </a:moveTo>
                <a:lnTo>
                  <a:pt x="20469" y="54182"/>
                </a:lnTo>
                <a:lnTo>
                  <a:pt x="20790" y="54182"/>
                </a:lnTo>
                <a:lnTo>
                  <a:pt x="21272" y="53820"/>
                </a:lnTo>
                <a:close/>
              </a:path>
              <a:path w="369570" h="62229">
                <a:moveTo>
                  <a:pt x="22461" y="53285"/>
                </a:moveTo>
                <a:lnTo>
                  <a:pt x="21986" y="53285"/>
                </a:lnTo>
                <a:lnTo>
                  <a:pt x="21447" y="53689"/>
                </a:lnTo>
                <a:lnTo>
                  <a:pt x="22461" y="53285"/>
                </a:lnTo>
                <a:close/>
              </a:path>
              <a:path w="369570" h="62229">
                <a:moveTo>
                  <a:pt x="31943" y="49015"/>
                </a:moveTo>
                <a:lnTo>
                  <a:pt x="29512" y="49676"/>
                </a:lnTo>
                <a:lnTo>
                  <a:pt x="30777" y="49540"/>
                </a:lnTo>
                <a:lnTo>
                  <a:pt x="31943" y="49015"/>
                </a:lnTo>
                <a:close/>
              </a:path>
              <a:path w="369570" h="62229">
                <a:moveTo>
                  <a:pt x="30777" y="49540"/>
                </a:moveTo>
                <a:lnTo>
                  <a:pt x="29512" y="49676"/>
                </a:lnTo>
                <a:lnTo>
                  <a:pt x="30476" y="49676"/>
                </a:lnTo>
                <a:lnTo>
                  <a:pt x="30777" y="49540"/>
                </a:lnTo>
                <a:close/>
              </a:path>
              <a:path w="369570" h="62229">
                <a:moveTo>
                  <a:pt x="35676" y="49015"/>
                </a:moveTo>
                <a:lnTo>
                  <a:pt x="31943" y="49015"/>
                </a:lnTo>
                <a:lnTo>
                  <a:pt x="30777" y="49540"/>
                </a:lnTo>
                <a:lnTo>
                  <a:pt x="35676" y="4901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object 5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44625" y="5717835"/>
            <a:ext cx="204530" cy="410560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2150262" y="5933571"/>
            <a:ext cx="29845" cy="176530"/>
          </a:xfrm>
          <a:custGeom>
            <a:avLst/>
            <a:gdLst/>
            <a:ahLst/>
            <a:cxnLst/>
            <a:rect l="l" t="t" r="r" b="b"/>
            <a:pathLst>
              <a:path w="29844" h="176529">
                <a:moveTo>
                  <a:pt x="23430" y="0"/>
                </a:moveTo>
                <a:lnTo>
                  <a:pt x="19900" y="0"/>
                </a:lnTo>
                <a:lnTo>
                  <a:pt x="18906" y="304"/>
                </a:lnTo>
                <a:lnTo>
                  <a:pt x="1913" y="51984"/>
                </a:lnTo>
                <a:lnTo>
                  <a:pt x="0" y="169531"/>
                </a:lnTo>
                <a:lnTo>
                  <a:pt x="201" y="170552"/>
                </a:lnTo>
                <a:lnTo>
                  <a:pt x="6935" y="176467"/>
                </a:lnTo>
                <a:lnTo>
                  <a:pt x="9056" y="176467"/>
                </a:lnTo>
                <a:lnTo>
                  <a:pt x="16061" y="76089"/>
                </a:lnTo>
                <a:lnTo>
                  <a:pt x="17605" y="55495"/>
                </a:lnTo>
                <a:lnTo>
                  <a:pt x="17692" y="54338"/>
                </a:lnTo>
                <a:lnTo>
                  <a:pt x="18049" y="53141"/>
                </a:lnTo>
                <a:lnTo>
                  <a:pt x="22561" y="33093"/>
                </a:lnTo>
                <a:lnTo>
                  <a:pt x="22683" y="32550"/>
                </a:lnTo>
                <a:lnTo>
                  <a:pt x="23757" y="29037"/>
                </a:lnTo>
                <a:lnTo>
                  <a:pt x="29726" y="9131"/>
                </a:lnTo>
                <a:lnTo>
                  <a:pt x="25076" y="494"/>
                </a:lnTo>
                <a:lnTo>
                  <a:pt x="2343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297160" y="5659225"/>
            <a:ext cx="158107" cy="331470"/>
          </a:xfrm>
          <a:prstGeom prst="rect">
            <a:avLst/>
          </a:prstGeom>
        </p:spPr>
      </p:pic>
      <p:sp>
        <p:nvSpPr>
          <p:cNvPr id="62" name="object 62"/>
          <p:cNvSpPr/>
          <p:nvPr/>
        </p:nvSpPr>
        <p:spPr>
          <a:xfrm>
            <a:off x="2540354" y="5612279"/>
            <a:ext cx="186055" cy="360045"/>
          </a:xfrm>
          <a:custGeom>
            <a:avLst/>
            <a:gdLst/>
            <a:ahLst/>
            <a:cxnLst/>
            <a:rect l="l" t="t" r="r" b="b"/>
            <a:pathLst>
              <a:path w="186055" h="360045">
                <a:moveTo>
                  <a:pt x="137765" y="21506"/>
                </a:moveTo>
                <a:lnTo>
                  <a:pt x="142135" y="30706"/>
                </a:lnTo>
                <a:lnTo>
                  <a:pt x="142312" y="30869"/>
                </a:lnTo>
                <a:lnTo>
                  <a:pt x="145990" y="42990"/>
                </a:lnTo>
                <a:lnTo>
                  <a:pt x="147008" y="46230"/>
                </a:lnTo>
                <a:lnTo>
                  <a:pt x="153414" y="77189"/>
                </a:lnTo>
                <a:lnTo>
                  <a:pt x="153757" y="78576"/>
                </a:lnTo>
                <a:lnTo>
                  <a:pt x="155930" y="103576"/>
                </a:lnTo>
                <a:lnTo>
                  <a:pt x="156044" y="104998"/>
                </a:lnTo>
                <a:lnTo>
                  <a:pt x="160168" y="208069"/>
                </a:lnTo>
                <a:lnTo>
                  <a:pt x="160217" y="209308"/>
                </a:lnTo>
                <a:lnTo>
                  <a:pt x="160304" y="211470"/>
                </a:lnTo>
                <a:lnTo>
                  <a:pt x="160426" y="214521"/>
                </a:lnTo>
                <a:lnTo>
                  <a:pt x="160502" y="216434"/>
                </a:lnTo>
                <a:lnTo>
                  <a:pt x="165150" y="297486"/>
                </a:lnTo>
                <a:lnTo>
                  <a:pt x="169881" y="353499"/>
                </a:lnTo>
                <a:lnTo>
                  <a:pt x="176374" y="360028"/>
                </a:lnTo>
                <a:lnTo>
                  <a:pt x="179302" y="360028"/>
                </a:lnTo>
                <a:lnTo>
                  <a:pt x="185626" y="353821"/>
                </a:lnTo>
                <a:lnTo>
                  <a:pt x="185729" y="353499"/>
                </a:lnTo>
                <a:lnTo>
                  <a:pt x="185756" y="351408"/>
                </a:lnTo>
                <a:lnTo>
                  <a:pt x="181282" y="298841"/>
                </a:lnTo>
                <a:lnTo>
                  <a:pt x="181170" y="297486"/>
                </a:lnTo>
                <a:lnTo>
                  <a:pt x="176648" y="219463"/>
                </a:lnTo>
                <a:lnTo>
                  <a:pt x="176572" y="217977"/>
                </a:lnTo>
                <a:lnTo>
                  <a:pt x="172045" y="104998"/>
                </a:lnTo>
                <a:lnTo>
                  <a:pt x="171988" y="103576"/>
                </a:lnTo>
                <a:lnTo>
                  <a:pt x="169894" y="79503"/>
                </a:lnTo>
                <a:lnTo>
                  <a:pt x="169813" y="78576"/>
                </a:lnTo>
                <a:lnTo>
                  <a:pt x="169693" y="77189"/>
                </a:lnTo>
                <a:lnTo>
                  <a:pt x="157619" y="26225"/>
                </a:lnTo>
                <a:lnTo>
                  <a:pt x="155871" y="22340"/>
                </a:lnTo>
                <a:lnTo>
                  <a:pt x="138495" y="22340"/>
                </a:lnTo>
                <a:lnTo>
                  <a:pt x="137765" y="21506"/>
                </a:lnTo>
                <a:close/>
              </a:path>
              <a:path w="186055" h="360045">
                <a:moveTo>
                  <a:pt x="133315" y="0"/>
                </a:moveTo>
                <a:lnTo>
                  <a:pt x="130612" y="0"/>
                </a:lnTo>
                <a:lnTo>
                  <a:pt x="123493" y="974"/>
                </a:lnTo>
                <a:lnTo>
                  <a:pt x="71332" y="37647"/>
                </a:lnTo>
                <a:lnTo>
                  <a:pt x="30417" y="96655"/>
                </a:lnTo>
                <a:lnTo>
                  <a:pt x="14218" y="131415"/>
                </a:lnTo>
                <a:lnTo>
                  <a:pt x="953" y="181856"/>
                </a:lnTo>
                <a:lnTo>
                  <a:pt x="0" y="198800"/>
                </a:lnTo>
                <a:lnTo>
                  <a:pt x="416" y="208069"/>
                </a:lnTo>
                <a:lnTo>
                  <a:pt x="472" y="209308"/>
                </a:lnTo>
                <a:lnTo>
                  <a:pt x="569" y="211470"/>
                </a:lnTo>
                <a:lnTo>
                  <a:pt x="11656" y="231640"/>
                </a:lnTo>
                <a:lnTo>
                  <a:pt x="17958" y="231640"/>
                </a:lnTo>
                <a:lnTo>
                  <a:pt x="19696" y="231197"/>
                </a:lnTo>
                <a:lnTo>
                  <a:pt x="19833" y="231197"/>
                </a:lnTo>
                <a:lnTo>
                  <a:pt x="34509" y="223860"/>
                </a:lnTo>
                <a:lnTo>
                  <a:pt x="35027" y="223669"/>
                </a:lnTo>
                <a:lnTo>
                  <a:pt x="45904" y="219190"/>
                </a:lnTo>
                <a:lnTo>
                  <a:pt x="19734" y="219190"/>
                </a:lnTo>
                <a:lnTo>
                  <a:pt x="12863" y="215739"/>
                </a:lnTo>
                <a:lnTo>
                  <a:pt x="14978" y="215739"/>
                </a:lnTo>
                <a:lnTo>
                  <a:pt x="17415" y="214521"/>
                </a:lnTo>
                <a:lnTo>
                  <a:pt x="16522" y="210127"/>
                </a:lnTo>
                <a:lnTo>
                  <a:pt x="16012" y="198800"/>
                </a:lnTo>
                <a:lnTo>
                  <a:pt x="15976" y="197989"/>
                </a:lnTo>
                <a:lnTo>
                  <a:pt x="16249" y="193906"/>
                </a:lnTo>
                <a:lnTo>
                  <a:pt x="16365" y="191857"/>
                </a:lnTo>
                <a:lnTo>
                  <a:pt x="16413" y="190999"/>
                </a:lnTo>
                <a:lnTo>
                  <a:pt x="16523" y="189050"/>
                </a:lnTo>
                <a:lnTo>
                  <a:pt x="16581" y="188032"/>
                </a:lnTo>
                <a:lnTo>
                  <a:pt x="16701" y="185912"/>
                </a:lnTo>
                <a:lnTo>
                  <a:pt x="16807" y="184029"/>
                </a:lnTo>
                <a:lnTo>
                  <a:pt x="16832" y="183598"/>
                </a:lnTo>
                <a:lnTo>
                  <a:pt x="16989" y="182920"/>
                </a:lnTo>
                <a:lnTo>
                  <a:pt x="19199" y="169407"/>
                </a:lnTo>
                <a:lnTo>
                  <a:pt x="19321" y="168663"/>
                </a:lnTo>
                <a:lnTo>
                  <a:pt x="20039" y="166080"/>
                </a:lnTo>
                <a:lnTo>
                  <a:pt x="23295" y="153703"/>
                </a:lnTo>
                <a:lnTo>
                  <a:pt x="23379" y="153383"/>
                </a:lnTo>
                <a:lnTo>
                  <a:pt x="23465" y="153057"/>
                </a:lnTo>
                <a:lnTo>
                  <a:pt x="24944" y="148987"/>
                </a:lnTo>
                <a:lnTo>
                  <a:pt x="29042" y="137474"/>
                </a:lnTo>
                <a:lnTo>
                  <a:pt x="29163" y="137135"/>
                </a:lnTo>
                <a:lnTo>
                  <a:pt x="29289" y="136780"/>
                </a:lnTo>
                <a:lnTo>
                  <a:pt x="31825" y="131415"/>
                </a:lnTo>
                <a:lnTo>
                  <a:pt x="44123" y="104998"/>
                </a:lnTo>
                <a:lnTo>
                  <a:pt x="44193" y="104791"/>
                </a:lnTo>
                <a:lnTo>
                  <a:pt x="44494" y="104202"/>
                </a:lnTo>
                <a:lnTo>
                  <a:pt x="44936" y="103576"/>
                </a:lnTo>
                <a:lnTo>
                  <a:pt x="62997" y="74020"/>
                </a:lnTo>
                <a:lnTo>
                  <a:pt x="69593" y="65680"/>
                </a:lnTo>
                <a:lnTo>
                  <a:pt x="83123" y="48392"/>
                </a:lnTo>
                <a:lnTo>
                  <a:pt x="83255" y="48392"/>
                </a:lnTo>
                <a:lnTo>
                  <a:pt x="101980" y="30706"/>
                </a:lnTo>
                <a:lnTo>
                  <a:pt x="101769" y="30706"/>
                </a:lnTo>
                <a:lnTo>
                  <a:pt x="102415" y="30295"/>
                </a:lnTo>
                <a:lnTo>
                  <a:pt x="102968" y="29772"/>
                </a:lnTo>
                <a:lnTo>
                  <a:pt x="103236" y="29772"/>
                </a:lnTo>
                <a:lnTo>
                  <a:pt x="119510" y="19417"/>
                </a:lnTo>
                <a:lnTo>
                  <a:pt x="119171" y="19417"/>
                </a:lnTo>
                <a:lnTo>
                  <a:pt x="120700" y="18660"/>
                </a:lnTo>
                <a:lnTo>
                  <a:pt x="121226" y="18660"/>
                </a:lnTo>
                <a:lnTo>
                  <a:pt x="126208" y="16824"/>
                </a:lnTo>
                <a:lnTo>
                  <a:pt x="125668" y="16824"/>
                </a:lnTo>
                <a:lnTo>
                  <a:pt x="127346" y="16405"/>
                </a:lnTo>
                <a:lnTo>
                  <a:pt x="128720" y="16405"/>
                </a:lnTo>
                <a:lnTo>
                  <a:pt x="131080" y="16081"/>
                </a:lnTo>
                <a:lnTo>
                  <a:pt x="129286" y="15457"/>
                </a:lnTo>
                <a:lnTo>
                  <a:pt x="152602" y="15457"/>
                </a:lnTo>
                <a:lnTo>
                  <a:pt x="133926" y="134"/>
                </a:lnTo>
                <a:lnTo>
                  <a:pt x="133315" y="0"/>
                </a:lnTo>
                <a:close/>
              </a:path>
              <a:path w="186055" h="360045">
                <a:moveTo>
                  <a:pt x="14978" y="215739"/>
                </a:moveTo>
                <a:lnTo>
                  <a:pt x="12863" y="215739"/>
                </a:lnTo>
                <a:lnTo>
                  <a:pt x="19734" y="219190"/>
                </a:lnTo>
                <a:lnTo>
                  <a:pt x="18897" y="217977"/>
                </a:lnTo>
                <a:lnTo>
                  <a:pt x="18118" y="217977"/>
                </a:lnTo>
                <a:lnTo>
                  <a:pt x="17461" y="216434"/>
                </a:lnTo>
                <a:lnTo>
                  <a:pt x="13588" y="216434"/>
                </a:lnTo>
                <a:lnTo>
                  <a:pt x="14978" y="215739"/>
                </a:lnTo>
                <a:close/>
              </a:path>
              <a:path w="186055" h="360045">
                <a:moveTo>
                  <a:pt x="105517" y="178892"/>
                </a:moveTo>
                <a:lnTo>
                  <a:pt x="103260" y="178892"/>
                </a:lnTo>
                <a:lnTo>
                  <a:pt x="102101" y="179108"/>
                </a:lnTo>
                <a:lnTo>
                  <a:pt x="102246" y="179108"/>
                </a:lnTo>
                <a:lnTo>
                  <a:pt x="66676" y="193338"/>
                </a:lnTo>
                <a:lnTo>
                  <a:pt x="27887" y="209308"/>
                </a:lnTo>
                <a:lnTo>
                  <a:pt x="27355" y="209551"/>
                </a:lnTo>
                <a:lnTo>
                  <a:pt x="17415" y="214521"/>
                </a:lnTo>
                <a:lnTo>
                  <a:pt x="17663" y="215739"/>
                </a:lnTo>
                <a:lnTo>
                  <a:pt x="17832" y="216434"/>
                </a:lnTo>
                <a:lnTo>
                  <a:pt x="19734" y="219190"/>
                </a:lnTo>
                <a:lnTo>
                  <a:pt x="45904" y="219190"/>
                </a:lnTo>
                <a:lnTo>
                  <a:pt x="72911" y="208069"/>
                </a:lnTo>
                <a:lnTo>
                  <a:pt x="108314" y="193906"/>
                </a:lnTo>
                <a:lnTo>
                  <a:pt x="112369" y="185912"/>
                </a:lnTo>
                <a:lnTo>
                  <a:pt x="112178" y="184890"/>
                </a:lnTo>
                <a:lnTo>
                  <a:pt x="106534" y="179108"/>
                </a:lnTo>
                <a:lnTo>
                  <a:pt x="105517" y="178892"/>
                </a:lnTo>
                <a:close/>
              </a:path>
              <a:path w="186055" h="360045">
                <a:moveTo>
                  <a:pt x="16865" y="215032"/>
                </a:moveTo>
                <a:lnTo>
                  <a:pt x="18118" y="217977"/>
                </a:lnTo>
                <a:lnTo>
                  <a:pt x="17804" y="216434"/>
                </a:lnTo>
                <a:lnTo>
                  <a:pt x="16865" y="215032"/>
                </a:lnTo>
                <a:close/>
              </a:path>
              <a:path w="186055" h="360045">
                <a:moveTo>
                  <a:pt x="17832" y="216434"/>
                </a:moveTo>
                <a:lnTo>
                  <a:pt x="18118" y="217977"/>
                </a:lnTo>
                <a:lnTo>
                  <a:pt x="18897" y="217977"/>
                </a:lnTo>
                <a:lnTo>
                  <a:pt x="17832" y="216434"/>
                </a:lnTo>
                <a:close/>
              </a:path>
              <a:path w="186055" h="360045">
                <a:moveTo>
                  <a:pt x="17415" y="214521"/>
                </a:moveTo>
                <a:lnTo>
                  <a:pt x="13588" y="216434"/>
                </a:lnTo>
                <a:lnTo>
                  <a:pt x="16315" y="215739"/>
                </a:lnTo>
                <a:lnTo>
                  <a:pt x="17166" y="215739"/>
                </a:lnTo>
                <a:lnTo>
                  <a:pt x="16865" y="215032"/>
                </a:lnTo>
                <a:lnTo>
                  <a:pt x="17519" y="215032"/>
                </a:lnTo>
                <a:lnTo>
                  <a:pt x="17415" y="214521"/>
                </a:lnTo>
                <a:close/>
              </a:path>
              <a:path w="186055" h="360045">
                <a:moveTo>
                  <a:pt x="17166" y="215739"/>
                </a:moveTo>
                <a:lnTo>
                  <a:pt x="16315" y="215739"/>
                </a:lnTo>
                <a:lnTo>
                  <a:pt x="13588" y="216434"/>
                </a:lnTo>
                <a:lnTo>
                  <a:pt x="17461" y="216434"/>
                </a:lnTo>
                <a:lnTo>
                  <a:pt x="17166" y="215739"/>
                </a:lnTo>
                <a:close/>
              </a:path>
              <a:path w="186055" h="360045">
                <a:moveTo>
                  <a:pt x="17519" y="215032"/>
                </a:moveTo>
                <a:lnTo>
                  <a:pt x="16865" y="215032"/>
                </a:lnTo>
                <a:lnTo>
                  <a:pt x="17832" y="216434"/>
                </a:lnTo>
                <a:lnTo>
                  <a:pt x="17663" y="215739"/>
                </a:lnTo>
                <a:lnTo>
                  <a:pt x="17519" y="215032"/>
                </a:lnTo>
                <a:close/>
              </a:path>
              <a:path w="186055" h="360045">
                <a:moveTo>
                  <a:pt x="83255" y="48392"/>
                </a:moveTo>
                <a:lnTo>
                  <a:pt x="83123" y="48392"/>
                </a:lnTo>
                <a:lnTo>
                  <a:pt x="82749" y="48870"/>
                </a:lnTo>
                <a:lnTo>
                  <a:pt x="83255" y="48392"/>
                </a:lnTo>
                <a:close/>
              </a:path>
              <a:path w="186055" h="360045">
                <a:moveTo>
                  <a:pt x="102415" y="30295"/>
                </a:moveTo>
                <a:lnTo>
                  <a:pt x="101769" y="30706"/>
                </a:lnTo>
                <a:lnTo>
                  <a:pt x="101980" y="30706"/>
                </a:lnTo>
                <a:lnTo>
                  <a:pt x="102415" y="30295"/>
                </a:lnTo>
                <a:close/>
              </a:path>
              <a:path w="186055" h="360045">
                <a:moveTo>
                  <a:pt x="103236" y="29772"/>
                </a:moveTo>
                <a:lnTo>
                  <a:pt x="102968" y="29772"/>
                </a:lnTo>
                <a:lnTo>
                  <a:pt x="102415" y="30295"/>
                </a:lnTo>
                <a:lnTo>
                  <a:pt x="103236" y="29772"/>
                </a:lnTo>
                <a:close/>
              </a:path>
              <a:path w="186055" h="360045">
                <a:moveTo>
                  <a:pt x="137290" y="20505"/>
                </a:moveTo>
                <a:lnTo>
                  <a:pt x="137765" y="21506"/>
                </a:lnTo>
                <a:lnTo>
                  <a:pt x="138495" y="22340"/>
                </a:lnTo>
                <a:lnTo>
                  <a:pt x="137290" y="20505"/>
                </a:lnTo>
                <a:close/>
              </a:path>
              <a:path w="186055" h="360045">
                <a:moveTo>
                  <a:pt x="155000" y="20505"/>
                </a:moveTo>
                <a:lnTo>
                  <a:pt x="137290" y="20505"/>
                </a:lnTo>
                <a:lnTo>
                  <a:pt x="138495" y="22340"/>
                </a:lnTo>
                <a:lnTo>
                  <a:pt x="155871" y="22340"/>
                </a:lnTo>
                <a:lnTo>
                  <a:pt x="155000" y="20505"/>
                </a:lnTo>
                <a:close/>
              </a:path>
              <a:path w="186055" h="360045">
                <a:moveTo>
                  <a:pt x="133867" y="17051"/>
                </a:moveTo>
                <a:lnTo>
                  <a:pt x="137765" y="21506"/>
                </a:lnTo>
                <a:lnTo>
                  <a:pt x="137290" y="20505"/>
                </a:lnTo>
                <a:lnTo>
                  <a:pt x="155000" y="20505"/>
                </a:lnTo>
                <a:lnTo>
                  <a:pt x="153689" y="17745"/>
                </a:lnTo>
                <a:lnTo>
                  <a:pt x="135864" y="17745"/>
                </a:lnTo>
                <a:lnTo>
                  <a:pt x="133867" y="17051"/>
                </a:lnTo>
                <a:close/>
              </a:path>
              <a:path w="186055" h="360045">
                <a:moveTo>
                  <a:pt x="120700" y="18660"/>
                </a:moveTo>
                <a:lnTo>
                  <a:pt x="119171" y="19417"/>
                </a:lnTo>
                <a:lnTo>
                  <a:pt x="119977" y="19120"/>
                </a:lnTo>
                <a:lnTo>
                  <a:pt x="120700" y="18660"/>
                </a:lnTo>
                <a:close/>
              </a:path>
              <a:path w="186055" h="360045">
                <a:moveTo>
                  <a:pt x="119977" y="19120"/>
                </a:moveTo>
                <a:lnTo>
                  <a:pt x="119171" y="19417"/>
                </a:lnTo>
                <a:lnTo>
                  <a:pt x="119510" y="19417"/>
                </a:lnTo>
                <a:lnTo>
                  <a:pt x="119977" y="19120"/>
                </a:lnTo>
                <a:close/>
              </a:path>
              <a:path w="186055" h="360045">
                <a:moveTo>
                  <a:pt x="121226" y="18660"/>
                </a:moveTo>
                <a:lnTo>
                  <a:pt x="120700" y="18660"/>
                </a:lnTo>
                <a:lnTo>
                  <a:pt x="119977" y="19120"/>
                </a:lnTo>
                <a:lnTo>
                  <a:pt x="121226" y="18660"/>
                </a:lnTo>
                <a:close/>
              </a:path>
              <a:path w="186055" h="360045">
                <a:moveTo>
                  <a:pt x="132473" y="15457"/>
                </a:moveTo>
                <a:lnTo>
                  <a:pt x="133867" y="17051"/>
                </a:lnTo>
                <a:lnTo>
                  <a:pt x="135864" y="17745"/>
                </a:lnTo>
                <a:lnTo>
                  <a:pt x="132473" y="15457"/>
                </a:lnTo>
                <a:close/>
              </a:path>
              <a:path w="186055" h="360045">
                <a:moveTo>
                  <a:pt x="152602" y="15457"/>
                </a:moveTo>
                <a:lnTo>
                  <a:pt x="132473" y="15457"/>
                </a:lnTo>
                <a:lnTo>
                  <a:pt x="135864" y="17745"/>
                </a:lnTo>
                <a:lnTo>
                  <a:pt x="153689" y="17745"/>
                </a:lnTo>
                <a:lnTo>
                  <a:pt x="152602" y="15457"/>
                </a:lnTo>
                <a:close/>
              </a:path>
              <a:path w="186055" h="360045">
                <a:moveTo>
                  <a:pt x="132811" y="15843"/>
                </a:moveTo>
                <a:lnTo>
                  <a:pt x="131080" y="16081"/>
                </a:lnTo>
                <a:lnTo>
                  <a:pt x="133867" y="17051"/>
                </a:lnTo>
                <a:lnTo>
                  <a:pt x="132811" y="15843"/>
                </a:lnTo>
                <a:close/>
              </a:path>
              <a:path w="186055" h="360045">
                <a:moveTo>
                  <a:pt x="127346" y="16405"/>
                </a:moveTo>
                <a:lnTo>
                  <a:pt x="125668" y="16824"/>
                </a:lnTo>
                <a:lnTo>
                  <a:pt x="126208" y="16824"/>
                </a:lnTo>
                <a:lnTo>
                  <a:pt x="127346" y="16405"/>
                </a:lnTo>
                <a:close/>
              </a:path>
              <a:path w="186055" h="360045">
                <a:moveTo>
                  <a:pt x="128720" y="16405"/>
                </a:moveTo>
                <a:lnTo>
                  <a:pt x="127346" y="16405"/>
                </a:lnTo>
                <a:lnTo>
                  <a:pt x="126208" y="16824"/>
                </a:lnTo>
                <a:lnTo>
                  <a:pt x="125668" y="16824"/>
                </a:lnTo>
                <a:lnTo>
                  <a:pt x="128720" y="16405"/>
                </a:lnTo>
                <a:close/>
              </a:path>
              <a:path w="186055" h="360045">
                <a:moveTo>
                  <a:pt x="132473" y="15457"/>
                </a:moveTo>
                <a:lnTo>
                  <a:pt x="129331" y="15457"/>
                </a:lnTo>
                <a:lnTo>
                  <a:pt x="133218" y="15843"/>
                </a:lnTo>
                <a:lnTo>
                  <a:pt x="130397" y="15843"/>
                </a:lnTo>
                <a:lnTo>
                  <a:pt x="131080" y="16081"/>
                </a:lnTo>
                <a:lnTo>
                  <a:pt x="132811" y="15843"/>
                </a:lnTo>
                <a:lnTo>
                  <a:pt x="133218" y="15843"/>
                </a:lnTo>
                <a:lnTo>
                  <a:pt x="129331" y="15457"/>
                </a:lnTo>
                <a:lnTo>
                  <a:pt x="132473" y="1545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3" name="object 63"/>
          <p:cNvGrpSpPr/>
          <p:nvPr/>
        </p:nvGrpSpPr>
        <p:grpSpPr>
          <a:xfrm>
            <a:off x="5206607" y="5676409"/>
            <a:ext cx="764540" cy="466090"/>
            <a:chOff x="5206607" y="5676409"/>
            <a:chExt cx="764540" cy="466090"/>
          </a:xfrm>
        </p:grpSpPr>
        <p:sp>
          <p:nvSpPr>
            <p:cNvPr id="64" name="object 64"/>
            <p:cNvSpPr/>
            <p:nvPr/>
          </p:nvSpPr>
          <p:spPr>
            <a:xfrm>
              <a:off x="5206607" y="5676409"/>
              <a:ext cx="90170" cy="323850"/>
            </a:xfrm>
            <a:custGeom>
              <a:avLst/>
              <a:gdLst/>
              <a:ahLst/>
              <a:cxnLst/>
              <a:rect l="l" t="t" r="r" b="b"/>
              <a:pathLst>
                <a:path w="90170" h="323850">
                  <a:moveTo>
                    <a:pt x="8534" y="0"/>
                  </a:moveTo>
                  <a:lnTo>
                    <a:pt x="7155" y="0"/>
                  </a:lnTo>
                  <a:lnTo>
                    <a:pt x="4706" y="612"/>
                  </a:lnTo>
                  <a:lnTo>
                    <a:pt x="4890" y="612"/>
                  </a:lnTo>
                  <a:lnTo>
                    <a:pt x="4156" y="958"/>
                  </a:lnTo>
                  <a:lnTo>
                    <a:pt x="0" y="7886"/>
                  </a:lnTo>
                  <a:lnTo>
                    <a:pt x="50" y="8925"/>
                  </a:lnTo>
                  <a:lnTo>
                    <a:pt x="1832" y="16061"/>
                  </a:lnTo>
                  <a:lnTo>
                    <a:pt x="2442" y="18324"/>
                  </a:lnTo>
                  <a:lnTo>
                    <a:pt x="7099" y="50849"/>
                  </a:lnTo>
                  <a:lnTo>
                    <a:pt x="21346" y="100608"/>
                  </a:lnTo>
                  <a:lnTo>
                    <a:pt x="30251" y="121654"/>
                  </a:lnTo>
                  <a:lnTo>
                    <a:pt x="34725" y="136159"/>
                  </a:lnTo>
                  <a:lnTo>
                    <a:pt x="46161" y="181899"/>
                  </a:lnTo>
                  <a:lnTo>
                    <a:pt x="53372" y="213314"/>
                  </a:lnTo>
                  <a:lnTo>
                    <a:pt x="54089" y="216355"/>
                  </a:lnTo>
                  <a:lnTo>
                    <a:pt x="65572" y="286978"/>
                  </a:lnTo>
                  <a:lnTo>
                    <a:pt x="78422" y="322950"/>
                  </a:lnTo>
                  <a:lnTo>
                    <a:pt x="81509" y="323559"/>
                  </a:lnTo>
                  <a:lnTo>
                    <a:pt x="82289" y="323559"/>
                  </a:lnTo>
                  <a:lnTo>
                    <a:pt x="89559" y="315475"/>
                  </a:lnTo>
                  <a:lnTo>
                    <a:pt x="89490" y="314436"/>
                  </a:lnTo>
                  <a:lnTo>
                    <a:pt x="81390" y="284349"/>
                  </a:lnTo>
                  <a:lnTo>
                    <a:pt x="81286" y="283961"/>
                  </a:lnTo>
                  <a:lnTo>
                    <a:pt x="81184" y="283583"/>
                  </a:lnTo>
                  <a:lnTo>
                    <a:pt x="75624" y="249988"/>
                  </a:lnTo>
                  <a:lnTo>
                    <a:pt x="69888" y="213850"/>
                  </a:lnTo>
                  <a:lnTo>
                    <a:pt x="69785" y="213314"/>
                  </a:lnTo>
                  <a:lnTo>
                    <a:pt x="50129" y="131865"/>
                  </a:lnTo>
                  <a:lnTo>
                    <a:pt x="36220" y="94714"/>
                  </a:lnTo>
                  <a:lnTo>
                    <a:pt x="27034" y="70049"/>
                  </a:lnTo>
                  <a:lnTo>
                    <a:pt x="23397" y="50849"/>
                  </a:lnTo>
                  <a:lnTo>
                    <a:pt x="22878" y="48186"/>
                  </a:lnTo>
                  <a:lnTo>
                    <a:pt x="22800" y="47786"/>
                  </a:lnTo>
                  <a:lnTo>
                    <a:pt x="15566" y="5046"/>
                  </a:lnTo>
                  <a:lnTo>
                    <a:pt x="10290" y="261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220647" y="5703986"/>
              <a:ext cx="750129" cy="438101"/>
            </a:xfrm>
            <a:prstGeom prst="rect">
              <a:avLst/>
            </a:prstGeom>
          </p:spPr>
        </p:pic>
      </p:grpSp>
      <p:sp>
        <p:nvSpPr>
          <p:cNvPr id="66" name="object 66"/>
          <p:cNvSpPr/>
          <p:nvPr/>
        </p:nvSpPr>
        <p:spPr>
          <a:xfrm>
            <a:off x="6115431" y="5662802"/>
            <a:ext cx="190500" cy="314325"/>
          </a:xfrm>
          <a:custGeom>
            <a:avLst/>
            <a:gdLst/>
            <a:ahLst/>
            <a:cxnLst/>
            <a:rect l="l" t="t" r="r" b="b"/>
            <a:pathLst>
              <a:path w="190500" h="314325">
                <a:moveTo>
                  <a:pt x="158711" y="282702"/>
                </a:moveTo>
                <a:lnTo>
                  <a:pt x="128765" y="282702"/>
                </a:lnTo>
                <a:lnTo>
                  <a:pt x="128511" y="282702"/>
                </a:lnTo>
                <a:lnTo>
                  <a:pt x="110261" y="287528"/>
                </a:lnTo>
                <a:lnTo>
                  <a:pt x="109829" y="287528"/>
                </a:lnTo>
                <a:lnTo>
                  <a:pt x="98259" y="289115"/>
                </a:lnTo>
                <a:lnTo>
                  <a:pt x="61429" y="300913"/>
                </a:lnTo>
                <a:lnTo>
                  <a:pt x="59626" y="304673"/>
                </a:lnTo>
                <a:lnTo>
                  <a:pt x="59664" y="307822"/>
                </a:lnTo>
                <a:lnTo>
                  <a:pt x="66078" y="314083"/>
                </a:lnTo>
                <a:lnTo>
                  <a:pt x="69126" y="314083"/>
                </a:lnTo>
                <a:lnTo>
                  <a:pt x="88798" y="307149"/>
                </a:lnTo>
                <a:lnTo>
                  <a:pt x="88493" y="307149"/>
                </a:lnTo>
                <a:lnTo>
                  <a:pt x="89115" y="307047"/>
                </a:lnTo>
                <a:lnTo>
                  <a:pt x="90309" y="306819"/>
                </a:lnTo>
                <a:lnTo>
                  <a:pt x="100812" y="304901"/>
                </a:lnTo>
                <a:lnTo>
                  <a:pt x="113385" y="303187"/>
                </a:lnTo>
                <a:lnTo>
                  <a:pt x="114350" y="302996"/>
                </a:lnTo>
                <a:lnTo>
                  <a:pt x="155384" y="286283"/>
                </a:lnTo>
                <a:lnTo>
                  <a:pt x="156883" y="284886"/>
                </a:lnTo>
                <a:lnTo>
                  <a:pt x="158711" y="282702"/>
                </a:lnTo>
                <a:close/>
              </a:path>
              <a:path w="190500" h="314325">
                <a:moveTo>
                  <a:pt x="167030" y="164985"/>
                </a:moveTo>
                <a:lnTo>
                  <a:pt x="144995" y="138150"/>
                </a:lnTo>
                <a:lnTo>
                  <a:pt x="115328" y="138150"/>
                </a:lnTo>
                <a:lnTo>
                  <a:pt x="115163" y="138150"/>
                </a:lnTo>
                <a:lnTo>
                  <a:pt x="124142" y="142900"/>
                </a:lnTo>
                <a:lnTo>
                  <a:pt x="129324" y="146481"/>
                </a:lnTo>
                <a:lnTo>
                  <a:pt x="133362" y="149212"/>
                </a:lnTo>
                <a:lnTo>
                  <a:pt x="142189" y="157099"/>
                </a:lnTo>
                <a:lnTo>
                  <a:pt x="148704" y="164985"/>
                </a:lnTo>
                <a:lnTo>
                  <a:pt x="149148" y="165531"/>
                </a:lnTo>
                <a:lnTo>
                  <a:pt x="148780" y="164985"/>
                </a:lnTo>
                <a:lnTo>
                  <a:pt x="167030" y="164985"/>
                </a:lnTo>
                <a:close/>
              </a:path>
              <a:path w="190500" h="314325">
                <a:moveTo>
                  <a:pt x="170116" y="173151"/>
                </a:moveTo>
                <a:lnTo>
                  <a:pt x="169875" y="172415"/>
                </a:lnTo>
                <a:lnTo>
                  <a:pt x="168236" y="167424"/>
                </a:lnTo>
                <a:lnTo>
                  <a:pt x="167614" y="166001"/>
                </a:lnTo>
                <a:lnTo>
                  <a:pt x="167347" y="165531"/>
                </a:lnTo>
                <a:lnTo>
                  <a:pt x="149148" y="165531"/>
                </a:lnTo>
                <a:lnTo>
                  <a:pt x="149009" y="165531"/>
                </a:lnTo>
                <a:lnTo>
                  <a:pt x="153276" y="173151"/>
                </a:lnTo>
                <a:lnTo>
                  <a:pt x="153657" y="173824"/>
                </a:lnTo>
                <a:lnTo>
                  <a:pt x="153365" y="173151"/>
                </a:lnTo>
                <a:lnTo>
                  <a:pt x="170116" y="173151"/>
                </a:lnTo>
                <a:close/>
              </a:path>
              <a:path w="190500" h="314325">
                <a:moveTo>
                  <a:pt x="170370" y="260616"/>
                </a:moveTo>
                <a:lnTo>
                  <a:pt x="153873" y="260616"/>
                </a:lnTo>
                <a:lnTo>
                  <a:pt x="153708" y="260616"/>
                </a:lnTo>
                <a:lnTo>
                  <a:pt x="150393" y="267703"/>
                </a:lnTo>
                <a:lnTo>
                  <a:pt x="145249" y="273862"/>
                </a:lnTo>
                <a:lnTo>
                  <a:pt x="138379" y="278752"/>
                </a:lnTo>
                <a:lnTo>
                  <a:pt x="129247" y="282498"/>
                </a:lnTo>
                <a:lnTo>
                  <a:pt x="128765" y="282702"/>
                </a:lnTo>
                <a:lnTo>
                  <a:pt x="129349" y="282498"/>
                </a:lnTo>
                <a:lnTo>
                  <a:pt x="158877" y="282498"/>
                </a:lnTo>
                <a:lnTo>
                  <a:pt x="158991" y="282359"/>
                </a:lnTo>
                <a:lnTo>
                  <a:pt x="161556" y="279273"/>
                </a:lnTo>
                <a:lnTo>
                  <a:pt x="162293" y="278396"/>
                </a:lnTo>
                <a:lnTo>
                  <a:pt x="163334" y="277152"/>
                </a:lnTo>
                <a:lnTo>
                  <a:pt x="164426" y="275424"/>
                </a:lnTo>
                <a:lnTo>
                  <a:pt x="164795" y="274650"/>
                </a:lnTo>
                <a:lnTo>
                  <a:pt x="165455" y="273253"/>
                </a:lnTo>
                <a:lnTo>
                  <a:pt x="167627" y="268630"/>
                </a:lnTo>
                <a:lnTo>
                  <a:pt x="168440" y="266903"/>
                </a:lnTo>
                <a:lnTo>
                  <a:pt x="168884" y="265963"/>
                </a:lnTo>
                <a:lnTo>
                  <a:pt x="169392" y="264502"/>
                </a:lnTo>
                <a:lnTo>
                  <a:pt x="170370" y="260616"/>
                </a:lnTo>
                <a:close/>
              </a:path>
              <a:path w="190500" h="314325">
                <a:moveTo>
                  <a:pt x="176491" y="220599"/>
                </a:moveTo>
                <a:lnTo>
                  <a:pt x="171818" y="178638"/>
                </a:lnTo>
                <a:lnTo>
                  <a:pt x="170345" y="173824"/>
                </a:lnTo>
                <a:lnTo>
                  <a:pt x="153657" y="173824"/>
                </a:lnTo>
                <a:lnTo>
                  <a:pt x="153504" y="173824"/>
                </a:lnTo>
                <a:lnTo>
                  <a:pt x="155079" y="178638"/>
                </a:lnTo>
                <a:lnTo>
                  <a:pt x="156044" y="181267"/>
                </a:lnTo>
                <a:lnTo>
                  <a:pt x="159194" y="200164"/>
                </a:lnTo>
                <a:lnTo>
                  <a:pt x="159385" y="201053"/>
                </a:lnTo>
                <a:lnTo>
                  <a:pt x="160553" y="220599"/>
                </a:lnTo>
                <a:lnTo>
                  <a:pt x="159042" y="239966"/>
                </a:lnTo>
                <a:lnTo>
                  <a:pt x="154063" y="259867"/>
                </a:lnTo>
                <a:lnTo>
                  <a:pt x="153873" y="260616"/>
                </a:lnTo>
                <a:lnTo>
                  <a:pt x="154152" y="259867"/>
                </a:lnTo>
                <a:lnTo>
                  <a:pt x="170561" y="259867"/>
                </a:lnTo>
                <a:lnTo>
                  <a:pt x="170738" y="259156"/>
                </a:lnTo>
                <a:lnTo>
                  <a:pt x="174561" y="243852"/>
                </a:lnTo>
                <a:lnTo>
                  <a:pt x="174777" y="242570"/>
                </a:lnTo>
                <a:lnTo>
                  <a:pt x="176491" y="221919"/>
                </a:lnTo>
                <a:lnTo>
                  <a:pt x="176491" y="220599"/>
                </a:lnTo>
                <a:close/>
              </a:path>
              <a:path w="190500" h="314325">
                <a:moveTo>
                  <a:pt x="181495" y="37693"/>
                </a:moveTo>
                <a:lnTo>
                  <a:pt x="181127" y="37363"/>
                </a:lnTo>
                <a:lnTo>
                  <a:pt x="176174" y="32893"/>
                </a:lnTo>
                <a:lnTo>
                  <a:pt x="175971" y="32727"/>
                </a:lnTo>
                <a:lnTo>
                  <a:pt x="175399" y="32283"/>
                </a:lnTo>
                <a:lnTo>
                  <a:pt x="171475" y="29540"/>
                </a:lnTo>
                <a:lnTo>
                  <a:pt x="171119" y="29286"/>
                </a:lnTo>
                <a:lnTo>
                  <a:pt x="165074" y="25057"/>
                </a:lnTo>
                <a:lnTo>
                  <a:pt x="163931" y="24257"/>
                </a:lnTo>
                <a:lnTo>
                  <a:pt x="162915" y="23647"/>
                </a:lnTo>
                <a:lnTo>
                  <a:pt x="114642" y="10274"/>
                </a:lnTo>
                <a:lnTo>
                  <a:pt x="115455" y="10274"/>
                </a:lnTo>
                <a:lnTo>
                  <a:pt x="91262" y="9067"/>
                </a:lnTo>
                <a:lnTo>
                  <a:pt x="89839" y="9067"/>
                </a:lnTo>
                <a:lnTo>
                  <a:pt x="75501" y="10274"/>
                </a:lnTo>
                <a:lnTo>
                  <a:pt x="76695" y="10274"/>
                </a:lnTo>
                <a:lnTo>
                  <a:pt x="64008" y="13271"/>
                </a:lnTo>
                <a:lnTo>
                  <a:pt x="63068" y="13550"/>
                </a:lnTo>
                <a:lnTo>
                  <a:pt x="59740" y="14782"/>
                </a:lnTo>
                <a:lnTo>
                  <a:pt x="61658" y="9677"/>
                </a:lnTo>
                <a:lnTo>
                  <a:pt x="55613" y="0"/>
                </a:lnTo>
                <a:lnTo>
                  <a:pt x="52044" y="0"/>
                </a:lnTo>
                <a:lnTo>
                  <a:pt x="39420" y="23393"/>
                </a:lnTo>
                <a:lnTo>
                  <a:pt x="35991" y="25057"/>
                </a:lnTo>
                <a:lnTo>
                  <a:pt x="33743" y="26174"/>
                </a:lnTo>
                <a:lnTo>
                  <a:pt x="3175" y="42621"/>
                </a:lnTo>
                <a:lnTo>
                  <a:pt x="2374" y="43281"/>
                </a:lnTo>
                <a:lnTo>
                  <a:pt x="1155" y="44780"/>
                </a:lnTo>
                <a:lnTo>
                  <a:pt x="1028" y="44932"/>
                </a:lnTo>
                <a:lnTo>
                  <a:pt x="546" y="45847"/>
                </a:lnTo>
                <a:lnTo>
                  <a:pt x="0" y="47688"/>
                </a:lnTo>
                <a:lnTo>
                  <a:pt x="50" y="51028"/>
                </a:lnTo>
                <a:lnTo>
                  <a:pt x="6604" y="57124"/>
                </a:lnTo>
                <a:lnTo>
                  <a:pt x="14528" y="56832"/>
                </a:lnTo>
                <a:lnTo>
                  <a:pt x="10337" y="56832"/>
                </a:lnTo>
                <a:lnTo>
                  <a:pt x="10756" y="56705"/>
                </a:lnTo>
                <a:lnTo>
                  <a:pt x="32194" y="45161"/>
                </a:lnTo>
                <a:lnTo>
                  <a:pt x="25336" y="70358"/>
                </a:lnTo>
                <a:lnTo>
                  <a:pt x="20180" y="93294"/>
                </a:lnTo>
                <a:lnTo>
                  <a:pt x="20040" y="94068"/>
                </a:lnTo>
                <a:lnTo>
                  <a:pt x="18415" y="107022"/>
                </a:lnTo>
                <a:lnTo>
                  <a:pt x="18465" y="110617"/>
                </a:lnTo>
                <a:lnTo>
                  <a:pt x="31483" y="128168"/>
                </a:lnTo>
                <a:lnTo>
                  <a:pt x="31750" y="128168"/>
                </a:lnTo>
                <a:lnTo>
                  <a:pt x="42151" y="130009"/>
                </a:lnTo>
                <a:lnTo>
                  <a:pt x="42595" y="130009"/>
                </a:lnTo>
                <a:lnTo>
                  <a:pt x="58013" y="130581"/>
                </a:lnTo>
                <a:lnTo>
                  <a:pt x="96926" y="132867"/>
                </a:lnTo>
                <a:lnTo>
                  <a:pt x="96545" y="132867"/>
                </a:lnTo>
                <a:lnTo>
                  <a:pt x="105575" y="134632"/>
                </a:lnTo>
                <a:lnTo>
                  <a:pt x="106184" y="134747"/>
                </a:lnTo>
                <a:lnTo>
                  <a:pt x="105905" y="134747"/>
                </a:lnTo>
                <a:lnTo>
                  <a:pt x="114795" y="137960"/>
                </a:lnTo>
                <a:lnTo>
                  <a:pt x="115328" y="138150"/>
                </a:lnTo>
                <a:lnTo>
                  <a:pt x="114896" y="137960"/>
                </a:lnTo>
                <a:lnTo>
                  <a:pt x="144780" y="137960"/>
                </a:lnTo>
                <a:lnTo>
                  <a:pt x="144487" y="137693"/>
                </a:lnTo>
                <a:lnTo>
                  <a:pt x="144018" y="137274"/>
                </a:lnTo>
                <a:lnTo>
                  <a:pt x="143256" y="136677"/>
                </a:lnTo>
                <a:lnTo>
                  <a:pt x="140474" y="134747"/>
                </a:lnTo>
                <a:lnTo>
                  <a:pt x="140004" y="134416"/>
                </a:lnTo>
                <a:lnTo>
                  <a:pt x="98920" y="117030"/>
                </a:lnTo>
                <a:lnTo>
                  <a:pt x="58674" y="114592"/>
                </a:lnTo>
                <a:lnTo>
                  <a:pt x="46380" y="114134"/>
                </a:lnTo>
                <a:lnTo>
                  <a:pt x="44284" y="114134"/>
                </a:lnTo>
                <a:lnTo>
                  <a:pt x="36677" y="112801"/>
                </a:lnTo>
                <a:lnTo>
                  <a:pt x="36525" y="112801"/>
                </a:lnTo>
                <a:lnTo>
                  <a:pt x="35382" y="112801"/>
                </a:lnTo>
                <a:lnTo>
                  <a:pt x="35331" y="112560"/>
                </a:lnTo>
                <a:lnTo>
                  <a:pt x="36220" y="112560"/>
                </a:lnTo>
                <a:lnTo>
                  <a:pt x="35128" y="111709"/>
                </a:lnTo>
                <a:lnTo>
                  <a:pt x="34734" y="109969"/>
                </a:lnTo>
                <a:lnTo>
                  <a:pt x="34696" y="109816"/>
                </a:lnTo>
                <a:lnTo>
                  <a:pt x="34531" y="109118"/>
                </a:lnTo>
                <a:lnTo>
                  <a:pt x="34531" y="112420"/>
                </a:lnTo>
                <a:lnTo>
                  <a:pt x="34531" y="112560"/>
                </a:lnTo>
                <a:lnTo>
                  <a:pt x="34023" y="111747"/>
                </a:lnTo>
                <a:lnTo>
                  <a:pt x="34531" y="112420"/>
                </a:lnTo>
                <a:lnTo>
                  <a:pt x="34531" y="109118"/>
                </a:lnTo>
                <a:lnTo>
                  <a:pt x="34366" y="108407"/>
                </a:lnTo>
                <a:lnTo>
                  <a:pt x="34442" y="107835"/>
                </a:lnTo>
                <a:lnTo>
                  <a:pt x="34544" y="107022"/>
                </a:lnTo>
                <a:lnTo>
                  <a:pt x="35814" y="96812"/>
                </a:lnTo>
                <a:lnTo>
                  <a:pt x="35915" y="96050"/>
                </a:lnTo>
                <a:lnTo>
                  <a:pt x="36398" y="94068"/>
                </a:lnTo>
                <a:lnTo>
                  <a:pt x="40868" y="74218"/>
                </a:lnTo>
                <a:lnTo>
                  <a:pt x="40944" y="73863"/>
                </a:lnTo>
                <a:lnTo>
                  <a:pt x="47625" y="49403"/>
                </a:lnTo>
                <a:lnTo>
                  <a:pt x="47739" y="48971"/>
                </a:lnTo>
                <a:lnTo>
                  <a:pt x="52451" y="34848"/>
                </a:lnTo>
                <a:lnTo>
                  <a:pt x="55702" y="33274"/>
                </a:lnTo>
                <a:lnTo>
                  <a:pt x="56832" y="32893"/>
                </a:lnTo>
                <a:lnTo>
                  <a:pt x="67843" y="28841"/>
                </a:lnTo>
                <a:lnTo>
                  <a:pt x="67678" y="28841"/>
                </a:lnTo>
                <a:lnTo>
                  <a:pt x="68122" y="28740"/>
                </a:lnTo>
                <a:lnTo>
                  <a:pt x="68872" y="28562"/>
                </a:lnTo>
                <a:lnTo>
                  <a:pt x="78968" y="26174"/>
                </a:lnTo>
                <a:lnTo>
                  <a:pt x="77368" y="26174"/>
                </a:lnTo>
                <a:lnTo>
                  <a:pt x="90639" y="25057"/>
                </a:lnTo>
                <a:lnTo>
                  <a:pt x="113055" y="26174"/>
                </a:lnTo>
                <a:lnTo>
                  <a:pt x="112776" y="26174"/>
                </a:lnTo>
                <a:lnTo>
                  <a:pt x="134645" y="29464"/>
                </a:lnTo>
                <a:lnTo>
                  <a:pt x="135216" y="29540"/>
                </a:lnTo>
                <a:lnTo>
                  <a:pt x="134937" y="29540"/>
                </a:lnTo>
                <a:lnTo>
                  <a:pt x="144919" y="32537"/>
                </a:lnTo>
                <a:lnTo>
                  <a:pt x="144411" y="32283"/>
                </a:lnTo>
                <a:lnTo>
                  <a:pt x="144919" y="32537"/>
                </a:lnTo>
                <a:lnTo>
                  <a:pt x="155232" y="37693"/>
                </a:lnTo>
                <a:lnTo>
                  <a:pt x="155765" y="37960"/>
                </a:lnTo>
                <a:lnTo>
                  <a:pt x="155321" y="37693"/>
                </a:lnTo>
                <a:lnTo>
                  <a:pt x="181495" y="37693"/>
                </a:lnTo>
                <a:close/>
              </a:path>
              <a:path w="190500" h="314325">
                <a:moveTo>
                  <a:pt x="190220" y="47688"/>
                </a:moveTo>
                <a:lnTo>
                  <a:pt x="189966" y="46672"/>
                </a:lnTo>
                <a:lnTo>
                  <a:pt x="189217" y="45110"/>
                </a:lnTo>
                <a:lnTo>
                  <a:pt x="189128" y="44932"/>
                </a:lnTo>
                <a:lnTo>
                  <a:pt x="189064" y="44780"/>
                </a:lnTo>
                <a:lnTo>
                  <a:pt x="188429" y="43929"/>
                </a:lnTo>
                <a:lnTo>
                  <a:pt x="181800" y="37960"/>
                </a:lnTo>
                <a:lnTo>
                  <a:pt x="155765" y="37960"/>
                </a:lnTo>
                <a:lnTo>
                  <a:pt x="155613" y="37960"/>
                </a:lnTo>
                <a:lnTo>
                  <a:pt x="164147" y="43929"/>
                </a:lnTo>
                <a:lnTo>
                  <a:pt x="165468" y="44780"/>
                </a:lnTo>
                <a:lnTo>
                  <a:pt x="165646" y="44932"/>
                </a:lnTo>
                <a:lnTo>
                  <a:pt x="181038" y="57200"/>
                </a:lnTo>
                <a:lnTo>
                  <a:pt x="183324" y="57200"/>
                </a:lnTo>
                <a:lnTo>
                  <a:pt x="190119" y="51028"/>
                </a:lnTo>
                <a:lnTo>
                  <a:pt x="190220" y="4768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395283" y="5896710"/>
            <a:ext cx="20955" cy="208915"/>
          </a:xfrm>
          <a:custGeom>
            <a:avLst/>
            <a:gdLst/>
            <a:ahLst/>
            <a:cxnLst/>
            <a:rect l="l" t="t" r="r" b="b"/>
            <a:pathLst>
              <a:path w="20954" h="208914">
                <a:moveTo>
                  <a:pt x="9056" y="0"/>
                </a:moveTo>
                <a:lnTo>
                  <a:pt x="6935" y="0"/>
                </a:lnTo>
                <a:lnTo>
                  <a:pt x="5915" y="203"/>
                </a:lnTo>
                <a:lnTo>
                  <a:pt x="0" y="6936"/>
                </a:lnTo>
                <a:lnTo>
                  <a:pt x="19" y="162327"/>
                </a:lnTo>
                <a:lnTo>
                  <a:pt x="1037" y="176066"/>
                </a:lnTo>
                <a:lnTo>
                  <a:pt x="1058" y="176346"/>
                </a:lnTo>
                <a:lnTo>
                  <a:pt x="1167" y="177815"/>
                </a:lnTo>
                <a:lnTo>
                  <a:pt x="1229" y="178382"/>
                </a:lnTo>
                <a:lnTo>
                  <a:pt x="4827" y="202951"/>
                </a:lnTo>
                <a:lnTo>
                  <a:pt x="5103" y="203729"/>
                </a:lnTo>
                <a:lnTo>
                  <a:pt x="5175" y="203930"/>
                </a:lnTo>
                <a:lnTo>
                  <a:pt x="11865" y="208809"/>
                </a:lnTo>
                <a:lnTo>
                  <a:pt x="12693" y="208809"/>
                </a:lnTo>
                <a:lnTo>
                  <a:pt x="19983" y="203930"/>
                </a:lnTo>
                <a:lnTo>
                  <a:pt x="20078" y="203729"/>
                </a:lnTo>
                <a:lnTo>
                  <a:pt x="20598" y="201673"/>
                </a:lnTo>
                <a:lnTo>
                  <a:pt x="20651" y="200634"/>
                </a:lnTo>
                <a:lnTo>
                  <a:pt x="17140" y="176634"/>
                </a:lnTo>
                <a:lnTo>
                  <a:pt x="17057" y="176066"/>
                </a:lnTo>
                <a:lnTo>
                  <a:pt x="16060" y="162327"/>
                </a:lnTo>
                <a:lnTo>
                  <a:pt x="15993" y="6936"/>
                </a:lnTo>
                <a:lnTo>
                  <a:pt x="10076" y="203"/>
                </a:lnTo>
                <a:lnTo>
                  <a:pt x="905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object 6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528388" y="5704005"/>
            <a:ext cx="222404" cy="222517"/>
          </a:xfrm>
          <a:prstGeom prst="rect">
            <a:avLst/>
          </a:prstGeom>
        </p:spPr>
      </p:pic>
      <p:sp>
        <p:nvSpPr>
          <p:cNvPr id="69" name="object 69"/>
          <p:cNvSpPr/>
          <p:nvPr/>
        </p:nvSpPr>
        <p:spPr>
          <a:xfrm>
            <a:off x="5889854" y="7258722"/>
            <a:ext cx="237490" cy="34925"/>
          </a:xfrm>
          <a:custGeom>
            <a:avLst/>
            <a:gdLst/>
            <a:ahLst/>
            <a:cxnLst/>
            <a:rect l="l" t="t" r="r" b="b"/>
            <a:pathLst>
              <a:path w="237489" h="34925">
                <a:moveTo>
                  <a:pt x="197828" y="21354"/>
                </a:moveTo>
                <a:lnTo>
                  <a:pt x="227403" y="34291"/>
                </a:lnTo>
                <a:lnTo>
                  <a:pt x="227589" y="34291"/>
                </a:lnTo>
                <a:lnTo>
                  <a:pt x="228420" y="34474"/>
                </a:lnTo>
                <a:lnTo>
                  <a:pt x="230350" y="34474"/>
                </a:lnTo>
                <a:lnTo>
                  <a:pt x="231374" y="34291"/>
                </a:lnTo>
                <a:lnTo>
                  <a:pt x="237463" y="25556"/>
                </a:lnTo>
                <a:lnTo>
                  <a:pt x="237280" y="24531"/>
                </a:lnTo>
                <a:lnTo>
                  <a:pt x="236508" y="22556"/>
                </a:lnTo>
                <a:lnTo>
                  <a:pt x="235946" y="21681"/>
                </a:lnTo>
                <a:lnTo>
                  <a:pt x="235763" y="21490"/>
                </a:lnTo>
                <a:lnTo>
                  <a:pt x="199012" y="21490"/>
                </a:lnTo>
                <a:lnTo>
                  <a:pt x="197828" y="21354"/>
                </a:lnTo>
                <a:close/>
              </a:path>
              <a:path w="237489" h="34925">
                <a:moveTo>
                  <a:pt x="196724" y="20871"/>
                </a:moveTo>
                <a:lnTo>
                  <a:pt x="197828" y="21354"/>
                </a:lnTo>
                <a:lnTo>
                  <a:pt x="199012" y="21490"/>
                </a:lnTo>
                <a:lnTo>
                  <a:pt x="196724" y="20871"/>
                </a:lnTo>
                <a:close/>
              </a:path>
              <a:path w="237489" h="34925">
                <a:moveTo>
                  <a:pt x="235168" y="20871"/>
                </a:moveTo>
                <a:lnTo>
                  <a:pt x="196724" y="20871"/>
                </a:lnTo>
                <a:lnTo>
                  <a:pt x="199012" y="21490"/>
                </a:lnTo>
                <a:lnTo>
                  <a:pt x="235763" y="21490"/>
                </a:lnTo>
                <a:lnTo>
                  <a:pt x="235168" y="20871"/>
                </a:lnTo>
                <a:close/>
              </a:path>
              <a:path w="237489" h="34925">
                <a:moveTo>
                  <a:pt x="8538" y="0"/>
                </a:moveTo>
                <a:lnTo>
                  <a:pt x="7108" y="0"/>
                </a:lnTo>
                <a:lnTo>
                  <a:pt x="5054" y="527"/>
                </a:lnTo>
                <a:lnTo>
                  <a:pt x="381" y="5598"/>
                </a:lnTo>
                <a:lnTo>
                  <a:pt x="299" y="5829"/>
                </a:lnTo>
                <a:lnTo>
                  <a:pt x="0" y="7928"/>
                </a:lnTo>
                <a:lnTo>
                  <a:pt x="57" y="8967"/>
                </a:lnTo>
                <a:lnTo>
                  <a:pt x="582" y="11021"/>
                </a:lnTo>
                <a:lnTo>
                  <a:pt x="48406" y="19698"/>
                </a:lnTo>
                <a:lnTo>
                  <a:pt x="166665" y="19698"/>
                </a:lnTo>
                <a:lnTo>
                  <a:pt x="187764" y="20157"/>
                </a:lnTo>
                <a:lnTo>
                  <a:pt x="187472" y="20157"/>
                </a:lnTo>
                <a:lnTo>
                  <a:pt x="197828" y="21354"/>
                </a:lnTo>
                <a:lnTo>
                  <a:pt x="196724" y="20871"/>
                </a:lnTo>
                <a:lnTo>
                  <a:pt x="235168" y="20871"/>
                </a:lnTo>
                <a:lnTo>
                  <a:pt x="188855" y="4215"/>
                </a:lnTo>
                <a:lnTo>
                  <a:pt x="190385" y="4215"/>
                </a:lnTo>
                <a:lnTo>
                  <a:pt x="167596" y="3718"/>
                </a:lnTo>
                <a:lnTo>
                  <a:pt x="49184" y="3718"/>
                </a:lnTo>
                <a:lnTo>
                  <a:pt x="22445" y="1935"/>
                </a:lnTo>
                <a:lnTo>
                  <a:pt x="22110" y="1935"/>
                </a:lnTo>
                <a:lnTo>
                  <a:pt x="853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207393" y="7273594"/>
            <a:ext cx="577215" cy="64135"/>
          </a:xfrm>
          <a:custGeom>
            <a:avLst/>
            <a:gdLst/>
            <a:ahLst/>
            <a:cxnLst/>
            <a:rect l="l" t="t" r="r" b="b"/>
            <a:pathLst>
              <a:path w="577214" h="64134">
                <a:moveTo>
                  <a:pt x="355384" y="19596"/>
                </a:moveTo>
                <a:lnTo>
                  <a:pt x="315493" y="5549"/>
                </a:lnTo>
                <a:lnTo>
                  <a:pt x="315963" y="5549"/>
                </a:lnTo>
                <a:lnTo>
                  <a:pt x="288912" y="3619"/>
                </a:lnTo>
                <a:lnTo>
                  <a:pt x="97243" y="3619"/>
                </a:lnTo>
                <a:lnTo>
                  <a:pt x="41592" y="1765"/>
                </a:lnTo>
                <a:lnTo>
                  <a:pt x="9969" y="0"/>
                </a:lnTo>
                <a:lnTo>
                  <a:pt x="6286" y="0"/>
                </a:lnTo>
                <a:lnTo>
                  <a:pt x="0" y="6400"/>
                </a:lnTo>
                <a:lnTo>
                  <a:pt x="25" y="9550"/>
                </a:lnTo>
                <a:lnTo>
                  <a:pt x="6667" y="15887"/>
                </a:lnTo>
                <a:lnTo>
                  <a:pt x="7480" y="15887"/>
                </a:lnTo>
                <a:lnTo>
                  <a:pt x="40868" y="17741"/>
                </a:lnTo>
                <a:lnTo>
                  <a:pt x="96405" y="19596"/>
                </a:lnTo>
                <a:lnTo>
                  <a:pt x="288074" y="19596"/>
                </a:lnTo>
                <a:lnTo>
                  <a:pt x="313601" y="21412"/>
                </a:lnTo>
                <a:lnTo>
                  <a:pt x="313385" y="21412"/>
                </a:lnTo>
                <a:lnTo>
                  <a:pt x="347116" y="27038"/>
                </a:lnTo>
                <a:lnTo>
                  <a:pt x="348005" y="27038"/>
                </a:lnTo>
                <a:lnTo>
                  <a:pt x="350215" y="26517"/>
                </a:lnTo>
                <a:lnTo>
                  <a:pt x="355066" y="21412"/>
                </a:lnTo>
                <a:lnTo>
                  <a:pt x="355384" y="19596"/>
                </a:lnTo>
                <a:close/>
              </a:path>
              <a:path w="577214" h="64134">
                <a:moveTo>
                  <a:pt x="576821" y="56070"/>
                </a:moveTo>
                <a:lnTo>
                  <a:pt x="539229" y="29514"/>
                </a:lnTo>
                <a:lnTo>
                  <a:pt x="538441" y="29121"/>
                </a:lnTo>
                <a:lnTo>
                  <a:pt x="534225" y="26974"/>
                </a:lnTo>
                <a:lnTo>
                  <a:pt x="493141" y="11188"/>
                </a:lnTo>
                <a:lnTo>
                  <a:pt x="491528" y="10998"/>
                </a:lnTo>
                <a:lnTo>
                  <a:pt x="442607" y="10998"/>
                </a:lnTo>
                <a:lnTo>
                  <a:pt x="388340" y="22682"/>
                </a:lnTo>
                <a:lnTo>
                  <a:pt x="384352" y="26746"/>
                </a:lnTo>
                <a:lnTo>
                  <a:pt x="384225" y="26974"/>
                </a:lnTo>
                <a:lnTo>
                  <a:pt x="384111" y="27178"/>
                </a:lnTo>
                <a:lnTo>
                  <a:pt x="383806" y="28321"/>
                </a:lnTo>
                <a:lnTo>
                  <a:pt x="383692" y="31318"/>
                </a:lnTo>
                <a:lnTo>
                  <a:pt x="384302" y="33350"/>
                </a:lnTo>
                <a:lnTo>
                  <a:pt x="384784" y="34277"/>
                </a:lnTo>
                <a:lnTo>
                  <a:pt x="386130" y="35915"/>
                </a:lnTo>
                <a:lnTo>
                  <a:pt x="386930" y="36576"/>
                </a:lnTo>
                <a:lnTo>
                  <a:pt x="389013" y="37706"/>
                </a:lnTo>
                <a:lnTo>
                  <a:pt x="389178" y="37706"/>
                </a:lnTo>
                <a:lnTo>
                  <a:pt x="390169" y="37998"/>
                </a:lnTo>
                <a:lnTo>
                  <a:pt x="392938" y="37998"/>
                </a:lnTo>
                <a:lnTo>
                  <a:pt x="412000" y="32283"/>
                </a:lnTo>
                <a:lnTo>
                  <a:pt x="428688" y="28321"/>
                </a:lnTo>
                <a:lnTo>
                  <a:pt x="428332" y="28321"/>
                </a:lnTo>
                <a:lnTo>
                  <a:pt x="443649" y="26974"/>
                </a:lnTo>
                <a:lnTo>
                  <a:pt x="490347" y="26974"/>
                </a:lnTo>
                <a:lnTo>
                  <a:pt x="541985" y="48856"/>
                </a:lnTo>
                <a:lnTo>
                  <a:pt x="565492" y="63246"/>
                </a:lnTo>
                <a:lnTo>
                  <a:pt x="566470" y="63601"/>
                </a:lnTo>
                <a:lnTo>
                  <a:pt x="568566" y="63931"/>
                </a:lnTo>
                <a:lnTo>
                  <a:pt x="569429" y="63931"/>
                </a:lnTo>
                <a:lnTo>
                  <a:pt x="576491" y="58166"/>
                </a:lnTo>
                <a:lnTo>
                  <a:pt x="576821" y="5607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327167" y="6295405"/>
            <a:ext cx="311449" cy="863958"/>
          </a:xfrm>
          <a:prstGeom prst="rect">
            <a:avLst/>
          </a:prstGeom>
        </p:spPr>
      </p:pic>
      <p:sp>
        <p:nvSpPr>
          <p:cNvPr id="72" name="object 72"/>
          <p:cNvSpPr/>
          <p:nvPr/>
        </p:nvSpPr>
        <p:spPr>
          <a:xfrm>
            <a:off x="5004384" y="7572347"/>
            <a:ext cx="38735" cy="189865"/>
          </a:xfrm>
          <a:custGeom>
            <a:avLst/>
            <a:gdLst/>
            <a:ahLst/>
            <a:cxnLst/>
            <a:rect l="l" t="t" r="r" b="b"/>
            <a:pathLst>
              <a:path w="38735" h="189865">
                <a:moveTo>
                  <a:pt x="8967" y="0"/>
                </a:moveTo>
                <a:lnTo>
                  <a:pt x="7528" y="0"/>
                </a:lnTo>
                <a:lnTo>
                  <a:pt x="5829" y="242"/>
                </a:lnTo>
                <a:lnTo>
                  <a:pt x="597" y="4847"/>
                </a:lnTo>
                <a:lnTo>
                  <a:pt x="525" y="4997"/>
                </a:lnTo>
                <a:lnTo>
                  <a:pt x="0" y="7051"/>
                </a:lnTo>
                <a:lnTo>
                  <a:pt x="91" y="9140"/>
                </a:lnTo>
                <a:lnTo>
                  <a:pt x="1613" y="19791"/>
                </a:lnTo>
                <a:lnTo>
                  <a:pt x="1871" y="21422"/>
                </a:lnTo>
                <a:lnTo>
                  <a:pt x="3653" y="49941"/>
                </a:lnTo>
                <a:lnTo>
                  <a:pt x="3710" y="91427"/>
                </a:lnTo>
                <a:lnTo>
                  <a:pt x="5483" y="126866"/>
                </a:lnTo>
                <a:lnTo>
                  <a:pt x="5500" y="127203"/>
                </a:lnTo>
                <a:lnTo>
                  <a:pt x="13723" y="171731"/>
                </a:lnTo>
                <a:lnTo>
                  <a:pt x="29965" y="189489"/>
                </a:lnTo>
                <a:lnTo>
                  <a:pt x="30822" y="189489"/>
                </a:lnTo>
                <a:lnTo>
                  <a:pt x="38211" y="181606"/>
                </a:lnTo>
                <a:lnTo>
                  <a:pt x="38168" y="180567"/>
                </a:lnTo>
                <a:lnTo>
                  <a:pt x="37666" y="178506"/>
                </a:lnTo>
                <a:lnTo>
                  <a:pt x="37228" y="177562"/>
                </a:lnTo>
                <a:lnTo>
                  <a:pt x="29611" y="167134"/>
                </a:lnTo>
                <a:lnTo>
                  <a:pt x="29046" y="167134"/>
                </a:lnTo>
                <a:lnTo>
                  <a:pt x="27842" y="164712"/>
                </a:lnTo>
                <a:lnTo>
                  <a:pt x="28319" y="164712"/>
                </a:lnTo>
                <a:lnTo>
                  <a:pt x="24894" y="153299"/>
                </a:lnTo>
                <a:lnTo>
                  <a:pt x="21753" y="128981"/>
                </a:lnTo>
                <a:lnTo>
                  <a:pt x="21666" y="128324"/>
                </a:lnTo>
                <a:lnTo>
                  <a:pt x="21559" y="127524"/>
                </a:lnTo>
                <a:lnTo>
                  <a:pt x="21471" y="126866"/>
                </a:lnTo>
                <a:lnTo>
                  <a:pt x="19727" y="91427"/>
                </a:lnTo>
                <a:lnTo>
                  <a:pt x="19682" y="49941"/>
                </a:lnTo>
                <a:lnTo>
                  <a:pt x="17939" y="22054"/>
                </a:lnTo>
                <a:lnTo>
                  <a:pt x="11150" y="588"/>
                </a:lnTo>
                <a:lnTo>
                  <a:pt x="8967" y="0"/>
                </a:lnTo>
                <a:close/>
              </a:path>
              <a:path w="38735" h="189865">
                <a:moveTo>
                  <a:pt x="27842" y="164712"/>
                </a:moveTo>
                <a:lnTo>
                  <a:pt x="29046" y="167134"/>
                </a:lnTo>
                <a:lnTo>
                  <a:pt x="28652" y="165821"/>
                </a:lnTo>
                <a:lnTo>
                  <a:pt x="27842" y="164712"/>
                </a:lnTo>
                <a:close/>
              </a:path>
              <a:path w="38735" h="189865">
                <a:moveTo>
                  <a:pt x="28652" y="165821"/>
                </a:moveTo>
                <a:lnTo>
                  <a:pt x="29046" y="167134"/>
                </a:lnTo>
                <a:lnTo>
                  <a:pt x="29611" y="167134"/>
                </a:lnTo>
                <a:lnTo>
                  <a:pt x="28652" y="165821"/>
                </a:lnTo>
                <a:close/>
              </a:path>
              <a:path w="38735" h="189865">
                <a:moveTo>
                  <a:pt x="28319" y="164712"/>
                </a:moveTo>
                <a:lnTo>
                  <a:pt x="27842" y="164712"/>
                </a:lnTo>
                <a:lnTo>
                  <a:pt x="28652" y="165821"/>
                </a:lnTo>
                <a:lnTo>
                  <a:pt x="28319" y="16471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3" name="object 73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166678" y="7476440"/>
            <a:ext cx="178474" cy="292771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498824" y="7456232"/>
            <a:ext cx="447579" cy="33142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097290" y="6269859"/>
            <a:ext cx="919478" cy="1667347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257363" y="6965904"/>
            <a:ext cx="335561" cy="35685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6148325" y="7517014"/>
            <a:ext cx="170762" cy="189431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660463" y="7017860"/>
            <a:ext cx="207652" cy="274745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388535" y="7399602"/>
            <a:ext cx="447254" cy="33408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957109" y="7029911"/>
            <a:ext cx="129471" cy="181082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904028" y="7365771"/>
            <a:ext cx="474393" cy="278008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1260496" y="7319487"/>
            <a:ext cx="299085" cy="25400"/>
          </a:xfrm>
          <a:custGeom>
            <a:avLst/>
            <a:gdLst/>
            <a:ahLst/>
            <a:cxnLst/>
            <a:rect l="l" t="t" r="r" b="b"/>
            <a:pathLst>
              <a:path w="299084" h="25400">
                <a:moveTo>
                  <a:pt x="298926" y="15986"/>
                </a:moveTo>
                <a:lnTo>
                  <a:pt x="176115" y="15986"/>
                </a:lnTo>
                <a:lnTo>
                  <a:pt x="209039" y="16771"/>
                </a:lnTo>
                <a:lnTo>
                  <a:pt x="208872" y="16771"/>
                </a:lnTo>
                <a:lnTo>
                  <a:pt x="235227" y="19100"/>
                </a:lnTo>
                <a:lnTo>
                  <a:pt x="290401" y="25405"/>
                </a:lnTo>
                <a:lnTo>
                  <a:pt x="292202" y="25405"/>
                </a:lnTo>
                <a:lnTo>
                  <a:pt x="298844" y="19386"/>
                </a:lnTo>
                <a:lnTo>
                  <a:pt x="298926" y="15986"/>
                </a:lnTo>
                <a:close/>
              </a:path>
              <a:path w="299084" h="25400">
                <a:moveTo>
                  <a:pt x="209933" y="806"/>
                </a:moveTo>
                <a:lnTo>
                  <a:pt x="28193" y="806"/>
                </a:lnTo>
                <a:lnTo>
                  <a:pt x="27120" y="943"/>
                </a:lnTo>
                <a:lnTo>
                  <a:pt x="1342" y="9601"/>
                </a:lnTo>
                <a:lnTo>
                  <a:pt x="1223" y="9754"/>
                </a:lnTo>
                <a:lnTo>
                  <a:pt x="274" y="11652"/>
                </a:lnTo>
                <a:lnTo>
                  <a:pt x="0" y="12655"/>
                </a:lnTo>
                <a:lnTo>
                  <a:pt x="126" y="16243"/>
                </a:lnTo>
                <a:lnTo>
                  <a:pt x="6462" y="22231"/>
                </a:lnTo>
                <a:lnTo>
                  <a:pt x="9331" y="22231"/>
                </a:lnTo>
                <a:lnTo>
                  <a:pt x="18732" y="19100"/>
                </a:lnTo>
                <a:lnTo>
                  <a:pt x="18463" y="19100"/>
                </a:lnTo>
                <a:lnTo>
                  <a:pt x="19867" y="18722"/>
                </a:lnTo>
                <a:lnTo>
                  <a:pt x="20142" y="18722"/>
                </a:lnTo>
                <a:lnTo>
                  <a:pt x="29570" y="16771"/>
                </a:lnTo>
                <a:lnTo>
                  <a:pt x="28978" y="16771"/>
                </a:lnTo>
                <a:lnTo>
                  <a:pt x="44264" y="15986"/>
                </a:lnTo>
                <a:lnTo>
                  <a:pt x="298926" y="15986"/>
                </a:lnTo>
                <a:lnTo>
                  <a:pt x="298415" y="14204"/>
                </a:lnTo>
                <a:lnTo>
                  <a:pt x="236671" y="3166"/>
                </a:lnTo>
                <a:lnTo>
                  <a:pt x="209933" y="806"/>
                </a:lnTo>
                <a:close/>
              </a:path>
              <a:path w="299084" h="25400">
                <a:moveTo>
                  <a:pt x="19867" y="18722"/>
                </a:moveTo>
                <a:lnTo>
                  <a:pt x="18463" y="19100"/>
                </a:lnTo>
                <a:lnTo>
                  <a:pt x="18732" y="19100"/>
                </a:lnTo>
                <a:lnTo>
                  <a:pt x="19867" y="18722"/>
                </a:lnTo>
                <a:close/>
              </a:path>
              <a:path w="299084" h="25400">
                <a:moveTo>
                  <a:pt x="20142" y="18722"/>
                </a:moveTo>
                <a:lnTo>
                  <a:pt x="19867" y="18722"/>
                </a:lnTo>
                <a:lnTo>
                  <a:pt x="18732" y="19100"/>
                </a:lnTo>
                <a:lnTo>
                  <a:pt x="18314" y="19100"/>
                </a:lnTo>
                <a:lnTo>
                  <a:pt x="20142" y="18722"/>
                </a:lnTo>
                <a:close/>
              </a:path>
              <a:path w="299084" h="25400">
                <a:moveTo>
                  <a:pt x="176763" y="0"/>
                </a:moveTo>
                <a:lnTo>
                  <a:pt x="43667" y="0"/>
                </a:lnTo>
                <a:lnTo>
                  <a:pt x="27986" y="806"/>
                </a:lnTo>
                <a:lnTo>
                  <a:pt x="210592" y="806"/>
                </a:lnTo>
                <a:lnTo>
                  <a:pt x="176763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769971" y="7294269"/>
            <a:ext cx="277495" cy="26034"/>
          </a:xfrm>
          <a:custGeom>
            <a:avLst/>
            <a:gdLst/>
            <a:ahLst/>
            <a:cxnLst/>
            <a:rect l="l" t="t" r="r" b="b"/>
            <a:pathLst>
              <a:path w="277494" h="26034">
                <a:moveTo>
                  <a:pt x="8679" y="0"/>
                </a:moveTo>
                <a:lnTo>
                  <a:pt x="7549" y="0"/>
                </a:lnTo>
                <a:lnTo>
                  <a:pt x="5553" y="367"/>
                </a:lnTo>
                <a:lnTo>
                  <a:pt x="0" y="7401"/>
                </a:lnTo>
                <a:lnTo>
                  <a:pt x="72" y="8923"/>
                </a:lnTo>
                <a:lnTo>
                  <a:pt x="51782" y="24286"/>
                </a:lnTo>
                <a:lnTo>
                  <a:pt x="52068" y="24286"/>
                </a:lnTo>
                <a:lnTo>
                  <a:pt x="75269" y="25467"/>
                </a:lnTo>
                <a:lnTo>
                  <a:pt x="203433" y="25467"/>
                </a:lnTo>
                <a:lnTo>
                  <a:pt x="238823" y="23895"/>
                </a:lnTo>
                <a:lnTo>
                  <a:pt x="239140" y="23895"/>
                </a:lnTo>
                <a:lnTo>
                  <a:pt x="276093" y="15224"/>
                </a:lnTo>
                <a:lnTo>
                  <a:pt x="276214" y="15059"/>
                </a:lnTo>
                <a:lnTo>
                  <a:pt x="276654" y="14117"/>
                </a:lnTo>
                <a:lnTo>
                  <a:pt x="277158" y="12057"/>
                </a:lnTo>
                <a:lnTo>
                  <a:pt x="277128" y="10527"/>
                </a:lnTo>
                <a:lnTo>
                  <a:pt x="276968" y="9489"/>
                </a:lnTo>
                <a:lnTo>
                  <a:pt x="76080" y="9489"/>
                </a:lnTo>
                <a:lnTo>
                  <a:pt x="55455" y="8441"/>
                </a:lnTo>
                <a:lnTo>
                  <a:pt x="53995" y="8441"/>
                </a:lnTo>
                <a:lnTo>
                  <a:pt x="31814" y="4937"/>
                </a:lnTo>
                <a:lnTo>
                  <a:pt x="8679" y="0"/>
                </a:lnTo>
                <a:close/>
              </a:path>
              <a:path w="277494" h="26034">
                <a:moveTo>
                  <a:pt x="270010" y="3167"/>
                </a:moveTo>
                <a:lnTo>
                  <a:pt x="268673" y="3167"/>
                </a:lnTo>
                <a:lnTo>
                  <a:pt x="237252" y="7998"/>
                </a:lnTo>
                <a:lnTo>
                  <a:pt x="236226" y="7998"/>
                </a:lnTo>
                <a:lnTo>
                  <a:pt x="202665" y="9489"/>
                </a:lnTo>
                <a:lnTo>
                  <a:pt x="276968" y="9489"/>
                </a:lnTo>
                <a:lnTo>
                  <a:pt x="272070" y="3671"/>
                </a:lnTo>
                <a:lnTo>
                  <a:pt x="270010" y="316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241811" y="7275514"/>
            <a:ext cx="252095" cy="26034"/>
          </a:xfrm>
          <a:custGeom>
            <a:avLst/>
            <a:gdLst/>
            <a:ahLst/>
            <a:cxnLst/>
            <a:rect l="l" t="t" r="r" b="b"/>
            <a:pathLst>
              <a:path w="252094" h="26034">
                <a:moveTo>
                  <a:pt x="245524" y="0"/>
                </a:moveTo>
                <a:lnTo>
                  <a:pt x="242607" y="0"/>
                </a:lnTo>
                <a:lnTo>
                  <a:pt x="210011" y="2301"/>
                </a:lnTo>
                <a:lnTo>
                  <a:pt x="166570" y="3073"/>
                </a:lnTo>
                <a:lnTo>
                  <a:pt x="54931" y="3073"/>
                </a:lnTo>
                <a:lnTo>
                  <a:pt x="33018" y="3950"/>
                </a:lnTo>
                <a:lnTo>
                  <a:pt x="34343" y="3950"/>
                </a:lnTo>
                <a:lnTo>
                  <a:pt x="19400" y="6310"/>
                </a:lnTo>
                <a:lnTo>
                  <a:pt x="777" y="13962"/>
                </a:lnTo>
                <a:lnTo>
                  <a:pt x="662" y="14152"/>
                </a:lnTo>
                <a:lnTo>
                  <a:pt x="312" y="15132"/>
                </a:lnTo>
                <a:lnTo>
                  <a:pt x="0" y="17228"/>
                </a:lnTo>
                <a:lnTo>
                  <a:pt x="50" y="18267"/>
                </a:lnTo>
                <a:lnTo>
                  <a:pt x="7936" y="25422"/>
                </a:lnTo>
                <a:lnTo>
                  <a:pt x="8771" y="25422"/>
                </a:lnTo>
                <a:lnTo>
                  <a:pt x="22029" y="22110"/>
                </a:lnTo>
                <a:lnTo>
                  <a:pt x="21896" y="22110"/>
                </a:lnTo>
                <a:lnTo>
                  <a:pt x="36250" y="19843"/>
                </a:lnTo>
                <a:lnTo>
                  <a:pt x="35910" y="19843"/>
                </a:lnTo>
                <a:lnTo>
                  <a:pt x="55412" y="19062"/>
                </a:lnTo>
                <a:lnTo>
                  <a:pt x="167069" y="19062"/>
                </a:lnTo>
                <a:lnTo>
                  <a:pt x="210512" y="18267"/>
                </a:lnTo>
                <a:lnTo>
                  <a:pt x="210975" y="18267"/>
                </a:lnTo>
                <a:lnTo>
                  <a:pt x="245618" y="15821"/>
                </a:lnTo>
                <a:lnTo>
                  <a:pt x="251918" y="9446"/>
                </a:lnTo>
                <a:lnTo>
                  <a:pt x="251900" y="6310"/>
                </a:lnTo>
                <a:lnTo>
                  <a:pt x="247535" y="670"/>
                </a:lnTo>
                <a:lnTo>
                  <a:pt x="24552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342217" y="7023818"/>
            <a:ext cx="139065" cy="258445"/>
          </a:xfrm>
          <a:custGeom>
            <a:avLst/>
            <a:gdLst/>
            <a:ahLst/>
            <a:cxnLst/>
            <a:rect l="l" t="t" r="r" b="b"/>
            <a:pathLst>
              <a:path w="139065" h="258445">
                <a:moveTo>
                  <a:pt x="97555" y="92672"/>
                </a:moveTo>
                <a:lnTo>
                  <a:pt x="82495" y="98528"/>
                </a:lnTo>
                <a:lnTo>
                  <a:pt x="92947" y="143323"/>
                </a:lnTo>
                <a:lnTo>
                  <a:pt x="102350" y="190333"/>
                </a:lnTo>
                <a:lnTo>
                  <a:pt x="111857" y="237806"/>
                </a:lnTo>
                <a:lnTo>
                  <a:pt x="129196" y="258112"/>
                </a:lnTo>
                <a:lnTo>
                  <a:pt x="132215" y="258112"/>
                </a:lnTo>
                <a:lnTo>
                  <a:pt x="138588" y="251636"/>
                </a:lnTo>
                <a:lnTo>
                  <a:pt x="138542" y="248490"/>
                </a:lnTo>
                <a:lnTo>
                  <a:pt x="137830" y="246493"/>
                </a:lnTo>
                <a:lnTo>
                  <a:pt x="137295" y="245600"/>
                </a:lnTo>
                <a:lnTo>
                  <a:pt x="130247" y="237806"/>
                </a:lnTo>
                <a:lnTo>
                  <a:pt x="130042" y="237806"/>
                </a:lnTo>
                <a:lnTo>
                  <a:pt x="129637" y="237131"/>
                </a:lnTo>
                <a:lnTo>
                  <a:pt x="129115" y="236554"/>
                </a:lnTo>
                <a:lnTo>
                  <a:pt x="129291" y="236554"/>
                </a:lnTo>
                <a:lnTo>
                  <a:pt x="127930" y="234287"/>
                </a:lnTo>
                <a:lnTo>
                  <a:pt x="127453" y="234287"/>
                </a:lnTo>
                <a:lnTo>
                  <a:pt x="126503" y="231908"/>
                </a:lnTo>
                <a:lnTo>
                  <a:pt x="126924" y="231908"/>
                </a:lnTo>
                <a:lnTo>
                  <a:pt x="124360" y="220371"/>
                </a:lnTo>
                <a:lnTo>
                  <a:pt x="118050" y="187266"/>
                </a:lnTo>
                <a:lnTo>
                  <a:pt x="108559" y="139833"/>
                </a:lnTo>
                <a:lnTo>
                  <a:pt x="97555" y="92672"/>
                </a:lnTo>
                <a:close/>
              </a:path>
              <a:path w="139065" h="258445">
                <a:moveTo>
                  <a:pt x="129637" y="237131"/>
                </a:moveTo>
                <a:lnTo>
                  <a:pt x="130042" y="237806"/>
                </a:lnTo>
                <a:lnTo>
                  <a:pt x="130247" y="237806"/>
                </a:lnTo>
                <a:lnTo>
                  <a:pt x="129637" y="237131"/>
                </a:lnTo>
                <a:close/>
              </a:path>
              <a:path w="139065" h="258445">
                <a:moveTo>
                  <a:pt x="129291" y="236554"/>
                </a:moveTo>
                <a:lnTo>
                  <a:pt x="129115" y="236554"/>
                </a:lnTo>
                <a:lnTo>
                  <a:pt x="129637" y="237131"/>
                </a:lnTo>
                <a:lnTo>
                  <a:pt x="129291" y="236554"/>
                </a:lnTo>
                <a:close/>
              </a:path>
              <a:path w="139065" h="258445">
                <a:moveTo>
                  <a:pt x="126503" y="231908"/>
                </a:moveTo>
                <a:lnTo>
                  <a:pt x="127453" y="234287"/>
                </a:lnTo>
                <a:lnTo>
                  <a:pt x="127172" y="233023"/>
                </a:lnTo>
                <a:lnTo>
                  <a:pt x="126503" y="231908"/>
                </a:lnTo>
                <a:close/>
              </a:path>
              <a:path w="139065" h="258445">
                <a:moveTo>
                  <a:pt x="127172" y="233023"/>
                </a:moveTo>
                <a:lnTo>
                  <a:pt x="127453" y="234287"/>
                </a:lnTo>
                <a:lnTo>
                  <a:pt x="127930" y="234287"/>
                </a:lnTo>
                <a:lnTo>
                  <a:pt x="127172" y="233023"/>
                </a:lnTo>
                <a:close/>
              </a:path>
              <a:path w="139065" h="258445">
                <a:moveTo>
                  <a:pt x="126924" y="231908"/>
                </a:moveTo>
                <a:lnTo>
                  <a:pt x="126503" y="231908"/>
                </a:lnTo>
                <a:lnTo>
                  <a:pt x="127172" y="233023"/>
                </a:lnTo>
                <a:lnTo>
                  <a:pt x="126924" y="231908"/>
                </a:lnTo>
                <a:close/>
              </a:path>
              <a:path w="139065" h="258445">
                <a:moveTo>
                  <a:pt x="40163" y="0"/>
                </a:moveTo>
                <a:lnTo>
                  <a:pt x="7645" y="20781"/>
                </a:lnTo>
                <a:lnTo>
                  <a:pt x="0" y="84192"/>
                </a:lnTo>
                <a:lnTo>
                  <a:pt x="361" y="90878"/>
                </a:lnTo>
                <a:lnTo>
                  <a:pt x="458" y="92672"/>
                </a:lnTo>
                <a:lnTo>
                  <a:pt x="29740" y="113469"/>
                </a:lnTo>
                <a:lnTo>
                  <a:pt x="30244" y="113469"/>
                </a:lnTo>
                <a:lnTo>
                  <a:pt x="73791" y="101916"/>
                </a:lnTo>
                <a:lnTo>
                  <a:pt x="76207" y="100973"/>
                </a:lnTo>
                <a:lnTo>
                  <a:pt x="18594" y="100973"/>
                </a:lnTo>
                <a:lnTo>
                  <a:pt x="12590" y="96038"/>
                </a:lnTo>
                <a:lnTo>
                  <a:pt x="16405" y="96038"/>
                </a:lnTo>
                <a:lnTo>
                  <a:pt x="16183" y="95034"/>
                </a:lnTo>
                <a:lnTo>
                  <a:pt x="16606" y="95034"/>
                </a:lnTo>
                <a:lnTo>
                  <a:pt x="16020" y="84192"/>
                </a:lnTo>
                <a:lnTo>
                  <a:pt x="16134" y="49489"/>
                </a:lnTo>
                <a:lnTo>
                  <a:pt x="17247" y="40022"/>
                </a:lnTo>
                <a:lnTo>
                  <a:pt x="16969" y="40022"/>
                </a:lnTo>
                <a:lnTo>
                  <a:pt x="17486" y="37989"/>
                </a:lnTo>
                <a:lnTo>
                  <a:pt x="17782" y="37989"/>
                </a:lnTo>
                <a:lnTo>
                  <a:pt x="21049" y="29824"/>
                </a:lnTo>
                <a:lnTo>
                  <a:pt x="20827" y="29824"/>
                </a:lnTo>
                <a:lnTo>
                  <a:pt x="21348" y="29076"/>
                </a:lnTo>
                <a:lnTo>
                  <a:pt x="21687" y="28228"/>
                </a:lnTo>
                <a:lnTo>
                  <a:pt x="21938" y="28228"/>
                </a:lnTo>
                <a:lnTo>
                  <a:pt x="25978" y="22420"/>
                </a:lnTo>
                <a:lnTo>
                  <a:pt x="25596" y="22420"/>
                </a:lnTo>
                <a:lnTo>
                  <a:pt x="25760" y="22287"/>
                </a:lnTo>
                <a:lnTo>
                  <a:pt x="26260" y="21706"/>
                </a:lnTo>
                <a:lnTo>
                  <a:pt x="27119" y="20781"/>
                </a:lnTo>
                <a:lnTo>
                  <a:pt x="27614" y="20781"/>
                </a:lnTo>
                <a:lnTo>
                  <a:pt x="30242" y="18644"/>
                </a:lnTo>
                <a:lnTo>
                  <a:pt x="29507" y="18644"/>
                </a:lnTo>
                <a:lnTo>
                  <a:pt x="31888" y="17307"/>
                </a:lnTo>
                <a:lnTo>
                  <a:pt x="33295" y="17307"/>
                </a:lnTo>
                <a:lnTo>
                  <a:pt x="35025" y="16696"/>
                </a:lnTo>
                <a:lnTo>
                  <a:pt x="34367" y="16696"/>
                </a:lnTo>
                <a:lnTo>
                  <a:pt x="36039" y="16319"/>
                </a:lnTo>
                <a:lnTo>
                  <a:pt x="37946" y="16319"/>
                </a:lnTo>
                <a:lnTo>
                  <a:pt x="40435" y="16057"/>
                </a:lnTo>
                <a:lnTo>
                  <a:pt x="39061" y="15713"/>
                </a:lnTo>
                <a:lnTo>
                  <a:pt x="66418" y="15713"/>
                </a:lnTo>
                <a:lnTo>
                  <a:pt x="63282" y="11234"/>
                </a:lnTo>
                <a:lnTo>
                  <a:pt x="42941" y="195"/>
                </a:lnTo>
                <a:lnTo>
                  <a:pt x="40163" y="0"/>
                </a:lnTo>
                <a:close/>
              </a:path>
              <a:path w="139065" h="258445">
                <a:moveTo>
                  <a:pt x="12590" y="96038"/>
                </a:moveTo>
                <a:lnTo>
                  <a:pt x="18594" y="100973"/>
                </a:lnTo>
                <a:lnTo>
                  <a:pt x="17197" y="97570"/>
                </a:lnTo>
                <a:lnTo>
                  <a:pt x="16743" y="97570"/>
                </a:lnTo>
                <a:lnTo>
                  <a:pt x="16724" y="97219"/>
                </a:lnTo>
                <a:lnTo>
                  <a:pt x="18882" y="97219"/>
                </a:lnTo>
                <a:lnTo>
                  <a:pt x="12590" y="96038"/>
                </a:lnTo>
                <a:close/>
              </a:path>
              <a:path w="139065" h="258445">
                <a:moveTo>
                  <a:pt x="21919" y="97219"/>
                </a:moveTo>
                <a:lnTo>
                  <a:pt x="17057" y="97219"/>
                </a:lnTo>
                <a:lnTo>
                  <a:pt x="18559" y="100973"/>
                </a:lnTo>
                <a:lnTo>
                  <a:pt x="76207" y="100973"/>
                </a:lnTo>
                <a:lnTo>
                  <a:pt x="82495" y="98528"/>
                </a:lnTo>
                <a:lnTo>
                  <a:pt x="82271" y="97570"/>
                </a:lnTo>
                <a:lnTo>
                  <a:pt x="33123" y="97570"/>
                </a:lnTo>
                <a:lnTo>
                  <a:pt x="21919" y="97219"/>
                </a:lnTo>
                <a:close/>
              </a:path>
              <a:path w="139065" h="258445">
                <a:moveTo>
                  <a:pt x="75329" y="30960"/>
                </a:moveTo>
                <a:lnTo>
                  <a:pt x="57721" y="30960"/>
                </a:lnTo>
                <a:lnTo>
                  <a:pt x="58021" y="31612"/>
                </a:lnTo>
                <a:lnTo>
                  <a:pt x="58435" y="32203"/>
                </a:lnTo>
                <a:lnTo>
                  <a:pt x="58293" y="32203"/>
                </a:lnTo>
                <a:lnTo>
                  <a:pt x="66244" y="49489"/>
                </a:lnTo>
                <a:lnTo>
                  <a:pt x="66522" y="50031"/>
                </a:lnTo>
                <a:lnTo>
                  <a:pt x="74699" y="72335"/>
                </a:lnTo>
                <a:lnTo>
                  <a:pt x="75034" y="73207"/>
                </a:lnTo>
                <a:lnTo>
                  <a:pt x="81882" y="96038"/>
                </a:lnTo>
                <a:lnTo>
                  <a:pt x="81970" y="96279"/>
                </a:lnTo>
                <a:lnTo>
                  <a:pt x="82495" y="98528"/>
                </a:lnTo>
                <a:lnTo>
                  <a:pt x="97555" y="92672"/>
                </a:lnTo>
                <a:lnTo>
                  <a:pt x="97421" y="92165"/>
                </a:lnTo>
                <a:lnTo>
                  <a:pt x="95029" y="84192"/>
                </a:lnTo>
                <a:lnTo>
                  <a:pt x="94936" y="83883"/>
                </a:lnTo>
                <a:lnTo>
                  <a:pt x="94859" y="83625"/>
                </a:lnTo>
                <a:lnTo>
                  <a:pt x="94742" y="83233"/>
                </a:lnTo>
                <a:lnTo>
                  <a:pt x="77697" y="83233"/>
                </a:lnTo>
                <a:lnTo>
                  <a:pt x="92961" y="77297"/>
                </a:lnTo>
                <a:lnTo>
                  <a:pt x="90343" y="68573"/>
                </a:lnTo>
                <a:lnTo>
                  <a:pt x="90191" y="68117"/>
                </a:lnTo>
                <a:lnTo>
                  <a:pt x="81540" y="44524"/>
                </a:lnTo>
                <a:lnTo>
                  <a:pt x="81297" y="43935"/>
                </a:lnTo>
                <a:lnTo>
                  <a:pt x="75901" y="32203"/>
                </a:lnTo>
                <a:lnTo>
                  <a:pt x="58435" y="32203"/>
                </a:lnTo>
                <a:lnTo>
                  <a:pt x="58095" y="31612"/>
                </a:lnTo>
                <a:lnTo>
                  <a:pt x="75629" y="31612"/>
                </a:lnTo>
                <a:lnTo>
                  <a:pt x="75329" y="30960"/>
                </a:lnTo>
                <a:close/>
              </a:path>
              <a:path w="139065" h="258445">
                <a:moveTo>
                  <a:pt x="16776" y="96516"/>
                </a:moveTo>
                <a:lnTo>
                  <a:pt x="16743" y="97570"/>
                </a:lnTo>
                <a:lnTo>
                  <a:pt x="17197" y="97570"/>
                </a:lnTo>
                <a:lnTo>
                  <a:pt x="16776" y="96516"/>
                </a:lnTo>
                <a:close/>
              </a:path>
              <a:path w="139065" h="258445">
                <a:moveTo>
                  <a:pt x="82025" y="96516"/>
                </a:moveTo>
                <a:lnTo>
                  <a:pt x="46037" y="96516"/>
                </a:lnTo>
                <a:lnTo>
                  <a:pt x="28140" y="97570"/>
                </a:lnTo>
                <a:lnTo>
                  <a:pt x="82271" y="97570"/>
                </a:lnTo>
                <a:lnTo>
                  <a:pt x="82025" y="96516"/>
                </a:lnTo>
                <a:close/>
              </a:path>
              <a:path w="139065" h="258445">
                <a:moveTo>
                  <a:pt x="16405" y="96038"/>
                </a:moveTo>
                <a:lnTo>
                  <a:pt x="12590" y="96038"/>
                </a:lnTo>
                <a:lnTo>
                  <a:pt x="18882" y="97219"/>
                </a:lnTo>
                <a:lnTo>
                  <a:pt x="16666" y="97219"/>
                </a:lnTo>
                <a:lnTo>
                  <a:pt x="16510" y="96516"/>
                </a:lnTo>
                <a:lnTo>
                  <a:pt x="16405" y="96038"/>
                </a:lnTo>
                <a:close/>
              </a:path>
              <a:path w="139065" h="258445">
                <a:moveTo>
                  <a:pt x="16183" y="95034"/>
                </a:moveTo>
                <a:lnTo>
                  <a:pt x="16666" y="97219"/>
                </a:lnTo>
                <a:lnTo>
                  <a:pt x="16660" y="96038"/>
                </a:lnTo>
                <a:lnTo>
                  <a:pt x="16183" y="95034"/>
                </a:lnTo>
                <a:close/>
              </a:path>
              <a:path w="139065" h="258445">
                <a:moveTo>
                  <a:pt x="81454" y="94611"/>
                </a:moveTo>
                <a:lnTo>
                  <a:pt x="49907" y="94611"/>
                </a:lnTo>
                <a:lnTo>
                  <a:pt x="49402" y="94748"/>
                </a:lnTo>
                <a:lnTo>
                  <a:pt x="48717" y="95034"/>
                </a:lnTo>
                <a:lnTo>
                  <a:pt x="48356" y="95034"/>
                </a:lnTo>
                <a:lnTo>
                  <a:pt x="40343" y="97219"/>
                </a:lnTo>
                <a:lnTo>
                  <a:pt x="39744" y="97219"/>
                </a:lnTo>
                <a:lnTo>
                  <a:pt x="44015" y="96516"/>
                </a:lnTo>
                <a:lnTo>
                  <a:pt x="82025" y="96516"/>
                </a:lnTo>
                <a:lnTo>
                  <a:pt x="81970" y="96279"/>
                </a:lnTo>
                <a:lnTo>
                  <a:pt x="81581" y="95034"/>
                </a:lnTo>
                <a:lnTo>
                  <a:pt x="48670" y="95034"/>
                </a:lnTo>
                <a:lnTo>
                  <a:pt x="49504" y="94748"/>
                </a:lnTo>
                <a:lnTo>
                  <a:pt x="81495" y="94748"/>
                </a:lnTo>
                <a:lnTo>
                  <a:pt x="81454" y="94611"/>
                </a:lnTo>
                <a:close/>
              </a:path>
              <a:path w="139065" h="258445">
                <a:moveTo>
                  <a:pt x="16606" y="95034"/>
                </a:moveTo>
                <a:lnTo>
                  <a:pt x="16183" y="95034"/>
                </a:lnTo>
                <a:lnTo>
                  <a:pt x="16585" y="96038"/>
                </a:lnTo>
                <a:lnTo>
                  <a:pt x="16606" y="95034"/>
                </a:lnTo>
                <a:close/>
              </a:path>
              <a:path w="139065" h="258445">
                <a:moveTo>
                  <a:pt x="92961" y="77297"/>
                </a:moveTo>
                <a:lnTo>
                  <a:pt x="67808" y="87080"/>
                </a:lnTo>
                <a:lnTo>
                  <a:pt x="49402" y="94748"/>
                </a:lnTo>
                <a:lnTo>
                  <a:pt x="49907" y="94611"/>
                </a:lnTo>
                <a:lnTo>
                  <a:pt x="81454" y="94611"/>
                </a:lnTo>
                <a:lnTo>
                  <a:pt x="78328" y="84192"/>
                </a:lnTo>
                <a:lnTo>
                  <a:pt x="78235" y="83883"/>
                </a:lnTo>
                <a:lnTo>
                  <a:pt x="78158" y="83625"/>
                </a:lnTo>
                <a:lnTo>
                  <a:pt x="78041" y="83233"/>
                </a:lnTo>
                <a:lnTo>
                  <a:pt x="94742" y="83233"/>
                </a:lnTo>
                <a:lnTo>
                  <a:pt x="92961" y="77297"/>
                </a:lnTo>
                <a:close/>
              </a:path>
              <a:path w="139065" h="258445">
                <a:moveTo>
                  <a:pt x="116084" y="69179"/>
                </a:moveTo>
                <a:lnTo>
                  <a:pt x="113820" y="69179"/>
                </a:lnTo>
                <a:lnTo>
                  <a:pt x="112668" y="69394"/>
                </a:lnTo>
                <a:lnTo>
                  <a:pt x="112813" y="69394"/>
                </a:lnTo>
                <a:lnTo>
                  <a:pt x="96298" y="75999"/>
                </a:lnTo>
                <a:lnTo>
                  <a:pt x="92961" y="77297"/>
                </a:lnTo>
                <a:lnTo>
                  <a:pt x="97421" y="92165"/>
                </a:lnTo>
                <a:lnTo>
                  <a:pt x="97556" y="92672"/>
                </a:lnTo>
                <a:lnTo>
                  <a:pt x="122909" y="78319"/>
                </a:lnTo>
                <a:lnTo>
                  <a:pt x="122897" y="75999"/>
                </a:lnTo>
                <a:lnTo>
                  <a:pt x="122744" y="75176"/>
                </a:lnTo>
                <a:lnTo>
                  <a:pt x="122123" y="73624"/>
                </a:lnTo>
                <a:lnTo>
                  <a:pt x="122037" y="73409"/>
                </a:lnTo>
                <a:lnTo>
                  <a:pt x="121956" y="73207"/>
                </a:lnTo>
                <a:lnTo>
                  <a:pt x="121390" y="72335"/>
                </a:lnTo>
                <a:lnTo>
                  <a:pt x="119908" y="70817"/>
                </a:lnTo>
                <a:lnTo>
                  <a:pt x="119050" y="70229"/>
                </a:lnTo>
                <a:lnTo>
                  <a:pt x="117101" y="69394"/>
                </a:lnTo>
                <a:lnTo>
                  <a:pt x="116084" y="69179"/>
                </a:lnTo>
                <a:close/>
              </a:path>
              <a:path w="139065" h="258445">
                <a:moveTo>
                  <a:pt x="17486" y="37989"/>
                </a:moveTo>
                <a:lnTo>
                  <a:pt x="16969" y="40022"/>
                </a:lnTo>
                <a:lnTo>
                  <a:pt x="17363" y="39039"/>
                </a:lnTo>
                <a:lnTo>
                  <a:pt x="17486" y="37989"/>
                </a:lnTo>
                <a:close/>
              </a:path>
              <a:path w="139065" h="258445">
                <a:moveTo>
                  <a:pt x="17363" y="39039"/>
                </a:moveTo>
                <a:lnTo>
                  <a:pt x="16969" y="40022"/>
                </a:lnTo>
                <a:lnTo>
                  <a:pt x="17247" y="40022"/>
                </a:lnTo>
                <a:lnTo>
                  <a:pt x="17363" y="39039"/>
                </a:lnTo>
                <a:close/>
              </a:path>
              <a:path w="139065" h="258445">
                <a:moveTo>
                  <a:pt x="17782" y="37989"/>
                </a:moveTo>
                <a:lnTo>
                  <a:pt x="17486" y="37989"/>
                </a:lnTo>
                <a:lnTo>
                  <a:pt x="17363" y="39039"/>
                </a:lnTo>
                <a:lnTo>
                  <a:pt x="17782" y="37989"/>
                </a:lnTo>
                <a:close/>
              </a:path>
              <a:path w="139065" h="258445">
                <a:moveTo>
                  <a:pt x="50914" y="21457"/>
                </a:moveTo>
                <a:lnTo>
                  <a:pt x="58021" y="31612"/>
                </a:lnTo>
                <a:lnTo>
                  <a:pt x="57721" y="30960"/>
                </a:lnTo>
                <a:lnTo>
                  <a:pt x="75329" y="30960"/>
                </a:lnTo>
                <a:lnTo>
                  <a:pt x="72253" y="24272"/>
                </a:lnTo>
                <a:lnTo>
                  <a:pt x="71540" y="23028"/>
                </a:lnTo>
                <a:lnTo>
                  <a:pt x="71114" y="22420"/>
                </a:lnTo>
                <a:lnTo>
                  <a:pt x="71020" y="22287"/>
                </a:lnTo>
                <a:lnTo>
                  <a:pt x="52019" y="22287"/>
                </a:lnTo>
                <a:lnTo>
                  <a:pt x="50914" y="21457"/>
                </a:lnTo>
                <a:close/>
              </a:path>
              <a:path w="139065" h="258445">
                <a:moveTo>
                  <a:pt x="21348" y="29076"/>
                </a:moveTo>
                <a:lnTo>
                  <a:pt x="20827" y="29824"/>
                </a:lnTo>
                <a:lnTo>
                  <a:pt x="21049" y="29824"/>
                </a:lnTo>
                <a:lnTo>
                  <a:pt x="21348" y="29076"/>
                </a:lnTo>
                <a:close/>
              </a:path>
              <a:path w="139065" h="258445">
                <a:moveTo>
                  <a:pt x="21938" y="28228"/>
                </a:moveTo>
                <a:lnTo>
                  <a:pt x="21687" y="28228"/>
                </a:lnTo>
                <a:lnTo>
                  <a:pt x="21348" y="29076"/>
                </a:lnTo>
                <a:lnTo>
                  <a:pt x="21938" y="28228"/>
                </a:lnTo>
                <a:close/>
              </a:path>
              <a:path w="139065" h="258445">
                <a:moveTo>
                  <a:pt x="26475" y="21706"/>
                </a:moveTo>
                <a:lnTo>
                  <a:pt x="25720" y="22287"/>
                </a:lnTo>
                <a:lnTo>
                  <a:pt x="25596" y="22420"/>
                </a:lnTo>
                <a:lnTo>
                  <a:pt x="25978" y="22420"/>
                </a:lnTo>
                <a:lnTo>
                  <a:pt x="26475" y="21706"/>
                </a:lnTo>
                <a:close/>
              </a:path>
              <a:path w="139065" h="258445">
                <a:moveTo>
                  <a:pt x="27119" y="20781"/>
                </a:moveTo>
                <a:lnTo>
                  <a:pt x="25720" y="22287"/>
                </a:lnTo>
                <a:lnTo>
                  <a:pt x="26475" y="21706"/>
                </a:lnTo>
                <a:lnTo>
                  <a:pt x="27119" y="20781"/>
                </a:lnTo>
                <a:close/>
              </a:path>
              <a:path w="139065" h="258445">
                <a:moveTo>
                  <a:pt x="50540" y="20781"/>
                </a:moveTo>
                <a:lnTo>
                  <a:pt x="50914" y="21457"/>
                </a:lnTo>
                <a:lnTo>
                  <a:pt x="52019" y="22287"/>
                </a:lnTo>
                <a:lnTo>
                  <a:pt x="50540" y="20781"/>
                </a:lnTo>
                <a:close/>
              </a:path>
              <a:path w="139065" h="258445">
                <a:moveTo>
                  <a:pt x="69703" y="20405"/>
                </a:moveTo>
                <a:lnTo>
                  <a:pt x="50177" y="20405"/>
                </a:lnTo>
                <a:lnTo>
                  <a:pt x="51995" y="22287"/>
                </a:lnTo>
                <a:lnTo>
                  <a:pt x="71020" y="22287"/>
                </a:lnTo>
                <a:lnTo>
                  <a:pt x="69703" y="20405"/>
                </a:lnTo>
                <a:close/>
              </a:path>
              <a:path w="139065" h="258445">
                <a:moveTo>
                  <a:pt x="27614" y="20781"/>
                </a:moveTo>
                <a:lnTo>
                  <a:pt x="27119" y="20781"/>
                </a:lnTo>
                <a:lnTo>
                  <a:pt x="26475" y="21706"/>
                </a:lnTo>
                <a:lnTo>
                  <a:pt x="27614" y="20781"/>
                </a:lnTo>
                <a:close/>
              </a:path>
              <a:path w="139065" h="258445">
                <a:moveTo>
                  <a:pt x="66842" y="16319"/>
                </a:moveTo>
                <a:lnTo>
                  <a:pt x="44066" y="16319"/>
                </a:lnTo>
                <a:lnTo>
                  <a:pt x="46925" y="17679"/>
                </a:lnTo>
                <a:lnTo>
                  <a:pt x="45879" y="17679"/>
                </a:lnTo>
                <a:lnTo>
                  <a:pt x="50914" y="21457"/>
                </a:lnTo>
                <a:lnTo>
                  <a:pt x="50177" y="20405"/>
                </a:lnTo>
                <a:lnTo>
                  <a:pt x="69703" y="20405"/>
                </a:lnTo>
                <a:lnTo>
                  <a:pt x="67795" y="17679"/>
                </a:lnTo>
                <a:lnTo>
                  <a:pt x="46925" y="17679"/>
                </a:lnTo>
                <a:lnTo>
                  <a:pt x="45436" y="17307"/>
                </a:lnTo>
                <a:lnTo>
                  <a:pt x="67534" y="17307"/>
                </a:lnTo>
                <a:lnTo>
                  <a:pt x="66842" y="16319"/>
                </a:lnTo>
                <a:close/>
              </a:path>
              <a:path w="139065" h="258445">
                <a:moveTo>
                  <a:pt x="31888" y="17307"/>
                </a:moveTo>
                <a:lnTo>
                  <a:pt x="29507" y="18644"/>
                </a:lnTo>
                <a:lnTo>
                  <a:pt x="30807" y="18185"/>
                </a:lnTo>
                <a:lnTo>
                  <a:pt x="31888" y="17307"/>
                </a:lnTo>
                <a:close/>
              </a:path>
              <a:path w="139065" h="258445">
                <a:moveTo>
                  <a:pt x="30807" y="18185"/>
                </a:moveTo>
                <a:lnTo>
                  <a:pt x="29507" y="18644"/>
                </a:lnTo>
                <a:lnTo>
                  <a:pt x="30242" y="18644"/>
                </a:lnTo>
                <a:lnTo>
                  <a:pt x="30807" y="18185"/>
                </a:lnTo>
                <a:close/>
              </a:path>
              <a:path w="139065" h="258445">
                <a:moveTo>
                  <a:pt x="33295" y="17307"/>
                </a:moveTo>
                <a:lnTo>
                  <a:pt x="31888" y="17307"/>
                </a:lnTo>
                <a:lnTo>
                  <a:pt x="30807" y="18185"/>
                </a:lnTo>
                <a:lnTo>
                  <a:pt x="33295" y="17307"/>
                </a:lnTo>
                <a:close/>
              </a:path>
              <a:path w="139065" h="258445">
                <a:moveTo>
                  <a:pt x="44066" y="16319"/>
                </a:moveTo>
                <a:lnTo>
                  <a:pt x="45436" y="17307"/>
                </a:lnTo>
                <a:lnTo>
                  <a:pt x="46925" y="17679"/>
                </a:lnTo>
                <a:lnTo>
                  <a:pt x="44066" y="16319"/>
                </a:lnTo>
                <a:close/>
              </a:path>
              <a:path w="139065" h="258445">
                <a:moveTo>
                  <a:pt x="66418" y="15713"/>
                </a:moveTo>
                <a:lnTo>
                  <a:pt x="39061" y="15713"/>
                </a:lnTo>
                <a:lnTo>
                  <a:pt x="41838" y="15909"/>
                </a:lnTo>
                <a:lnTo>
                  <a:pt x="40435" y="16057"/>
                </a:lnTo>
                <a:lnTo>
                  <a:pt x="45436" y="17307"/>
                </a:lnTo>
                <a:lnTo>
                  <a:pt x="44066" y="16319"/>
                </a:lnTo>
                <a:lnTo>
                  <a:pt x="66842" y="16319"/>
                </a:lnTo>
                <a:lnTo>
                  <a:pt x="66418" y="15713"/>
                </a:lnTo>
                <a:close/>
              </a:path>
              <a:path w="139065" h="258445">
                <a:moveTo>
                  <a:pt x="36093" y="16319"/>
                </a:moveTo>
                <a:lnTo>
                  <a:pt x="34367" y="16696"/>
                </a:lnTo>
                <a:lnTo>
                  <a:pt x="35025" y="16696"/>
                </a:lnTo>
                <a:lnTo>
                  <a:pt x="36093" y="16319"/>
                </a:lnTo>
                <a:close/>
              </a:path>
              <a:path w="139065" h="258445">
                <a:moveTo>
                  <a:pt x="37946" y="16319"/>
                </a:moveTo>
                <a:lnTo>
                  <a:pt x="36093" y="16319"/>
                </a:lnTo>
                <a:lnTo>
                  <a:pt x="35025" y="16696"/>
                </a:lnTo>
                <a:lnTo>
                  <a:pt x="34367" y="16696"/>
                </a:lnTo>
                <a:lnTo>
                  <a:pt x="37946" y="16319"/>
                </a:lnTo>
                <a:close/>
              </a:path>
              <a:path w="139065" h="258445">
                <a:moveTo>
                  <a:pt x="39061" y="15713"/>
                </a:moveTo>
                <a:lnTo>
                  <a:pt x="40435" y="16057"/>
                </a:lnTo>
                <a:lnTo>
                  <a:pt x="41838" y="15909"/>
                </a:lnTo>
                <a:lnTo>
                  <a:pt x="39061" y="1571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object 86"/>
          <p:cNvGrpSpPr/>
          <p:nvPr/>
        </p:nvGrpSpPr>
        <p:grpSpPr>
          <a:xfrm>
            <a:off x="2757717" y="6926206"/>
            <a:ext cx="478790" cy="375285"/>
            <a:chOff x="2757717" y="6926206"/>
            <a:chExt cx="478790" cy="375285"/>
          </a:xfrm>
        </p:grpSpPr>
        <p:sp>
          <p:nvSpPr>
            <p:cNvPr id="87" name="object 87"/>
            <p:cNvSpPr/>
            <p:nvPr/>
          </p:nvSpPr>
          <p:spPr>
            <a:xfrm>
              <a:off x="2814408" y="6926211"/>
              <a:ext cx="97790" cy="264795"/>
            </a:xfrm>
            <a:custGeom>
              <a:avLst/>
              <a:gdLst/>
              <a:ahLst/>
              <a:cxnLst/>
              <a:rect l="l" t="t" r="r" b="b"/>
              <a:pathLst>
                <a:path w="97789" h="264795">
                  <a:moveTo>
                    <a:pt x="22199" y="229806"/>
                  </a:moveTo>
                  <a:lnTo>
                    <a:pt x="22186" y="226656"/>
                  </a:lnTo>
                  <a:lnTo>
                    <a:pt x="17132" y="211899"/>
                  </a:lnTo>
                  <a:lnTo>
                    <a:pt x="16294" y="205917"/>
                  </a:lnTo>
                  <a:lnTo>
                    <a:pt x="16090" y="204660"/>
                  </a:lnTo>
                  <a:lnTo>
                    <a:pt x="16027" y="45377"/>
                  </a:lnTo>
                  <a:lnTo>
                    <a:pt x="17487" y="17487"/>
                  </a:lnTo>
                  <a:lnTo>
                    <a:pt x="17551" y="16332"/>
                  </a:lnTo>
                  <a:lnTo>
                    <a:pt x="17805" y="15494"/>
                  </a:lnTo>
                  <a:lnTo>
                    <a:pt x="19189" y="8572"/>
                  </a:lnTo>
                  <a:lnTo>
                    <a:pt x="11671" y="0"/>
                  </a:lnTo>
                  <a:lnTo>
                    <a:pt x="10617" y="0"/>
                  </a:lnTo>
                  <a:lnTo>
                    <a:pt x="0" y="45377"/>
                  </a:lnTo>
                  <a:lnTo>
                    <a:pt x="88" y="205917"/>
                  </a:lnTo>
                  <a:lnTo>
                    <a:pt x="12725" y="236169"/>
                  </a:lnTo>
                  <a:lnTo>
                    <a:pt x="15849" y="236169"/>
                  </a:lnTo>
                  <a:lnTo>
                    <a:pt x="21932" y="230809"/>
                  </a:lnTo>
                  <a:lnTo>
                    <a:pt x="22199" y="229806"/>
                  </a:lnTo>
                  <a:close/>
                </a:path>
                <a:path w="97789" h="264795">
                  <a:moveTo>
                    <a:pt x="97777" y="164274"/>
                  </a:moveTo>
                  <a:lnTo>
                    <a:pt x="90843" y="157340"/>
                  </a:lnTo>
                  <a:lnTo>
                    <a:pt x="88722" y="157340"/>
                  </a:lnTo>
                  <a:lnTo>
                    <a:pt x="66167" y="192290"/>
                  </a:lnTo>
                  <a:lnTo>
                    <a:pt x="66255" y="258648"/>
                  </a:lnTo>
                  <a:lnTo>
                    <a:pt x="72986" y="264566"/>
                  </a:lnTo>
                  <a:lnTo>
                    <a:pt x="75107" y="264566"/>
                  </a:lnTo>
                  <a:lnTo>
                    <a:pt x="82054" y="193649"/>
                  </a:lnTo>
                  <a:lnTo>
                    <a:pt x="82397" y="192290"/>
                  </a:lnTo>
                  <a:lnTo>
                    <a:pt x="83375" y="186613"/>
                  </a:lnTo>
                  <a:lnTo>
                    <a:pt x="83616" y="185229"/>
                  </a:lnTo>
                  <a:lnTo>
                    <a:pt x="84683" y="183603"/>
                  </a:lnTo>
                  <a:lnTo>
                    <a:pt x="87769" y="178854"/>
                  </a:lnTo>
                  <a:lnTo>
                    <a:pt x="88112" y="178333"/>
                  </a:lnTo>
                  <a:lnTo>
                    <a:pt x="87566" y="178854"/>
                  </a:lnTo>
                  <a:lnTo>
                    <a:pt x="88099" y="178333"/>
                  </a:lnTo>
                  <a:lnTo>
                    <a:pt x="88620" y="177571"/>
                  </a:lnTo>
                  <a:lnTo>
                    <a:pt x="88112" y="178333"/>
                  </a:lnTo>
                  <a:lnTo>
                    <a:pt x="88861" y="177571"/>
                  </a:lnTo>
                  <a:lnTo>
                    <a:pt x="97777" y="166395"/>
                  </a:lnTo>
                  <a:lnTo>
                    <a:pt x="97777" y="164274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757717" y="6935812"/>
              <a:ext cx="478557" cy="365125"/>
            </a:xfrm>
            <a:prstGeom prst="rect">
              <a:avLst/>
            </a:prstGeom>
          </p:spPr>
        </p:pic>
      </p:grpSp>
      <p:sp>
        <p:nvSpPr>
          <p:cNvPr id="89" name="object 89"/>
          <p:cNvSpPr/>
          <p:nvPr/>
        </p:nvSpPr>
        <p:spPr>
          <a:xfrm>
            <a:off x="1361077" y="7530212"/>
            <a:ext cx="47625" cy="271145"/>
          </a:xfrm>
          <a:custGeom>
            <a:avLst/>
            <a:gdLst/>
            <a:ahLst/>
            <a:cxnLst/>
            <a:rect l="l" t="t" r="r" b="b"/>
            <a:pathLst>
              <a:path w="47625" h="271145">
                <a:moveTo>
                  <a:pt x="24484" y="0"/>
                </a:moveTo>
                <a:lnTo>
                  <a:pt x="23253" y="0"/>
                </a:lnTo>
                <a:lnTo>
                  <a:pt x="21352" y="316"/>
                </a:lnTo>
                <a:lnTo>
                  <a:pt x="1978" y="33722"/>
                </a:lnTo>
                <a:lnTo>
                  <a:pt x="0" y="59014"/>
                </a:lnTo>
                <a:lnTo>
                  <a:pt x="1540" y="122198"/>
                </a:lnTo>
                <a:lnTo>
                  <a:pt x="1585" y="123499"/>
                </a:lnTo>
                <a:lnTo>
                  <a:pt x="4583" y="160233"/>
                </a:lnTo>
                <a:lnTo>
                  <a:pt x="4624" y="160735"/>
                </a:lnTo>
                <a:lnTo>
                  <a:pt x="4731" y="162038"/>
                </a:lnTo>
                <a:lnTo>
                  <a:pt x="11157" y="206236"/>
                </a:lnTo>
                <a:lnTo>
                  <a:pt x="20357" y="244224"/>
                </a:lnTo>
                <a:lnTo>
                  <a:pt x="39191" y="270898"/>
                </a:lnTo>
                <a:lnTo>
                  <a:pt x="40084" y="270898"/>
                </a:lnTo>
                <a:lnTo>
                  <a:pt x="47504" y="263088"/>
                </a:lnTo>
                <a:lnTo>
                  <a:pt x="47470" y="262047"/>
                </a:lnTo>
                <a:lnTo>
                  <a:pt x="40785" y="251303"/>
                </a:lnTo>
                <a:lnTo>
                  <a:pt x="40442" y="250511"/>
                </a:lnTo>
                <a:lnTo>
                  <a:pt x="39944" y="249817"/>
                </a:lnTo>
                <a:lnTo>
                  <a:pt x="40141" y="249817"/>
                </a:lnTo>
                <a:lnTo>
                  <a:pt x="35378" y="238817"/>
                </a:lnTo>
                <a:lnTo>
                  <a:pt x="32195" y="227609"/>
                </a:lnTo>
                <a:lnTo>
                  <a:pt x="31086" y="223785"/>
                </a:lnTo>
                <a:lnTo>
                  <a:pt x="30994" y="223468"/>
                </a:lnTo>
                <a:lnTo>
                  <a:pt x="30904" y="223156"/>
                </a:lnTo>
                <a:lnTo>
                  <a:pt x="26922" y="203489"/>
                </a:lnTo>
                <a:lnTo>
                  <a:pt x="26831" y="203042"/>
                </a:lnTo>
                <a:lnTo>
                  <a:pt x="20691" y="160735"/>
                </a:lnTo>
                <a:lnTo>
                  <a:pt x="20618" y="160233"/>
                </a:lnTo>
                <a:lnTo>
                  <a:pt x="17635" y="123499"/>
                </a:lnTo>
                <a:lnTo>
                  <a:pt x="17528" y="122198"/>
                </a:lnTo>
                <a:lnTo>
                  <a:pt x="16001" y="59014"/>
                </a:lnTo>
                <a:lnTo>
                  <a:pt x="16063" y="57708"/>
                </a:lnTo>
                <a:lnTo>
                  <a:pt x="17798" y="36537"/>
                </a:lnTo>
                <a:lnTo>
                  <a:pt x="17650" y="36537"/>
                </a:lnTo>
                <a:lnTo>
                  <a:pt x="17859" y="35793"/>
                </a:lnTo>
                <a:lnTo>
                  <a:pt x="17922" y="35027"/>
                </a:lnTo>
                <a:lnTo>
                  <a:pt x="18074" y="35027"/>
                </a:lnTo>
                <a:lnTo>
                  <a:pt x="19675" y="29329"/>
                </a:lnTo>
                <a:lnTo>
                  <a:pt x="19497" y="29329"/>
                </a:lnTo>
                <a:lnTo>
                  <a:pt x="19882" y="28591"/>
                </a:lnTo>
                <a:lnTo>
                  <a:pt x="20108" y="27788"/>
                </a:lnTo>
                <a:lnTo>
                  <a:pt x="20302" y="27788"/>
                </a:lnTo>
                <a:lnTo>
                  <a:pt x="22443" y="23689"/>
                </a:lnTo>
                <a:lnTo>
                  <a:pt x="22518" y="23463"/>
                </a:lnTo>
                <a:lnTo>
                  <a:pt x="22632" y="23240"/>
                </a:lnTo>
                <a:lnTo>
                  <a:pt x="22937" y="22743"/>
                </a:lnTo>
                <a:lnTo>
                  <a:pt x="23619" y="21921"/>
                </a:lnTo>
                <a:lnTo>
                  <a:pt x="30837" y="11814"/>
                </a:lnTo>
                <a:lnTo>
                  <a:pt x="31263" y="10866"/>
                </a:lnTo>
                <a:lnTo>
                  <a:pt x="31742" y="8801"/>
                </a:lnTo>
                <a:lnTo>
                  <a:pt x="31775" y="7760"/>
                </a:lnTo>
                <a:lnTo>
                  <a:pt x="31426" y="5669"/>
                </a:lnTo>
                <a:lnTo>
                  <a:pt x="26549" y="478"/>
                </a:lnTo>
                <a:lnTo>
                  <a:pt x="24484" y="0"/>
                </a:lnTo>
                <a:close/>
              </a:path>
              <a:path w="47625" h="271145">
                <a:moveTo>
                  <a:pt x="40442" y="250511"/>
                </a:moveTo>
                <a:lnTo>
                  <a:pt x="40785" y="251303"/>
                </a:lnTo>
                <a:lnTo>
                  <a:pt x="41010" y="251303"/>
                </a:lnTo>
                <a:lnTo>
                  <a:pt x="40442" y="250511"/>
                </a:lnTo>
                <a:close/>
              </a:path>
              <a:path w="47625" h="271145">
                <a:moveTo>
                  <a:pt x="40141" y="249817"/>
                </a:moveTo>
                <a:lnTo>
                  <a:pt x="39944" y="249817"/>
                </a:lnTo>
                <a:lnTo>
                  <a:pt x="40442" y="250511"/>
                </a:lnTo>
                <a:lnTo>
                  <a:pt x="40141" y="249817"/>
                </a:lnTo>
                <a:close/>
              </a:path>
              <a:path w="47625" h="271145">
                <a:moveTo>
                  <a:pt x="17859" y="35793"/>
                </a:moveTo>
                <a:lnTo>
                  <a:pt x="17650" y="36537"/>
                </a:lnTo>
                <a:lnTo>
                  <a:pt x="17798" y="36537"/>
                </a:lnTo>
                <a:lnTo>
                  <a:pt x="17859" y="35793"/>
                </a:lnTo>
                <a:close/>
              </a:path>
              <a:path w="47625" h="271145">
                <a:moveTo>
                  <a:pt x="18074" y="35027"/>
                </a:moveTo>
                <a:lnTo>
                  <a:pt x="17922" y="35027"/>
                </a:lnTo>
                <a:lnTo>
                  <a:pt x="17859" y="35793"/>
                </a:lnTo>
                <a:lnTo>
                  <a:pt x="18074" y="35027"/>
                </a:lnTo>
                <a:close/>
              </a:path>
              <a:path w="47625" h="271145">
                <a:moveTo>
                  <a:pt x="19882" y="28591"/>
                </a:moveTo>
                <a:lnTo>
                  <a:pt x="19497" y="29329"/>
                </a:lnTo>
                <a:lnTo>
                  <a:pt x="19675" y="29329"/>
                </a:lnTo>
                <a:lnTo>
                  <a:pt x="19882" y="28591"/>
                </a:lnTo>
                <a:close/>
              </a:path>
              <a:path w="47625" h="271145">
                <a:moveTo>
                  <a:pt x="20302" y="27788"/>
                </a:moveTo>
                <a:lnTo>
                  <a:pt x="20108" y="27788"/>
                </a:lnTo>
                <a:lnTo>
                  <a:pt x="19882" y="28591"/>
                </a:lnTo>
                <a:lnTo>
                  <a:pt x="20302" y="2778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867567" y="7487322"/>
            <a:ext cx="192405" cy="345440"/>
          </a:xfrm>
          <a:custGeom>
            <a:avLst/>
            <a:gdLst/>
            <a:ahLst/>
            <a:cxnLst/>
            <a:rect l="l" t="t" r="r" b="b"/>
            <a:pathLst>
              <a:path w="192405" h="345440">
                <a:moveTo>
                  <a:pt x="151163" y="74260"/>
                </a:moveTo>
                <a:lnTo>
                  <a:pt x="150961" y="75213"/>
                </a:lnTo>
                <a:lnTo>
                  <a:pt x="149548" y="83690"/>
                </a:lnTo>
                <a:lnTo>
                  <a:pt x="148687" y="86192"/>
                </a:lnTo>
                <a:lnTo>
                  <a:pt x="141217" y="99956"/>
                </a:lnTo>
                <a:lnTo>
                  <a:pt x="140828" y="100597"/>
                </a:lnTo>
                <a:lnTo>
                  <a:pt x="132808" y="112545"/>
                </a:lnTo>
                <a:lnTo>
                  <a:pt x="132105" y="124317"/>
                </a:lnTo>
                <a:lnTo>
                  <a:pt x="129730" y="160449"/>
                </a:lnTo>
                <a:lnTo>
                  <a:pt x="128952" y="195432"/>
                </a:lnTo>
                <a:lnTo>
                  <a:pt x="128944" y="195813"/>
                </a:lnTo>
                <a:lnTo>
                  <a:pt x="130493" y="260932"/>
                </a:lnTo>
                <a:lnTo>
                  <a:pt x="138703" y="301094"/>
                </a:lnTo>
                <a:lnTo>
                  <a:pt x="178986" y="343315"/>
                </a:lnTo>
                <a:lnTo>
                  <a:pt x="182883" y="345225"/>
                </a:lnTo>
                <a:lnTo>
                  <a:pt x="185164" y="345225"/>
                </a:lnTo>
                <a:lnTo>
                  <a:pt x="192054" y="335695"/>
                </a:lnTo>
                <a:lnTo>
                  <a:pt x="191796" y="334688"/>
                </a:lnTo>
                <a:lnTo>
                  <a:pt x="190881" y="332774"/>
                </a:lnTo>
                <a:lnTo>
                  <a:pt x="190258" y="331942"/>
                </a:lnTo>
                <a:lnTo>
                  <a:pt x="170202" y="313931"/>
                </a:lnTo>
                <a:lnTo>
                  <a:pt x="167671" y="311301"/>
                </a:lnTo>
                <a:lnTo>
                  <a:pt x="157976" y="301330"/>
                </a:lnTo>
                <a:lnTo>
                  <a:pt x="157778" y="301330"/>
                </a:lnTo>
                <a:lnTo>
                  <a:pt x="157622" y="301094"/>
                </a:lnTo>
                <a:lnTo>
                  <a:pt x="157270" y="300698"/>
                </a:lnTo>
                <a:lnTo>
                  <a:pt x="156830" y="300151"/>
                </a:lnTo>
                <a:lnTo>
                  <a:pt x="157002" y="300151"/>
                </a:lnTo>
                <a:lnTo>
                  <a:pt x="153886" y="295414"/>
                </a:lnTo>
                <a:lnTo>
                  <a:pt x="153656" y="295414"/>
                </a:lnTo>
                <a:lnTo>
                  <a:pt x="153343" y="294589"/>
                </a:lnTo>
                <a:lnTo>
                  <a:pt x="152861" y="293857"/>
                </a:lnTo>
                <a:lnTo>
                  <a:pt x="153065" y="293857"/>
                </a:lnTo>
                <a:lnTo>
                  <a:pt x="149921" y="285582"/>
                </a:lnTo>
                <a:lnTo>
                  <a:pt x="148405" y="277874"/>
                </a:lnTo>
                <a:lnTo>
                  <a:pt x="147903" y="275480"/>
                </a:lnTo>
                <a:lnTo>
                  <a:pt x="147809" y="275035"/>
                </a:lnTo>
                <a:lnTo>
                  <a:pt x="147717" y="274594"/>
                </a:lnTo>
                <a:lnTo>
                  <a:pt x="146617" y="262439"/>
                </a:lnTo>
                <a:lnTo>
                  <a:pt x="146503" y="261228"/>
                </a:lnTo>
                <a:lnTo>
                  <a:pt x="146475" y="260932"/>
                </a:lnTo>
                <a:lnTo>
                  <a:pt x="144944" y="195813"/>
                </a:lnTo>
                <a:lnTo>
                  <a:pt x="144935" y="195432"/>
                </a:lnTo>
                <a:lnTo>
                  <a:pt x="145538" y="168998"/>
                </a:lnTo>
                <a:lnTo>
                  <a:pt x="145637" y="164572"/>
                </a:lnTo>
                <a:lnTo>
                  <a:pt x="145753" y="160449"/>
                </a:lnTo>
                <a:lnTo>
                  <a:pt x="150751" y="81061"/>
                </a:lnTo>
                <a:lnTo>
                  <a:pt x="151078" y="75665"/>
                </a:lnTo>
                <a:lnTo>
                  <a:pt x="151163" y="74260"/>
                </a:lnTo>
                <a:close/>
              </a:path>
              <a:path w="192405" h="345440">
                <a:moveTo>
                  <a:pt x="157362" y="300698"/>
                </a:moveTo>
                <a:lnTo>
                  <a:pt x="157588" y="301094"/>
                </a:lnTo>
                <a:lnTo>
                  <a:pt x="157778" y="301330"/>
                </a:lnTo>
                <a:lnTo>
                  <a:pt x="157976" y="301330"/>
                </a:lnTo>
                <a:lnTo>
                  <a:pt x="157362" y="300698"/>
                </a:lnTo>
                <a:close/>
              </a:path>
              <a:path w="192405" h="345440">
                <a:moveTo>
                  <a:pt x="157002" y="300151"/>
                </a:moveTo>
                <a:lnTo>
                  <a:pt x="156830" y="300151"/>
                </a:lnTo>
                <a:lnTo>
                  <a:pt x="157362" y="300698"/>
                </a:lnTo>
                <a:lnTo>
                  <a:pt x="157002" y="300151"/>
                </a:lnTo>
                <a:close/>
              </a:path>
              <a:path w="192405" h="345440">
                <a:moveTo>
                  <a:pt x="153343" y="294589"/>
                </a:moveTo>
                <a:lnTo>
                  <a:pt x="153656" y="295414"/>
                </a:lnTo>
                <a:lnTo>
                  <a:pt x="153886" y="295414"/>
                </a:lnTo>
                <a:lnTo>
                  <a:pt x="153343" y="294589"/>
                </a:lnTo>
                <a:close/>
              </a:path>
              <a:path w="192405" h="345440">
                <a:moveTo>
                  <a:pt x="153065" y="293857"/>
                </a:moveTo>
                <a:lnTo>
                  <a:pt x="152861" y="293857"/>
                </a:lnTo>
                <a:lnTo>
                  <a:pt x="153343" y="294589"/>
                </a:lnTo>
                <a:lnTo>
                  <a:pt x="153065" y="293857"/>
                </a:lnTo>
                <a:close/>
              </a:path>
              <a:path w="192405" h="345440">
                <a:moveTo>
                  <a:pt x="33225" y="0"/>
                </a:moveTo>
                <a:lnTo>
                  <a:pt x="31041" y="0"/>
                </a:lnTo>
                <a:lnTo>
                  <a:pt x="24651" y="811"/>
                </a:lnTo>
                <a:lnTo>
                  <a:pt x="2571" y="22122"/>
                </a:lnTo>
                <a:lnTo>
                  <a:pt x="2507" y="22280"/>
                </a:lnTo>
                <a:lnTo>
                  <a:pt x="2116" y="23806"/>
                </a:lnTo>
                <a:lnTo>
                  <a:pt x="1989" y="24298"/>
                </a:lnTo>
                <a:lnTo>
                  <a:pt x="23" y="40518"/>
                </a:lnTo>
                <a:lnTo>
                  <a:pt x="0" y="42443"/>
                </a:lnTo>
                <a:lnTo>
                  <a:pt x="1019" y="65109"/>
                </a:lnTo>
                <a:lnTo>
                  <a:pt x="1145" y="67919"/>
                </a:lnTo>
                <a:lnTo>
                  <a:pt x="1266" y="70614"/>
                </a:lnTo>
                <a:lnTo>
                  <a:pt x="9909" y="119970"/>
                </a:lnTo>
                <a:lnTo>
                  <a:pt x="10027" y="120385"/>
                </a:lnTo>
                <a:lnTo>
                  <a:pt x="41275" y="161497"/>
                </a:lnTo>
                <a:lnTo>
                  <a:pt x="81319" y="168998"/>
                </a:lnTo>
                <a:lnTo>
                  <a:pt x="82703" y="168998"/>
                </a:lnTo>
                <a:lnTo>
                  <a:pt x="85048" y="168583"/>
                </a:lnTo>
                <a:lnTo>
                  <a:pt x="84572" y="168583"/>
                </a:lnTo>
                <a:lnTo>
                  <a:pt x="90191" y="166051"/>
                </a:lnTo>
                <a:lnTo>
                  <a:pt x="92397" y="164572"/>
                </a:lnTo>
                <a:lnTo>
                  <a:pt x="99572" y="157788"/>
                </a:lnTo>
                <a:lnTo>
                  <a:pt x="100422" y="156848"/>
                </a:lnTo>
                <a:lnTo>
                  <a:pt x="102818" y="153729"/>
                </a:lnTo>
                <a:lnTo>
                  <a:pt x="78601" y="153729"/>
                </a:lnTo>
                <a:lnTo>
                  <a:pt x="80127" y="153041"/>
                </a:lnTo>
                <a:lnTo>
                  <a:pt x="82458" y="153041"/>
                </a:lnTo>
                <a:lnTo>
                  <a:pt x="63231" y="151668"/>
                </a:lnTo>
                <a:lnTo>
                  <a:pt x="61744" y="151668"/>
                </a:lnTo>
                <a:lnTo>
                  <a:pt x="56672" y="150597"/>
                </a:lnTo>
                <a:lnTo>
                  <a:pt x="55987" y="150597"/>
                </a:lnTo>
                <a:lnTo>
                  <a:pt x="54542" y="150148"/>
                </a:lnTo>
                <a:lnTo>
                  <a:pt x="54917" y="150148"/>
                </a:lnTo>
                <a:lnTo>
                  <a:pt x="51581" y="148747"/>
                </a:lnTo>
                <a:lnTo>
                  <a:pt x="50935" y="148747"/>
                </a:lnTo>
                <a:lnTo>
                  <a:pt x="49204" y="147749"/>
                </a:lnTo>
                <a:lnTo>
                  <a:pt x="49618" y="147749"/>
                </a:lnTo>
                <a:lnTo>
                  <a:pt x="39674" y="140214"/>
                </a:lnTo>
                <a:lnTo>
                  <a:pt x="39308" y="140214"/>
                </a:lnTo>
                <a:lnTo>
                  <a:pt x="37959" y="138915"/>
                </a:lnTo>
                <a:lnTo>
                  <a:pt x="38241" y="138915"/>
                </a:lnTo>
                <a:lnTo>
                  <a:pt x="34322" y="134146"/>
                </a:lnTo>
                <a:lnTo>
                  <a:pt x="34175" y="134146"/>
                </a:lnTo>
                <a:lnTo>
                  <a:pt x="33838" y="133556"/>
                </a:lnTo>
                <a:lnTo>
                  <a:pt x="33481" y="133139"/>
                </a:lnTo>
                <a:lnTo>
                  <a:pt x="33043" y="132165"/>
                </a:lnTo>
                <a:lnTo>
                  <a:pt x="29125" y="125328"/>
                </a:lnTo>
                <a:lnTo>
                  <a:pt x="29063" y="125201"/>
                </a:lnTo>
                <a:lnTo>
                  <a:pt x="28786" y="124317"/>
                </a:lnTo>
                <a:lnTo>
                  <a:pt x="25210" y="115459"/>
                </a:lnTo>
                <a:lnTo>
                  <a:pt x="24433" y="112545"/>
                </a:lnTo>
                <a:lnTo>
                  <a:pt x="22076" y="104233"/>
                </a:lnTo>
                <a:lnTo>
                  <a:pt x="21950" y="103788"/>
                </a:lnTo>
                <a:lnTo>
                  <a:pt x="21495" y="100597"/>
                </a:lnTo>
                <a:lnTo>
                  <a:pt x="17694" y="76838"/>
                </a:lnTo>
                <a:lnTo>
                  <a:pt x="17579" y="76118"/>
                </a:lnTo>
                <a:lnTo>
                  <a:pt x="17506" y="75665"/>
                </a:lnTo>
                <a:lnTo>
                  <a:pt x="16012" y="42443"/>
                </a:lnTo>
                <a:lnTo>
                  <a:pt x="15953" y="41122"/>
                </a:lnTo>
                <a:lnTo>
                  <a:pt x="16137" y="40518"/>
                </a:lnTo>
                <a:lnTo>
                  <a:pt x="17625" y="28243"/>
                </a:lnTo>
                <a:lnTo>
                  <a:pt x="17351" y="28243"/>
                </a:lnTo>
                <a:lnTo>
                  <a:pt x="17869" y="26224"/>
                </a:lnTo>
                <a:lnTo>
                  <a:pt x="18162" y="26224"/>
                </a:lnTo>
                <a:lnTo>
                  <a:pt x="19133" y="23806"/>
                </a:lnTo>
                <a:lnTo>
                  <a:pt x="18884" y="23806"/>
                </a:lnTo>
                <a:lnTo>
                  <a:pt x="19721" y="22280"/>
                </a:lnTo>
                <a:lnTo>
                  <a:pt x="19809" y="22122"/>
                </a:lnTo>
                <a:lnTo>
                  <a:pt x="20094" y="22122"/>
                </a:lnTo>
                <a:lnTo>
                  <a:pt x="21134" y="20673"/>
                </a:lnTo>
                <a:lnTo>
                  <a:pt x="20734" y="20673"/>
                </a:lnTo>
                <a:lnTo>
                  <a:pt x="22324" y="19015"/>
                </a:lnTo>
                <a:lnTo>
                  <a:pt x="22841" y="19015"/>
                </a:lnTo>
                <a:lnTo>
                  <a:pt x="23728" y="18321"/>
                </a:lnTo>
                <a:lnTo>
                  <a:pt x="23192" y="18321"/>
                </a:lnTo>
                <a:lnTo>
                  <a:pt x="25183" y="17180"/>
                </a:lnTo>
                <a:lnTo>
                  <a:pt x="26079" y="17180"/>
                </a:lnTo>
                <a:lnTo>
                  <a:pt x="27342" y="16681"/>
                </a:lnTo>
                <a:lnTo>
                  <a:pt x="26665" y="16681"/>
                </a:lnTo>
                <a:lnTo>
                  <a:pt x="28600" y="16184"/>
                </a:lnTo>
                <a:lnTo>
                  <a:pt x="30569" y="16184"/>
                </a:lnTo>
                <a:lnTo>
                  <a:pt x="32262" y="15969"/>
                </a:lnTo>
                <a:lnTo>
                  <a:pt x="78425" y="15969"/>
                </a:lnTo>
                <a:lnTo>
                  <a:pt x="78629" y="15403"/>
                </a:lnTo>
                <a:lnTo>
                  <a:pt x="78944" y="13307"/>
                </a:lnTo>
                <a:lnTo>
                  <a:pt x="78894" y="12268"/>
                </a:lnTo>
                <a:lnTo>
                  <a:pt x="40607" y="542"/>
                </a:lnTo>
                <a:lnTo>
                  <a:pt x="40998" y="542"/>
                </a:lnTo>
                <a:lnTo>
                  <a:pt x="33225" y="0"/>
                </a:lnTo>
                <a:close/>
              </a:path>
              <a:path w="192405" h="345440">
                <a:moveTo>
                  <a:pt x="82381" y="152024"/>
                </a:moveTo>
                <a:lnTo>
                  <a:pt x="78601" y="153729"/>
                </a:lnTo>
                <a:lnTo>
                  <a:pt x="82458" y="153041"/>
                </a:lnTo>
                <a:lnTo>
                  <a:pt x="81305" y="153041"/>
                </a:lnTo>
                <a:lnTo>
                  <a:pt x="82381" y="152024"/>
                </a:lnTo>
                <a:close/>
              </a:path>
              <a:path w="192405" h="345440">
                <a:moveTo>
                  <a:pt x="104401" y="151668"/>
                </a:moveTo>
                <a:lnTo>
                  <a:pt x="83315" y="151668"/>
                </a:lnTo>
                <a:lnTo>
                  <a:pt x="81263" y="153041"/>
                </a:lnTo>
                <a:lnTo>
                  <a:pt x="82458" y="153041"/>
                </a:lnTo>
                <a:lnTo>
                  <a:pt x="78601" y="153729"/>
                </a:lnTo>
                <a:lnTo>
                  <a:pt x="102818" y="153729"/>
                </a:lnTo>
                <a:lnTo>
                  <a:pt x="104401" y="151668"/>
                </a:lnTo>
                <a:close/>
              </a:path>
              <a:path w="192405" h="345440">
                <a:moveTo>
                  <a:pt x="83315" y="151668"/>
                </a:moveTo>
                <a:lnTo>
                  <a:pt x="83171" y="151668"/>
                </a:lnTo>
                <a:lnTo>
                  <a:pt x="82381" y="152024"/>
                </a:lnTo>
                <a:lnTo>
                  <a:pt x="81305" y="153041"/>
                </a:lnTo>
                <a:lnTo>
                  <a:pt x="83315" y="151668"/>
                </a:lnTo>
                <a:close/>
              </a:path>
              <a:path w="192405" h="345440">
                <a:moveTo>
                  <a:pt x="108628" y="146164"/>
                </a:moveTo>
                <a:lnTo>
                  <a:pt x="88584" y="146164"/>
                </a:lnTo>
                <a:lnTo>
                  <a:pt x="88118" y="146604"/>
                </a:lnTo>
                <a:lnTo>
                  <a:pt x="87735" y="147104"/>
                </a:lnTo>
                <a:lnTo>
                  <a:pt x="87589" y="147104"/>
                </a:lnTo>
                <a:lnTo>
                  <a:pt x="82381" y="152024"/>
                </a:lnTo>
                <a:lnTo>
                  <a:pt x="83171" y="151668"/>
                </a:lnTo>
                <a:lnTo>
                  <a:pt x="104401" y="151668"/>
                </a:lnTo>
                <a:lnTo>
                  <a:pt x="107907" y="147104"/>
                </a:lnTo>
                <a:lnTo>
                  <a:pt x="87735" y="147104"/>
                </a:lnTo>
                <a:lnTo>
                  <a:pt x="88186" y="146604"/>
                </a:lnTo>
                <a:lnTo>
                  <a:pt x="108290" y="146604"/>
                </a:lnTo>
                <a:lnTo>
                  <a:pt x="108628" y="146164"/>
                </a:lnTo>
                <a:close/>
              </a:path>
              <a:path w="192405" h="345440">
                <a:moveTo>
                  <a:pt x="54542" y="150148"/>
                </a:moveTo>
                <a:lnTo>
                  <a:pt x="55987" y="150597"/>
                </a:lnTo>
                <a:lnTo>
                  <a:pt x="55449" y="150371"/>
                </a:lnTo>
                <a:lnTo>
                  <a:pt x="55601" y="150371"/>
                </a:lnTo>
                <a:lnTo>
                  <a:pt x="54542" y="150148"/>
                </a:lnTo>
                <a:close/>
              </a:path>
              <a:path w="192405" h="345440">
                <a:moveTo>
                  <a:pt x="55601" y="150371"/>
                </a:moveTo>
                <a:lnTo>
                  <a:pt x="55449" y="150371"/>
                </a:lnTo>
                <a:lnTo>
                  <a:pt x="55987" y="150597"/>
                </a:lnTo>
                <a:lnTo>
                  <a:pt x="56672" y="150597"/>
                </a:lnTo>
                <a:lnTo>
                  <a:pt x="55601" y="150371"/>
                </a:lnTo>
                <a:close/>
              </a:path>
              <a:path w="192405" h="345440">
                <a:moveTo>
                  <a:pt x="54917" y="150148"/>
                </a:moveTo>
                <a:lnTo>
                  <a:pt x="54542" y="150148"/>
                </a:lnTo>
                <a:lnTo>
                  <a:pt x="55601" y="150371"/>
                </a:lnTo>
                <a:lnTo>
                  <a:pt x="55449" y="150371"/>
                </a:lnTo>
                <a:lnTo>
                  <a:pt x="54917" y="150148"/>
                </a:lnTo>
                <a:close/>
              </a:path>
              <a:path w="192405" h="345440">
                <a:moveTo>
                  <a:pt x="49204" y="147749"/>
                </a:moveTo>
                <a:lnTo>
                  <a:pt x="50935" y="148747"/>
                </a:lnTo>
                <a:lnTo>
                  <a:pt x="50132" y="148138"/>
                </a:lnTo>
                <a:lnTo>
                  <a:pt x="49204" y="147749"/>
                </a:lnTo>
                <a:close/>
              </a:path>
              <a:path w="192405" h="345440">
                <a:moveTo>
                  <a:pt x="50132" y="148138"/>
                </a:moveTo>
                <a:lnTo>
                  <a:pt x="50935" y="148747"/>
                </a:lnTo>
                <a:lnTo>
                  <a:pt x="51581" y="148747"/>
                </a:lnTo>
                <a:lnTo>
                  <a:pt x="50132" y="148138"/>
                </a:lnTo>
                <a:close/>
              </a:path>
              <a:path w="192405" h="345440">
                <a:moveTo>
                  <a:pt x="49618" y="147749"/>
                </a:moveTo>
                <a:lnTo>
                  <a:pt x="49204" y="147749"/>
                </a:lnTo>
                <a:lnTo>
                  <a:pt x="50132" y="148138"/>
                </a:lnTo>
                <a:lnTo>
                  <a:pt x="49618" y="147749"/>
                </a:lnTo>
                <a:close/>
              </a:path>
              <a:path w="192405" h="345440">
                <a:moveTo>
                  <a:pt x="133989" y="79736"/>
                </a:moveTo>
                <a:lnTo>
                  <a:pt x="130485" y="86192"/>
                </a:lnTo>
                <a:lnTo>
                  <a:pt x="127547" y="91681"/>
                </a:lnTo>
                <a:lnTo>
                  <a:pt x="111039" y="116272"/>
                </a:lnTo>
                <a:lnTo>
                  <a:pt x="108577" y="119970"/>
                </a:lnTo>
                <a:lnTo>
                  <a:pt x="88118" y="146604"/>
                </a:lnTo>
                <a:lnTo>
                  <a:pt x="88584" y="146164"/>
                </a:lnTo>
                <a:lnTo>
                  <a:pt x="108628" y="146164"/>
                </a:lnTo>
                <a:lnTo>
                  <a:pt x="121263" y="129715"/>
                </a:lnTo>
                <a:lnTo>
                  <a:pt x="121560" y="129303"/>
                </a:lnTo>
                <a:lnTo>
                  <a:pt x="132808" y="112545"/>
                </a:lnTo>
                <a:lnTo>
                  <a:pt x="134724" y="81061"/>
                </a:lnTo>
                <a:lnTo>
                  <a:pt x="133768" y="81061"/>
                </a:lnTo>
                <a:lnTo>
                  <a:pt x="133989" y="79736"/>
                </a:lnTo>
                <a:close/>
              </a:path>
              <a:path w="192405" h="345440">
                <a:moveTo>
                  <a:pt x="37959" y="138915"/>
                </a:moveTo>
                <a:lnTo>
                  <a:pt x="39308" y="140214"/>
                </a:lnTo>
                <a:lnTo>
                  <a:pt x="38705" y="139479"/>
                </a:lnTo>
                <a:lnTo>
                  <a:pt x="37959" y="138915"/>
                </a:lnTo>
                <a:close/>
              </a:path>
              <a:path w="192405" h="345440">
                <a:moveTo>
                  <a:pt x="38705" y="139479"/>
                </a:moveTo>
                <a:lnTo>
                  <a:pt x="39308" y="140214"/>
                </a:lnTo>
                <a:lnTo>
                  <a:pt x="39674" y="140214"/>
                </a:lnTo>
                <a:lnTo>
                  <a:pt x="38705" y="139479"/>
                </a:lnTo>
                <a:close/>
              </a:path>
              <a:path w="192405" h="345440">
                <a:moveTo>
                  <a:pt x="38241" y="138915"/>
                </a:moveTo>
                <a:lnTo>
                  <a:pt x="37959" y="138915"/>
                </a:lnTo>
                <a:lnTo>
                  <a:pt x="38705" y="139479"/>
                </a:lnTo>
                <a:lnTo>
                  <a:pt x="38241" y="138915"/>
                </a:lnTo>
                <a:close/>
              </a:path>
              <a:path w="192405" h="345440">
                <a:moveTo>
                  <a:pt x="33838" y="133556"/>
                </a:moveTo>
                <a:lnTo>
                  <a:pt x="34175" y="134146"/>
                </a:lnTo>
                <a:lnTo>
                  <a:pt x="34322" y="134146"/>
                </a:lnTo>
                <a:lnTo>
                  <a:pt x="33838" y="133556"/>
                </a:lnTo>
                <a:close/>
              </a:path>
              <a:path w="192405" h="345440">
                <a:moveTo>
                  <a:pt x="135206" y="72447"/>
                </a:moveTo>
                <a:lnTo>
                  <a:pt x="135163" y="73845"/>
                </a:lnTo>
                <a:lnTo>
                  <a:pt x="132808" y="112545"/>
                </a:lnTo>
                <a:lnTo>
                  <a:pt x="140828" y="100597"/>
                </a:lnTo>
                <a:lnTo>
                  <a:pt x="141217" y="99956"/>
                </a:lnTo>
                <a:lnTo>
                  <a:pt x="148687" y="86192"/>
                </a:lnTo>
                <a:lnTo>
                  <a:pt x="149548" y="83690"/>
                </a:lnTo>
                <a:lnTo>
                  <a:pt x="151119" y="74260"/>
                </a:lnTo>
                <a:lnTo>
                  <a:pt x="135206" y="72447"/>
                </a:lnTo>
                <a:close/>
              </a:path>
              <a:path w="192405" h="345440">
                <a:moveTo>
                  <a:pt x="134628" y="78559"/>
                </a:moveTo>
                <a:lnTo>
                  <a:pt x="133989" y="79736"/>
                </a:lnTo>
                <a:lnTo>
                  <a:pt x="133768" y="81061"/>
                </a:lnTo>
                <a:lnTo>
                  <a:pt x="134628" y="78559"/>
                </a:lnTo>
                <a:close/>
              </a:path>
              <a:path w="192405" h="345440">
                <a:moveTo>
                  <a:pt x="134876" y="78559"/>
                </a:moveTo>
                <a:lnTo>
                  <a:pt x="134628" y="78559"/>
                </a:lnTo>
                <a:lnTo>
                  <a:pt x="133768" y="81061"/>
                </a:lnTo>
                <a:lnTo>
                  <a:pt x="134724" y="81061"/>
                </a:lnTo>
                <a:lnTo>
                  <a:pt x="134805" y="79736"/>
                </a:lnTo>
                <a:lnTo>
                  <a:pt x="134876" y="78559"/>
                </a:lnTo>
                <a:close/>
              </a:path>
              <a:path w="192405" h="345440">
                <a:moveTo>
                  <a:pt x="135248" y="72447"/>
                </a:moveTo>
                <a:lnTo>
                  <a:pt x="135043" y="73422"/>
                </a:lnTo>
                <a:lnTo>
                  <a:pt x="133989" y="79736"/>
                </a:lnTo>
                <a:lnTo>
                  <a:pt x="134628" y="78559"/>
                </a:lnTo>
                <a:lnTo>
                  <a:pt x="134876" y="78559"/>
                </a:lnTo>
                <a:lnTo>
                  <a:pt x="134981" y="76838"/>
                </a:lnTo>
                <a:lnTo>
                  <a:pt x="135080" y="75213"/>
                </a:lnTo>
                <a:lnTo>
                  <a:pt x="135189" y="73422"/>
                </a:lnTo>
                <a:lnTo>
                  <a:pt x="135248" y="72447"/>
                </a:lnTo>
                <a:close/>
              </a:path>
              <a:path w="192405" h="345440">
                <a:moveTo>
                  <a:pt x="145149" y="65109"/>
                </a:moveTo>
                <a:lnTo>
                  <a:pt x="141548" y="65109"/>
                </a:lnTo>
                <a:lnTo>
                  <a:pt x="140135" y="65495"/>
                </a:lnTo>
                <a:lnTo>
                  <a:pt x="135272" y="72050"/>
                </a:lnTo>
                <a:lnTo>
                  <a:pt x="135206" y="72447"/>
                </a:lnTo>
                <a:lnTo>
                  <a:pt x="151184" y="74260"/>
                </a:lnTo>
                <a:lnTo>
                  <a:pt x="151146" y="71403"/>
                </a:lnTo>
                <a:lnTo>
                  <a:pt x="150573" y="69670"/>
                </a:lnTo>
                <a:lnTo>
                  <a:pt x="150503" y="69458"/>
                </a:lnTo>
                <a:lnTo>
                  <a:pt x="150013" y="68580"/>
                </a:lnTo>
                <a:lnTo>
                  <a:pt x="148695" y="67011"/>
                </a:lnTo>
                <a:lnTo>
                  <a:pt x="147914" y="66376"/>
                </a:lnTo>
                <a:lnTo>
                  <a:pt x="146270" y="65495"/>
                </a:lnTo>
                <a:lnTo>
                  <a:pt x="145149" y="65109"/>
                </a:lnTo>
                <a:close/>
              </a:path>
              <a:path w="192405" h="345440">
                <a:moveTo>
                  <a:pt x="17869" y="26224"/>
                </a:moveTo>
                <a:lnTo>
                  <a:pt x="17351" y="28243"/>
                </a:lnTo>
                <a:lnTo>
                  <a:pt x="17743" y="27267"/>
                </a:lnTo>
                <a:lnTo>
                  <a:pt x="17869" y="26224"/>
                </a:lnTo>
                <a:close/>
              </a:path>
              <a:path w="192405" h="345440">
                <a:moveTo>
                  <a:pt x="17743" y="27267"/>
                </a:moveTo>
                <a:lnTo>
                  <a:pt x="17351" y="28243"/>
                </a:lnTo>
                <a:lnTo>
                  <a:pt x="17625" y="28243"/>
                </a:lnTo>
                <a:lnTo>
                  <a:pt x="17743" y="27267"/>
                </a:lnTo>
                <a:close/>
              </a:path>
              <a:path w="192405" h="345440">
                <a:moveTo>
                  <a:pt x="18162" y="26224"/>
                </a:moveTo>
                <a:lnTo>
                  <a:pt x="17869" y="26224"/>
                </a:lnTo>
                <a:lnTo>
                  <a:pt x="17743" y="27267"/>
                </a:lnTo>
                <a:lnTo>
                  <a:pt x="18162" y="26224"/>
                </a:lnTo>
                <a:close/>
              </a:path>
              <a:path w="192405" h="345440">
                <a:moveTo>
                  <a:pt x="19745" y="22280"/>
                </a:moveTo>
                <a:lnTo>
                  <a:pt x="18884" y="23806"/>
                </a:lnTo>
                <a:lnTo>
                  <a:pt x="19448" y="23021"/>
                </a:lnTo>
                <a:lnTo>
                  <a:pt x="19745" y="22280"/>
                </a:lnTo>
                <a:close/>
              </a:path>
              <a:path w="192405" h="345440">
                <a:moveTo>
                  <a:pt x="19448" y="23021"/>
                </a:moveTo>
                <a:lnTo>
                  <a:pt x="18884" y="23806"/>
                </a:lnTo>
                <a:lnTo>
                  <a:pt x="19133" y="23806"/>
                </a:lnTo>
                <a:lnTo>
                  <a:pt x="19448" y="23021"/>
                </a:lnTo>
                <a:close/>
              </a:path>
              <a:path w="192405" h="345440">
                <a:moveTo>
                  <a:pt x="20094" y="22122"/>
                </a:moveTo>
                <a:lnTo>
                  <a:pt x="19809" y="22122"/>
                </a:lnTo>
                <a:lnTo>
                  <a:pt x="19448" y="23021"/>
                </a:lnTo>
                <a:lnTo>
                  <a:pt x="19979" y="22280"/>
                </a:lnTo>
                <a:lnTo>
                  <a:pt x="20094" y="22122"/>
                </a:lnTo>
                <a:close/>
              </a:path>
              <a:path w="192405" h="345440">
                <a:moveTo>
                  <a:pt x="78348" y="16184"/>
                </a:moveTo>
                <a:lnTo>
                  <a:pt x="37056" y="16184"/>
                </a:lnTo>
                <a:lnTo>
                  <a:pt x="70741" y="21234"/>
                </a:lnTo>
                <a:lnTo>
                  <a:pt x="71586" y="21234"/>
                </a:lnTo>
                <a:lnTo>
                  <a:pt x="73837" y="20673"/>
                </a:lnTo>
                <a:lnTo>
                  <a:pt x="78348" y="16184"/>
                </a:lnTo>
                <a:close/>
              </a:path>
              <a:path w="192405" h="345440">
                <a:moveTo>
                  <a:pt x="22324" y="19015"/>
                </a:moveTo>
                <a:lnTo>
                  <a:pt x="20734" y="20673"/>
                </a:lnTo>
                <a:lnTo>
                  <a:pt x="21660" y="19941"/>
                </a:lnTo>
                <a:lnTo>
                  <a:pt x="22324" y="19015"/>
                </a:lnTo>
                <a:close/>
              </a:path>
              <a:path w="192405" h="345440">
                <a:moveTo>
                  <a:pt x="21660" y="19941"/>
                </a:moveTo>
                <a:lnTo>
                  <a:pt x="20726" y="20673"/>
                </a:lnTo>
                <a:lnTo>
                  <a:pt x="21134" y="20673"/>
                </a:lnTo>
                <a:lnTo>
                  <a:pt x="21660" y="19941"/>
                </a:lnTo>
                <a:close/>
              </a:path>
              <a:path w="192405" h="345440">
                <a:moveTo>
                  <a:pt x="22841" y="19015"/>
                </a:moveTo>
                <a:lnTo>
                  <a:pt x="22324" y="19015"/>
                </a:lnTo>
                <a:lnTo>
                  <a:pt x="21660" y="19941"/>
                </a:lnTo>
                <a:lnTo>
                  <a:pt x="22841" y="19015"/>
                </a:lnTo>
                <a:close/>
              </a:path>
              <a:path w="192405" h="345440">
                <a:moveTo>
                  <a:pt x="25183" y="17180"/>
                </a:moveTo>
                <a:lnTo>
                  <a:pt x="23192" y="18321"/>
                </a:lnTo>
                <a:lnTo>
                  <a:pt x="24272" y="17894"/>
                </a:lnTo>
                <a:lnTo>
                  <a:pt x="25183" y="17180"/>
                </a:lnTo>
                <a:close/>
              </a:path>
              <a:path w="192405" h="345440">
                <a:moveTo>
                  <a:pt x="24272" y="17894"/>
                </a:moveTo>
                <a:lnTo>
                  <a:pt x="23192" y="18321"/>
                </a:lnTo>
                <a:lnTo>
                  <a:pt x="23728" y="18321"/>
                </a:lnTo>
                <a:lnTo>
                  <a:pt x="24272" y="17894"/>
                </a:lnTo>
                <a:close/>
              </a:path>
              <a:path w="192405" h="345440">
                <a:moveTo>
                  <a:pt x="26079" y="17180"/>
                </a:moveTo>
                <a:lnTo>
                  <a:pt x="25183" y="17180"/>
                </a:lnTo>
                <a:lnTo>
                  <a:pt x="24272" y="17894"/>
                </a:lnTo>
                <a:lnTo>
                  <a:pt x="26079" y="17180"/>
                </a:lnTo>
                <a:close/>
              </a:path>
              <a:path w="192405" h="345440">
                <a:moveTo>
                  <a:pt x="28600" y="16184"/>
                </a:moveTo>
                <a:lnTo>
                  <a:pt x="26665" y="16681"/>
                </a:lnTo>
                <a:lnTo>
                  <a:pt x="27664" y="16554"/>
                </a:lnTo>
                <a:lnTo>
                  <a:pt x="28600" y="16184"/>
                </a:lnTo>
                <a:close/>
              </a:path>
              <a:path w="192405" h="345440">
                <a:moveTo>
                  <a:pt x="27664" y="16554"/>
                </a:moveTo>
                <a:lnTo>
                  <a:pt x="26665" y="16681"/>
                </a:lnTo>
                <a:lnTo>
                  <a:pt x="27342" y="16681"/>
                </a:lnTo>
                <a:lnTo>
                  <a:pt x="27664" y="16554"/>
                </a:lnTo>
                <a:close/>
              </a:path>
              <a:path w="192405" h="345440">
                <a:moveTo>
                  <a:pt x="30569" y="16184"/>
                </a:moveTo>
                <a:lnTo>
                  <a:pt x="28600" y="16184"/>
                </a:lnTo>
                <a:lnTo>
                  <a:pt x="27664" y="16554"/>
                </a:lnTo>
                <a:lnTo>
                  <a:pt x="30569" y="16184"/>
                </a:lnTo>
                <a:close/>
              </a:path>
              <a:path w="192405" h="345440">
                <a:moveTo>
                  <a:pt x="78425" y="15969"/>
                </a:moveTo>
                <a:lnTo>
                  <a:pt x="32262" y="15969"/>
                </a:lnTo>
                <a:lnTo>
                  <a:pt x="40646" y="16554"/>
                </a:lnTo>
                <a:lnTo>
                  <a:pt x="40003" y="16554"/>
                </a:lnTo>
                <a:lnTo>
                  <a:pt x="36616" y="16184"/>
                </a:lnTo>
                <a:lnTo>
                  <a:pt x="78348" y="16184"/>
                </a:lnTo>
                <a:lnTo>
                  <a:pt x="78425" y="1596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1" name="object 91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210493" y="7530379"/>
            <a:ext cx="347751" cy="424807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2694918" y="7621475"/>
            <a:ext cx="182604" cy="245666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3063884" y="7483087"/>
            <a:ext cx="118824" cy="295963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273698" y="7467536"/>
            <a:ext cx="217384" cy="418386"/>
          </a:xfrm>
          <a:prstGeom prst="rect">
            <a:avLst/>
          </a:prstGeom>
        </p:spPr>
      </p:pic>
      <p:sp>
        <p:nvSpPr>
          <p:cNvPr id="95" name="object 95"/>
          <p:cNvSpPr/>
          <p:nvPr/>
        </p:nvSpPr>
        <p:spPr>
          <a:xfrm>
            <a:off x="3390262" y="9236895"/>
            <a:ext cx="355600" cy="16510"/>
          </a:xfrm>
          <a:custGeom>
            <a:avLst/>
            <a:gdLst/>
            <a:ahLst/>
            <a:cxnLst/>
            <a:rect l="l" t="t" r="r" b="b"/>
            <a:pathLst>
              <a:path w="355600" h="16509">
                <a:moveTo>
                  <a:pt x="348188" y="0"/>
                </a:moveTo>
                <a:lnTo>
                  <a:pt x="6935" y="0"/>
                </a:lnTo>
                <a:lnTo>
                  <a:pt x="5915" y="201"/>
                </a:lnTo>
                <a:lnTo>
                  <a:pt x="0" y="6935"/>
                </a:lnTo>
                <a:lnTo>
                  <a:pt x="0" y="9056"/>
                </a:lnTo>
                <a:lnTo>
                  <a:pt x="6948" y="15994"/>
                </a:lnTo>
                <a:lnTo>
                  <a:pt x="348175" y="15994"/>
                </a:lnTo>
                <a:lnTo>
                  <a:pt x="355125" y="9056"/>
                </a:lnTo>
                <a:lnTo>
                  <a:pt x="355125" y="6935"/>
                </a:lnTo>
                <a:lnTo>
                  <a:pt x="34818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199257" y="9216447"/>
            <a:ext cx="327025" cy="53340"/>
          </a:xfrm>
          <a:custGeom>
            <a:avLst/>
            <a:gdLst/>
            <a:ahLst/>
            <a:cxnLst/>
            <a:rect l="l" t="t" r="r" b="b"/>
            <a:pathLst>
              <a:path w="327025" h="53340">
                <a:moveTo>
                  <a:pt x="8484" y="0"/>
                </a:moveTo>
                <a:lnTo>
                  <a:pt x="7104" y="0"/>
                </a:lnTo>
                <a:lnTo>
                  <a:pt x="4655" y="612"/>
                </a:lnTo>
                <a:lnTo>
                  <a:pt x="4839" y="612"/>
                </a:lnTo>
                <a:lnTo>
                  <a:pt x="4105" y="958"/>
                </a:lnTo>
                <a:lnTo>
                  <a:pt x="0" y="8925"/>
                </a:lnTo>
                <a:lnTo>
                  <a:pt x="514" y="10982"/>
                </a:lnTo>
                <a:lnTo>
                  <a:pt x="42290" y="28272"/>
                </a:lnTo>
                <a:lnTo>
                  <a:pt x="103968" y="28272"/>
                </a:lnTo>
                <a:lnTo>
                  <a:pt x="181388" y="30312"/>
                </a:lnTo>
                <a:lnTo>
                  <a:pt x="244398" y="34383"/>
                </a:lnTo>
                <a:lnTo>
                  <a:pt x="260950" y="36262"/>
                </a:lnTo>
                <a:lnTo>
                  <a:pt x="260782" y="36262"/>
                </a:lnTo>
                <a:lnTo>
                  <a:pt x="278017" y="39852"/>
                </a:lnTo>
                <a:lnTo>
                  <a:pt x="296347" y="45191"/>
                </a:lnTo>
                <a:lnTo>
                  <a:pt x="317232" y="52821"/>
                </a:lnTo>
                <a:lnTo>
                  <a:pt x="319571" y="52821"/>
                </a:lnTo>
                <a:lnTo>
                  <a:pt x="326490" y="43389"/>
                </a:lnTo>
                <a:lnTo>
                  <a:pt x="326243" y="42378"/>
                </a:lnTo>
                <a:lnTo>
                  <a:pt x="281960" y="24337"/>
                </a:lnTo>
                <a:lnTo>
                  <a:pt x="263475" y="20483"/>
                </a:lnTo>
                <a:lnTo>
                  <a:pt x="263778" y="20483"/>
                </a:lnTo>
                <a:lnTo>
                  <a:pt x="245513" y="18418"/>
                </a:lnTo>
                <a:lnTo>
                  <a:pt x="181976" y="14325"/>
                </a:lnTo>
                <a:lnTo>
                  <a:pt x="182119" y="14325"/>
                </a:lnTo>
                <a:lnTo>
                  <a:pt x="106127" y="12325"/>
                </a:lnTo>
                <a:lnTo>
                  <a:pt x="43662" y="12325"/>
                </a:lnTo>
                <a:lnTo>
                  <a:pt x="35096" y="11337"/>
                </a:lnTo>
                <a:lnTo>
                  <a:pt x="32494" y="11337"/>
                </a:lnTo>
                <a:lnTo>
                  <a:pt x="31118" y="10982"/>
                </a:lnTo>
                <a:lnTo>
                  <a:pt x="31627" y="10982"/>
                </a:lnTo>
                <a:lnTo>
                  <a:pt x="22584" y="7284"/>
                </a:lnTo>
                <a:lnTo>
                  <a:pt x="22344" y="7284"/>
                </a:lnTo>
                <a:lnTo>
                  <a:pt x="21829" y="6976"/>
                </a:lnTo>
                <a:lnTo>
                  <a:pt x="21258" y="6742"/>
                </a:lnTo>
                <a:lnTo>
                  <a:pt x="21440" y="6742"/>
                </a:lnTo>
                <a:lnTo>
                  <a:pt x="11220" y="612"/>
                </a:lnTo>
                <a:lnTo>
                  <a:pt x="10241" y="261"/>
                </a:lnTo>
                <a:lnTo>
                  <a:pt x="8484" y="0"/>
                </a:lnTo>
                <a:close/>
              </a:path>
              <a:path w="327025" h="53340">
                <a:moveTo>
                  <a:pt x="31627" y="10982"/>
                </a:moveTo>
                <a:lnTo>
                  <a:pt x="31118" y="10982"/>
                </a:lnTo>
                <a:lnTo>
                  <a:pt x="32494" y="11337"/>
                </a:lnTo>
                <a:lnTo>
                  <a:pt x="31627" y="10982"/>
                </a:lnTo>
                <a:close/>
              </a:path>
              <a:path w="327025" h="53340">
                <a:moveTo>
                  <a:pt x="32024" y="10982"/>
                </a:moveTo>
                <a:lnTo>
                  <a:pt x="31627" y="10982"/>
                </a:lnTo>
                <a:lnTo>
                  <a:pt x="32494" y="11337"/>
                </a:lnTo>
                <a:lnTo>
                  <a:pt x="35096" y="11337"/>
                </a:lnTo>
                <a:lnTo>
                  <a:pt x="32024" y="10982"/>
                </a:lnTo>
                <a:close/>
              </a:path>
              <a:path w="327025" h="53340">
                <a:moveTo>
                  <a:pt x="21829" y="6976"/>
                </a:moveTo>
                <a:lnTo>
                  <a:pt x="22344" y="7284"/>
                </a:lnTo>
                <a:lnTo>
                  <a:pt x="22584" y="7284"/>
                </a:lnTo>
                <a:lnTo>
                  <a:pt x="21829" y="6976"/>
                </a:lnTo>
                <a:close/>
              </a:path>
              <a:path w="327025" h="53340">
                <a:moveTo>
                  <a:pt x="21440" y="6742"/>
                </a:moveTo>
                <a:lnTo>
                  <a:pt x="21258" y="6742"/>
                </a:lnTo>
                <a:lnTo>
                  <a:pt x="21829" y="6976"/>
                </a:lnTo>
                <a:lnTo>
                  <a:pt x="21440" y="674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840697" y="9269597"/>
            <a:ext cx="412750" cy="40640"/>
          </a:xfrm>
          <a:custGeom>
            <a:avLst/>
            <a:gdLst/>
            <a:ahLst/>
            <a:cxnLst/>
            <a:rect l="l" t="t" r="r" b="b"/>
            <a:pathLst>
              <a:path w="412750" h="40640">
                <a:moveTo>
                  <a:pt x="367958" y="27757"/>
                </a:moveTo>
                <a:lnTo>
                  <a:pt x="403101" y="40532"/>
                </a:lnTo>
                <a:lnTo>
                  <a:pt x="405426" y="40532"/>
                </a:lnTo>
                <a:lnTo>
                  <a:pt x="412343" y="31085"/>
                </a:lnTo>
                <a:lnTo>
                  <a:pt x="412095" y="30076"/>
                </a:lnTo>
                <a:lnTo>
                  <a:pt x="411269" y="28304"/>
                </a:lnTo>
                <a:lnTo>
                  <a:pt x="369892" y="28304"/>
                </a:lnTo>
                <a:lnTo>
                  <a:pt x="367958" y="27757"/>
                </a:lnTo>
                <a:close/>
              </a:path>
              <a:path w="412750" h="40640">
                <a:moveTo>
                  <a:pt x="190747" y="0"/>
                </a:moveTo>
                <a:lnTo>
                  <a:pt x="79037" y="0"/>
                </a:lnTo>
                <a:lnTo>
                  <a:pt x="54206" y="1656"/>
                </a:lnTo>
                <a:lnTo>
                  <a:pt x="55082" y="1656"/>
                </a:lnTo>
                <a:lnTo>
                  <a:pt x="30641" y="6350"/>
                </a:lnTo>
                <a:lnTo>
                  <a:pt x="0" y="20110"/>
                </a:lnTo>
                <a:lnTo>
                  <a:pt x="50" y="21149"/>
                </a:lnTo>
                <a:lnTo>
                  <a:pt x="5052" y="27757"/>
                </a:lnTo>
                <a:lnTo>
                  <a:pt x="4263" y="27757"/>
                </a:lnTo>
                <a:lnTo>
                  <a:pt x="7937" y="28304"/>
                </a:lnTo>
                <a:lnTo>
                  <a:pt x="8771" y="28304"/>
                </a:lnTo>
                <a:lnTo>
                  <a:pt x="34140" y="21964"/>
                </a:lnTo>
                <a:lnTo>
                  <a:pt x="57440" y="17494"/>
                </a:lnTo>
                <a:lnTo>
                  <a:pt x="57118" y="17494"/>
                </a:lnTo>
                <a:lnTo>
                  <a:pt x="79872" y="15977"/>
                </a:lnTo>
                <a:lnTo>
                  <a:pt x="382375" y="15977"/>
                </a:lnTo>
                <a:lnTo>
                  <a:pt x="373467" y="12738"/>
                </a:lnTo>
                <a:lnTo>
                  <a:pt x="372339" y="12411"/>
                </a:lnTo>
                <a:lnTo>
                  <a:pt x="352931" y="8326"/>
                </a:lnTo>
                <a:lnTo>
                  <a:pt x="351783" y="8171"/>
                </a:lnTo>
                <a:lnTo>
                  <a:pt x="235525" y="1005"/>
                </a:lnTo>
                <a:lnTo>
                  <a:pt x="190747" y="0"/>
                </a:lnTo>
                <a:close/>
              </a:path>
              <a:path w="412750" h="40640">
                <a:moveTo>
                  <a:pt x="382375" y="15977"/>
                </a:moveTo>
                <a:lnTo>
                  <a:pt x="189710" y="15977"/>
                </a:lnTo>
                <a:lnTo>
                  <a:pt x="236750" y="17033"/>
                </a:lnTo>
                <a:lnTo>
                  <a:pt x="235637" y="17033"/>
                </a:lnTo>
                <a:lnTo>
                  <a:pt x="350988" y="24147"/>
                </a:lnTo>
                <a:lnTo>
                  <a:pt x="350432" y="24147"/>
                </a:lnTo>
                <a:lnTo>
                  <a:pt x="370184" y="28304"/>
                </a:lnTo>
                <a:lnTo>
                  <a:pt x="369464" y="28304"/>
                </a:lnTo>
                <a:lnTo>
                  <a:pt x="367958" y="27757"/>
                </a:lnTo>
                <a:lnTo>
                  <a:pt x="410907" y="27757"/>
                </a:lnTo>
                <a:lnTo>
                  <a:pt x="410583" y="27315"/>
                </a:lnTo>
                <a:lnTo>
                  <a:pt x="409020" y="25883"/>
                </a:lnTo>
                <a:lnTo>
                  <a:pt x="408129" y="25344"/>
                </a:lnTo>
                <a:lnTo>
                  <a:pt x="382375" y="15977"/>
                </a:lnTo>
                <a:close/>
              </a:path>
              <a:path w="412750" h="40640">
                <a:moveTo>
                  <a:pt x="410907" y="27757"/>
                </a:moveTo>
                <a:lnTo>
                  <a:pt x="367958" y="27757"/>
                </a:lnTo>
                <a:lnTo>
                  <a:pt x="369892" y="28304"/>
                </a:lnTo>
                <a:lnTo>
                  <a:pt x="411309" y="28304"/>
                </a:lnTo>
                <a:lnTo>
                  <a:pt x="410907" y="2775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711070" y="9253242"/>
            <a:ext cx="473709" cy="28575"/>
          </a:xfrm>
          <a:custGeom>
            <a:avLst/>
            <a:gdLst/>
            <a:ahLst/>
            <a:cxnLst/>
            <a:rect l="l" t="t" r="r" b="b"/>
            <a:pathLst>
              <a:path w="473710" h="28575">
                <a:moveTo>
                  <a:pt x="353542" y="0"/>
                </a:moveTo>
                <a:lnTo>
                  <a:pt x="6916" y="0"/>
                </a:lnTo>
                <a:lnTo>
                  <a:pt x="5915" y="199"/>
                </a:lnTo>
                <a:lnTo>
                  <a:pt x="0" y="6931"/>
                </a:lnTo>
                <a:lnTo>
                  <a:pt x="0" y="9052"/>
                </a:lnTo>
                <a:lnTo>
                  <a:pt x="6948" y="15990"/>
                </a:lnTo>
                <a:lnTo>
                  <a:pt x="353077" y="15990"/>
                </a:lnTo>
                <a:lnTo>
                  <a:pt x="410174" y="18030"/>
                </a:lnTo>
                <a:lnTo>
                  <a:pt x="409870" y="18030"/>
                </a:lnTo>
                <a:lnTo>
                  <a:pt x="434243" y="21527"/>
                </a:lnTo>
                <a:lnTo>
                  <a:pt x="465032" y="28308"/>
                </a:lnTo>
                <a:lnTo>
                  <a:pt x="465974" y="28308"/>
                </a:lnTo>
                <a:lnTo>
                  <a:pt x="468062" y="27937"/>
                </a:lnTo>
                <a:lnTo>
                  <a:pt x="473678" y="19895"/>
                </a:lnTo>
                <a:lnTo>
                  <a:pt x="473346" y="18030"/>
                </a:lnTo>
                <a:lnTo>
                  <a:pt x="437726" y="5911"/>
                </a:lnTo>
                <a:lnTo>
                  <a:pt x="438155" y="5911"/>
                </a:lnTo>
                <a:lnTo>
                  <a:pt x="411590" y="2118"/>
                </a:lnTo>
                <a:lnTo>
                  <a:pt x="412843" y="2118"/>
                </a:lnTo>
                <a:lnTo>
                  <a:pt x="35354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9" name="object 9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6491474" y="8877005"/>
            <a:ext cx="596742" cy="404544"/>
          </a:xfrm>
          <a:prstGeom prst="rect">
            <a:avLst/>
          </a:prstGeom>
        </p:spPr>
      </p:pic>
      <p:sp>
        <p:nvSpPr>
          <p:cNvPr id="100" name="object 100"/>
          <p:cNvSpPr/>
          <p:nvPr/>
        </p:nvSpPr>
        <p:spPr>
          <a:xfrm>
            <a:off x="3009648" y="10425341"/>
            <a:ext cx="195580" cy="29209"/>
          </a:xfrm>
          <a:custGeom>
            <a:avLst/>
            <a:gdLst/>
            <a:ahLst/>
            <a:cxnLst/>
            <a:rect l="l" t="t" r="r" b="b"/>
            <a:pathLst>
              <a:path w="195580" h="29209">
                <a:moveTo>
                  <a:pt x="134537" y="0"/>
                </a:moveTo>
                <a:lnTo>
                  <a:pt x="46075" y="0"/>
                </a:lnTo>
                <a:lnTo>
                  <a:pt x="33026" y="1630"/>
                </a:lnTo>
                <a:lnTo>
                  <a:pt x="0" y="19462"/>
                </a:lnTo>
                <a:lnTo>
                  <a:pt x="20" y="22609"/>
                </a:lnTo>
                <a:lnTo>
                  <a:pt x="6788" y="29036"/>
                </a:lnTo>
                <a:lnTo>
                  <a:pt x="8996" y="29036"/>
                </a:lnTo>
                <a:lnTo>
                  <a:pt x="10548" y="28611"/>
                </a:lnTo>
                <a:lnTo>
                  <a:pt x="24172" y="21801"/>
                </a:lnTo>
                <a:lnTo>
                  <a:pt x="35636" y="17502"/>
                </a:lnTo>
                <a:lnTo>
                  <a:pt x="35011" y="17502"/>
                </a:lnTo>
                <a:lnTo>
                  <a:pt x="36827" y="17056"/>
                </a:lnTo>
                <a:lnTo>
                  <a:pt x="38584" y="17056"/>
                </a:lnTo>
                <a:lnTo>
                  <a:pt x="47563" y="15933"/>
                </a:lnTo>
                <a:lnTo>
                  <a:pt x="195169" y="15933"/>
                </a:lnTo>
                <a:lnTo>
                  <a:pt x="195120" y="15576"/>
                </a:lnTo>
                <a:lnTo>
                  <a:pt x="159965" y="2421"/>
                </a:lnTo>
                <a:lnTo>
                  <a:pt x="134537" y="0"/>
                </a:lnTo>
                <a:close/>
              </a:path>
              <a:path w="195580" h="29209">
                <a:moveTo>
                  <a:pt x="157187" y="18122"/>
                </a:moveTo>
                <a:lnTo>
                  <a:pt x="186586" y="25789"/>
                </a:lnTo>
                <a:lnTo>
                  <a:pt x="187389" y="25789"/>
                </a:lnTo>
                <a:lnTo>
                  <a:pt x="195370" y="18346"/>
                </a:lnTo>
                <a:lnTo>
                  <a:pt x="158449" y="18346"/>
                </a:lnTo>
                <a:lnTo>
                  <a:pt x="157187" y="18122"/>
                </a:lnTo>
                <a:close/>
              </a:path>
              <a:path w="195580" h="29209">
                <a:moveTo>
                  <a:pt x="195169" y="15933"/>
                </a:moveTo>
                <a:lnTo>
                  <a:pt x="133118" y="15933"/>
                </a:lnTo>
                <a:lnTo>
                  <a:pt x="158449" y="18346"/>
                </a:lnTo>
                <a:lnTo>
                  <a:pt x="158044" y="18346"/>
                </a:lnTo>
                <a:lnTo>
                  <a:pt x="157187" y="18122"/>
                </a:lnTo>
                <a:lnTo>
                  <a:pt x="195383" y="18122"/>
                </a:lnTo>
                <a:lnTo>
                  <a:pt x="195324" y="17056"/>
                </a:lnTo>
                <a:lnTo>
                  <a:pt x="195254" y="16546"/>
                </a:lnTo>
                <a:lnTo>
                  <a:pt x="195169" y="15933"/>
                </a:lnTo>
                <a:close/>
              </a:path>
              <a:path w="195580" h="29209">
                <a:moveTo>
                  <a:pt x="195383" y="18122"/>
                </a:moveTo>
                <a:lnTo>
                  <a:pt x="157187" y="18122"/>
                </a:lnTo>
                <a:lnTo>
                  <a:pt x="158449" y="18346"/>
                </a:lnTo>
                <a:lnTo>
                  <a:pt x="195370" y="18346"/>
                </a:lnTo>
                <a:lnTo>
                  <a:pt x="195383" y="18122"/>
                </a:lnTo>
                <a:close/>
              </a:path>
              <a:path w="195580" h="29209">
                <a:moveTo>
                  <a:pt x="36827" y="17056"/>
                </a:moveTo>
                <a:lnTo>
                  <a:pt x="35011" y="17502"/>
                </a:lnTo>
                <a:lnTo>
                  <a:pt x="35636" y="17502"/>
                </a:lnTo>
                <a:lnTo>
                  <a:pt x="36827" y="17056"/>
                </a:lnTo>
                <a:close/>
              </a:path>
              <a:path w="195580" h="29209">
                <a:moveTo>
                  <a:pt x="38584" y="17056"/>
                </a:moveTo>
                <a:lnTo>
                  <a:pt x="36827" y="17056"/>
                </a:lnTo>
                <a:lnTo>
                  <a:pt x="35636" y="17502"/>
                </a:lnTo>
                <a:lnTo>
                  <a:pt x="35011" y="17502"/>
                </a:lnTo>
                <a:lnTo>
                  <a:pt x="38584" y="1705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381397" y="10399224"/>
            <a:ext cx="140335" cy="42545"/>
          </a:xfrm>
          <a:custGeom>
            <a:avLst/>
            <a:gdLst/>
            <a:ahLst/>
            <a:cxnLst/>
            <a:rect l="l" t="t" r="r" b="b"/>
            <a:pathLst>
              <a:path w="140335" h="42545">
                <a:moveTo>
                  <a:pt x="133363" y="0"/>
                </a:moveTo>
                <a:lnTo>
                  <a:pt x="131186" y="0"/>
                </a:lnTo>
                <a:lnTo>
                  <a:pt x="96857" y="3272"/>
                </a:lnTo>
                <a:lnTo>
                  <a:pt x="27156" y="3272"/>
                </a:lnTo>
                <a:lnTo>
                  <a:pt x="598" y="31006"/>
                </a:lnTo>
                <a:lnTo>
                  <a:pt x="0" y="34096"/>
                </a:lnTo>
                <a:lnTo>
                  <a:pt x="73" y="35134"/>
                </a:lnTo>
                <a:lnTo>
                  <a:pt x="8110" y="42119"/>
                </a:lnTo>
                <a:lnTo>
                  <a:pt x="8881" y="42119"/>
                </a:lnTo>
                <a:lnTo>
                  <a:pt x="21535" y="26604"/>
                </a:lnTo>
                <a:lnTo>
                  <a:pt x="26076" y="20759"/>
                </a:lnTo>
                <a:lnTo>
                  <a:pt x="25504" y="20759"/>
                </a:lnTo>
                <a:lnTo>
                  <a:pt x="26592" y="19745"/>
                </a:lnTo>
                <a:lnTo>
                  <a:pt x="26087" y="19745"/>
                </a:lnTo>
                <a:lnTo>
                  <a:pt x="26429" y="19601"/>
                </a:lnTo>
                <a:lnTo>
                  <a:pt x="30363" y="19601"/>
                </a:lnTo>
                <a:lnTo>
                  <a:pt x="25891" y="18666"/>
                </a:lnTo>
                <a:lnTo>
                  <a:pt x="103935" y="18666"/>
                </a:lnTo>
                <a:lnTo>
                  <a:pt x="133845" y="15815"/>
                </a:lnTo>
                <a:lnTo>
                  <a:pt x="139987" y="9287"/>
                </a:lnTo>
                <a:lnTo>
                  <a:pt x="139891" y="6141"/>
                </a:lnTo>
                <a:lnTo>
                  <a:pt x="135390" y="622"/>
                </a:lnTo>
                <a:lnTo>
                  <a:pt x="133363" y="0"/>
                </a:lnTo>
                <a:close/>
              </a:path>
              <a:path w="140335" h="42545">
                <a:moveTo>
                  <a:pt x="27671" y="18666"/>
                </a:moveTo>
                <a:lnTo>
                  <a:pt x="26747" y="19601"/>
                </a:lnTo>
                <a:lnTo>
                  <a:pt x="25504" y="20759"/>
                </a:lnTo>
                <a:lnTo>
                  <a:pt x="26650" y="20006"/>
                </a:lnTo>
                <a:lnTo>
                  <a:pt x="27671" y="18666"/>
                </a:lnTo>
                <a:close/>
              </a:path>
              <a:path w="140335" h="42545">
                <a:moveTo>
                  <a:pt x="26650" y="20006"/>
                </a:moveTo>
                <a:lnTo>
                  <a:pt x="25504" y="20759"/>
                </a:lnTo>
                <a:lnTo>
                  <a:pt x="26076" y="20759"/>
                </a:lnTo>
                <a:lnTo>
                  <a:pt x="26650" y="20006"/>
                </a:lnTo>
                <a:close/>
              </a:path>
              <a:path w="140335" h="42545">
                <a:moveTo>
                  <a:pt x="27267" y="19601"/>
                </a:moveTo>
                <a:lnTo>
                  <a:pt x="26959" y="19601"/>
                </a:lnTo>
                <a:lnTo>
                  <a:pt x="26650" y="20006"/>
                </a:lnTo>
                <a:lnTo>
                  <a:pt x="27267" y="19601"/>
                </a:lnTo>
                <a:close/>
              </a:path>
              <a:path w="140335" h="42545">
                <a:moveTo>
                  <a:pt x="27750" y="18666"/>
                </a:moveTo>
                <a:lnTo>
                  <a:pt x="25891" y="18666"/>
                </a:lnTo>
                <a:lnTo>
                  <a:pt x="30363" y="19601"/>
                </a:lnTo>
                <a:lnTo>
                  <a:pt x="26429" y="19601"/>
                </a:lnTo>
                <a:lnTo>
                  <a:pt x="26087" y="19745"/>
                </a:lnTo>
                <a:lnTo>
                  <a:pt x="26747" y="19601"/>
                </a:lnTo>
                <a:lnTo>
                  <a:pt x="27750" y="18666"/>
                </a:lnTo>
                <a:close/>
              </a:path>
              <a:path w="140335" h="42545">
                <a:moveTo>
                  <a:pt x="26747" y="19601"/>
                </a:moveTo>
                <a:lnTo>
                  <a:pt x="26087" y="19745"/>
                </a:lnTo>
                <a:lnTo>
                  <a:pt x="26592" y="19745"/>
                </a:lnTo>
                <a:lnTo>
                  <a:pt x="26747" y="19601"/>
                </a:lnTo>
                <a:close/>
              </a:path>
              <a:path w="140335" h="42545">
                <a:moveTo>
                  <a:pt x="28648" y="18666"/>
                </a:moveTo>
                <a:lnTo>
                  <a:pt x="27671" y="18666"/>
                </a:lnTo>
                <a:lnTo>
                  <a:pt x="26959" y="19601"/>
                </a:lnTo>
                <a:lnTo>
                  <a:pt x="26429" y="19601"/>
                </a:lnTo>
                <a:lnTo>
                  <a:pt x="28648" y="18666"/>
                </a:lnTo>
                <a:close/>
              </a:path>
              <a:path w="140335" h="42545">
                <a:moveTo>
                  <a:pt x="28691" y="18666"/>
                </a:moveTo>
                <a:lnTo>
                  <a:pt x="26429" y="19601"/>
                </a:lnTo>
                <a:lnTo>
                  <a:pt x="27267" y="19601"/>
                </a:lnTo>
                <a:lnTo>
                  <a:pt x="28691" y="18666"/>
                </a:lnTo>
                <a:close/>
              </a:path>
              <a:path w="140335" h="42545">
                <a:moveTo>
                  <a:pt x="30845" y="18666"/>
                </a:moveTo>
                <a:lnTo>
                  <a:pt x="28691" y="18666"/>
                </a:lnTo>
                <a:lnTo>
                  <a:pt x="27267" y="19601"/>
                </a:lnTo>
                <a:lnTo>
                  <a:pt x="24885" y="19601"/>
                </a:lnTo>
                <a:lnTo>
                  <a:pt x="30845" y="18666"/>
                </a:lnTo>
                <a:close/>
              </a:path>
              <a:path w="140335" h="42545">
                <a:moveTo>
                  <a:pt x="31023" y="18666"/>
                </a:moveTo>
                <a:lnTo>
                  <a:pt x="30845" y="18666"/>
                </a:lnTo>
                <a:lnTo>
                  <a:pt x="24885" y="19601"/>
                </a:lnTo>
                <a:lnTo>
                  <a:pt x="26747" y="19601"/>
                </a:lnTo>
                <a:lnTo>
                  <a:pt x="31023" y="18666"/>
                </a:lnTo>
                <a:close/>
              </a:path>
              <a:path w="140335" h="42545">
                <a:moveTo>
                  <a:pt x="103935" y="18666"/>
                </a:moveTo>
                <a:lnTo>
                  <a:pt x="32857" y="18666"/>
                </a:lnTo>
                <a:lnTo>
                  <a:pt x="23895" y="19601"/>
                </a:lnTo>
                <a:lnTo>
                  <a:pt x="94129" y="19601"/>
                </a:lnTo>
                <a:lnTo>
                  <a:pt x="103935" y="1866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" name="object 10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971653" y="10610812"/>
            <a:ext cx="135834" cy="82587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6724801" y="10574146"/>
            <a:ext cx="90943" cy="119253"/>
          </a:xfrm>
          <a:prstGeom prst="rect">
            <a:avLst/>
          </a:prstGeom>
        </p:spPr>
      </p:pic>
      <p:grpSp>
        <p:nvGrpSpPr>
          <p:cNvPr id="104" name="object 104"/>
          <p:cNvGrpSpPr/>
          <p:nvPr/>
        </p:nvGrpSpPr>
        <p:grpSpPr>
          <a:xfrm>
            <a:off x="2202504" y="9347362"/>
            <a:ext cx="5205095" cy="1347470"/>
            <a:chOff x="2202504" y="9347362"/>
            <a:chExt cx="5205095" cy="1347470"/>
          </a:xfrm>
        </p:grpSpPr>
        <p:pic>
          <p:nvPicPr>
            <p:cNvPr id="105" name="object 10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901536" y="10547838"/>
              <a:ext cx="112768" cy="14652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202504" y="9347362"/>
              <a:ext cx="5204854" cy="1346105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426900" y="10560050"/>
              <a:ext cx="132715" cy="133350"/>
            </a:xfrm>
            <a:custGeom>
              <a:avLst/>
              <a:gdLst/>
              <a:ahLst/>
              <a:cxnLst/>
              <a:rect l="l" t="t" r="r" b="b"/>
              <a:pathLst>
                <a:path w="132714" h="133350">
                  <a:moveTo>
                    <a:pt x="116745" y="0"/>
                  </a:moveTo>
                  <a:lnTo>
                    <a:pt x="114640" y="0"/>
                  </a:lnTo>
                  <a:lnTo>
                    <a:pt x="85117" y="2539"/>
                  </a:lnTo>
                  <a:lnTo>
                    <a:pt x="61851" y="6350"/>
                  </a:lnTo>
                  <a:lnTo>
                    <a:pt x="60614" y="6350"/>
                  </a:lnTo>
                  <a:lnTo>
                    <a:pt x="53342" y="8889"/>
                  </a:lnTo>
                  <a:lnTo>
                    <a:pt x="51575" y="10160"/>
                  </a:lnTo>
                  <a:lnTo>
                    <a:pt x="47213" y="12700"/>
                  </a:lnTo>
                  <a:lnTo>
                    <a:pt x="37790" y="24130"/>
                  </a:lnTo>
                  <a:lnTo>
                    <a:pt x="36725" y="25456"/>
                  </a:lnTo>
                  <a:lnTo>
                    <a:pt x="36347" y="26669"/>
                  </a:lnTo>
                  <a:lnTo>
                    <a:pt x="22896" y="46990"/>
                  </a:lnTo>
                  <a:lnTo>
                    <a:pt x="9951" y="69850"/>
                  </a:lnTo>
                  <a:lnTo>
                    <a:pt x="9502" y="71120"/>
                  </a:lnTo>
                  <a:lnTo>
                    <a:pt x="3322" y="86360"/>
                  </a:lnTo>
                  <a:lnTo>
                    <a:pt x="2818" y="88900"/>
                  </a:lnTo>
                  <a:lnTo>
                    <a:pt x="76" y="107950"/>
                  </a:lnTo>
                  <a:lnTo>
                    <a:pt x="0" y="111760"/>
                  </a:lnTo>
                  <a:lnTo>
                    <a:pt x="2616" y="120650"/>
                  </a:lnTo>
                  <a:lnTo>
                    <a:pt x="3043" y="120650"/>
                  </a:lnTo>
                  <a:lnTo>
                    <a:pt x="4135" y="123189"/>
                  </a:lnTo>
                  <a:lnTo>
                    <a:pt x="4798" y="123189"/>
                  </a:lnTo>
                  <a:lnTo>
                    <a:pt x="12115" y="128270"/>
                  </a:lnTo>
                  <a:lnTo>
                    <a:pt x="14023" y="129539"/>
                  </a:lnTo>
                  <a:lnTo>
                    <a:pt x="28877" y="133350"/>
                  </a:lnTo>
                  <a:lnTo>
                    <a:pt x="88667" y="133350"/>
                  </a:lnTo>
                  <a:lnTo>
                    <a:pt x="83997" y="132080"/>
                  </a:lnTo>
                  <a:lnTo>
                    <a:pt x="45352" y="123189"/>
                  </a:lnTo>
                  <a:lnTo>
                    <a:pt x="22688" y="114605"/>
                  </a:lnTo>
                  <a:lnTo>
                    <a:pt x="17457" y="114605"/>
                  </a:lnTo>
                  <a:lnTo>
                    <a:pt x="14446" y="110489"/>
                  </a:lnTo>
                  <a:lnTo>
                    <a:pt x="15706" y="110489"/>
                  </a:lnTo>
                  <a:lnTo>
                    <a:pt x="15615" y="109220"/>
                  </a:lnTo>
                  <a:lnTo>
                    <a:pt x="15488" y="107950"/>
                  </a:lnTo>
                  <a:lnTo>
                    <a:pt x="16235" y="107950"/>
                  </a:lnTo>
                  <a:lnTo>
                    <a:pt x="18386" y="92710"/>
                  </a:lnTo>
                  <a:lnTo>
                    <a:pt x="18150" y="92710"/>
                  </a:lnTo>
                  <a:lnTo>
                    <a:pt x="18515" y="91440"/>
                  </a:lnTo>
                  <a:lnTo>
                    <a:pt x="18653" y="90170"/>
                  </a:lnTo>
                  <a:lnTo>
                    <a:pt x="18907" y="90170"/>
                  </a:lnTo>
                  <a:lnTo>
                    <a:pt x="24330" y="77470"/>
                  </a:lnTo>
                  <a:lnTo>
                    <a:pt x="27794" y="71120"/>
                  </a:lnTo>
                  <a:lnTo>
                    <a:pt x="36605" y="55880"/>
                  </a:lnTo>
                  <a:lnTo>
                    <a:pt x="49834" y="34290"/>
                  </a:lnTo>
                  <a:lnTo>
                    <a:pt x="56330" y="26669"/>
                  </a:lnTo>
                  <a:lnTo>
                    <a:pt x="55979" y="26669"/>
                  </a:lnTo>
                  <a:lnTo>
                    <a:pt x="56486" y="25456"/>
                  </a:lnTo>
                  <a:lnTo>
                    <a:pt x="57786" y="24130"/>
                  </a:lnTo>
                  <a:lnTo>
                    <a:pt x="60825" y="24130"/>
                  </a:lnTo>
                  <a:lnTo>
                    <a:pt x="63999" y="23073"/>
                  </a:lnTo>
                  <a:lnTo>
                    <a:pt x="65558" y="21589"/>
                  </a:lnTo>
                  <a:lnTo>
                    <a:pt x="66224" y="21589"/>
                  </a:lnTo>
                  <a:lnTo>
                    <a:pt x="117287" y="15239"/>
                  </a:lnTo>
                  <a:lnTo>
                    <a:pt x="118281" y="15239"/>
                  </a:lnTo>
                  <a:lnTo>
                    <a:pt x="120149" y="13969"/>
                  </a:lnTo>
                  <a:lnTo>
                    <a:pt x="120953" y="13969"/>
                  </a:lnTo>
                  <a:lnTo>
                    <a:pt x="122295" y="12700"/>
                  </a:lnTo>
                  <a:lnTo>
                    <a:pt x="122784" y="11430"/>
                  </a:lnTo>
                  <a:lnTo>
                    <a:pt x="123395" y="8889"/>
                  </a:lnTo>
                  <a:lnTo>
                    <a:pt x="123286" y="6350"/>
                  </a:lnTo>
                  <a:lnTo>
                    <a:pt x="122982" y="5080"/>
                  </a:lnTo>
                  <a:lnTo>
                    <a:pt x="121980" y="3810"/>
                  </a:lnTo>
                  <a:lnTo>
                    <a:pt x="121320" y="2539"/>
                  </a:lnTo>
                  <a:lnTo>
                    <a:pt x="119678" y="1269"/>
                  </a:lnTo>
                  <a:lnTo>
                    <a:pt x="118760" y="1269"/>
                  </a:lnTo>
                  <a:lnTo>
                    <a:pt x="116745" y="0"/>
                  </a:lnTo>
                  <a:close/>
                </a:path>
                <a:path w="132714" h="133350">
                  <a:moveTo>
                    <a:pt x="132158" y="64769"/>
                  </a:moveTo>
                  <a:lnTo>
                    <a:pt x="116163" y="64769"/>
                  </a:lnTo>
                  <a:lnTo>
                    <a:pt x="116163" y="81280"/>
                  </a:lnTo>
                  <a:lnTo>
                    <a:pt x="113845" y="95250"/>
                  </a:lnTo>
                  <a:lnTo>
                    <a:pt x="113465" y="97790"/>
                  </a:lnTo>
                  <a:lnTo>
                    <a:pt x="108908" y="111760"/>
                  </a:lnTo>
                  <a:lnTo>
                    <a:pt x="108268" y="113928"/>
                  </a:lnTo>
                  <a:lnTo>
                    <a:pt x="108162" y="114300"/>
                  </a:lnTo>
                  <a:lnTo>
                    <a:pt x="107858" y="114300"/>
                  </a:lnTo>
                  <a:lnTo>
                    <a:pt x="99204" y="129539"/>
                  </a:lnTo>
                  <a:lnTo>
                    <a:pt x="98665" y="129539"/>
                  </a:lnTo>
                  <a:lnTo>
                    <a:pt x="95927" y="133350"/>
                  </a:lnTo>
                  <a:lnTo>
                    <a:pt x="114836" y="133350"/>
                  </a:lnTo>
                  <a:lnTo>
                    <a:pt x="122344" y="120650"/>
                  </a:lnTo>
                  <a:lnTo>
                    <a:pt x="123023" y="119380"/>
                  </a:lnTo>
                  <a:lnTo>
                    <a:pt x="124608" y="114605"/>
                  </a:lnTo>
                  <a:lnTo>
                    <a:pt x="124710" y="114300"/>
                  </a:lnTo>
                  <a:lnTo>
                    <a:pt x="125210" y="113030"/>
                  </a:lnTo>
                  <a:lnTo>
                    <a:pt x="128840" y="101600"/>
                  </a:lnTo>
                  <a:lnTo>
                    <a:pt x="129142" y="100330"/>
                  </a:lnTo>
                  <a:lnTo>
                    <a:pt x="132050" y="83820"/>
                  </a:lnTo>
                  <a:lnTo>
                    <a:pt x="132158" y="64769"/>
                  </a:lnTo>
                  <a:close/>
                </a:path>
                <a:path w="132714" h="133350">
                  <a:moveTo>
                    <a:pt x="17497" y="114300"/>
                  </a:moveTo>
                  <a:lnTo>
                    <a:pt x="17233" y="114300"/>
                  </a:lnTo>
                  <a:lnTo>
                    <a:pt x="17457" y="114605"/>
                  </a:lnTo>
                  <a:lnTo>
                    <a:pt x="17497" y="114300"/>
                  </a:lnTo>
                  <a:close/>
                </a:path>
                <a:path w="132714" h="133350">
                  <a:moveTo>
                    <a:pt x="16842" y="111760"/>
                  </a:moveTo>
                  <a:lnTo>
                    <a:pt x="17401" y="113928"/>
                  </a:lnTo>
                  <a:lnTo>
                    <a:pt x="17430" y="114300"/>
                  </a:lnTo>
                  <a:lnTo>
                    <a:pt x="17608" y="114605"/>
                  </a:lnTo>
                  <a:lnTo>
                    <a:pt x="22688" y="114605"/>
                  </a:lnTo>
                  <a:lnTo>
                    <a:pt x="21881" y="114300"/>
                  </a:lnTo>
                  <a:lnTo>
                    <a:pt x="19589" y="114300"/>
                  </a:lnTo>
                  <a:lnTo>
                    <a:pt x="16842" y="111760"/>
                  </a:lnTo>
                  <a:close/>
                </a:path>
                <a:path w="132714" h="133350">
                  <a:moveTo>
                    <a:pt x="14446" y="110489"/>
                  </a:moveTo>
                  <a:lnTo>
                    <a:pt x="17212" y="113928"/>
                  </a:lnTo>
                  <a:lnTo>
                    <a:pt x="17430" y="114300"/>
                  </a:lnTo>
                  <a:lnTo>
                    <a:pt x="17401" y="113928"/>
                  </a:lnTo>
                  <a:lnTo>
                    <a:pt x="16842" y="111760"/>
                  </a:lnTo>
                  <a:lnTo>
                    <a:pt x="14446" y="110489"/>
                  </a:lnTo>
                  <a:close/>
                </a:path>
                <a:path w="132714" h="133350">
                  <a:moveTo>
                    <a:pt x="15994" y="109220"/>
                  </a:moveTo>
                  <a:lnTo>
                    <a:pt x="15745" y="110489"/>
                  </a:lnTo>
                  <a:lnTo>
                    <a:pt x="14446" y="110489"/>
                  </a:lnTo>
                  <a:lnTo>
                    <a:pt x="16842" y="111760"/>
                  </a:lnTo>
                  <a:lnTo>
                    <a:pt x="16517" y="110489"/>
                  </a:lnTo>
                  <a:lnTo>
                    <a:pt x="15994" y="109220"/>
                  </a:lnTo>
                  <a:close/>
                </a:path>
                <a:path w="132714" h="133350">
                  <a:moveTo>
                    <a:pt x="15488" y="107950"/>
                  </a:moveTo>
                  <a:lnTo>
                    <a:pt x="15615" y="109220"/>
                  </a:lnTo>
                  <a:lnTo>
                    <a:pt x="15706" y="110489"/>
                  </a:lnTo>
                  <a:lnTo>
                    <a:pt x="15994" y="109220"/>
                  </a:lnTo>
                  <a:lnTo>
                    <a:pt x="15488" y="107950"/>
                  </a:lnTo>
                  <a:close/>
                </a:path>
                <a:path w="132714" h="133350">
                  <a:moveTo>
                    <a:pt x="16235" y="107950"/>
                  </a:moveTo>
                  <a:lnTo>
                    <a:pt x="15488" y="107950"/>
                  </a:lnTo>
                  <a:lnTo>
                    <a:pt x="15994" y="109220"/>
                  </a:lnTo>
                  <a:lnTo>
                    <a:pt x="16235" y="107950"/>
                  </a:lnTo>
                  <a:close/>
                </a:path>
                <a:path w="132714" h="133350">
                  <a:moveTo>
                    <a:pt x="45167" y="105410"/>
                  </a:moveTo>
                  <a:lnTo>
                    <a:pt x="40461" y="105410"/>
                  </a:lnTo>
                  <a:lnTo>
                    <a:pt x="42138" y="106680"/>
                  </a:lnTo>
                  <a:lnTo>
                    <a:pt x="43079" y="106680"/>
                  </a:lnTo>
                  <a:lnTo>
                    <a:pt x="45167" y="105410"/>
                  </a:lnTo>
                  <a:close/>
                </a:path>
                <a:path w="132714" h="133350">
                  <a:moveTo>
                    <a:pt x="109392" y="39369"/>
                  </a:moveTo>
                  <a:lnTo>
                    <a:pt x="84051" y="39369"/>
                  </a:lnTo>
                  <a:lnTo>
                    <a:pt x="75493" y="43180"/>
                  </a:lnTo>
                  <a:lnTo>
                    <a:pt x="74968" y="43180"/>
                  </a:lnTo>
                  <a:lnTo>
                    <a:pt x="73981" y="44450"/>
                  </a:lnTo>
                  <a:lnTo>
                    <a:pt x="73533" y="44450"/>
                  </a:lnTo>
                  <a:lnTo>
                    <a:pt x="60405" y="58419"/>
                  </a:lnTo>
                  <a:lnTo>
                    <a:pt x="59801" y="59690"/>
                  </a:lnTo>
                  <a:lnTo>
                    <a:pt x="35566" y="93980"/>
                  </a:lnTo>
                  <a:lnTo>
                    <a:pt x="35148" y="95250"/>
                  </a:lnTo>
                  <a:lnTo>
                    <a:pt x="34776" y="96520"/>
                  </a:lnTo>
                  <a:lnTo>
                    <a:pt x="34668" y="99060"/>
                  </a:lnTo>
                  <a:lnTo>
                    <a:pt x="35416" y="101600"/>
                  </a:lnTo>
                  <a:lnTo>
                    <a:pt x="36558" y="102870"/>
                  </a:lnTo>
                  <a:lnTo>
                    <a:pt x="37278" y="104139"/>
                  </a:lnTo>
                  <a:lnTo>
                    <a:pt x="39015" y="105410"/>
                  </a:lnTo>
                  <a:lnTo>
                    <a:pt x="46136" y="105410"/>
                  </a:lnTo>
                  <a:lnTo>
                    <a:pt x="47923" y="104139"/>
                  </a:lnTo>
                  <a:lnTo>
                    <a:pt x="48674" y="104139"/>
                  </a:lnTo>
                  <a:lnTo>
                    <a:pt x="72913" y="68580"/>
                  </a:lnTo>
                  <a:lnTo>
                    <a:pt x="75011" y="66069"/>
                  </a:lnTo>
                  <a:lnTo>
                    <a:pt x="83075" y="57150"/>
                  </a:lnTo>
                  <a:lnTo>
                    <a:pt x="81939" y="57150"/>
                  </a:lnTo>
                  <a:lnTo>
                    <a:pt x="84972" y="55880"/>
                  </a:lnTo>
                  <a:lnTo>
                    <a:pt x="87045" y="55880"/>
                  </a:lnTo>
                  <a:lnTo>
                    <a:pt x="88773" y="54610"/>
                  </a:lnTo>
                  <a:lnTo>
                    <a:pt x="91647" y="54610"/>
                  </a:lnTo>
                  <a:lnTo>
                    <a:pt x="96551" y="53340"/>
                  </a:lnTo>
                  <a:lnTo>
                    <a:pt x="129543" y="53340"/>
                  </a:lnTo>
                  <a:lnTo>
                    <a:pt x="129237" y="52069"/>
                  </a:lnTo>
                  <a:lnTo>
                    <a:pt x="128403" y="50800"/>
                  </a:lnTo>
                  <a:lnTo>
                    <a:pt x="127894" y="50800"/>
                  </a:lnTo>
                  <a:lnTo>
                    <a:pt x="120749" y="44450"/>
                  </a:lnTo>
                  <a:lnTo>
                    <a:pt x="118145" y="43180"/>
                  </a:lnTo>
                  <a:lnTo>
                    <a:pt x="109392" y="39369"/>
                  </a:lnTo>
                  <a:close/>
                </a:path>
                <a:path w="132714" h="133350">
                  <a:moveTo>
                    <a:pt x="18515" y="91440"/>
                  </a:moveTo>
                  <a:lnTo>
                    <a:pt x="18150" y="92710"/>
                  </a:lnTo>
                  <a:lnTo>
                    <a:pt x="18386" y="92710"/>
                  </a:lnTo>
                  <a:lnTo>
                    <a:pt x="18515" y="91440"/>
                  </a:lnTo>
                  <a:close/>
                </a:path>
                <a:path w="132714" h="133350">
                  <a:moveTo>
                    <a:pt x="18907" y="90170"/>
                  </a:moveTo>
                  <a:lnTo>
                    <a:pt x="18653" y="90170"/>
                  </a:lnTo>
                  <a:lnTo>
                    <a:pt x="18515" y="91440"/>
                  </a:lnTo>
                  <a:lnTo>
                    <a:pt x="18907" y="90170"/>
                  </a:lnTo>
                  <a:close/>
                </a:path>
                <a:path w="132714" h="133350">
                  <a:moveTo>
                    <a:pt x="114818" y="60960"/>
                  </a:moveTo>
                  <a:lnTo>
                    <a:pt x="116163" y="65620"/>
                  </a:lnTo>
                  <a:lnTo>
                    <a:pt x="116163" y="64769"/>
                  </a:lnTo>
                  <a:lnTo>
                    <a:pt x="132158" y="64769"/>
                  </a:lnTo>
                  <a:lnTo>
                    <a:pt x="131919" y="62230"/>
                  </a:lnTo>
                  <a:lnTo>
                    <a:pt x="116666" y="62230"/>
                  </a:lnTo>
                  <a:lnTo>
                    <a:pt x="114818" y="60960"/>
                  </a:lnTo>
                  <a:close/>
                </a:path>
                <a:path w="132714" h="133350">
                  <a:moveTo>
                    <a:pt x="114219" y="58419"/>
                  </a:moveTo>
                  <a:lnTo>
                    <a:pt x="114818" y="60960"/>
                  </a:lnTo>
                  <a:lnTo>
                    <a:pt x="116666" y="62230"/>
                  </a:lnTo>
                  <a:lnTo>
                    <a:pt x="114219" y="58419"/>
                  </a:lnTo>
                  <a:close/>
                </a:path>
                <a:path w="132714" h="133350">
                  <a:moveTo>
                    <a:pt x="130708" y="58419"/>
                  </a:moveTo>
                  <a:lnTo>
                    <a:pt x="114219" y="58419"/>
                  </a:lnTo>
                  <a:lnTo>
                    <a:pt x="116666" y="62230"/>
                  </a:lnTo>
                  <a:lnTo>
                    <a:pt x="131717" y="62230"/>
                  </a:lnTo>
                  <a:lnTo>
                    <a:pt x="130708" y="58419"/>
                  </a:lnTo>
                  <a:close/>
                </a:path>
                <a:path w="132714" h="133350">
                  <a:moveTo>
                    <a:pt x="130263" y="55880"/>
                  </a:moveTo>
                  <a:lnTo>
                    <a:pt x="110121" y="55880"/>
                  </a:lnTo>
                  <a:lnTo>
                    <a:pt x="112726" y="57150"/>
                  </a:lnTo>
                  <a:lnTo>
                    <a:pt x="111274" y="57150"/>
                  </a:lnTo>
                  <a:lnTo>
                    <a:pt x="114818" y="60960"/>
                  </a:lnTo>
                  <a:lnTo>
                    <a:pt x="114219" y="58419"/>
                  </a:lnTo>
                  <a:lnTo>
                    <a:pt x="130708" y="58419"/>
                  </a:lnTo>
                  <a:lnTo>
                    <a:pt x="130650" y="57150"/>
                  </a:lnTo>
                  <a:lnTo>
                    <a:pt x="112726" y="57150"/>
                  </a:lnTo>
                  <a:lnTo>
                    <a:pt x="110121" y="55880"/>
                  </a:lnTo>
                  <a:lnTo>
                    <a:pt x="130263" y="55880"/>
                  </a:lnTo>
                  <a:close/>
                </a:path>
                <a:path w="132714" h="133350">
                  <a:moveTo>
                    <a:pt x="84995" y="55880"/>
                  </a:moveTo>
                  <a:lnTo>
                    <a:pt x="81939" y="57150"/>
                  </a:lnTo>
                  <a:lnTo>
                    <a:pt x="83806" y="57150"/>
                  </a:lnTo>
                  <a:lnTo>
                    <a:pt x="84995" y="55880"/>
                  </a:lnTo>
                  <a:close/>
                </a:path>
                <a:path w="132714" h="133350">
                  <a:moveTo>
                    <a:pt x="87045" y="55880"/>
                  </a:moveTo>
                  <a:lnTo>
                    <a:pt x="84995" y="55880"/>
                  </a:lnTo>
                  <a:lnTo>
                    <a:pt x="83806" y="57150"/>
                  </a:lnTo>
                  <a:lnTo>
                    <a:pt x="87045" y="55880"/>
                  </a:lnTo>
                  <a:close/>
                </a:path>
                <a:path w="132714" h="133350">
                  <a:moveTo>
                    <a:pt x="129691" y="53340"/>
                  </a:moveTo>
                  <a:lnTo>
                    <a:pt x="96551" y="53340"/>
                  </a:lnTo>
                  <a:lnTo>
                    <a:pt x="105463" y="54610"/>
                  </a:lnTo>
                  <a:lnTo>
                    <a:pt x="103638" y="54610"/>
                  </a:lnTo>
                  <a:lnTo>
                    <a:pt x="111274" y="57150"/>
                  </a:lnTo>
                  <a:lnTo>
                    <a:pt x="110121" y="55880"/>
                  </a:lnTo>
                  <a:lnTo>
                    <a:pt x="130263" y="55880"/>
                  </a:lnTo>
                  <a:lnTo>
                    <a:pt x="129939" y="54610"/>
                  </a:lnTo>
                  <a:lnTo>
                    <a:pt x="129691" y="53340"/>
                  </a:lnTo>
                  <a:close/>
                </a:path>
                <a:path w="132714" h="133350">
                  <a:moveTo>
                    <a:pt x="97471" y="38100"/>
                  </a:moveTo>
                  <a:lnTo>
                    <a:pt x="95614" y="38100"/>
                  </a:lnTo>
                  <a:lnTo>
                    <a:pt x="86163" y="39369"/>
                  </a:lnTo>
                  <a:lnTo>
                    <a:pt x="107243" y="39369"/>
                  </a:lnTo>
                  <a:lnTo>
                    <a:pt x="97471" y="38100"/>
                  </a:lnTo>
                  <a:close/>
                </a:path>
                <a:path w="132714" h="133350">
                  <a:moveTo>
                    <a:pt x="56876" y="25456"/>
                  </a:moveTo>
                  <a:lnTo>
                    <a:pt x="55889" y="26669"/>
                  </a:lnTo>
                  <a:lnTo>
                    <a:pt x="56330" y="26669"/>
                  </a:lnTo>
                  <a:lnTo>
                    <a:pt x="56876" y="25456"/>
                  </a:lnTo>
                  <a:close/>
                </a:path>
                <a:path w="132714" h="133350">
                  <a:moveTo>
                    <a:pt x="59220" y="24130"/>
                  </a:moveTo>
                  <a:lnTo>
                    <a:pt x="57790" y="24130"/>
                  </a:lnTo>
                  <a:lnTo>
                    <a:pt x="56861" y="25456"/>
                  </a:lnTo>
                  <a:lnTo>
                    <a:pt x="59220" y="24130"/>
                  </a:lnTo>
                  <a:close/>
                </a:path>
                <a:path w="132714" h="133350">
                  <a:moveTo>
                    <a:pt x="65558" y="21589"/>
                  </a:moveTo>
                  <a:lnTo>
                    <a:pt x="64111" y="23073"/>
                  </a:lnTo>
                  <a:lnTo>
                    <a:pt x="64488" y="23073"/>
                  </a:lnTo>
                  <a:lnTo>
                    <a:pt x="65558" y="21589"/>
                  </a:lnTo>
                  <a:close/>
                </a:path>
                <a:path w="132714" h="133350">
                  <a:moveTo>
                    <a:pt x="66224" y="21589"/>
                  </a:moveTo>
                  <a:lnTo>
                    <a:pt x="65558" y="21589"/>
                  </a:lnTo>
                  <a:lnTo>
                    <a:pt x="64488" y="23073"/>
                  </a:lnTo>
                  <a:lnTo>
                    <a:pt x="63999" y="23073"/>
                  </a:lnTo>
                  <a:lnTo>
                    <a:pt x="66224" y="21589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/>
          <p:nvPr/>
        </p:nvSpPr>
        <p:spPr>
          <a:xfrm>
            <a:off x="1940601" y="8935164"/>
            <a:ext cx="34290" cy="298450"/>
          </a:xfrm>
          <a:custGeom>
            <a:avLst/>
            <a:gdLst/>
            <a:ahLst/>
            <a:cxnLst/>
            <a:rect l="l" t="t" r="r" b="b"/>
            <a:pathLst>
              <a:path w="34289" h="298450">
                <a:moveTo>
                  <a:pt x="13466" y="0"/>
                </a:moveTo>
                <a:lnTo>
                  <a:pt x="12399" y="0"/>
                </a:lnTo>
                <a:lnTo>
                  <a:pt x="10473" y="391"/>
                </a:lnTo>
                <a:lnTo>
                  <a:pt x="234" y="17338"/>
                </a:lnTo>
                <a:lnTo>
                  <a:pt x="108" y="18834"/>
                </a:lnTo>
                <a:lnTo>
                  <a:pt x="0" y="21305"/>
                </a:lnTo>
                <a:lnTo>
                  <a:pt x="1470" y="78659"/>
                </a:lnTo>
                <a:lnTo>
                  <a:pt x="3700" y="136792"/>
                </a:lnTo>
                <a:lnTo>
                  <a:pt x="4460" y="178765"/>
                </a:lnTo>
                <a:lnTo>
                  <a:pt x="4497" y="274449"/>
                </a:lnTo>
                <a:lnTo>
                  <a:pt x="6051" y="291515"/>
                </a:lnTo>
                <a:lnTo>
                  <a:pt x="6089" y="291928"/>
                </a:lnTo>
                <a:lnTo>
                  <a:pt x="12590" y="298098"/>
                </a:lnTo>
                <a:lnTo>
                  <a:pt x="15460" y="298098"/>
                </a:lnTo>
                <a:lnTo>
                  <a:pt x="21922" y="289425"/>
                </a:lnTo>
                <a:lnTo>
                  <a:pt x="20560" y="274449"/>
                </a:lnTo>
                <a:lnTo>
                  <a:pt x="20460" y="178765"/>
                </a:lnTo>
                <a:lnTo>
                  <a:pt x="19719" y="137406"/>
                </a:lnTo>
                <a:lnTo>
                  <a:pt x="17491" y="79171"/>
                </a:lnTo>
                <a:lnTo>
                  <a:pt x="16001" y="21305"/>
                </a:lnTo>
                <a:lnTo>
                  <a:pt x="16113" y="19410"/>
                </a:lnTo>
                <a:lnTo>
                  <a:pt x="16162" y="18834"/>
                </a:lnTo>
                <a:lnTo>
                  <a:pt x="16288" y="17338"/>
                </a:lnTo>
                <a:lnTo>
                  <a:pt x="16309" y="17085"/>
                </a:lnTo>
                <a:lnTo>
                  <a:pt x="15088" y="16577"/>
                </a:lnTo>
                <a:lnTo>
                  <a:pt x="15628" y="16577"/>
                </a:lnTo>
                <a:lnTo>
                  <a:pt x="11707" y="15923"/>
                </a:lnTo>
                <a:lnTo>
                  <a:pt x="15383" y="15178"/>
                </a:lnTo>
                <a:lnTo>
                  <a:pt x="15653" y="15178"/>
                </a:lnTo>
                <a:lnTo>
                  <a:pt x="17649" y="12776"/>
                </a:lnTo>
                <a:lnTo>
                  <a:pt x="33897" y="12776"/>
                </a:lnTo>
                <a:lnTo>
                  <a:pt x="33832" y="11036"/>
                </a:lnTo>
                <a:lnTo>
                  <a:pt x="18256" y="797"/>
                </a:lnTo>
                <a:lnTo>
                  <a:pt x="13466" y="0"/>
                </a:lnTo>
                <a:close/>
              </a:path>
              <a:path w="34289" h="298450">
                <a:moveTo>
                  <a:pt x="14915" y="16068"/>
                </a:moveTo>
                <a:lnTo>
                  <a:pt x="13866" y="16068"/>
                </a:lnTo>
                <a:lnTo>
                  <a:pt x="23848" y="20217"/>
                </a:lnTo>
                <a:lnTo>
                  <a:pt x="24893" y="20427"/>
                </a:lnTo>
                <a:lnTo>
                  <a:pt x="26893" y="20427"/>
                </a:lnTo>
                <a:lnTo>
                  <a:pt x="32464" y="17085"/>
                </a:lnTo>
                <a:lnTo>
                  <a:pt x="15926" y="17085"/>
                </a:lnTo>
                <a:lnTo>
                  <a:pt x="16129" y="16577"/>
                </a:lnTo>
                <a:lnTo>
                  <a:pt x="14492" y="16577"/>
                </a:lnTo>
                <a:lnTo>
                  <a:pt x="14915" y="16068"/>
                </a:lnTo>
                <a:close/>
              </a:path>
              <a:path w="34289" h="298450">
                <a:moveTo>
                  <a:pt x="16395" y="16068"/>
                </a:moveTo>
                <a:lnTo>
                  <a:pt x="16064" y="16577"/>
                </a:lnTo>
                <a:lnTo>
                  <a:pt x="15943" y="17085"/>
                </a:lnTo>
                <a:lnTo>
                  <a:pt x="16309" y="17085"/>
                </a:lnTo>
                <a:lnTo>
                  <a:pt x="16395" y="16068"/>
                </a:lnTo>
                <a:close/>
              </a:path>
              <a:path w="34289" h="298450">
                <a:moveTo>
                  <a:pt x="33503" y="14963"/>
                </a:moveTo>
                <a:lnTo>
                  <a:pt x="17028" y="14963"/>
                </a:lnTo>
                <a:lnTo>
                  <a:pt x="16688" y="15178"/>
                </a:lnTo>
                <a:lnTo>
                  <a:pt x="16408" y="15923"/>
                </a:lnTo>
                <a:lnTo>
                  <a:pt x="16309" y="17085"/>
                </a:lnTo>
                <a:lnTo>
                  <a:pt x="32464" y="17085"/>
                </a:lnTo>
                <a:lnTo>
                  <a:pt x="32805" y="16577"/>
                </a:lnTo>
                <a:lnTo>
                  <a:pt x="33043" y="16068"/>
                </a:lnTo>
                <a:lnTo>
                  <a:pt x="33322" y="15398"/>
                </a:lnTo>
                <a:lnTo>
                  <a:pt x="33413" y="15178"/>
                </a:lnTo>
                <a:lnTo>
                  <a:pt x="33503" y="14963"/>
                </a:lnTo>
                <a:close/>
              </a:path>
              <a:path w="34289" h="298450">
                <a:moveTo>
                  <a:pt x="16446" y="14963"/>
                </a:moveTo>
                <a:lnTo>
                  <a:pt x="11707" y="15923"/>
                </a:lnTo>
                <a:lnTo>
                  <a:pt x="15628" y="16577"/>
                </a:lnTo>
                <a:lnTo>
                  <a:pt x="15088" y="16577"/>
                </a:lnTo>
                <a:lnTo>
                  <a:pt x="13866" y="16068"/>
                </a:lnTo>
                <a:lnTo>
                  <a:pt x="14915" y="16068"/>
                </a:lnTo>
                <a:lnTo>
                  <a:pt x="15653" y="15178"/>
                </a:lnTo>
                <a:lnTo>
                  <a:pt x="16395" y="15178"/>
                </a:lnTo>
                <a:lnTo>
                  <a:pt x="16446" y="14963"/>
                </a:lnTo>
                <a:close/>
              </a:path>
              <a:path w="34289" h="298450">
                <a:moveTo>
                  <a:pt x="16395" y="15178"/>
                </a:moveTo>
                <a:lnTo>
                  <a:pt x="15653" y="15178"/>
                </a:lnTo>
                <a:lnTo>
                  <a:pt x="14492" y="16577"/>
                </a:lnTo>
                <a:lnTo>
                  <a:pt x="16343" y="15398"/>
                </a:lnTo>
                <a:lnTo>
                  <a:pt x="16395" y="15178"/>
                </a:lnTo>
                <a:close/>
              </a:path>
              <a:path w="34289" h="298450">
                <a:moveTo>
                  <a:pt x="16343" y="15398"/>
                </a:moveTo>
                <a:lnTo>
                  <a:pt x="14482" y="16577"/>
                </a:lnTo>
                <a:lnTo>
                  <a:pt x="16064" y="16577"/>
                </a:lnTo>
                <a:lnTo>
                  <a:pt x="16184" y="16068"/>
                </a:lnTo>
                <a:lnTo>
                  <a:pt x="16219" y="15923"/>
                </a:lnTo>
                <a:lnTo>
                  <a:pt x="16343" y="15398"/>
                </a:lnTo>
                <a:close/>
              </a:path>
              <a:path w="34289" h="298450">
                <a:moveTo>
                  <a:pt x="16452" y="15398"/>
                </a:moveTo>
                <a:lnTo>
                  <a:pt x="16219" y="15923"/>
                </a:lnTo>
                <a:lnTo>
                  <a:pt x="16184" y="16068"/>
                </a:lnTo>
                <a:lnTo>
                  <a:pt x="16064" y="16577"/>
                </a:lnTo>
                <a:lnTo>
                  <a:pt x="16333" y="16068"/>
                </a:lnTo>
                <a:lnTo>
                  <a:pt x="16452" y="15398"/>
                </a:lnTo>
                <a:close/>
              </a:path>
              <a:path w="34289" h="298450">
                <a:moveTo>
                  <a:pt x="16688" y="15178"/>
                </a:moveTo>
                <a:lnTo>
                  <a:pt x="16452" y="15398"/>
                </a:lnTo>
                <a:lnTo>
                  <a:pt x="16408" y="15923"/>
                </a:lnTo>
                <a:lnTo>
                  <a:pt x="16601" y="15398"/>
                </a:lnTo>
                <a:lnTo>
                  <a:pt x="16688" y="15178"/>
                </a:lnTo>
                <a:close/>
              </a:path>
              <a:path w="34289" h="298450">
                <a:moveTo>
                  <a:pt x="16954" y="14516"/>
                </a:moveTo>
                <a:lnTo>
                  <a:pt x="16527" y="14516"/>
                </a:lnTo>
                <a:lnTo>
                  <a:pt x="16452" y="15398"/>
                </a:lnTo>
                <a:lnTo>
                  <a:pt x="16688" y="15178"/>
                </a:lnTo>
                <a:lnTo>
                  <a:pt x="16954" y="14516"/>
                </a:lnTo>
                <a:close/>
              </a:path>
              <a:path w="34289" h="298450">
                <a:moveTo>
                  <a:pt x="17649" y="12776"/>
                </a:moveTo>
                <a:lnTo>
                  <a:pt x="15653" y="15178"/>
                </a:lnTo>
                <a:lnTo>
                  <a:pt x="15383" y="15178"/>
                </a:lnTo>
                <a:lnTo>
                  <a:pt x="16446" y="14963"/>
                </a:lnTo>
                <a:lnTo>
                  <a:pt x="16551" y="14516"/>
                </a:lnTo>
                <a:lnTo>
                  <a:pt x="16954" y="14516"/>
                </a:lnTo>
                <a:lnTo>
                  <a:pt x="17649" y="12776"/>
                </a:lnTo>
                <a:close/>
              </a:path>
              <a:path w="34289" h="298450">
                <a:moveTo>
                  <a:pt x="33897" y="12776"/>
                </a:moveTo>
                <a:lnTo>
                  <a:pt x="17649" y="12776"/>
                </a:lnTo>
                <a:lnTo>
                  <a:pt x="16774" y="14963"/>
                </a:lnTo>
                <a:lnTo>
                  <a:pt x="16688" y="15178"/>
                </a:lnTo>
                <a:lnTo>
                  <a:pt x="17028" y="14963"/>
                </a:lnTo>
                <a:lnTo>
                  <a:pt x="33503" y="14963"/>
                </a:lnTo>
                <a:lnTo>
                  <a:pt x="33689" y="14516"/>
                </a:lnTo>
                <a:lnTo>
                  <a:pt x="33895" y="13496"/>
                </a:lnTo>
                <a:lnTo>
                  <a:pt x="33897" y="1277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019665" y="9094859"/>
            <a:ext cx="37465" cy="167005"/>
          </a:xfrm>
          <a:custGeom>
            <a:avLst/>
            <a:gdLst/>
            <a:ahLst/>
            <a:cxnLst/>
            <a:rect l="l" t="t" r="r" b="b"/>
            <a:pathLst>
              <a:path w="37464" h="167004">
                <a:moveTo>
                  <a:pt x="3213" y="151573"/>
                </a:moveTo>
                <a:lnTo>
                  <a:pt x="759" y="155388"/>
                </a:lnTo>
                <a:lnTo>
                  <a:pt x="377" y="156356"/>
                </a:lnTo>
                <a:lnTo>
                  <a:pt x="0" y="158442"/>
                </a:lnTo>
                <a:lnTo>
                  <a:pt x="17" y="159482"/>
                </a:lnTo>
                <a:lnTo>
                  <a:pt x="7674" y="166881"/>
                </a:lnTo>
                <a:lnTo>
                  <a:pt x="8632" y="166881"/>
                </a:lnTo>
                <a:lnTo>
                  <a:pt x="10377" y="166503"/>
                </a:lnTo>
                <a:lnTo>
                  <a:pt x="10582" y="166503"/>
                </a:lnTo>
                <a:lnTo>
                  <a:pt x="19356" y="152880"/>
                </a:lnTo>
                <a:lnTo>
                  <a:pt x="2896" y="152880"/>
                </a:lnTo>
                <a:lnTo>
                  <a:pt x="3213" y="151573"/>
                </a:lnTo>
                <a:close/>
              </a:path>
              <a:path w="37464" h="167004">
                <a:moveTo>
                  <a:pt x="3944" y="150436"/>
                </a:moveTo>
                <a:lnTo>
                  <a:pt x="3213" y="151573"/>
                </a:lnTo>
                <a:lnTo>
                  <a:pt x="2896" y="152880"/>
                </a:lnTo>
                <a:lnTo>
                  <a:pt x="3944" y="150436"/>
                </a:lnTo>
                <a:close/>
              </a:path>
              <a:path w="37464" h="167004">
                <a:moveTo>
                  <a:pt x="19949" y="150436"/>
                </a:moveTo>
                <a:lnTo>
                  <a:pt x="3944" y="150436"/>
                </a:lnTo>
                <a:lnTo>
                  <a:pt x="2896" y="152880"/>
                </a:lnTo>
                <a:lnTo>
                  <a:pt x="19356" y="152880"/>
                </a:lnTo>
                <a:lnTo>
                  <a:pt x="19949" y="150436"/>
                </a:lnTo>
                <a:close/>
              </a:path>
              <a:path w="37464" h="167004">
                <a:moveTo>
                  <a:pt x="20653" y="145181"/>
                </a:moveTo>
                <a:lnTo>
                  <a:pt x="4762" y="145181"/>
                </a:lnTo>
                <a:lnTo>
                  <a:pt x="4591" y="145886"/>
                </a:lnTo>
                <a:lnTo>
                  <a:pt x="4550" y="146612"/>
                </a:lnTo>
                <a:lnTo>
                  <a:pt x="4415" y="146612"/>
                </a:lnTo>
                <a:lnTo>
                  <a:pt x="3213" y="151573"/>
                </a:lnTo>
                <a:lnTo>
                  <a:pt x="3944" y="150436"/>
                </a:lnTo>
                <a:lnTo>
                  <a:pt x="19949" y="150436"/>
                </a:lnTo>
                <a:lnTo>
                  <a:pt x="20309" y="148950"/>
                </a:lnTo>
                <a:lnTo>
                  <a:pt x="20521" y="147518"/>
                </a:lnTo>
                <a:lnTo>
                  <a:pt x="20573" y="146612"/>
                </a:lnTo>
                <a:lnTo>
                  <a:pt x="4550" y="146612"/>
                </a:lnTo>
                <a:lnTo>
                  <a:pt x="4658" y="145886"/>
                </a:lnTo>
                <a:lnTo>
                  <a:pt x="20614" y="145886"/>
                </a:lnTo>
                <a:lnTo>
                  <a:pt x="20653" y="145181"/>
                </a:lnTo>
                <a:close/>
              </a:path>
              <a:path w="37464" h="167004">
                <a:moveTo>
                  <a:pt x="29430" y="0"/>
                </a:moveTo>
                <a:lnTo>
                  <a:pt x="28050" y="0"/>
                </a:lnTo>
                <a:lnTo>
                  <a:pt x="21048" y="1747"/>
                </a:lnTo>
                <a:lnTo>
                  <a:pt x="8279" y="48643"/>
                </a:lnTo>
                <a:lnTo>
                  <a:pt x="6779" y="76564"/>
                </a:lnTo>
                <a:lnTo>
                  <a:pt x="6043" y="120295"/>
                </a:lnTo>
                <a:lnTo>
                  <a:pt x="4631" y="145181"/>
                </a:lnTo>
                <a:lnTo>
                  <a:pt x="4591" y="145886"/>
                </a:lnTo>
                <a:lnTo>
                  <a:pt x="4762" y="145181"/>
                </a:lnTo>
                <a:lnTo>
                  <a:pt x="20653" y="145181"/>
                </a:lnTo>
                <a:lnTo>
                  <a:pt x="22026" y="120884"/>
                </a:lnTo>
                <a:lnTo>
                  <a:pt x="22768" y="77132"/>
                </a:lnTo>
                <a:lnTo>
                  <a:pt x="24264" y="49292"/>
                </a:lnTo>
                <a:lnTo>
                  <a:pt x="24978" y="22884"/>
                </a:lnTo>
                <a:lnTo>
                  <a:pt x="25011" y="21668"/>
                </a:lnTo>
                <a:lnTo>
                  <a:pt x="25184" y="21238"/>
                </a:lnTo>
                <a:lnTo>
                  <a:pt x="25752" y="18115"/>
                </a:lnTo>
                <a:lnTo>
                  <a:pt x="24848" y="18115"/>
                </a:lnTo>
                <a:lnTo>
                  <a:pt x="24963" y="17966"/>
                </a:lnTo>
                <a:lnTo>
                  <a:pt x="23952" y="17966"/>
                </a:lnTo>
                <a:lnTo>
                  <a:pt x="25469" y="16717"/>
                </a:lnTo>
                <a:lnTo>
                  <a:pt x="26377" y="14671"/>
                </a:lnTo>
                <a:lnTo>
                  <a:pt x="33408" y="14671"/>
                </a:lnTo>
                <a:lnTo>
                  <a:pt x="34573" y="13807"/>
                </a:lnTo>
                <a:lnTo>
                  <a:pt x="35272" y="13037"/>
                </a:lnTo>
                <a:lnTo>
                  <a:pt x="36363" y="11219"/>
                </a:lnTo>
                <a:lnTo>
                  <a:pt x="36593" y="10577"/>
                </a:lnTo>
                <a:lnTo>
                  <a:pt x="36714" y="10240"/>
                </a:lnTo>
                <a:lnTo>
                  <a:pt x="36837" y="9413"/>
                </a:lnTo>
                <a:lnTo>
                  <a:pt x="36918" y="8868"/>
                </a:lnTo>
                <a:lnTo>
                  <a:pt x="36976" y="7103"/>
                </a:lnTo>
                <a:lnTo>
                  <a:pt x="36564" y="5458"/>
                </a:lnTo>
                <a:lnTo>
                  <a:pt x="36461" y="5045"/>
                </a:lnTo>
                <a:lnTo>
                  <a:pt x="36089" y="4258"/>
                </a:lnTo>
                <a:lnTo>
                  <a:pt x="36017" y="4105"/>
                </a:lnTo>
                <a:lnTo>
                  <a:pt x="34754" y="2401"/>
                </a:lnTo>
                <a:lnTo>
                  <a:pt x="34032" y="1747"/>
                </a:lnTo>
                <a:lnTo>
                  <a:pt x="32166" y="612"/>
                </a:lnTo>
                <a:lnTo>
                  <a:pt x="31187" y="261"/>
                </a:lnTo>
                <a:lnTo>
                  <a:pt x="29430" y="0"/>
                </a:lnTo>
                <a:close/>
              </a:path>
              <a:path w="37464" h="167004">
                <a:moveTo>
                  <a:pt x="26006" y="16717"/>
                </a:moveTo>
                <a:lnTo>
                  <a:pt x="24914" y="17966"/>
                </a:lnTo>
                <a:lnTo>
                  <a:pt x="24848" y="18115"/>
                </a:lnTo>
                <a:lnTo>
                  <a:pt x="25752" y="18115"/>
                </a:lnTo>
                <a:lnTo>
                  <a:pt x="25779" y="17966"/>
                </a:lnTo>
                <a:lnTo>
                  <a:pt x="25891" y="17348"/>
                </a:lnTo>
                <a:lnTo>
                  <a:pt x="26006" y="16717"/>
                </a:lnTo>
                <a:close/>
              </a:path>
              <a:path w="37464" h="167004">
                <a:moveTo>
                  <a:pt x="25469" y="16717"/>
                </a:moveTo>
                <a:lnTo>
                  <a:pt x="23952" y="17966"/>
                </a:lnTo>
                <a:lnTo>
                  <a:pt x="25189" y="17348"/>
                </a:lnTo>
                <a:lnTo>
                  <a:pt x="25469" y="16717"/>
                </a:lnTo>
                <a:close/>
              </a:path>
              <a:path w="37464" h="167004">
                <a:moveTo>
                  <a:pt x="25189" y="17348"/>
                </a:moveTo>
                <a:lnTo>
                  <a:pt x="23952" y="17966"/>
                </a:lnTo>
                <a:lnTo>
                  <a:pt x="24914" y="17966"/>
                </a:lnTo>
                <a:lnTo>
                  <a:pt x="25189" y="17348"/>
                </a:lnTo>
                <a:close/>
              </a:path>
              <a:path w="37464" h="167004">
                <a:moveTo>
                  <a:pt x="26100" y="16197"/>
                </a:moveTo>
                <a:lnTo>
                  <a:pt x="25469" y="16717"/>
                </a:lnTo>
                <a:lnTo>
                  <a:pt x="24914" y="17966"/>
                </a:lnTo>
                <a:lnTo>
                  <a:pt x="25438" y="17348"/>
                </a:lnTo>
                <a:lnTo>
                  <a:pt x="25925" y="16717"/>
                </a:lnTo>
                <a:lnTo>
                  <a:pt x="26100" y="16197"/>
                </a:lnTo>
                <a:close/>
              </a:path>
              <a:path w="37464" h="167004">
                <a:moveTo>
                  <a:pt x="31192" y="15690"/>
                </a:moveTo>
                <a:lnTo>
                  <a:pt x="26715" y="15690"/>
                </a:lnTo>
                <a:lnTo>
                  <a:pt x="26325" y="16197"/>
                </a:lnTo>
                <a:lnTo>
                  <a:pt x="26006" y="16717"/>
                </a:lnTo>
                <a:lnTo>
                  <a:pt x="25891" y="17348"/>
                </a:lnTo>
                <a:lnTo>
                  <a:pt x="24428" y="17348"/>
                </a:lnTo>
                <a:lnTo>
                  <a:pt x="26391" y="16717"/>
                </a:lnTo>
                <a:lnTo>
                  <a:pt x="26910" y="16717"/>
                </a:lnTo>
                <a:lnTo>
                  <a:pt x="31192" y="15690"/>
                </a:lnTo>
                <a:close/>
              </a:path>
              <a:path w="37464" h="167004">
                <a:moveTo>
                  <a:pt x="26453" y="16717"/>
                </a:moveTo>
                <a:lnTo>
                  <a:pt x="24428" y="17348"/>
                </a:lnTo>
                <a:lnTo>
                  <a:pt x="25189" y="17348"/>
                </a:lnTo>
                <a:lnTo>
                  <a:pt x="26453" y="16717"/>
                </a:lnTo>
                <a:close/>
              </a:path>
              <a:path w="37464" h="167004">
                <a:moveTo>
                  <a:pt x="26910" y="16717"/>
                </a:moveTo>
                <a:lnTo>
                  <a:pt x="26453" y="16717"/>
                </a:lnTo>
                <a:lnTo>
                  <a:pt x="25189" y="17348"/>
                </a:lnTo>
                <a:lnTo>
                  <a:pt x="24274" y="17348"/>
                </a:lnTo>
                <a:lnTo>
                  <a:pt x="26910" y="16717"/>
                </a:lnTo>
                <a:close/>
              </a:path>
              <a:path w="37464" h="167004">
                <a:moveTo>
                  <a:pt x="26305" y="15069"/>
                </a:moveTo>
                <a:lnTo>
                  <a:pt x="26003" y="15514"/>
                </a:lnTo>
                <a:lnTo>
                  <a:pt x="25469" y="16717"/>
                </a:lnTo>
                <a:lnTo>
                  <a:pt x="26100" y="16197"/>
                </a:lnTo>
                <a:lnTo>
                  <a:pt x="26224" y="15514"/>
                </a:lnTo>
                <a:lnTo>
                  <a:pt x="26305" y="15069"/>
                </a:lnTo>
                <a:close/>
              </a:path>
              <a:path w="37464" h="167004">
                <a:moveTo>
                  <a:pt x="26715" y="15690"/>
                </a:moveTo>
                <a:lnTo>
                  <a:pt x="26100" y="16197"/>
                </a:lnTo>
                <a:lnTo>
                  <a:pt x="26006" y="16717"/>
                </a:lnTo>
                <a:lnTo>
                  <a:pt x="26325" y="16197"/>
                </a:lnTo>
                <a:lnTo>
                  <a:pt x="26715" y="15690"/>
                </a:lnTo>
                <a:close/>
              </a:path>
              <a:path w="37464" h="167004">
                <a:moveTo>
                  <a:pt x="33408" y="14671"/>
                </a:moveTo>
                <a:lnTo>
                  <a:pt x="26377" y="14671"/>
                </a:lnTo>
                <a:lnTo>
                  <a:pt x="26305" y="15069"/>
                </a:lnTo>
                <a:lnTo>
                  <a:pt x="26224" y="15514"/>
                </a:lnTo>
                <a:lnTo>
                  <a:pt x="26100" y="16197"/>
                </a:lnTo>
                <a:lnTo>
                  <a:pt x="26715" y="15690"/>
                </a:lnTo>
                <a:lnTo>
                  <a:pt x="31192" y="15690"/>
                </a:lnTo>
                <a:lnTo>
                  <a:pt x="31929" y="15514"/>
                </a:lnTo>
                <a:lnTo>
                  <a:pt x="32870" y="15069"/>
                </a:lnTo>
                <a:lnTo>
                  <a:pt x="33408" y="1467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0" name="object 110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2134774" y="8986003"/>
            <a:ext cx="201049" cy="268190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2648431" y="8902262"/>
            <a:ext cx="983551" cy="395636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2406568" y="8940595"/>
            <a:ext cx="175629" cy="283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object 3">
            <a:extLst>
              <a:ext uri="{FF2B5EF4-FFF2-40B4-BE49-F238E27FC236}">
                <a16:creationId xmlns:a16="http://schemas.microsoft.com/office/drawing/2014/main" id="{2F0106DA-583B-DAE2-CB4D-3E43049D28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780" y="241300"/>
            <a:ext cx="7108939" cy="779644"/>
          </a:xfrm>
          <a:prstGeom prst="rect">
            <a:avLst/>
          </a:prstGeom>
        </p:spPr>
      </p:pic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6C1928B-33E4-1CA0-4694-9B142748CA4B}"/>
              </a:ext>
            </a:extLst>
          </p:cNvPr>
          <p:cNvGrpSpPr/>
          <p:nvPr/>
        </p:nvGrpSpPr>
        <p:grpSpPr>
          <a:xfrm>
            <a:off x="4742928" y="101880"/>
            <a:ext cx="153360" cy="169920"/>
            <a:chOff x="4742928" y="101880"/>
            <a:chExt cx="15336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ABD7688-1EB2-939A-3CD1-7EA851F0A3D3}"/>
                    </a:ext>
                  </a:extLst>
                </p14:cNvPr>
                <p14:cNvContentPartPr/>
                <p14:nvPr/>
              </p14:nvContentPartPr>
              <p14:xfrm>
                <a:off x="4742928" y="101880"/>
                <a:ext cx="24480" cy="163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ABD7688-1EB2-939A-3CD1-7EA851F0A3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36808" y="95760"/>
                  <a:ext cx="367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963A4E2-736A-1267-E7E3-98B2D0A92717}"/>
                    </a:ext>
                  </a:extLst>
                </p14:cNvPr>
                <p14:cNvContentPartPr/>
                <p14:nvPr/>
              </p14:nvContentPartPr>
              <p14:xfrm>
                <a:off x="4792968" y="133920"/>
                <a:ext cx="103320" cy="137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963A4E2-736A-1267-E7E3-98B2D0A927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86848" y="127800"/>
                  <a:ext cx="11556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FD2486F7-6037-08FB-A22E-5B96CF48FB63}"/>
                  </a:ext>
                </a:extLst>
              </p14:cNvPr>
              <p14:cNvContentPartPr/>
              <p14:nvPr/>
            </p14:nvContentPartPr>
            <p14:xfrm>
              <a:off x="3189888" y="576360"/>
              <a:ext cx="2705760" cy="1666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FD2486F7-6037-08FB-A22E-5B96CF48FB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83768" y="570240"/>
                <a:ext cx="27180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03C47F31-3254-BCDB-687E-A8B2FD87BE03}"/>
                  </a:ext>
                </a:extLst>
              </p14:cNvPr>
              <p14:cNvContentPartPr/>
              <p14:nvPr/>
            </p14:nvContentPartPr>
            <p14:xfrm>
              <a:off x="3817728" y="537840"/>
              <a:ext cx="68760" cy="2088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03C47F31-3254-BCDB-687E-A8B2FD87BE0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11608" y="531720"/>
                <a:ext cx="810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61029B9C-45C8-027E-D6F8-5D7539B57973}"/>
                  </a:ext>
                </a:extLst>
              </p14:cNvPr>
              <p14:cNvContentPartPr/>
              <p14:nvPr/>
            </p14:nvContentPartPr>
            <p14:xfrm>
              <a:off x="3723408" y="800520"/>
              <a:ext cx="1079280" cy="7092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61029B9C-45C8-027E-D6F8-5D7539B5797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17288" y="794400"/>
                <a:ext cx="10915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4F8EB3DC-C0AA-ACEC-845A-0D113756777D}"/>
                  </a:ext>
                </a:extLst>
              </p14:cNvPr>
              <p14:cNvContentPartPr/>
              <p14:nvPr/>
            </p14:nvContentPartPr>
            <p14:xfrm>
              <a:off x="7062048" y="2018760"/>
              <a:ext cx="219240" cy="36072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4F8EB3DC-C0AA-ACEC-845A-0D113756777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55928" y="2012640"/>
                <a:ext cx="23148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3F276CF7-91BB-EFA9-4092-A5245F80DD8C}"/>
                  </a:ext>
                </a:extLst>
              </p14:cNvPr>
              <p14:cNvContentPartPr/>
              <p14:nvPr/>
            </p14:nvContentPartPr>
            <p14:xfrm>
              <a:off x="7493688" y="2252400"/>
              <a:ext cx="47160" cy="19548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3F276CF7-91BB-EFA9-4092-A5245F80DD8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87568" y="2246280"/>
                <a:ext cx="594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D4572A85-32E8-3DBC-CF37-FDAC6DC855F9}"/>
                  </a:ext>
                </a:extLst>
              </p14:cNvPr>
              <p14:cNvContentPartPr/>
              <p14:nvPr/>
            </p14:nvContentPartPr>
            <p14:xfrm>
              <a:off x="7617888" y="2007600"/>
              <a:ext cx="318960" cy="32616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D4572A85-32E8-3DBC-CF37-FDAC6DC855F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11768" y="2001480"/>
                <a:ext cx="33120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013D566C-2AB7-A297-2F78-01AE519513A4}"/>
                  </a:ext>
                </a:extLst>
              </p14:cNvPr>
              <p14:cNvContentPartPr/>
              <p14:nvPr/>
            </p14:nvContentPartPr>
            <p14:xfrm>
              <a:off x="5321448" y="1611600"/>
              <a:ext cx="313560" cy="29268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013D566C-2AB7-A297-2F78-01AE519513A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15328" y="1605480"/>
                <a:ext cx="3258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66FA182C-B86C-DB23-EABD-C63215D2BB75}"/>
                  </a:ext>
                </a:extLst>
              </p14:cNvPr>
              <p14:cNvContentPartPr/>
              <p14:nvPr/>
            </p14:nvContentPartPr>
            <p14:xfrm>
              <a:off x="-268272" y="3918480"/>
              <a:ext cx="44640" cy="26388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66FA182C-B86C-DB23-EABD-C63215D2BB7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-274392" y="3912360"/>
                <a:ext cx="568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73D398D8-CA7B-05C0-DCD8-DA8A31099412}"/>
                  </a:ext>
                </a:extLst>
              </p14:cNvPr>
              <p14:cNvContentPartPr/>
              <p14:nvPr/>
            </p14:nvContentPartPr>
            <p14:xfrm>
              <a:off x="-108072" y="4022160"/>
              <a:ext cx="19440" cy="18036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73D398D8-CA7B-05C0-DCD8-DA8A3109941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-114192" y="4016040"/>
                <a:ext cx="316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D1F949D4-6C7C-A673-C5AE-C527971CA4BB}"/>
                  </a:ext>
                </a:extLst>
              </p14:cNvPr>
              <p14:cNvContentPartPr/>
              <p14:nvPr/>
            </p14:nvContentPartPr>
            <p14:xfrm>
              <a:off x="4554288" y="2739840"/>
              <a:ext cx="200880" cy="212040"/>
            </p14:xfrm>
          </p:contentPart>
        </mc:Choice>
        <mc:Fallback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D1F949D4-6C7C-A673-C5AE-C527971CA4B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548168" y="2733720"/>
                <a:ext cx="21312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6" name="Group 505">
            <a:extLst>
              <a:ext uri="{FF2B5EF4-FFF2-40B4-BE49-F238E27FC236}">
                <a16:creationId xmlns:a16="http://schemas.microsoft.com/office/drawing/2014/main" id="{3682478C-6D03-A887-7500-D00A26DF20F3}"/>
              </a:ext>
            </a:extLst>
          </p:cNvPr>
          <p:cNvGrpSpPr/>
          <p:nvPr/>
        </p:nvGrpSpPr>
        <p:grpSpPr>
          <a:xfrm>
            <a:off x="-9432" y="1055400"/>
            <a:ext cx="6737040" cy="4641120"/>
            <a:chOff x="-9432" y="1055400"/>
            <a:chExt cx="6737040" cy="464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CD49C246-9D9D-FC02-AF17-F6E202023D60}"/>
                    </a:ext>
                  </a:extLst>
                </p14:cNvPr>
                <p14:cNvContentPartPr/>
                <p14:nvPr/>
              </p14:nvContentPartPr>
              <p14:xfrm>
                <a:off x="2587968" y="3282360"/>
                <a:ext cx="360" cy="3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CD49C246-9D9D-FC02-AF17-F6E202023D6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81848" y="32762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EF4F14F0-C7B2-3B08-F526-BA7D1AFA7E4D}"/>
                    </a:ext>
                  </a:extLst>
                </p14:cNvPr>
                <p14:cNvContentPartPr/>
                <p14:nvPr/>
              </p14:nvContentPartPr>
              <p14:xfrm>
                <a:off x="5188968" y="2593680"/>
                <a:ext cx="551160" cy="370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EF4F14F0-C7B2-3B08-F526-BA7D1AFA7E4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182848" y="2587560"/>
                  <a:ext cx="563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FFDD0C8-7837-2E79-8351-A0717B56D385}"/>
                    </a:ext>
                  </a:extLst>
                </p14:cNvPr>
                <p14:cNvContentPartPr/>
                <p14:nvPr/>
              </p14:nvContentPartPr>
              <p14:xfrm>
                <a:off x="5259528" y="2073480"/>
                <a:ext cx="246600" cy="21492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FFDD0C8-7837-2E79-8351-A0717B56D38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53408" y="2067360"/>
                  <a:ext cx="258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D11D8EB-C118-DD11-2A44-D24479C81739}"/>
                    </a:ext>
                  </a:extLst>
                </p14:cNvPr>
                <p14:cNvContentPartPr/>
                <p14:nvPr/>
              </p14:nvContentPartPr>
              <p14:xfrm>
                <a:off x="5527008" y="2235840"/>
                <a:ext cx="70560" cy="2134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D11D8EB-C118-DD11-2A44-D24479C817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20888" y="2229720"/>
                  <a:ext cx="82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92BC021-821B-6938-B007-B939002354A7}"/>
                    </a:ext>
                  </a:extLst>
                </p14:cNvPr>
                <p14:cNvContentPartPr/>
                <p14:nvPr/>
              </p14:nvContentPartPr>
              <p14:xfrm>
                <a:off x="5698008" y="2085000"/>
                <a:ext cx="305280" cy="1821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92BC021-821B-6938-B007-B939002354A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91888" y="2078880"/>
                  <a:ext cx="317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8B4329D-1495-ACE3-2653-D2A4AFAA9DF9}"/>
                    </a:ext>
                  </a:extLst>
                </p14:cNvPr>
                <p14:cNvContentPartPr/>
                <p14:nvPr/>
              </p14:nvContentPartPr>
              <p14:xfrm>
                <a:off x="6107688" y="2153400"/>
                <a:ext cx="48240" cy="2682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8B4329D-1495-ACE3-2653-D2A4AFAA9D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101568" y="2147280"/>
                  <a:ext cx="604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105B3DC1-D66E-719C-76A2-05FFF6DC25D6}"/>
                    </a:ext>
                  </a:extLst>
                </p14:cNvPr>
                <p14:cNvContentPartPr/>
                <p14:nvPr/>
              </p14:nvContentPartPr>
              <p14:xfrm>
                <a:off x="6354288" y="1961880"/>
                <a:ext cx="237240" cy="27216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105B3DC1-D66E-719C-76A2-05FFF6DC25D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348168" y="1955760"/>
                  <a:ext cx="249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B9458D6-0970-34E6-48F3-69ADAA82243E}"/>
                    </a:ext>
                  </a:extLst>
                </p14:cNvPr>
                <p14:cNvContentPartPr/>
                <p14:nvPr/>
              </p14:nvContentPartPr>
              <p14:xfrm>
                <a:off x="6706368" y="2178600"/>
                <a:ext cx="21240" cy="2080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B9458D6-0970-34E6-48F3-69ADAA82243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00248" y="2172480"/>
                  <a:ext cx="33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87FADDE-D080-6EC9-F24A-490A1F968339}"/>
                    </a:ext>
                  </a:extLst>
                </p14:cNvPr>
                <p14:cNvContentPartPr/>
                <p14:nvPr/>
              </p14:nvContentPartPr>
              <p14:xfrm>
                <a:off x="3938688" y="1109040"/>
                <a:ext cx="153360" cy="1893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87FADDE-D080-6EC9-F24A-490A1F96833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32568" y="1102920"/>
                  <a:ext cx="165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F59CC799-C4CD-A10E-E5A6-95CC6982E006}"/>
                    </a:ext>
                  </a:extLst>
                </p14:cNvPr>
                <p14:cNvContentPartPr/>
                <p14:nvPr/>
              </p14:nvContentPartPr>
              <p14:xfrm>
                <a:off x="4015368" y="1155480"/>
                <a:ext cx="360" cy="3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F59CC799-C4CD-A10E-E5A6-95CC6982E00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09248" y="11493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19C7A9D4-F9C0-8E59-9EAA-19FB9D0CF557}"/>
                    </a:ext>
                  </a:extLst>
                </p14:cNvPr>
                <p14:cNvContentPartPr/>
                <p14:nvPr/>
              </p14:nvContentPartPr>
              <p14:xfrm>
                <a:off x="4126968" y="1087800"/>
                <a:ext cx="129240" cy="1659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19C7A9D4-F9C0-8E59-9EAA-19FB9D0CF55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20848" y="1081680"/>
                  <a:ext cx="141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7E5F907-5DB9-8E84-6BB8-9147A14BCE7C}"/>
                    </a:ext>
                  </a:extLst>
                </p14:cNvPr>
                <p14:cNvContentPartPr/>
                <p14:nvPr/>
              </p14:nvContentPartPr>
              <p14:xfrm>
                <a:off x="4296168" y="1091040"/>
                <a:ext cx="123480" cy="1292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7E5F907-5DB9-8E84-6BB8-9147A14BCE7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90048" y="1084920"/>
                  <a:ext cx="135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13B01DA-11B8-7AEF-9DBB-BE9C6C2AD70C}"/>
                    </a:ext>
                  </a:extLst>
                </p14:cNvPr>
                <p14:cNvContentPartPr/>
                <p14:nvPr/>
              </p14:nvContentPartPr>
              <p14:xfrm>
                <a:off x="4385448" y="1055400"/>
                <a:ext cx="187200" cy="1328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13B01DA-11B8-7AEF-9DBB-BE9C6C2AD70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79328" y="1049280"/>
                  <a:ext cx="199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353C2EB-FB95-FEBC-AB8F-4DDEBD1737D3}"/>
                    </a:ext>
                  </a:extLst>
                </p14:cNvPr>
                <p14:cNvContentPartPr/>
                <p14:nvPr/>
              </p14:nvContentPartPr>
              <p14:xfrm>
                <a:off x="1802808" y="2579280"/>
                <a:ext cx="327600" cy="3744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353C2EB-FB95-FEBC-AB8F-4DDEBD1737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96688" y="2573160"/>
                  <a:ext cx="339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5FEFB021-148B-02C6-9515-D03B96E44D1D}"/>
                    </a:ext>
                  </a:extLst>
                </p14:cNvPr>
                <p14:cNvContentPartPr/>
                <p14:nvPr/>
              </p14:nvContentPartPr>
              <p14:xfrm>
                <a:off x="2577528" y="2569200"/>
                <a:ext cx="298080" cy="1728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5FEFB021-148B-02C6-9515-D03B96E44D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71408" y="2563080"/>
                  <a:ext cx="310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7BB232A5-9264-11EF-C60C-D193C74BD3FA}"/>
                    </a:ext>
                  </a:extLst>
                </p14:cNvPr>
                <p14:cNvContentPartPr/>
                <p14:nvPr/>
              </p14:nvContentPartPr>
              <p14:xfrm>
                <a:off x="3131568" y="2548680"/>
                <a:ext cx="313560" cy="2952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7BB232A5-9264-11EF-C60C-D193C74BD3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25448" y="2542560"/>
                  <a:ext cx="325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BE957E32-B166-EF5E-9E24-A7B210D397D6}"/>
                    </a:ext>
                  </a:extLst>
                </p14:cNvPr>
                <p14:cNvContentPartPr/>
                <p14:nvPr/>
              </p14:nvContentPartPr>
              <p14:xfrm>
                <a:off x="3765168" y="2484960"/>
                <a:ext cx="282600" cy="140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BE957E32-B166-EF5E-9E24-A7B210D397D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59048" y="2478840"/>
                  <a:ext cx="294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2B65899-E035-65E5-4141-77212E4ABBDC}"/>
                    </a:ext>
                  </a:extLst>
                </p14:cNvPr>
                <p14:cNvContentPartPr/>
                <p14:nvPr/>
              </p14:nvContentPartPr>
              <p14:xfrm>
                <a:off x="4411368" y="2490720"/>
                <a:ext cx="420840" cy="608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2B65899-E035-65E5-4141-77212E4ABBD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05248" y="2484600"/>
                  <a:ext cx="433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67A93A8E-1ACA-3DD6-6313-36ED8684D994}"/>
                    </a:ext>
                  </a:extLst>
                </p14:cNvPr>
                <p14:cNvContentPartPr/>
                <p14:nvPr/>
              </p14:nvContentPartPr>
              <p14:xfrm>
                <a:off x="912528" y="1993560"/>
                <a:ext cx="75960" cy="30600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67A93A8E-1ACA-3DD6-6313-36ED8684D99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6408" y="1987440"/>
                  <a:ext cx="882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FB58FC91-EC48-73ED-DB0C-30F7A73BA9CF}"/>
                    </a:ext>
                  </a:extLst>
                </p14:cNvPr>
                <p14:cNvContentPartPr/>
                <p14:nvPr/>
              </p14:nvContentPartPr>
              <p14:xfrm>
                <a:off x="1091448" y="2213520"/>
                <a:ext cx="26280" cy="2217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FB58FC91-EC48-73ED-DB0C-30F7A73BA9C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5328" y="2207400"/>
                  <a:ext cx="38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9970376A-B697-1E19-F1F3-2AD704534489}"/>
                    </a:ext>
                  </a:extLst>
                </p14:cNvPr>
                <p14:cNvContentPartPr/>
                <p14:nvPr/>
              </p14:nvContentPartPr>
              <p14:xfrm>
                <a:off x="1169568" y="2080320"/>
                <a:ext cx="288720" cy="25416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9970376A-B697-1E19-F1F3-2AD70453448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63448" y="2074200"/>
                  <a:ext cx="300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2EBA6716-2564-EC32-B9BC-49083A84CFDB}"/>
                    </a:ext>
                  </a:extLst>
                </p14:cNvPr>
                <p14:cNvContentPartPr/>
                <p14:nvPr/>
              </p14:nvContentPartPr>
              <p14:xfrm>
                <a:off x="1525968" y="2184720"/>
                <a:ext cx="21600" cy="21528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2EBA6716-2564-EC32-B9BC-49083A84CFD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19848" y="2178600"/>
                  <a:ext cx="33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196BD920-99FD-C603-8E57-2259F446E29A}"/>
                    </a:ext>
                  </a:extLst>
                </p14:cNvPr>
                <p14:cNvContentPartPr/>
                <p14:nvPr/>
              </p14:nvContentPartPr>
              <p14:xfrm>
                <a:off x="1582488" y="2042160"/>
                <a:ext cx="220680" cy="2206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196BD920-99FD-C603-8E57-2259F446E29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76368" y="2036040"/>
                  <a:ext cx="2329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274729C2-E942-F659-3470-B629165A6664}"/>
                    </a:ext>
                  </a:extLst>
                </p14:cNvPr>
                <p14:cNvContentPartPr/>
                <p14:nvPr/>
              </p14:nvContentPartPr>
              <p14:xfrm>
                <a:off x="1918008" y="2172120"/>
                <a:ext cx="18720" cy="1958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274729C2-E942-F659-3470-B629165A666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11888" y="2166000"/>
                  <a:ext cx="30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7E0294EB-BED4-004C-F02C-F35B833D4C8D}"/>
                    </a:ext>
                  </a:extLst>
                </p14:cNvPr>
                <p14:cNvContentPartPr/>
                <p14:nvPr/>
              </p14:nvContentPartPr>
              <p14:xfrm>
                <a:off x="2075328" y="1997880"/>
                <a:ext cx="126000" cy="23832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7E0294EB-BED4-004C-F02C-F35B833D4C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69208" y="1991760"/>
                  <a:ext cx="138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6AB8146F-BFF1-2DC0-E81A-9881E0FEC054}"/>
                    </a:ext>
                  </a:extLst>
                </p14:cNvPr>
                <p14:cNvContentPartPr/>
                <p14:nvPr/>
              </p14:nvContentPartPr>
              <p14:xfrm>
                <a:off x="2288088" y="2142240"/>
                <a:ext cx="32760" cy="2012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6AB8146F-BFF1-2DC0-E81A-9881E0FEC05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81968" y="2136120"/>
                  <a:ext cx="45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6CAAA932-659F-2ABD-C914-C3278261F69F}"/>
                    </a:ext>
                  </a:extLst>
                </p14:cNvPr>
                <p14:cNvContentPartPr/>
                <p14:nvPr/>
              </p14:nvContentPartPr>
              <p14:xfrm>
                <a:off x="2386728" y="2045040"/>
                <a:ext cx="200880" cy="1630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6CAAA932-659F-2ABD-C914-C3278261F69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80608" y="2038920"/>
                  <a:ext cx="213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CEB0F124-8095-0D81-67B7-777A7356A1B1}"/>
                    </a:ext>
                  </a:extLst>
                </p14:cNvPr>
                <p14:cNvContentPartPr/>
                <p14:nvPr/>
              </p14:nvContentPartPr>
              <p14:xfrm>
                <a:off x="2437488" y="1968720"/>
                <a:ext cx="165240" cy="2664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CEB0F124-8095-0D81-67B7-777A7356A1B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31368" y="1962600"/>
                  <a:ext cx="177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C7E37B65-1AB1-5FF0-090B-9D9FF2ACE977}"/>
                    </a:ext>
                  </a:extLst>
                </p14:cNvPr>
                <p14:cNvContentPartPr/>
                <p14:nvPr/>
              </p14:nvContentPartPr>
              <p14:xfrm>
                <a:off x="2731248" y="2089320"/>
                <a:ext cx="30960" cy="2055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C7E37B65-1AB1-5FF0-090B-9D9FF2ACE97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25128" y="2083200"/>
                  <a:ext cx="43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47F9F104-8FFD-255B-2404-2DE2CCEB7378}"/>
                    </a:ext>
                  </a:extLst>
                </p14:cNvPr>
                <p14:cNvContentPartPr/>
                <p14:nvPr/>
              </p14:nvContentPartPr>
              <p14:xfrm>
                <a:off x="2837088" y="1915440"/>
                <a:ext cx="187920" cy="2829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47F9F104-8FFD-255B-2404-2DE2CCEB73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30968" y="1909320"/>
                  <a:ext cx="200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562BE9A-63AC-5E9A-DB23-9AEB0E32ADDD}"/>
                    </a:ext>
                  </a:extLst>
                </p14:cNvPr>
                <p14:cNvContentPartPr/>
                <p14:nvPr/>
              </p14:nvContentPartPr>
              <p14:xfrm>
                <a:off x="3140208" y="2120640"/>
                <a:ext cx="19800" cy="14652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562BE9A-63AC-5E9A-DB23-9AEB0E32ADD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34088" y="2114520"/>
                  <a:ext cx="32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BDE844E-5D31-5CD6-CF0A-39E97F369830}"/>
                    </a:ext>
                  </a:extLst>
                </p14:cNvPr>
                <p14:cNvContentPartPr/>
                <p14:nvPr/>
              </p14:nvContentPartPr>
              <p14:xfrm>
                <a:off x="3230928" y="1816440"/>
                <a:ext cx="224280" cy="31428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BDE844E-5D31-5CD6-CF0A-39E97F3698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24808" y="1810320"/>
                  <a:ext cx="2365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6816286-AAEB-3BF7-610D-46CA9B90F61C}"/>
                    </a:ext>
                  </a:extLst>
                </p14:cNvPr>
                <p14:cNvContentPartPr/>
                <p14:nvPr/>
              </p14:nvContentPartPr>
              <p14:xfrm>
                <a:off x="3347208" y="1925520"/>
                <a:ext cx="278640" cy="756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6816286-AAEB-3BF7-610D-46CA9B90F6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41088" y="1919400"/>
                  <a:ext cx="2908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71A3C005-C4CD-9337-963E-CE7E58CE05DB}"/>
                    </a:ext>
                  </a:extLst>
                </p14:cNvPr>
                <p14:cNvContentPartPr/>
                <p14:nvPr/>
              </p14:nvContentPartPr>
              <p14:xfrm>
                <a:off x="3721248" y="1726080"/>
                <a:ext cx="230760" cy="3862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71A3C005-C4CD-9337-963E-CE7E58CE05D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15128" y="1719960"/>
                  <a:ext cx="2430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E63CE0F5-F5E6-F5AB-ED5E-E82DABC56FED}"/>
                    </a:ext>
                  </a:extLst>
                </p14:cNvPr>
                <p14:cNvContentPartPr/>
                <p14:nvPr/>
              </p14:nvContentPartPr>
              <p14:xfrm>
                <a:off x="4045248" y="2016960"/>
                <a:ext cx="34920" cy="15336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E63CE0F5-F5E6-F5AB-ED5E-E82DABC56FE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39128" y="2010840"/>
                  <a:ext cx="47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AA20CDFA-0B30-37DA-EB18-F9268299B6E9}"/>
                    </a:ext>
                  </a:extLst>
                </p14:cNvPr>
                <p14:cNvContentPartPr/>
                <p14:nvPr/>
              </p14:nvContentPartPr>
              <p14:xfrm>
                <a:off x="4193568" y="1698720"/>
                <a:ext cx="181440" cy="42552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AA20CDFA-0B30-37DA-EB18-F9268299B6E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87448" y="1692600"/>
                  <a:ext cx="19368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56DD715-92FC-542A-B6D4-91C0651C0EAE}"/>
                    </a:ext>
                  </a:extLst>
                </p14:cNvPr>
                <p14:cNvContentPartPr/>
                <p14:nvPr/>
              </p14:nvContentPartPr>
              <p14:xfrm>
                <a:off x="3559608" y="2152680"/>
                <a:ext cx="27360" cy="2494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56DD715-92FC-542A-B6D4-91C0651C0EA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53488" y="2146560"/>
                  <a:ext cx="39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0BCC262A-6A27-0978-0020-0E548B6F4D3C}"/>
                    </a:ext>
                  </a:extLst>
                </p14:cNvPr>
                <p14:cNvContentPartPr/>
                <p14:nvPr/>
              </p14:nvContentPartPr>
              <p14:xfrm>
                <a:off x="2617848" y="1656600"/>
                <a:ext cx="222840" cy="17712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0BCC262A-6A27-0978-0020-0E548B6F4D3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11728" y="1650480"/>
                  <a:ext cx="235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6B0AD450-23F7-2A00-E119-6779439692A8}"/>
                    </a:ext>
                  </a:extLst>
                </p14:cNvPr>
                <p14:cNvContentPartPr/>
                <p14:nvPr/>
              </p14:nvContentPartPr>
              <p14:xfrm>
                <a:off x="2851848" y="1745880"/>
                <a:ext cx="3240" cy="2304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6B0AD450-23F7-2A00-E119-6779439692A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45728" y="1739760"/>
                  <a:ext cx="15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905B0EFF-E86E-0310-ECED-BD0621BE5467}"/>
                    </a:ext>
                  </a:extLst>
                </p14:cNvPr>
                <p14:cNvContentPartPr/>
                <p14:nvPr/>
              </p14:nvContentPartPr>
              <p14:xfrm>
                <a:off x="2671488" y="1662720"/>
                <a:ext cx="204840" cy="15624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905B0EFF-E86E-0310-ECED-BD0621BE546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65368" y="1656600"/>
                  <a:ext cx="2170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E6C59B71-CA21-6A7D-51C8-88091132D125}"/>
                    </a:ext>
                  </a:extLst>
                </p14:cNvPr>
                <p14:cNvContentPartPr/>
                <p14:nvPr/>
              </p14:nvContentPartPr>
              <p14:xfrm>
                <a:off x="3696768" y="1565880"/>
                <a:ext cx="205920" cy="13176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E6C59B71-CA21-6A7D-51C8-88091132D12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90648" y="1559760"/>
                  <a:ext cx="218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3B9C91FB-1ADB-EEA5-6FAB-DC5673A0F45A}"/>
                    </a:ext>
                  </a:extLst>
                </p14:cNvPr>
                <p14:cNvContentPartPr/>
                <p14:nvPr/>
              </p14:nvContentPartPr>
              <p14:xfrm>
                <a:off x="3503088" y="1541040"/>
                <a:ext cx="375840" cy="18396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3B9C91FB-1ADB-EEA5-6FAB-DC5673A0F45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96968" y="1534920"/>
                  <a:ext cx="388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729A580-0B48-DFAF-55EC-3064C7939BB6}"/>
                    </a:ext>
                  </a:extLst>
                </p14:cNvPr>
                <p14:cNvContentPartPr/>
                <p14:nvPr/>
              </p14:nvContentPartPr>
              <p14:xfrm>
                <a:off x="1190808" y="1830480"/>
                <a:ext cx="179280" cy="10440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729A580-0B48-DFAF-55EC-3064C7939B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84688" y="1824360"/>
                  <a:ext cx="191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3D790CE-9456-BA4C-0F0A-A004DD8A7A22}"/>
                    </a:ext>
                  </a:extLst>
                </p14:cNvPr>
                <p14:cNvContentPartPr/>
                <p14:nvPr/>
              </p14:nvContentPartPr>
              <p14:xfrm>
                <a:off x="1174248" y="1793040"/>
                <a:ext cx="174600" cy="12420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3D790CE-9456-BA4C-0F0A-A004DD8A7A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68128" y="1786920"/>
                  <a:ext cx="186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532D1320-496E-4FE9-6CE2-805256D8D89E}"/>
                    </a:ext>
                  </a:extLst>
                </p14:cNvPr>
                <p14:cNvContentPartPr/>
                <p14:nvPr/>
              </p14:nvContentPartPr>
              <p14:xfrm>
                <a:off x="815328" y="1645080"/>
                <a:ext cx="225720" cy="21816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532D1320-496E-4FE9-6CE2-805256D8D89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9208" y="1638960"/>
                  <a:ext cx="2379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6BD575D5-2B37-7994-7AEE-E3390570404D}"/>
                    </a:ext>
                  </a:extLst>
                </p14:cNvPr>
                <p14:cNvContentPartPr/>
                <p14:nvPr/>
              </p14:nvContentPartPr>
              <p14:xfrm>
                <a:off x="2038608" y="1734360"/>
                <a:ext cx="166680" cy="1537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6BD575D5-2B37-7994-7AEE-E3390570404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32488" y="1728240"/>
                  <a:ext cx="178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365AC5E9-0B89-4CEA-40B1-466777ED0718}"/>
                    </a:ext>
                  </a:extLst>
                </p14:cNvPr>
                <p14:cNvContentPartPr/>
                <p14:nvPr/>
              </p14:nvContentPartPr>
              <p14:xfrm>
                <a:off x="2038968" y="1727160"/>
                <a:ext cx="161640" cy="13140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365AC5E9-0B89-4CEA-40B1-466777ED071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32848" y="1721040"/>
                  <a:ext cx="173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6A5E8DB7-B931-0650-6B6D-5467EE45B27D}"/>
                    </a:ext>
                  </a:extLst>
                </p14:cNvPr>
                <p14:cNvContentPartPr/>
                <p14:nvPr/>
              </p14:nvContentPartPr>
              <p14:xfrm>
                <a:off x="1662408" y="1617000"/>
                <a:ext cx="207000" cy="23148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6A5E8DB7-B931-0650-6B6D-5467EE45B27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56288" y="1610880"/>
                  <a:ext cx="2192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1674E39B-6436-7685-2324-445469583C5C}"/>
                    </a:ext>
                  </a:extLst>
                </p14:cNvPr>
                <p14:cNvContentPartPr/>
                <p14:nvPr/>
              </p14:nvContentPartPr>
              <p14:xfrm>
                <a:off x="2351448" y="1631040"/>
                <a:ext cx="219960" cy="25668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1674E39B-6436-7685-2324-445469583C5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45328" y="1624920"/>
                  <a:ext cx="2322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6AC711FF-C5C9-D37F-24A8-6D2772C5DF7E}"/>
                    </a:ext>
                  </a:extLst>
                </p14:cNvPr>
                <p14:cNvContentPartPr/>
                <p14:nvPr/>
              </p14:nvContentPartPr>
              <p14:xfrm>
                <a:off x="2909808" y="1597560"/>
                <a:ext cx="239760" cy="18864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6AC711FF-C5C9-D37F-24A8-6D2772C5DF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03688" y="1591440"/>
                  <a:ext cx="252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285FA841-A196-588B-6F20-8A6CF5E6F020}"/>
                    </a:ext>
                  </a:extLst>
                </p14:cNvPr>
                <p14:cNvContentPartPr/>
                <p14:nvPr/>
              </p14:nvContentPartPr>
              <p14:xfrm>
                <a:off x="4085208" y="1388760"/>
                <a:ext cx="281160" cy="17712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285FA841-A196-588B-6F20-8A6CF5E6F0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79088" y="1382640"/>
                  <a:ext cx="293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6738B83F-D797-1092-E924-E45229F62CA6}"/>
                    </a:ext>
                  </a:extLst>
                </p14:cNvPr>
                <p14:cNvContentPartPr/>
                <p14:nvPr/>
              </p14:nvContentPartPr>
              <p14:xfrm>
                <a:off x="3308688" y="1411080"/>
                <a:ext cx="240480" cy="29376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6738B83F-D797-1092-E924-E45229F62CA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02568" y="1404960"/>
                  <a:ext cx="2527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E9AD7AAB-8A2E-3D2E-001D-36C0E832643A}"/>
                    </a:ext>
                  </a:extLst>
                </p14:cNvPr>
                <p14:cNvContentPartPr/>
                <p14:nvPr/>
              </p14:nvContentPartPr>
              <p14:xfrm>
                <a:off x="2698848" y="2769000"/>
                <a:ext cx="747720" cy="93312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E9AD7AAB-8A2E-3D2E-001D-36C0E83264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92728" y="2762880"/>
                  <a:ext cx="759960" cy="9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CDAE3F40-E871-66AD-708E-722001894564}"/>
                    </a:ext>
                  </a:extLst>
                </p14:cNvPr>
                <p14:cNvContentPartPr/>
                <p14:nvPr/>
              </p14:nvContentPartPr>
              <p14:xfrm>
                <a:off x="4219488" y="2691240"/>
                <a:ext cx="478080" cy="73872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CDAE3F40-E871-66AD-708E-72200189456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13368" y="2685120"/>
                  <a:ext cx="49032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52874BEC-8481-DEC4-A76D-8BC46B7218C7}"/>
                    </a:ext>
                  </a:extLst>
                </p14:cNvPr>
                <p14:cNvContentPartPr/>
                <p14:nvPr/>
              </p14:nvContentPartPr>
              <p14:xfrm>
                <a:off x="248688" y="4376760"/>
                <a:ext cx="469080" cy="6588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52874BEC-8481-DEC4-A76D-8BC46B7218C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2568" y="4370640"/>
                  <a:ext cx="481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B6E247C-AD44-C426-EC7D-E9A85BA4C7B9}"/>
                    </a:ext>
                  </a:extLst>
                </p14:cNvPr>
                <p14:cNvContentPartPr/>
                <p14:nvPr/>
              </p14:nvContentPartPr>
              <p14:xfrm>
                <a:off x="2832768" y="2751360"/>
                <a:ext cx="222120" cy="17640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B6E247C-AD44-C426-EC7D-E9A85BA4C7B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26648" y="2745240"/>
                  <a:ext cx="234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98B38ACF-E3C0-3B5B-56E0-1C78BF34FBA2}"/>
                    </a:ext>
                  </a:extLst>
                </p14:cNvPr>
                <p14:cNvContentPartPr/>
                <p14:nvPr/>
              </p14:nvContentPartPr>
              <p14:xfrm>
                <a:off x="1020888" y="4394040"/>
                <a:ext cx="358560" cy="3276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98B38ACF-E3C0-3B5B-56E0-1C78BF34FBA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4768" y="4387920"/>
                  <a:ext cx="370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46A6984C-0FAA-691A-9171-437AB6B3577C}"/>
                    </a:ext>
                  </a:extLst>
                </p14:cNvPr>
                <p14:cNvContentPartPr/>
                <p14:nvPr/>
              </p14:nvContentPartPr>
              <p14:xfrm>
                <a:off x="1805328" y="4356960"/>
                <a:ext cx="269280" cy="1584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46A6984C-0FAA-691A-9171-437AB6B3577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799208" y="4350840"/>
                  <a:ext cx="281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BC94FBD9-F2C8-9BBA-A4FF-65AB59ADC292}"/>
                    </a:ext>
                  </a:extLst>
                </p14:cNvPr>
                <p14:cNvContentPartPr/>
                <p14:nvPr/>
              </p14:nvContentPartPr>
              <p14:xfrm>
                <a:off x="2657808" y="4299360"/>
                <a:ext cx="234720" cy="2448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BC94FBD9-F2C8-9BBA-A4FF-65AB59ADC29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651688" y="4293240"/>
                  <a:ext cx="246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A39AC991-DFCE-9E24-A678-F28135FEBE01}"/>
                    </a:ext>
                  </a:extLst>
                </p14:cNvPr>
                <p14:cNvContentPartPr/>
                <p14:nvPr/>
              </p14:nvContentPartPr>
              <p14:xfrm>
                <a:off x="3375288" y="4337160"/>
                <a:ext cx="347040" cy="1584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A39AC991-DFCE-9E24-A678-F28135FEBE0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69168" y="4331040"/>
                  <a:ext cx="359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AA54ECE0-8E52-2E7B-CB10-40D386D92935}"/>
                    </a:ext>
                  </a:extLst>
                </p14:cNvPr>
                <p14:cNvContentPartPr/>
                <p14:nvPr/>
              </p14:nvContentPartPr>
              <p14:xfrm>
                <a:off x="4093128" y="4360920"/>
                <a:ext cx="281520" cy="2412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AA54ECE0-8E52-2E7B-CB10-40D386D9293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87008" y="4354800"/>
                  <a:ext cx="293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D640E719-5520-3D18-9249-64C1570200B1}"/>
                    </a:ext>
                  </a:extLst>
                </p14:cNvPr>
                <p14:cNvContentPartPr/>
                <p14:nvPr/>
              </p14:nvContentPartPr>
              <p14:xfrm>
                <a:off x="82728" y="3844680"/>
                <a:ext cx="164520" cy="30096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D640E719-5520-3D18-9249-64C1570200B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6608" y="3838560"/>
                  <a:ext cx="1767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AC04DDE9-2D6E-EC57-02B1-A717E5243806}"/>
                    </a:ext>
                  </a:extLst>
                </p14:cNvPr>
                <p14:cNvContentPartPr/>
                <p14:nvPr/>
              </p14:nvContentPartPr>
              <p14:xfrm>
                <a:off x="325008" y="3980400"/>
                <a:ext cx="70200" cy="23328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AC04DDE9-2D6E-EC57-02B1-A717E524380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8888" y="3974280"/>
                  <a:ext cx="82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73C88A90-985B-DE11-B127-F2F01AEFF7A7}"/>
                    </a:ext>
                  </a:extLst>
                </p14:cNvPr>
                <p14:cNvContentPartPr/>
                <p14:nvPr/>
              </p14:nvContentPartPr>
              <p14:xfrm>
                <a:off x="514008" y="3730200"/>
                <a:ext cx="172080" cy="27936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73C88A90-985B-DE11-B127-F2F01AEFF7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7888" y="3724080"/>
                  <a:ext cx="1843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2EAD1DFB-22FB-44FE-6EA3-F9E8BB25425C}"/>
                    </a:ext>
                  </a:extLst>
                </p14:cNvPr>
                <p14:cNvContentPartPr/>
                <p14:nvPr/>
              </p14:nvContentPartPr>
              <p14:xfrm>
                <a:off x="577728" y="3672600"/>
                <a:ext cx="226800" cy="7596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2EAD1DFB-22FB-44FE-6EA3-F9E8BB25425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1608" y="3666480"/>
                  <a:ext cx="239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00D173FC-370F-0BBE-19D1-F326197BE89F}"/>
                    </a:ext>
                  </a:extLst>
                </p14:cNvPr>
                <p14:cNvContentPartPr/>
                <p14:nvPr/>
              </p14:nvContentPartPr>
              <p14:xfrm>
                <a:off x="793368" y="3832440"/>
                <a:ext cx="66600" cy="22500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00D173FC-370F-0BBE-19D1-F326197BE89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7248" y="3826320"/>
                  <a:ext cx="78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84451E27-9151-A7F0-AFC7-A23A628D598F}"/>
                    </a:ext>
                  </a:extLst>
                </p14:cNvPr>
                <p14:cNvContentPartPr/>
                <p14:nvPr/>
              </p14:nvContentPartPr>
              <p14:xfrm>
                <a:off x="1043208" y="3637680"/>
                <a:ext cx="146160" cy="28908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84451E27-9151-A7F0-AFC7-A23A628D598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37088" y="3631560"/>
                  <a:ext cx="1584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5E62044-5487-CCEC-C1CC-AC40AF82DD45}"/>
                    </a:ext>
                  </a:extLst>
                </p14:cNvPr>
                <p14:cNvContentPartPr/>
                <p14:nvPr/>
              </p14:nvContentPartPr>
              <p14:xfrm>
                <a:off x="1246608" y="3796080"/>
                <a:ext cx="75960" cy="19440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5E62044-5487-CCEC-C1CC-AC40AF82DD4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40488" y="3789960"/>
                  <a:ext cx="882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2911DF23-2162-7B6A-7B76-3292E91C3964}"/>
                    </a:ext>
                  </a:extLst>
                </p14:cNvPr>
                <p14:cNvContentPartPr/>
                <p14:nvPr/>
              </p14:nvContentPartPr>
              <p14:xfrm>
                <a:off x="1391328" y="3499800"/>
                <a:ext cx="204840" cy="31212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2911DF23-2162-7B6A-7B76-3292E91C396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85208" y="3493680"/>
                  <a:ext cx="2170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4CE56EE5-757A-742F-B5F6-241AD190FC5F}"/>
                    </a:ext>
                  </a:extLst>
                </p14:cNvPr>
                <p14:cNvContentPartPr/>
                <p14:nvPr/>
              </p14:nvContentPartPr>
              <p14:xfrm>
                <a:off x="1473408" y="3575400"/>
                <a:ext cx="162720" cy="6048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4CE56EE5-757A-742F-B5F6-241AD190FC5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67288" y="3569280"/>
                  <a:ext cx="1749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EFE65E2-E7D7-3880-2A89-EF06E3323D1A}"/>
                    </a:ext>
                  </a:extLst>
                </p14:cNvPr>
                <p14:cNvContentPartPr/>
                <p14:nvPr/>
              </p14:nvContentPartPr>
              <p14:xfrm>
                <a:off x="1707768" y="3698520"/>
                <a:ext cx="36720" cy="18720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EFE65E2-E7D7-3880-2A89-EF06E3323D1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01648" y="3692400"/>
                  <a:ext cx="48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C34162BC-D59A-89A8-FF8E-0D049F11DEEF}"/>
                    </a:ext>
                  </a:extLst>
                </p14:cNvPr>
                <p14:cNvContentPartPr/>
                <p14:nvPr/>
              </p14:nvContentPartPr>
              <p14:xfrm>
                <a:off x="1801728" y="3483600"/>
                <a:ext cx="205200" cy="45900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C34162BC-D59A-89A8-FF8E-0D049F11DEE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95608" y="3477480"/>
                  <a:ext cx="2174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01BD748D-1FBD-7D3E-0ACF-A2E6E89E6597}"/>
                    </a:ext>
                  </a:extLst>
                </p14:cNvPr>
                <p14:cNvContentPartPr/>
                <p14:nvPr/>
              </p14:nvContentPartPr>
              <p14:xfrm>
                <a:off x="4001688" y="4056360"/>
                <a:ext cx="151200" cy="14256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01BD748D-1FBD-7D3E-0ACF-A2E6E89E659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95568" y="4050240"/>
                  <a:ext cx="1634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D0DB9F64-EFB7-4AD3-D9E7-251D24F28A4E}"/>
                    </a:ext>
                  </a:extLst>
                </p14:cNvPr>
                <p14:cNvContentPartPr/>
                <p14:nvPr/>
              </p14:nvContentPartPr>
              <p14:xfrm>
                <a:off x="4217328" y="4224480"/>
                <a:ext cx="73080" cy="14940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D0DB9F64-EFB7-4AD3-D9E7-251D24F28A4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11208" y="4218360"/>
                  <a:ext cx="85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938410B-116B-37FF-F9E1-20B5ACDA3E7C}"/>
                    </a:ext>
                  </a:extLst>
                </p14:cNvPr>
                <p14:cNvContentPartPr/>
                <p14:nvPr/>
              </p14:nvContentPartPr>
              <p14:xfrm>
                <a:off x="4350528" y="4067160"/>
                <a:ext cx="201600" cy="16020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938410B-116B-37FF-F9E1-20B5ACDA3E7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344408" y="4061040"/>
                  <a:ext cx="213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E616671-C7E4-92B8-5F2D-FB6E5A981F3F}"/>
                    </a:ext>
                  </a:extLst>
                </p14:cNvPr>
                <p14:cNvContentPartPr/>
                <p14:nvPr/>
              </p14:nvContentPartPr>
              <p14:xfrm>
                <a:off x="4515768" y="4117200"/>
                <a:ext cx="60840" cy="18288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E616671-C7E4-92B8-5F2D-FB6E5A981F3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09648" y="4111080"/>
                  <a:ext cx="73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003B3024-B211-52DE-7727-F15495361B57}"/>
                    </a:ext>
                  </a:extLst>
                </p14:cNvPr>
                <p14:cNvContentPartPr/>
                <p14:nvPr/>
              </p14:nvContentPartPr>
              <p14:xfrm>
                <a:off x="4635288" y="4028640"/>
                <a:ext cx="138960" cy="25956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003B3024-B211-52DE-7727-F15495361B5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629168" y="4022520"/>
                  <a:ext cx="1512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4C4E28CE-7EBF-CC22-5EB1-80B27F7F66D5}"/>
                    </a:ext>
                  </a:extLst>
                </p14:cNvPr>
                <p14:cNvContentPartPr/>
                <p14:nvPr/>
              </p14:nvContentPartPr>
              <p14:xfrm>
                <a:off x="4813128" y="4130160"/>
                <a:ext cx="56880" cy="20772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4C4E28CE-7EBF-CC22-5EB1-80B27F7F66D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07008" y="4124040"/>
                  <a:ext cx="69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D6A13F1A-DCF6-729E-B896-006F39258432}"/>
                    </a:ext>
                  </a:extLst>
                </p14:cNvPr>
                <p14:cNvContentPartPr/>
                <p14:nvPr/>
              </p14:nvContentPartPr>
              <p14:xfrm>
                <a:off x="4930848" y="4013520"/>
                <a:ext cx="143280" cy="29808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D6A13F1A-DCF6-729E-B896-006F3925843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924728" y="4007400"/>
                  <a:ext cx="155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B49CA09F-3390-3A36-79D9-DA491F73CF9B}"/>
                    </a:ext>
                  </a:extLst>
                </p14:cNvPr>
                <p14:cNvContentPartPr/>
                <p14:nvPr/>
              </p14:nvContentPartPr>
              <p14:xfrm>
                <a:off x="4967208" y="4022880"/>
                <a:ext cx="334800" cy="32796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B49CA09F-3390-3A36-79D9-DA491F73CF9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61088" y="4016760"/>
                  <a:ext cx="3470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F851AE2-E885-BC60-CEA0-1A9D8035CAFB}"/>
                    </a:ext>
                  </a:extLst>
                </p14:cNvPr>
                <p14:cNvContentPartPr/>
                <p14:nvPr/>
              </p14:nvContentPartPr>
              <p14:xfrm>
                <a:off x="-9432" y="4711200"/>
                <a:ext cx="217440" cy="35352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F851AE2-E885-BC60-CEA0-1A9D8035CAF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-15552" y="4705080"/>
                  <a:ext cx="2296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054FCAD7-BC17-4F5E-3069-D214E92E49BD}"/>
                    </a:ext>
                  </a:extLst>
                </p14:cNvPr>
                <p14:cNvContentPartPr/>
                <p14:nvPr/>
              </p14:nvContentPartPr>
              <p14:xfrm>
                <a:off x="259848" y="4695360"/>
                <a:ext cx="114840" cy="35244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054FCAD7-BC17-4F5E-3069-D214E92E49B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53728" y="4689240"/>
                  <a:ext cx="1270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E839511F-0F32-E33C-EE4B-F252EC3CACD7}"/>
                    </a:ext>
                  </a:extLst>
                </p14:cNvPr>
                <p14:cNvContentPartPr/>
                <p14:nvPr/>
              </p14:nvContentPartPr>
              <p14:xfrm>
                <a:off x="497088" y="4903440"/>
                <a:ext cx="33120" cy="25956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E839511F-0F32-E33C-EE4B-F252EC3CACD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0968" y="4897320"/>
                  <a:ext cx="453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62D0D364-6A39-D963-007A-685186FAF42F}"/>
                    </a:ext>
                  </a:extLst>
                </p14:cNvPr>
                <p14:cNvContentPartPr/>
                <p14:nvPr/>
              </p14:nvContentPartPr>
              <p14:xfrm>
                <a:off x="819648" y="4754040"/>
                <a:ext cx="138600" cy="27864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62D0D364-6A39-D963-007A-685186FAF42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13528" y="4747920"/>
                  <a:ext cx="1508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E6501161-4083-D39C-29D3-4A2706B02463}"/>
                    </a:ext>
                  </a:extLst>
                </p14:cNvPr>
                <p14:cNvContentPartPr/>
                <p14:nvPr/>
              </p14:nvContentPartPr>
              <p14:xfrm>
                <a:off x="774288" y="4808040"/>
                <a:ext cx="195120" cy="20664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E6501161-4083-D39C-29D3-4A2706B024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68168" y="4801920"/>
                  <a:ext cx="207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65BCD80A-1985-3285-A431-7A5DFD758D63}"/>
                    </a:ext>
                  </a:extLst>
                </p14:cNvPr>
                <p14:cNvContentPartPr/>
                <p14:nvPr/>
              </p14:nvContentPartPr>
              <p14:xfrm>
                <a:off x="4252968" y="4692480"/>
                <a:ext cx="211680" cy="25272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65BCD80A-1985-3285-A431-7A5DFD758D6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46848" y="4686360"/>
                  <a:ext cx="2239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B7CCA200-C459-2509-6E35-7FEC76FC7F64}"/>
                    </a:ext>
                  </a:extLst>
                </p14:cNvPr>
                <p14:cNvContentPartPr/>
                <p14:nvPr/>
              </p14:nvContentPartPr>
              <p14:xfrm>
                <a:off x="4324608" y="4634520"/>
                <a:ext cx="266040" cy="6156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B7CCA200-C459-2509-6E35-7FEC76FC7F6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318488" y="4628400"/>
                  <a:ext cx="278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34A1487-1473-C636-1E92-FF221B8EE7BE}"/>
                    </a:ext>
                  </a:extLst>
                </p14:cNvPr>
                <p14:cNvContentPartPr/>
                <p14:nvPr/>
              </p14:nvContentPartPr>
              <p14:xfrm>
                <a:off x="4672008" y="4595640"/>
                <a:ext cx="128160" cy="38268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34A1487-1473-C636-1E92-FF221B8EE7B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665888" y="4589520"/>
                  <a:ext cx="1404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9216F11A-EF60-0C7F-8B38-DB56AA9AFC79}"/>
                    </a:ext>
                  </a:extLst>
                </p14:cNvPr>
                <p14:cNvContentPartPr/>
                <p14:nvPr/>
              </p14:nvContentPartPr>
              <p14:xfrm>
                <a:off x="4905648" y="4752240"/>
                <a:ext cx="30960" cy="22788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9216F11A-EF60-0C7F-8B38-DB56AA9AFC7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899528" y="4746120"/>
                  <a:ext cx="43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D6A4DC6E-DEFD-E892-2200-80E71BDECD60}"/>
                    </a:ext>
                  </a:extLst>
                </p14:cNvPr>
                <p14:cNvContentPartPr/>
                <p14:nvPr/>
              </p14:nvContentPartPr>
              <p14:xfrm>
                <a:off x="3790008" y="4767000"/>
                <a:ext cx="245520" cy="22716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D6A4DC6E-DEFD-E892-2200-80E71BDECD6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83888" y="4760880"/>
                  <a:ext cx="257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CE8D0BE0-A227-E821-77E7-A471DF469EDD}"/>
                    </a:ext>
                  </a:extLst>
                </p14:cNvPr>
                <p14:cNvContentPartPr/>
                <p14:nvPr/>
              </p14:nvContentPartPr>
              <p14:xfrm>
                <a:off x="3684528" y="4801560"/>
                <a:ext cx="312480" cy="25956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CE8D0BE0-A227-E821-77E7-A471DF469ED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678408" y="4795440"/>
                  <a:ext cx="324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C193C9B5-AB6D-41B1-B0DA-699CA56FD5A8}"/>
                    </a:ext>
                  </a:extLst>
                </p14:cNvPr>
                <p14:cNvContentPartPr/>
                <p14:nvPr/>
              </p14:nvContentPartPr>
              <p14:xfrm>
                <a:off x="1683648" y="4721280"/>
                <a:ext cx="277560" cy="35676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C193C9B5-AB6D-41B1-B0DA-699CA56FD5A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677528" y="4715160"/>
                  <a:ext cx="2898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C88B2029-762C-DBC3-DCD6-7F1E37D0642C}"/>
                    </a:ext>
                  </a:extLst>
                </p14:cNvPr>
                <p14:cNvContentPartPr/>
                <p14:nvPr/>
              </p14:nvContentPartPr>
              <p14:xfrm>
                <a:off x="2046168" y="4672320"/>
                <a:ext cx="91440" cy="44316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C88B2029-762C-DBC3-DCD6-7F1E37D0642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040048" y="4666200"/>
                  <a:ext cx="10368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88517EDC-E931-ED2C-BB7F-14E915528663}"/>
                    </a:ext>
                  </a:extLst>
                </p14:cNvPr>
                <p14:cNvContentPartPr/>
                <p14:nvPr/>
              </p14:nvContentPartPr>
              <p14:xfrm>
                <a:off x="2284488" y="4926120"/>
                <a:ext cx="136440" cy="34452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88517EDC-E931-ED2C-BB7F-14E91552866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78368" y="4920000"/>
                  <a:ext cx="1486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D8708271-421F-2615-3F1F-AD012A0B8913}"/>
                    </a:ext>
                  </a:extLst>
                </p14:cNvPr>
                <p14:cNvContentPartPr/>
                <p14:nvPr/>
              </p14:nvContentPartPr>
              <p14:xfrm>
                <a:off x="4629168" y="3390720"/>
                <a:ext cx="931320" cy="230580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D8708271-421F-2615-3F1F-AD012A0B891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23048" y="3384600"/>
                  <a:ext cx="943560" cy="23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4D7BD7DD-335A-CA67-ABD6-DC81F971FB92}"/>
                    </a:ext>
                  </a:extLst>
                </p14:cNvPr>
                <p14:cNvContentPartPr/>
                <p14:nvPr/>
              </p14:nvContentPartPr>
              <p14:xfrm>
                <a:off x="4561848" y="2816880"/>
                <a:ext cx="200880" cy="14940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4D7BD7DD-335A-CA67-ABD6-DC81F971FB9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55728" y="2810760"/>
                  <a:ext cx="21312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D7479559-8751-2583-FA98-EB6F2CD5F919}"/>
                  </a:ext>
                </a:extLst>
              </p14:cNvPr>
              <p14:cNvContentPartPr/>
              <p14:nvPr/>
            </p14:nvContentPartPr>
            <p14:xfrm>
              <a:off x="4402380" y="6284340"/>
              <a:ext cx="334080" cy="15840"/>
            </p14:xfrm>
          </p:contentPart>
        </mc:Choice>
        <mc:Fallback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D7479559-8751-2583-FA98-EB6F2CD5F919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396260" y="6278220"/>
                <a:ext cx="3463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5B262B0C-F0E7-1FAA-33FE-94F721B8DB16}"/>
                  </a:ext>
                </a:extLst>
              </p14:cNvPr>
              <p14:cNvContentPartPr/>
              <p14:nvPr/>
            </p14:nvContentPartPr>
            <p14:xfrm>
              <a:off x="5321820" y="6237900"/>
              <a:ext cx="290520" cy="12600"/>
            </p14:xfrm>
          </p:contentPart>
        </mc:Choice>
        <mc:Fallback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5B262B0C-F0E7-1FAA-33FE-94F721B8DB16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315700" y="6231780"/>
                <a:ext cx="3027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511" name="Ink 510">
                <a:extLst>
                  <a:ext uri="{FF2B5EF4-FFF2-40B4-BE49-F238E27FC236}">
                    <a16:creationId xmlns:a16="http://schemas.microsoft.com/office/drawing/2014/main" id="{B7239514-1369-411C-B95E-7E570F74C615}"/>
                  </a:ext>
                </a:extLst>
              </p14:cNvPr>
              <p14:cNvContentPartPr/>
              <p14:nvPr/>
            </p14:nvContentPartPr>
            <p14:xfrm>
              <a:off x="6104460" y="6218820"/>
              <a:ext cx="356760" cy="19080"/>
            </p14:xfrm>
          </p:contentPart>
        </mc:Choice>
        <mc:Fallback>
          <p:pic>
            <p:nvPicPr>
              <p:cNvPr id="511" name="Ink 510">
                <a:extLst>
                  <a:ext uri="{FF2B5EF4-FFF2-40B4-BE49-F238E27FC236}">
                    <a16:creationId xmlns:a16="http://schemas.microsoft.com/office/drawing/2014/main" id="{B7239514-1369-411C-B95E-7E570F74C61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098340" y="6212700"/>
                <a:ext cx="3690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06626F5D-D621-9197-88DA-466CEAE5AD9B}"/>
                  </a:ext>
                </a:extLst>
              </p14:cNvPr>
              <p14:cNvContentPartPr/>
              <p14:nvPr/>
            </p14:nvContentPartPr>
            <p14:xfrm>
              <a:off x="7000140" y="6276420"/>
              <a:ext cx="289800" cy="18000"/>
            </p14:xfrm>
          </p:contentPart>
        </mc:Choice>
        <mc:Fallback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06626F5D-D621-9197-88DA-466CEAE5AD9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994020" y="6270300"/>
                <a:ext cx="30204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1" name="Group 520">
            <a:extLst>
              <a:ext uri="{FF2B5EF4-FFF2-40B4-BE49-F238E27FC236}">
                <a16:creationId xmlns:a16="http://schemas.microsoft.com/office/drawing/2014/main" id="{38E17629-46E5-BCEE-DF26-327229EF01CA}"/>
              </a:ext>
            </a:extLst>
          </p:cNvPr>
          <p:cNvGrpSpPr/>
          <p:nvPr/>
        </p:nvGrpSpPr>
        <p:grpSpPr>
          <a:xfrm>
            <a:off x="2559180" y="5650380"/>
            <a:ext cx="1433160" cy="654840"/>
            <a:chOff x="2559180" y="5650380"/>
            <a:chExt cx="143316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8E472EC7-F2BD-CA79-7E28-37BDB341414F}"/>
                    </a:ext>
                  </a:extLst>
                </p14:cNvPr>
                <p14:cNvContentPartPr/>
                <p14:nvPr/>
              </p14:nvContentPartPr>
              <p14:xfrm>
                <a:off x="2843220" y="6274620"/>
                <a:ext cx="289800" cy="3060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8E472EC7-F2BD-CA79-7E28-37BDB341414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837100" y="6268500"/>
                  <a:ext cx="302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77ABA3DF-75BE-5620-5367-1EA1F86C3ABB}"/>
                    </a:ext>
                  </a:extLst>
                </p14:cNvPr>
                <p14:cNvContentPartPr/>
                <p14:nvPr/>
              </p14:nvContentPartPr>
              <p14:xfrm>
                <a:off x="3561060" y="6281100"/>
                <a:ext cx="315720" cy="576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77ABA3DF-75BE-5620-5367-1EA1F86C3AB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554940" y="6274980"/>
                  <a:ext cx="327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6FD91CCC-A2BF-E25F-ECD2-6DE8E183B229}"/>
                    </a:ext>
                  </a:extLst>
                </p14:cNvPr>
                <p14:cNvContentPartPr/>
                <p14:nvPr/>
              </p14:nvContentPartPr>
              <p14:xfrm>
                <a:off x="2559180" y="5841900"/>
                <a:ext cx="252720" cy="23112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6FD91CCC-A2BF-E25F-ECD2-6DE8E183B22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553060" y="5835780"/>
                  <a:ext cx="2649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004A5EE0-A1A1-D20E-18D3-B335B6D1AFB8}"/>
                    </a:ext>
                  </a:extLst>
                </p14:cNvPr>
                <p14:cNvContentPartPr/>
                <p14:nvPr/>
              </p14:nvContentPartPr>
              <p14:xfrm>
                <a:off x="2791380" y="5959260"/>
                <a:ext cx="85320" cy="25704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004A5EE0-A1A1-D20E-18D3-B335B6D1AFB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785260" y="5953140"/>
                  <a:ext cx="97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8CF41AAD-6FD4-08CE-270C-2B59D3C6ABD7}"/>
                    </a:ext>
                  </a:extLst>
                </p14:cNvPr>
                <p14:cNvContentPartPr/>
                <p14:nvPr/>
              </p14:nvContentPartPr>
              <p14:xfrm>
                <a:off x="2996220" y="5842620"/>
                <a:ext cx="161280" cy="26640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8CF41AAD-6FD4-08CE-270C-2B59D3C6ABD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990100" y="5836500"/>
                  <a:ext cx="173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8A13FEDB-2FC4-F95D-F1BF-4B3DF1ABBC72}"/>
                    </a:ext>
                  </a:extLst>
                </p14:cNvPr>
                <p14:cNvContentPartPr/>
                <p14:nvPr/>
              </p14:nvContentPartPr>
              <p14:xfrm>
                <a:off x="3237060" y="5931900"/>
                <a:ext cx="82440" cy="20412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8A13FEDB-2FC4-F95D-F1BF-4B3DF1ABBC7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30940" y="5925780"/>
                  <a:ext cx="94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C441B2D8-5402-80A0-D56F-415DCFC7B443}"/>
                    </a:ext>
                  </a:extLst>
                </p14:cNvPr>
                <p14:cNvContentPartPr/>
                <p14:nvPr/>
              </p14:nvContentPartPr>
              <p14:xfrm>
                <a:off x="3400860" y="5711220"/>
                <a:ext cx="197280" cy="28620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C441B2D8-5402-80A0-D56F-415DCFC7B44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394740" y="5705100"/>
                  <a:ext cx="2095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EF20799B-D8CC-4866-1FA5-8FC4B86C0299}"/>
                    </a:ext>
                  </a:extLst>
                </p14:cNvPr>
                <p14:cNvContentPartPr/>
                <p14:nvPr/>
              </p14:nvContentPartPr>
              <p14:xfrm>
                <a:off x="3609300" y="5801580"/>
                <a:ext cx="135000" cy="28440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EF20799B-D8CC-4866-1FA5-8FC4B86C029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603180" y="5795460"/>
                  <a:ext cx="1472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DAAA570D-D615-E204-27DC-8AFE54B8FBF5}"/>
                    </a:ext>
                  </a:extLst>
                </p14:cNvPr>
                <p14:cNvContentPartPr/>
                <p14:nvPr/>
              </p14:nvContentPartPr>
              <p14:xfrm>
                <a:off x="3722340" y="5650380"/>
                <a:ext cx="270000" cy="30852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DAAA570D-D615-E204-27DC-8AFE54B8FBF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716220" y="5644260"/>
                  <a:ext cx="282240" cy="32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EAC287E3-D608-B7C3-FC22-56A507393E5B}"/>
                  </a:ext>
                </a:extLst>
              </p14:cNvPr>
              <p14:cNvContentPartPr/>
              <p14:nvPr/>
            </p14:nvContentPartPr>
            <p14:xfrm>
              <a:off x="7062780" y="5860980"/>
              <a:ext cx="297360" cy="268200"/>
            </p14:xfrm>
          </p:contentPart>
        </mc:Choice>
        <mc:Fallback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EAC287E3-D608-B7C3-FC22-56A507393E5B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056660" y="5854860"/>
                <a:ext cx="3096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2E049B19-37E3-73BD-FE1D-0C7722D63FE5}"/>
                  </a:ext>
                </a:extLst>
              </p14:cNvPr>
              <p14:cNvContentPartPr/>
              <p14:nvPr/>
            </p14:nvContentPartPr>
            <p14:xfrm>
              <a:off x="2478900" y="6102540"/>
              <a:ext cx="71640" cy="208440"/>
            </p14:xfrm>
          </p:contentPart>
        </mc:Choice>
        <mc:Fallback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2E049B19-37E3-73BD-FE1D-0C7722D63FE5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472780" y="6096420"/>
                <a:ext cx="8388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4" name="Group 533">
            <a:extLst>
              <a:ext uri="{FF2B5EF4-FFF2-40B4-BE49-F238E27FC236}">
                <a16:creationId xmlns:a16="http://schemas.microsoft.com/office/drawing/2014/main" id="{018C5257-889E-4C7E-C7DC-2F170DDA6493}"/>
              </a:ext>
            </a:extLst>
          </p:cNvPr>
          <p:cNvGrpSpPr/>
          <p:nvPr/>
        </p:nvGrpSpPr>
        <p:grpSpPr>
          <a:xfrm>
            <a:off x="4080540" y="5578020"/>
            <a:ext cx="279720" cy="404640"/>
            <a:chOff x="4080540" y="5578020"/>
            <a:chExt cx="27972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46CF02D6-06B5-80BB-266C-483AA40CE823}"/>
                    </a:ext>
                  </a:extLst>
                </p14:cNvPr>
                <p14:cNvContentPartPr/>
                <p14:nvPr/>
              </p14:nvContentPartPr>
              <p14:xfrm>
                <a:off x="4080540" y="5842260"/>
                <a:ext cx="63000" cy="14040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46CF02D6-06B5-80BB-266C-483AA40CE82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074420" y="5836140"/>
                  <a:ext cx="75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5DCC48CA-5147-CD09-9696-E12149061D61}"/>
                    </a:ext>
                  </a:extLst>
                </p14:cNvPr>
                <p14:cNvContentPartPr/>
                <p14:nvPr/>
              </p14:nvContentPartPr>
              <p14:xfrm>
                <a:off x="4159380" y="5578020"/>
                <a:ext cx="200880" cy="36900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5DCC48CA-5147-CD09-9696-E12149061D6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153260" y="5571900"/>
                  <a:ext cx="21312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90F84158-D4E7-F6C1-2A6B-8B49942D9CFB}"/>
              </a:ext>
            </a:extLst>
          </p:cNvPr>
          <p:cNvGrpSpPr/>
          <p:nvPr/>
        </p:nvGrpSpPr>
        <p:grpSpPr>
          <a:xfrm>
            <a:off x="6987180" y="6547860"/>
            <a:ext cx="488520" cy="552600"/>
            <a:chOff x="6987180" y="6547860"/>
            <a:chExt cx="488520" cy="55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707688AF-3BD0-86AB-B165-AEC7A90073B8}"/>
                    </a:ext>
                  </a:extLst>
                </p14:cNvPr>
                <p14:cNvContentPartPr/>
                <p14:nvPr/>
              </p14:nvContentPartPr>
              <p14:xfrm>
                <a:off x="6987180" y="6623100"/>
                <a:ext cx="57240" cy="38304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707688AF-3BD0-86AB-B165-AEC7A90073B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81060" y="6616980"/>
                  <a:ext cx="694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94BE0E88-14A6-09D5-A92F-1CC4C21CAD2F}"/>
                    </a:ext>
                  </a:extLst>
                </p14:cNvPr>
                <p14:cNvContentPartPr/>
                <p14:nvPr/>
              </p14:nvContentPartPr>
              <p14:xfrm>
                <a:off x="7166100" y="6547860"/>
                <a:ext cx="186480" cy="39456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94BE0E88-14A6-09D5-A92F-1CC4C21CAD2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159980" y="6541740"/>
                  <a:ext cx="198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230C347B-4368-C787-4099-C57927D46461}"/>
                    </a:ext>
                  </a:extLst>
                </p14:cNvPr>
                <p14:cNvContentPartPr/>
                <p14:nvPr/>
              </p14:nvContentPartPr>
              <p14:xfrm>
                <a:off x="7445820" y="6755580"/>
                <a:ext cx="29880" cy="34488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230C347B-4368-C787-4099-C57927D4646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39700" y="6749460"/>
                  <a:ext cx="4212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214CB9FE-C4DD-5F32-C11B-580D60B5635A}"/>
              </a:ext>
            </a:extLst>
          </p:cNvPr>
          <p:cNvGrpSpPr/>
          <p:nvPr/>
        </p:nvGrpSpPr>
        <p:grpSpPr>
          <a:xfrm>
            <a:off x="6068460" y="6739020"/>
            <a:ext cx="549720" cy="334080"/>
            <a:chOff x="6068460" y="6739020"/>
            <a:chExt cx="54972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8B0A9E8F-18DC-7E83-A0A0-CCB8E5CDA4A2}"/>
                    </a:ext>
                  </a:extLst>
                </p14:cNvPr>
                <p14:cNvContentPartPr/>
                <p14:nvPr/>
              </p14:nvContentPartPr>
              <p14:xfrm>
                <a:off x="6431340" y="6739020"/>
                <a:ext cx="186840" cy="27936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8B0A9E8F-18DC-7E83-A0A0-CCB8E5CDA4A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425220" y="6732900"/>
                  <a:ext cx="1990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166B046C-0259-6AB1-04E6-88D5285114B2}"/>
                    </a:ext>
                  </a:extLst>
                </p14:cNvPr>
                <p14:cNvContentPartPr/>
                <p14:nvPr/>
              </p14:nvContentPartPr>
              <p14:xfrm>
                <a:off x="6068460" y="6752340"/>
                <a:ext cx="523080" cy="32076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166B046C-0259-6AB1-04E6-88D5285114B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062340" y="6746220"/>
                  <a:ext cx="53532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20D54BCA-1D06-E971-CD75-2BF6CA6387BC}"/>
              </a:ext>
            </a:extLst>
          </p:cNvPr>
          <p:cNvGrpSpPr/>
          <p:nvPr/>
        </p:nvGrpSpPr>
        <p:grpSpPr>
          <a:xfrm>
            <a:off x="3041220" y="6759180"/>
            <a:ext cx="339480" cy="358200"/>
            <a:chOff x="3041220" y="6759180"/>
            <a:chExt cx="33948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EDD56348-5A5E-B04E-6C8A-CB7EC8FA450F}"/>
                    </a:ext>
                  </a:extLst>
                </p14:cNvPr>
                <p14:cNvContentPartPr/>
                <p14:nvPr/>
              </p14:nvContentPartPr>
              <p14:xfrm>
                <a:off x="3088020" y="6759180"/>
                <a:ext cx="263880" cy="20484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EDD56348-5A5E-B04E-6C8A-CB7EC8FA450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081900" y="6753060"/>
                  <a:ext cx="276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2DF416D3-74EB-2265-36FF-22BDC1F98FAF}"/>
                    </a:ext>
                  </a:extLst>
                </p14:cNvPr>
                <p14:cNvContentPartPr/>
                <p14:nvPr/>
              </p14:nvContentPartPr>
              <p14:xfrm>
                <a:off x="3041220" y="6826500"/>
                <a:ext cx="339480" cy="29088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2DF416D3-74EB-2265-36FF-22BDC1F98FA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035100" y="6820380"/>
                  <a:ext cx="35172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8" name="Group 547">
            <a:extLst>
              <a:ext uri="{FF2B5EF4-FFF2-40B4-BE49-F238E27FC236}">
                <a16:creationId xmlns:a16="http://schemas.microsoft.com/office/drawing/2014/main" id="{496B3487-55D9-63C1-C20D-94A3407D35C3}"/>
              </a:ext>
            </a:extLst>
          </p:cNvPr>
          <p:cNvGrpSpPr/>
          <p:nvPr/>
        </p:nvGrpSpPr>
        <p:grpSpPr>
          <a:xfrm>
            <a:off x="4417500" y="5527620"/>
            <a:ext cx="341640" cy="435960"/>
            <a:chOff x="4417500" y="5527620"/>
            <a:chExt cx="34164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2B08C76B-1A2D-4DBC-2F00-F9D33ECE5927}"/>
                    </a:ext>
                  </a:extLst>
                </p14:cNvPr>
                <p14:cNvContentPartPr/>
                <p14:nvPr/>
              </p14:nvContentPartPr>
              <p14:xfrm>
                <a:off x="4417500" y="5820660"/>
                <a:ext cx="39240" cy="14292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2B08C76B-1A2D-4DBC-2F00-F9D33ECE592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411380" y="5814540"/>
                  <a:ext cx="51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6EBB7768-CB33-04EE-EA70-780B08EA018F}"/>
                    </a:ext>
                  </a:extLst>
                </p14:cNvPr>
                <p14:cNvContentPartPr/>
                <p14:nvPr/>
              </p14:nvContentPartPr>
              <p14:xfrm>
                <a:off x="4450620" y="5527620"/>
                <a:ext cx="199440" cy="27144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6EBB7768-CB33-04EE-EA70-780B08EA018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444500" y="5521500"/>
                  <a:ext cx="2116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0A2F7C57-E209-AC34-9DF2-694C7F868432}"/>
                    </a:ext>
                  </a:extLst>
                </p14:cNvPr>
                <p14:cNvContentPartPr/>
                <p14:nvPr/>
              </p14:nvContentPartPr>
              <p14:xfrm>
                <a:off x="4512540" y="5573700"/>
                <a:ext cx="246600" cy="11556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0A2F7C57-E209-AC34-9DF2-694C7F86843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506420" y="5567580"/>
                  <a:ext cx="2588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968E4928-72CC-88F5-E431-9BDE89B8B509}"/>
              </a:ext>
            </a:extLst>
          </p:cNvPr>
          <p:cNvGrpSpPr/>
          <p:nvPr/>
        </p:nvGrpSpPr>
        <p:grpSpPr>
          <a:xfrm>
            <a:off x="2347500" y="6577740"/>
            <a:ext cx="542160" cy="633960"/>
            <a:chOff x="2347500" y="6577740"/>
            <a:chExt cx="542160" cy="63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C8E8DBFE-0248-0E33-AE66-9F10E796FEDF}"/>
                    </a:ext>
                  </a:extLst>
                </p14:cNvPr>
                <p14:cNvContentPartPr/>
                <p14:nvPr/>
              </p14:nvContentPartPr>
              <p14:xfrm>
                <a:off x="2347500" y="6641100"/>
                <a:ext cx="246240" cy="55224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C8E8DBFE-0248-0E33-AE66-9F10E796FED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41380" y="6634980"/>
                  <a:ext cx="25848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D1412A87-581B-D911-93EA-16D60FDDBC31}"/>
                    </a:ext>
                  </a:extLst>
                </p14:cNvPr>
                <p14:cNvContentPartPr/>
                <p14:nvPr/>
              </p14:nvContentPartPr>
              <p14:xfrm>
                <a:off x="2579700" y="6577740"/>
                <a:ext cx="149400" cy="50148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D1412A87-581B-D911-93EA-16D60FDDBC3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573580" y="6571620"/>
                  <a:ext cx="16164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1526E171-ED1D-82A9-26FD-5DB2E3CFDDB7}"/>
                    </a:ext>
                  </a:extLst>
                </p14:cNvPr>
                <p14:cNvContentPartPr/>
                <p14:nvPr/>
              </p14:nvContentPartPr>
              <p14:xfrm>
                <a:off x="2857620" y="6897060"/>
                <a:ext cx="32040" cy="31464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1526E171-ED1D-82A9-26FD-5DB2E3CFDDB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851500" y="6890940"/>
                  <a:ext cx="44280" cy="32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F4390B8C-810A-C578-CBC2-811F58CA22AF}"/>
                  </a:ext>
                </a:extLst>
              </p14:cNvPr>
              <p14:cNvContentPartPr/>
              <p14:nvPr/>
            </p14:nvContentPartPr>
            <p14:xfrm>
              <a:off x="5037060" y="6877620"/>
              <a:ext cx="201600" cy="478080"/>
            </p14:xfrm>
          </p:contentPart>
        </mc:Choice>
        <mc:Fallback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F4390B8C-810A-C578-CBC2-811F58CA22AF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030940" y="6871500"/>
                <a:ext cx="21384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842D1F26-4B1A-BFAD-A23C-C72DBDB57479}"/>
                  </a:ext>
                </a:extLst>
              </p14:cNvPr>
              <p14:cNvContentPartPr/>
              <p14:nvPr/>
            </p14:nvContentPartPr>
            <p14:xfrm>
              <a:off x="4594620" y="6624180"/>
              <a:ext cx="150120" cy="429480"/>
            </p14:xfrm>
          </p:contentPart>
        </mc:Choice>
        <mc:Fallback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842D1F26-4B1A-BFAD-A23C-C72DBDB57479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588500" y="6618060"/>
                <a:ext cx="16236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558" name="Ink 557">
                <a:extLst>
                  <a:ext uri="{FF2B5EF4-FFF2-40B4-BE49-F238E27FC236}">
                    <a16:creationId xmlns:a16="http://schemas.microsoft.com/office/drawing/2014/main" id="{48E40B4D-44C9-8F64-98FF-FBB446D82682}"/>
                  </a:ext>
                </a:extLst>
              </p14:cNvPr>
              <p14:cNvContentPartPr/>
              <p14:nvPr/>
            </p14:nvContentPartPr>
            <p14:xfrm>
              <a:off x="3966780" y="6502860"/>
              <a:ext cx="389520" cy="501120"/>
            </p14:xfrm>
          </p:contentPart>
        </mc:Choice>
        <mc:Fallback>
          <p:pic>
            <p:nvPicPr>
              <p:cNvPr id="558" name="Ink 557">
                <a:extLst>
                  <a:ext uri="{FF2B5EF4-FFF2-40B4-BE49-F238E27FC236}">
                    <a16:creationId xmlns:a16="http://schemas.microsoft.com/office/drawing/2014/main" id="{48E40B4D-44C9-8F64-98FF-FBB446D8268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960660" y="6496740"/>
                <a:ext cx="401760" cy="51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6" name="Group 565">
            <a:extLst>
              <a:ext uri="{FF2B5EF4-FFF2-40B4-BE49-F238E27FC236}">
                <a16:creationId xmlns:a16="http://schemas.microsoft.com/office/drawing/2014/main" id="{865C300A-7D3B-CA82-A9D4-1D4D11ABCCC9}"/>
              </a:ext>
            </a:extLst>
          </p:cNvPr>
          <p:cNvGrpSpPr/>
          <p:nvPr/>
        </p:nvGrpSpPr>
        <p:grpSpPr>
          <a:xfrm>
            <a:off x="907500" y="5279940"/>
            <a:ext cx="1637280" cy="979920"/>
            <a:chOff x="907500" y="5279940"/>
            <a:chExt cx="1637280" cy="9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990CEA22-AACD-D2F7-E424-595BF6DD02D0}"/>
                    </a:ext>
                  </a:extLst>
                </p14:cNvPr>
                <p14:cNvContentPartPr/>
                <p14:nvPr/>
              </p14:nvContentPartPr>
              <p14:xfrm>
                <a:off x="1702020" y="5759100"/>
                <a:ext cx="85320" cy="26388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990CEA22-AACD-D2F7-E424-595BF6DD02D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695900" y="5752980"/>
                  <a:ext cx="975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2B812694-CEFE-1377-753F-8135D89BDAB7}"/>
                    </a:ext>
                  </a:extLst>
                </p14:cNvPr>
                <p14:cNvContentPartPr/>
                <p14:nvPr/>
              </p14:nvContentPartPr>
              <p14:xfrm>
                <a:off x="1905780" y="5771700"/>
                <a:ext cx="201240" cy="37008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2B812694-CEFE-1377-753F-8135D89BDAB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899660" y="5765580"/>
                  <a:ext cx="2134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FC9BC712-5A2F-5696-26C7-6DD2616DCCD0}"/>
                    </a:ext>
                  </a:extLst>
                </p14:cNvPr>
                <p14:cNvContentPartPr/>
                <p14:nvPr/>
              </p14:nvContentPartPr>
              <p14:xfrm>
                <a:off x="2240580" y="6048540"/>
                <a:ext cx="40680" cy="17388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FC9BC712-5A2F-5696-26C7-6DD2616DCCD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234460" y="6042420"/>
                  <a:ext cx="529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A22B2545-30EE-AC9F-66D6-1175DAE8E226}"/>
                    </a:ext>
                  </a:extLst>
                </p14:cNvPr>
                <p14:cNvContentPartPr/>
                <p14:nvPr/>
              </p14:nvContentPartPr>
              <p14:xfrm>
                <a:off x="2384580" y="5794020"/>
                <a:ext cx="160200" cy="23976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A22B2545-30EE-AC9F-66D6-1175DAE8E22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378460" y="5787900"/>
                  <a:ext cx="172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7191ABE5-5940-A243-7952-FBC45329ADD2}"/>
                    </a:ext>
                  </a:extLst>
                </p14:cNvPr>
                <p14:cNvContentPartPr/>
                <p14:nvPr/>
              </p14:nvContentPartPr>
              <p14:xfrm>
                <a:off x="2435700" y="5737860"/>
                <a:ext cx="95400" cy="4392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7191ABE5-5940-A243-7952-FBC45329ADD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429580" y="5731740"/>
                  <a:ext cx="107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2E31B8BA-0922-F700-EBE5-FB8711674E0D}"/>
                    </a:ext>
                  </a:extLst>
                </p14:cNvPr>
                <p14:cNvContentPartPr/>
                <p14:nvPr/>
              </p14:nvContentPartPr>
              <p14:xfrm>
                <a:off x="1822980" y="6047100"/>
                <a:ext cx="101160" cy="21276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2E31B8BA-0922-F700-EBE5-FB8711674E0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816860" y="6040980"/>
                  <a:ext cx="113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14BD3D93-1556-65D7-EA1E-105699BA0DB5}"/>
                    </a:ext>
                  </a:extLst>
                </p14:cNvPr>
                <p14:cNvContentPartPr/>
                <p14:nvPr/>
              </p14:nvContentPartPr>
              <p14:xfrm>
                <a:off x="907500" y="5314140"/>
                <a:ext cx="277200" cy="342360"/>
              </p14:xfrm>
            </p:contentPart>
          </mc:Choice>
          <mc:Fallback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14BD3D93-1556-65D7-EA1E-105699BA0DB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1380" y="5308020"/>
                  <a:ext cx="2894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D8CE747E-2ACA-FC8D-616F-32C7B6237654}"/>
                    </a:ext>
                  </a:extLst>
                </p14:cNvPr>
                <p14:cNvContentPartPr/>
                <p14:nvPr/>
              </p14:nvContentPartPr>
              <p14:xfrm>
                <a:off x="981300" y="5292900"/>
                <a:ext cx="415080" cy="81720"/>
              </p14:xfrm>
            </p:contentPart>
          </mc:Choice>
          <mc:Fallback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D8CE747E-2ACA-FC8D-616F-32C7B623765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5180" y="5286780"/>
                  <a:ext cx="427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B6F1ACE0-9618-ABA8-E07F-2ECC013A2663}"/>
                    </a:ext>
                  </a:extLst>
                </p14:cNvPr>
                <p14:cNvContentPartPr/>
                <p14:nvPr/>
              </p14:nvContentPartPr>
              <p14:xfrm>
                <a:off x="1364700" y="5279940"/>
                <a:ext cx="224640" cy="318240"/>
              </p14:xfrm>
            </p:contentPart>
          </mc:Choice>
          <mc:Fallback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B6F1ACE0-9618-ABA8-E07F-2ECC013A266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358580" y="5273820"/>
                  <a:ext cx="2368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8385D51D-4B90-227A-F56D-8F984D3DBB34}"/>
                    </a:ext>
                  </a:extLst>
                </p14:cNvPr>
                <p14:cNvContentPartPr/>
                <p14:nvPr/>
              </p14:nvContentPartPr>
              <p14:xfrm>
                <a:off x="1623540" y="5512500"/>
                <a:ext cx="29160" cy="21096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8385D51D-4B90-227A-F56D-8F984D3DBB3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617420" y="5506380"/>
                  <a:ext cx="414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0305FBB8-BC57-7AD6-B6AC-8162BDD7D35A}"/>
                    </a:ext>
                  </a:extLst>
                </p14:cNvPr>
                <p14:cNvContentPartPr/>
                <p14:nvPr/>
              </p14:nvContentPartPr>
              <p14:xfrm>
                <a:off x="1760340" y="5322780"/>
                <a:ext cx="137160" cy="385200"/>
              </p14:xfrm>
            </p:contentPart>
          </mc:Choice>
          <mc:Fallback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0305FBB8-BC57-7AD6-B6AC-8162BDD7D35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754220" y="5316660"/>
                  <a:ext cx="14940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4396770D-838A-3E0D-20BD-8B576C22A58F}"/>
                    </a:ext>
                  </a:extLst>
                </p14:cNvPr>
                <p14:cNvContentPartPr/>
                <p14:nvPr/>
              </p14:nvContentPartPr>
              <p14:xfrm>
                <a:off x="1990740" y="5375340"/>
                <a:ext cx="141480" cy="27216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4396770D-838A-3E0D-20BD-8B576C22A58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984620" y="5369220"/>
                  <a:ext cx="1537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095E6991-1E7B-7715-69F5-1F09B12EBA19}"/>
                    </a:ext>
                  </a:extLst>
                </p14:cNvPr>
                <p14:cNvContentPartPr/>
                <p14:nvPr/>
              </p14:nvContentPartPr>
              <p14:xfrm>
                <a:off x="2253900" y="5359140"/>
                <a:ext cx="239040" cy="26784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095E6991-1E7B-7715-69F5-1F09B12EBA1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247780" y="5353020"/>
                  <a:ext cx="25128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906F12CE-7B18-889C-4AEC-85DF055DCE43}"/>
              </a:ext>
            </a:extLst>
          </p:cNvPr>
          <p:cNvGrpSpPr/>
          <p:nvPr/>
        </p:nvGrpSpPr>
        <p:grpSpPr>
          <a:xfrm>
            <a:off x="4507500" y="7470180"/>
            <a:ext cx="1595520" cy="460440"/>
            <a:chOff x="4507500" y="7470180"/>
            <a:chExt cx="159552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2A11E8FB-4DAD-EFE9-57DD-40C36725029B}"/>
                    </a:ext>
                  </a:extLst>
                </p14:cNvPr>
                <p14:cNvContentPartPr/>
                <p14:nvPr/>
              </p14:nvContentPartPr>
              <p14:xfrm>
                <a:off x="4507500" y="7489620"/>
                <a:ext cx="45000" cy="441000"/>
              </p14:xfrm>
            </p:contentPart>
          </mc:Choice>
          <mc:Fallback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2A11E8FB-4DAD-EFE9-57DD-40C36725029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501380" y="7483500"/>
                  <a:ext cx="572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18C02807-2AF1-4413-464A-8196FA4F54D4}"/>
                    </a:ext>
                  </a:extLst>
                </p14:cNvPr>
                <p14:cNvContentPartPr/>
                <p14:nvPr/>
              </p14:nvContentPartPr>
              <p14:xfrm>
                <a:off x="4678500" y="7555140"/>
                <a:ext cx="282600" cy="337680"/>
              </p14:xfrm>
            </p:contentPart>
          </mc:Choice>
          <mc:Fallback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18C02807-2AF1-4413-464A-8196FA4F54D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672380" y="7549020"/>
                  <a:ext cx="2948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E448A502-C9B7-8FD6-E80E-BF4F4150D066}"/>
                    </a:ext>
                  </a:extLst>
                </p14:cNvPr>
                <p14:cNvContentPartPr/>
                <p14:nvPr/>
              </p14:nvContentPartPr>
              <p14:xfrm>
                <a:off x="4770300" y="7514460"/>
                <a:ext cx="338760" cy="57240"/>
              </p14:xfrm>
            </p:contentPart>
          </mc:Choice>
          <mc:Fallback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E448A502-C9B7-8FD6-E80E-BF4F4150D06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764180" y="7508340"/>
                  <a:ext cx="351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ACA18F8E-3271-9FDC-AAC4-29D842C9475B}"/>
                    </a:ext>
                  </a:extLst>
                </p14:cNvPr>
                <p14:cNvContentPartPr/>
                <p14:nvPr/>
              </p14:nvContentPartPr>
              <p14:xfrm>
                <a:off x="5205180" y="7527420"/>
                <a:ext cx="20520" cy="373320"/>
              </p14:xfrm>
            </p:contentPart>
          </mc:Choice>
          <mc:Fallback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ACA18F8E-3271-9FDC-AAC4-29D842C9475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199060" y="7521300"/>
                  <a:ext cx="327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FB96B564-EF3C-47F1-F97C-6326E97D969B}"/>
                    </a:ext>
                  </a:extLst>
                </p14:cNvPr>
                <p14:cNvContentPartPr/>
                <p14:nvPr/>
              </p14:nvContentPartPr>
              <p14:xfrm>
                <a:off x="5268540" y="7535340"/>
                <a:ext cx="419400" cy="323280"/>
              </p14:xfrm>
            </p:contentPart>
          </mc:Choice>
          <mc:Fallback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FB96B564-EF3C-47F1-F97C-6326E97D969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262420" y="7529220"/>
                  <a:ext cx="4316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4D84C92E-663A-2126-06CA-B5ACA62A8F50}"/>
                    </a:ext>
                  </a:extLst>
                </p14:cNvPr>
                <p14:cNvContentPartPr/>
                <p14:nvPr/>
              </p14:nvContentPartPr>
              <p14:xfrm>
                <a:off x="5827260" y="7470180"/>
                <a:ext cx="275760" cy="279720"/>
              </p14:xfrm>
            </p:contentPart>
          </mc:Choice>
          <mc:Fallback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4D84C92E-663A-2126-06CA-B5ACA62A8F5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821140" y="7464060"/>
                  <a:ext cx="288000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574" name="Ink 573">
                <a:extLst>
                  <a:ext uri="{FF2B5EF4-FFF2-40B4-BE49-F238E27FC236}">
                    <a16:creationId xmlns:a16="http://schemas.microsoft.com/office/drawing/2014/main" id="{594A7ED0-F685-465E-0033-A53028204874}"/>
                  </a:ext>
                </a:extLst>
              </p14:cNvPr>
              <p14:cNvContentPartPr/>
              <p14:nvPr/>
            </p14:nvContentPartPr>
            <p14:xfrm>
              <a:off x="1103700" y="8346420"/>
              <a:ext cx="223560" cy="34200"/>
            </p14:xfrm>
          </p:contentPart>
        </mc:Choice>
        <mc:Fallback>
          <p:pic>
            <p:nvPicPr>
              <p:cNvPr id="574" name="Ink 573">
                <a:extLst>
                  <a:ext uri="{FF2B5EF4-FFF2-40B4-BE49-F238E27FC236}">
                    <a16:creationId xmlns:a16="http://schemas.microsoft.com/office/drawing/2014/main" id="{594A7ED0-F685-465E-0033-A53028204874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097580" y="8340300"/>
                <a:ext cx="2358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F16CD0F2-9EA9-035D-6072-D1A911B72456}"/>
                  </a:ext>
                </a:extLst>
              </p14:cNvPr>
              <p14:cNvContentPartPr/>
              <p14:nvPr/>
            </p14:nvContentPartPr>
            <p14:xfrm>
              <a:off x="1111620" y="8540820"/>
              <a:ext cx="336600" cy="42480"/>
            </p14:xfrm>
          </p:contentPart>
        </mc:Choice>
        <mc:Fallback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F16CD0F2-9EA9-035D-6072-D1A911B72456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105500" y="8534700"/>
                <a:ext cx="34884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4" name="Group 583">
            <a:extLst>
              <a:ext uri="{FF2B5EF4-FFF2-40B4-BE49-F238E27FC236}">
                <a16:creationId xmlns:a16="http://schemas.microsoft.com/office/drawing/2014/main" id="{A7EB2B73-98C4-54C0-65D6-4332D27F8755}"/>
              </a:ext>
            </a:extLst>
          </p:cNvPr>
          <p:cNvGrpSpPr/>
          <p:nvPr/>
        </p:nvGrpSpPr>
        <p:grpSpPr>
          <a:xfrm>
            <a:off x="1808940" y="8087940"/>
            <a:ext cx="2520360" cy="625320"/>
            <a:chOff x="1808940" y="8087940"/>
            <a:chExt cx="2520360" cy="62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C16F012D-4C48-7F30-6589-9803F5410BB4}"/>
                    </a:ext>
                  </a:extLst>
                </p14:cNvPr>
                <p14:cNvContentPartPr/>
                <p14:nvPr/>
              </p14:nvContentPartPr>
              <p14:xfrm>
                <a:off x="1808940" y="8087940"/>
                <a:ext cx="362520" cy="54648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C16F012D-4C48-7F30-6589-9803F5410BB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02820" y="8081820"/>
                  <a:ext cx="3747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4D28A1D0-E486-178E-4419-C9F2E194606E}"/>
                    </a:ext>
                  </a:extLst>
                </p14:cNvPr>
                <p14:cNvContentPartPr/>
                <p14:nvPr/>
              </p14:nvContentPartPr>
              <p14:xfrm>
                <a:off x="2236980" y="8208900"/>
                <a:ext cx="339840" cy="32616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4D28A1D0-E486-178E-4419-C9F2E194606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230860" y="8202780"/>
                  <a:ext cx="3520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B3DEED34-BD00-323D-E0E1-DD06C14F609E}"/>
                    </a:ext>
                  </a:extLst>
                </p14:cNvPr>
                <p14:cNvContentPartPr/>
                <p14:nvPr/>
              </p14:nvContentPartPr>
              <p14:xfrm>
                <a:off x="2353620" y="8149140"/>
                <a:ext cx="346680" cy="5184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B3DEED34-BD00-323D-E0E1-DD06C14F609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347500" y="8143020"/>
                  <a:ext cx="358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54564635-9BBF-6702-2777-6B8BF4A9FCBF}"/>
                    </a:ext>
                  </a:extLst>
                </p14:cNvPr>
                <p14:cNvContentPartPr/>
                <p14:nvPr/>
              </p14:nvContentPartPr>
              <p14:xfrm>
                <a:off x="2773380" y="8348940"/>
                <a:ext cx="65160" cy="36432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54564635-9BBF-6702-2777-6B8BF4A9FCB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767260" y="8342820"/>
                  <a:ext cx="774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EE066396-14D7-94B9-0B1D-403F848A1BE9}"/>
                    </a:ext>
                  </a:extLst>
                </p14:cNvPr>
                <p14:cNvContentPartPr/>
                <p14:nvPr/>
              </p14:nvContentPartPr>
              <p14:xfrm>
                <a:off x="3053100" y="8182620"/>
                <a:ext cx="288360" cy="35100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EE066396-14D7-94B9-0B1D-403F848A1BE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046980" y="8176500"/>
                  <a:ext cx="3006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2733ACC9-55FA-74FC-BF7D-73981AEE9A56}"/>
                    </a:ext>
                  </a:extLst>
                </p14:cNvPr>
                <p14:cNvContentPartPr/>
                <p14:nvPr/>
              </p14:nvContentPartPr>
              <p14:xfrm>
                <a:off x="3126180" y="8169660"/>
                <a:ext cx="302760" cy="7812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2733ACC9-55FA-74FC-BF7D-73981AEE9A5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120060" y="8163540"/>
                  <a:ext cx="315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8F26CEE8-7A0B-3EB9-F45E-0077E082C6F2}"/>
                    </a:ext>
                  </a:extLst>
                </p14:cNvPr>
                <p14:cNvContentPartPr/>
                <p14:nvPr/>
              </p14:nvContentPartPr>
              <p14:xfrm>
                <a:off x="3550620" y="8177940"/>
                <a:ext cx="437040" cy="30852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8F26CEE8-7A0B-3EB9-F45E-0077E082C6F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544500" y="8171820"/>
                  <a:ext cx="4492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3744726B-62A9-D7FF-BFA8-963F1885284A}"/>
                    </a:ext>
                  </a:extLst>
                </p14:cNvPr>
                <p14:cNvContentPartPr/>
                <p14:nvPr/>
              </p14:nvContentPartPr>
              <p14:xfrm>
                <a:off x="3943740" y="8209980"/>
                <a:ext cx="385560" cy="324000"/>
              </p14:xfrm>
            </p:contentPart>
          </mc:Choice>
          <mc:Fallback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3744726B-62A9-D7FF-BFA8-963F1885284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937620" y="8203860"/>
                  <a:ext cx="397800" cy="33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7637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6850" y="539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850" y="1079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850" y="1619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850" y="2159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850" y="2698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6850" y="3238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6850" y="3778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6850" y="4318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6850" y="4857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6850" y="7016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6850" y="7556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6850" y="8096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6850" y="8636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6850" y="9175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6850" y="9715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6850" y="10255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850" y="5325676"/>
            <a:ext cx="7162800" cy="115767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117" y="1151913"/>
            <a:ext cx="6886883" cy="77373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393" y="126630"/>
            <a:ext cx="895945" cy="366213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309349" y="130124"/>
            <a:ext cx="183515" cy="388620"/>
          </a:xfrm>
          <a:custGeom>
            <a:avLst/>
            <a:gdLst/>
            <a:ahLst/>
            <a:cxnLst/>
            <a:rect l="l" t="t" r="r" b="b"/>
            <a:pathLst>
              <a:path w="183515" h="388620">
                <a:moveTo>
                  <a:pt x="183346" y="67429"/>
                </a:moveTo>
                <a:lnTo>
                  <a:pt x="158012" y="137610"/>
                </a:lnTo>
                <a:lnTo>
                  <a:pt x="153696" y="145718"/>
                </a:lnTo>
                <a:lnTo>
                  <a:pt x="136908" y="225723"/>
                </a:lnTo>
                <a:lnTo>
                  <a:pt x="129029" y="270214"/>
                </a:lnTo>
                <a:lnTo>
                  <a:pt x="124452" y="304618"/>
                </a:lnTo>
                <a:lnTo>
                  <a:pt x="124402" y="305111"/>
                </a:lnTo>
                <a:lnTo>
                  <a:pt x="121448" y="347115"/>
                </a:lnTo>
                <a:lnTo>
                  <a:pt x="121449" y="348171"/>
                </a:lnTo>
                <a:lnTo>
                  <a:pt x="125489" y="383080"/>
                </a:lnTo>
                <a:lnTo>
                  <a:pt x="125561" y="383280"/>
                </a:lnTo>
                <a:lnTo>
                  <a:pt x="132253" y="388160"/>
                </a:lnTo>
                <a:lnTo>
                  <a:pt x="133080" y="388160"/>
                </a:lnTo>
                <a:lnTo>
                  <a:pt x="140369" y="383280"/>
                </a:lnTo>
                <a:lnTo>
                  <a:pt x="140464" y="383080"/>
                </a:lnTo>
                <a:lnTo>
                  <a:pt x="140983" y="381024"/>
                </a:lnTo>
                <a:lnTo>
                  <a:pt x="141037" y="379985"/>
                </a:lnTo>
                <a:lnTo>
                  <a:pt x="138325" y="361439"/>
                </a:lnTo>
                <a:lnTo>
                  <a:pt x="138228" y="360772"/>
                </a:lnTo>
                <a:lnTo>
                  <a:pt x="137476" y="348171"/>
                </a:lnTo>
                <a:lnTo>
                  <a:pt x="137411" y="347115"/>
                </a:lnTo>
                <a:lnTo>
                  <a:pt x="140324" y="306729"/>
                </a:lnTo>
                <a:lnTo>
                  <a:pt x="140359" y="306236"/>
                </a:lnTo>
                <a:lnTo>
                  <a:pt x="140524" y="305111"/>
                </a:lnTo>
                <a:lnTo>
                  <a:pt x="144841" y="272666"/>
                </a:lnTo>
                <a:lnTo>
                  <a:pt x="144886" y="272326"/>
                </a:lnTo>
                <a:lnTo>
                  <a:pt x="152616" y="228762"/>
                </a:lnTo>
                <a:lnTo>
                  <a:pt x="173098" y="131171"/>
                </a:lnTo>
                <a:lnTo>
                  <a:pt x="180512" y="96156"/>
                </a:lnTo>
                <a:lnTo>
                  <a:pt x="180633" y="95586"/>
                </a:lnTo>
                <a:lnTo>
                  <a:pt x="180663" y="95443"/>
                </a:lnTo>
                <a:lnTo>
                  <a:pt x="180765" y="94857"/>
                </a:lnTo>
                <a:lnTo>
                  <a:pt x="183423" y="75220"/>
                </a:lnTo>
                <a:lnTo>
                  <a:pt x="183346" y="67429"/>
                </a:lnTo>
                <a:close/>
              </a:path>
              <a:path w="183515" h="388620">
                <a:moveTo>
                  <a:pt x="54886" y="0"/>
                </a:moveTo>
                <a:lnTo>
                  <a:pt x="52767" y="0"/>
                </a:lnTo>
                <a:lnTo>
                  <a:pt x="51746" y="203"/>
                </a:lnTo>
                <a:lnTo>
                  <a:pt x="39658" y="19907"/>
                </a:lnTo>
                <a:lnTo>
                  <a:pt x="29000" y="56032"/>
                </a:lnTo>
                <a:lnTo>
                  <a:pt x="10030" y="133097"/>
                </a:lnTo>
                <a:lnTo>
                  <a:pt x="2395" y="175654"/>
                </a:lnTo>
                <a:lnTo>
                  <a:pt x="0" y="204853"/>
                </a:lnTo>
                <a:lnTo>
                  <a:pt x="1154" y="209442"/>
                </a:lnTo>
                <a:lnTo>
                  <a:pt x="17289" y="218874"/>
                </a:lnTo>
                <a:lnTo>
                  <a:pt x="23817" y="218874"/>
                </a:lnTo>
                <a:lnTo>
                  <a:pt x="71516" y="207011"/>
                </a:lnTo>
                <a:lnTo>
                  <a:pt x="76678" y="204853"/>
                </a:lnTo>
                <a:lnTo>
                  <a:pt x="16520" y="204853"/>
                </a:lnTo>
                <a:lnTo>
                  <a:pt x="15423" y="203027"/>
                </a:lnTo>
                <a:lnTo>
                  <a:pt x="29301" y="203027"/>
                </a:lnTo>
                <a:lnTo>
                  <a:pt x="4387" y="202419"/>
                </a:lnTo>
                <a:lnTo>
                  <a:pt x="15211" y="202419"/>
                </a:lnTo>
                <a:lnTo>
                  <a:pt x="13813" y="201641"/>
                </a:lnTo>
                <a:lnTo>
                  <a:pt x="14591" y="201641"/>
                </a:lnTo>
                <a:lnTo>
                  <a:pt x="14178" y="200955"/>
                </a:lnTo>
                <a:lnTo>
                  <a:pt x="14080" y="200792"/>
                </a:lnTo>
                <a:lnTo>
                  <a:pt x="15999" y="200792"/>
                </a:lnTo>
                <a:lnTo>
                  <a:pt x="17978" y="180417"/>
                </a:lnTo>
                <a:lnTo>
                  <a:pt x="18022" y="179974"/>
                </a:lnTo>
                <a:lnTo>
                  <a:pt x="18118" y="178986"/>
                </a:lnTo>
                <a:lnTo>
                  <a:pt x="18229" y="177838"/>
                </a:lnTo>
                <a:lnTo>
                  <a:pt x="18532" y="176291"/>
                </a:lnTo>
                <a:lnTo>
                  <a:pt x="25616" y="136700"/>
                </a:lnTo>
                <a:lnTo>
                  <a:pt x="35256" y="92854"/>
                </a:lnTo>
                <a:lnTo>
                  <a:pt x="35350" y="92425"/>
                </a:lnTo>
                <a:lnTo>
                  <a:pt x="44159" y="61210"/>
                </a:lnTo>
                <a:lnTo>
                  <a:pt x="55090" y="24110"/>
                </a:lnTo>
                <a:lnTo>
                  <a:pt x="56550" y="18270"/>
                </a:lnTo>
                <a:lnTo>
                  <a:pt x="56300" y="18270"/>
                </a:lnTo>
                <a:lnTo>
                  <a:pt x="57009" y="16433"/>
                </a:lnTo>
                <a:lnTo>
                  <a:pt x="57284" y="16433"/>
                </a:lnTo>
                <a:lnTo>
                  <a:pt x="57508" y="16015"/>
                </a:lnTo>
                <a:lnTo>
                  <a:pt x="57120" y="16015"/>
                </a:lnTo>
                <a:lnTo>
                  <a:pt x="58515" y="14136"/>
                </a:lnTo>
                <a:lnTo>
                  <a:pt x="58997" y="14136"/>
                </a:lnTo>
                <a:lnTo>
                  <a:pt x="60231" y="12900"/>
                </a:lnTo>
                <a:lnTo>
                  <a:pt x="60808" y="12035"/>
                </a:lnTo>
                <a:lnTo>
                  <a:pt x="61620" y="10077"/>
                </a:lnTo>
                <a:lnTo>
                  <a:pt x="61823" y="9056"/>
                </a:lnTo>
                <a:lnTo>
                  <a:pt x="61752" y="6581"/>
                </a:lnTo>
                <a:lnTo>
                  <a:pt x="55907" y="203"/>
                </a:lnTo>
                <a:lnTo>
                  <a:pt x="54886" y="0"/>
                </a:lnTo>
                <a:close/>
              </a:path>
              <a:path w="183515" h="388620">
                <a:moveTo>
                  <a:pt x="15883" y="202419"/>
                </a:moveTo>
                <a:lnTo>
                  <a:pt x="15815" y="203678"/>
                </a:lnTo>
                <a:lnTo>
                  <a:pt x="16520" y="204853"/>
                </a:lnTo>
                <a:lnTo>
                  <a:pt x="16199" y="203678"/>
                </a:lnTo>
                <a:lnTo>
                  <a:pt x="15883" y="202419"/>
                </a:lnTo>
                <a:close/>
              </a:path>
              <a:path w="183515" h="388620">
                <a:moveTo>
                  <a:pt x="15883" y="202419"/>
                </a:moveTo>
                <a:lnTo>
                  <a:pt x="16493" y="204853"/>
                </a:lnTo>
                <a:lnTo>
                  <a:pt x="76678" y="204853"/>
                </a:lnTo>
                <a:lnTo>
                  <a:pt x="79746" y="203540"/>
                </a:lnTo>
                <a:lnTo>
                  <a:pt x="17226" y="203540"/>
                </a:lnTo>
                <a:lnTo>
                  <a:pt x="16303" y="203027"/>
                </a:lnTo>
                <a:lnTo>
                  <a:pt x="16555" y="203027"/>
                </a:lnTo>
                <a:lnTo>
                  <a:pt x="15883" y="202419"/>
                </a:lnTo>
                <a:close/>
              </a:path>
              <a:path w="183515" h="388620">
                <a:moveTo>
                  <a:pt x="14754" y="201913"/>
                </a:moveTo>
                <a:lnTo>
                  <a:pt x="15732" y="203540"/>
                </a:lnTo>
                <a:lnTo>
                  <a:pt x="15670" y="203027"/>
                </a:lnTo>
                <a:lnTo>
                  <a:pt x="16303" y="203027"/>
                </a:lnTo>
                <a:lnTo>
                  <a:pt x="15211" y="202419"/>
                </a:lnTo>
                <a:lnTo>
                  <a:pt x="16508" y="202419"/>
                </a:lnTo>
                <a:lnTo>
                  <a:pt x="14754" y="201913"/>
                </a:lnTo>
                <a:close/>
              </a:path>
              <a:path w="183515" h="388620">
                <a:moveTo>
                  <a:pt x="16555" y="203027"/>
                </a:moveTo>
                <a:lnTo>
                  <a:pt x="16303" y="203027"/>
                </a:lnTo>
                <a:lnTo>
                  <a:pt x="17226" y="203540"/>
                </a:lnTo>
                <a:lnTo>
                  <a:pt x="16555" y="203027"/>
                </a:lnTo>
                <a:close/>
              </a:path>
              <a:path w="183515" h="388620">
                <a:moveTo>
                  <a:pt x="16508" y="202419"/>
                </a:moveTo>
                <a:lnTo>
                  <a:pt x="15883" y="202419"/>
                </a:lnTo>
                <a:lnTo>
                  <a:pt x="17124" y="203540"/>
                </a:lnTo>
                <a:lnTo>
                  <a:pt x="79746" y="203540"/>
                </a:lnTo>
                <a:lnTo>
                  <a:pt x="80947" y="203027"/>
                </a:lnTo>
                <a:lnTo>
                  <a:pt x="18613" y="203027"/>
                </a:lnTo>
                <a:lnTo>
                  <a:pt x="16508" y="202419"/>
                </a:lnTo>
                <a:close/>
              </a:path>
              <a:path w="183515" h="388620">
                <a:moveTo>
                  <a:pt x="13813" y="201641"/>
                </a:moveTo>
                <a:lnTo>
                  <a:pt x="15211" y="202419"/>
                </a:lnTo>
                <a:lnTo>
                  <a:pt x="14654" y="202419"/>
                </a:lnTo>
                <a:lnTo>
                  <a:pt x="18613" y="203027"/>
                </a:lnTo>
                <a:lnTo>
                  <a:pt x="15423" y="203027"/>
                </a:lnTo>
                <a:lnTo>
                  <a:pt x="14754" y="201913"/>
                </a:lnTo>
                <a:lnTo>
                  <a:pt x="13813" y="201641"/>
                </a:lnTo>
                <a:close/>
              </a:path>
              <a:path w="183515" h="388620">
                <a:moveTo>
                  <a:pt x="15999" y="200792"/>
                </a:moveTo>
                <a:lnTo>
                  <a:pt x="14080" y="200792"/>
                </a:lnTo>
                <a:lnTo>
                  <a:pt x="15883" y="202419"/>
                </a:lnTo>
                <a:lnTo>
                  <a:pt x="15211" y="202419"/>
                </a:lnTo>
                <a:lnTo>
                  <a:pt x="16303" y="203027"/>
                </a:lnTo>
                <a:lnTo>
                  <a:pt x="15670" y="203027"/>
                </a:lnTo>
                <a:lnTo>
                  <a:pt x="15566" y="201641"/>
                </a:lnTo>
                <a:lnTo>
                  <a:pt x="15515" y="200955"/>
                </a:lnTo>
                <a:lnTo>
                  <a:pt x="15983" y="200955"/>
                </a:lnTo>
                <a:lnTo>
                  <a:pt x="15999" y="200792"/>
                </a:lnTo>
                <a:close/>
              </a:path>
              <a:path w="183515" h="388620">
                <a:moveTo>
                  <a:pt x="14261" y="200955"/>
                </a:moveTo>
                <a:lnTo>
                  <a:pt x="14591" y="201641"/>
                </a:lnTo>
                <a:lnTo>
                  <a:pt x="14754" y="201913"/>
                </a:lnTo>
                <a:lnTo>
                  <a:pt x="16508" y="202419"/>
                </a:lnTo>
                <a:lnTo>
                  <a:pt x="15624" y="202419"/>
                </a:lnTo>
                <a:lnTo>
                  <a:pt x="15670" y="203027"/>
                </a:lnTo>
                <a:lnTo>
                  <a:pt x="15841" y="202419"/>
                </a:lnTo>
                <a:lnTo>
                  <a:pt x="15322" y="201913"/>
                </a:lnTo>
                <a:lnTo>
                  <a:pt x="14261" y="200955"/>
                </a:lnTo>
                <a:close/>
              </a:path>
              <a:path w="183515" h="388620">
                <a:moveTo>
                  <a:pt x="40448" y="199761"/>
                </a:moveTo>
                <a:lnTo>
                  <a:pt x="21573" y="203027"/>
                </a:lnTo>
                <a:lnTo>
                  <a:pt x="80947" y="203027"/>
                </a:lnTo>
                <a:lnTo>
                  <a:pt x="88244" y="199905"/>
                </a:lnTo>
                <a:lnTo>
                  <a:pt x="39977" y="199905"/>
                </a:lnTo>
                <a:lnTo>
                  <a:pt x="40448" y="199761"/>
                </a:lnTo>
                <a:close/>
              </a:path>
              <a:path w="183515" h="388620">
                <a:moveTo>
                  <a:pt x="15687" y="201641"/>
                </a:moveTo>
                <a:lnTo>
                  <a:pt x="15624" y="202419"/>
                </a:lnTo>
                <a:lnTo>
                  <a:pt x="15883" y="202419"/>
                </a:lnTo>
                <a:lnTo>
                  <a:pt x="15755" y="201913"/>
                </a:lnTo>
                <a:lnTo>
                  <a:pt x="15687" y="201641"/>
                </a:lnTo>
                <a:close/>
              </a:path>
              <a:path w="183515" h="388620">
                <a:moveTo>
                  <a:pt x="15983" y="200955"/>
                </a:moveTo>
                <a:lnTo>
                  <a:pt x="15515" y="200955"/>
                </a:lnTo>
                <a:lnTo>
                  <a:pt x="15883" y="202419"/>
                </a:lnTo>
                <a:lnTo>
                  <a:pt x="15983" y="200955"/>
                </a:lnTo>
                <a:close/>
              </a:path>
              <a:path w="183515" h="388620">
                <a:moveTo>
                  <a:pt x="14591" y="201641"/>
                </a:moveTo>
                <a:lnTo>
                  <a:pt x="13813" y="201641"/>
                </a:lnTo>
                <a:lnTo>
                  <a:pt x="14754" y="201913"/>
                </a:lnTo>
                <a:lnTo>
                  <a:pt x="14591" y="201641"/>
                </a:lnTo>
                <a:close/>
              </a:path>
              <a:path w="183515" h="388620">
                <a:moveTo>
                  <a:pt x="167498" y="65858"/>
                </a:moveTo>
                <a:lnTo>
                  <a:pt x="167141" y="67250"/>
                </a:lnTo>
                <a:lnTo>
                  <a:pt x="165754" y="75220"/>
                </a:lnTo>
                <a:lnTo>
                  <a:pt x="165587" y="76812"/>
                </a:lnTo>
                <a:lnTo>
                  <a:pt x="159046" y="95443"/>
                </a:lnTo>
                <a:lnTo>
                  <a:pt x="159020" y="95586"/>
                </a:lnTo>
                <a:lnTo>
                  <a:pt x="143974" y="129795"/>
                </a:lnTo>
                <a:lnTo>
                  <a:pt x="143640" y="130613"/>
                </a:lnTo>
                <a:lnTo>
                  <a:pt x="139592" y="138169"/>
                </a:lnTo>
                <a:lnTo>
                  <a:pt x="138485" y="140361"/>
                </a:lnTo>
                <a:lnTo>
                  <a:pt x="132575" y="148746"/>
                </a:lnTo>
                <a:lnTo>
                  <a:pt x="95739" y="178986"/>
                </a:lnTo>
                <a:lnTo>
                  <a:pt x="94166" y="179974"/>
                </a:lnTo>
                <a:lnTo>
                  <a:pt x="93707" y="180170"/>
                </a:lnTo>
                <a:lnTo>
                  <a:pt x="93284" y="180417"/>
                </a:lnTo>
                <a:lnTo>
                  <a:pt x="93130" y="180417"/>
                </a:lnTo>
                <a:lnTo>
                  <a:pt x="66037" y="192007"/>
                </a:lnTo>
                <a:lnTo>
                  <a:pt x="65875" y="192007"/>
                </a:lnTo>
                <a:lnTo>
                  <a:pt x="39977" y="199905"/>
                </a:lnTo>
                <a:lnTo>
                  <a:pt x="40583" y="199761"/>
                </a:lnTo>
                <a:lnTo>
                  <a:pt x="88580" y="199761"/>
                </a:lnTo>
                <a:lnTo>
                  <a:pt x="100458" y="194680"/>
                </a:lnTo>
                <a:lnTo>
                  <a:pt x="101340" y="194237"/>
                </a:lnTo>
                <a:lnTo>
                  <a:pt x="105165" y="192007"/>
                </a:lnTo>
                <a:lnTo>
                  <a:pt x="66037" y="192007"/>
                </a:lnTo>
                <a:lnTo>
                  <a:pt x="66507" y="191835"/>
                </a:lnTo>
                <a:lnTo>
                  <a:pt x="105460" y="191835"/>
                </a:lnTo>
                <a:lnTo>
                  <a:pt x="113466" y="187167"/>
                </a:lnTo>
                <a:lnTo>
                  <a:pt x="114100" y="186758"/>
                </a:lnTo>
                <a:lnTo>
                  <a:pt x="122939" y="180417"/>
                </a:lnTo>
                <a:lnTo>
                  <a:pt x="93284" y="180417"/>
                </a:lnTo>
                <a:lnTo>
                  <a:pt x="93775" y="180170"/>
                </a:lnTo>
                <a:lnTo>
                  <a:pt x="123283" y="180170"/>
                </a:lnTo>
                <a:lnTo>
                  <a:pt x="124934" y="178986"/>
                </a:lnTo>
                <a:lnTo>
                  <a:pt x="151561" y="149572"/>
                </a:lnTo>
                <a:lnTo>
                  <a:pt x="157038" y="129795"/>
                </a:lnTo>
                <a:lnTo>
                  <a:pt x="164861" y="92854"/>
                </a:lnTo>
                <a:lnTo>
                  <a:pt x="164952" y="92425"/>
                </a:lnTo>
                <a:lnTo>
                  <a:pt x="165014" y="92128"/>
                </a:lnTo>
                <a:lnTo>
                  <a:pt x="165420" y="88966"/>
                </a:lnTo>
                <a:lnTo>
                  <a:pt x="167426" y="74148"/>
                </a:lnTo>
                <a:lnTo>
                  <a:pt x="167498" y="65858"/>
                </a:lnTo>
                <a:close/>
              </a:path>
              <a:path w="183515" h="388620">
                <a:moveTo>
                  <a:pt x="88580" y="199761"/>
                </a:moveTo>
                <a:lnTo>
                  <a:pt x="40583" y="199761"/>
                </a:lnTo>
                <a:lnTo>
                  <a:pt x="39977" y="199905"/>
                </a:lnTo>
                <a:lnTo>
                  <a:pt x="88244" y="199905"/>
                </a:lnTo>
                <a:lnTo>
                  <a:pt x="88580" y="199761"/>
                </a:lnTo>
                <a:close/>
              </a:path>
              <a:path w="183515" h="388620">
                <a:moveTo>
                  <a:pt x="167383" y="65858"/>
                </a:moveTo>
                <a:lnTo>
                  <a:pt x="167426" y="74148"/>
                </a:lnTo>
                <a:lnTo>
                  <a:pt x="165481" y="88516"/>
                </a:lnTo>
                <a:lnTo>
                  <a:pt x="165014" y="92128"/>
                </a:lnTo>
                <a:lnTo>
                  <a:pt x="153696" y="145718"/>
                </a:lnTo>
                <a:lnTo>
                  <a:pt x="157740" y="138169"/>
                </a:lnTo>
                <a:lnTo>
                  <a:pt x="158012" y="137610"/>
                </a:lnTo>
                <a:lnTo>
                  <a:pt x="173663" y="102025"/>
                </a:lnTo>
                <a:lnTo>
                  <a:pt x="183346" y="67429"/>
                </a:lnTo>
                <a:lnTo>
                  <a:pt x="183344" y="67250"/>
                </a:lnTo>
                <a:lnTo>
                  <a:pt x="167383" y="65858"/>
                </a:lnTo>
                <a:close/>
              </a:path>
              <a:path w="183515" h="388620">
                <a:moveTo>
                  <a:pt x="177181" y="57997"/>
                </a:moveTo>
                <a:lnTo>
                  <a:pt x="173957" y="57997"/>
                </a:lnTo>
                <a:lnTo>
                  <a:pt x="172288" y="58486"/>
                </a:lnTo>
                <a:lnTo>
                  <a:pt x="167499" y="65193"/>
                </a:lnTo>
                <a:lnTo>
                  <a:pt x="167383" y="65858"/>
                </a:lnTo>
                <a:lnTo>
                  <a:pt x="183377" y="67250"/>
                </a:lnTo>
                <a:lnTo>
                  <a:pt x="183311" y="63910"/>
                </a:lnTo>
                <a:lnTo>
                  <a:pt x="182586" y="62044"/>
                </a:lnTo>
                <a:lnTo>
                  <a:pt x="182065" y="61210"/>
                </a:lnTo>
                <a:lnTo>
                  <a:pt x="180713" y="59734"/>
                </a:lnTo>
                <a:lnTo>
                  <a:pt x="179925" y="59145"/>
                </a:lnTo>
                <a:lnTo>
                  <a:pt x="178130" y="58261"/>
                </a:lnTo>
                <a:lnTo>
                  <a:pt x="177181" y="57997"/>
                </a:lnTo>
                <a:close/>
              </a:path>
              <a:path w="183515" h="388620">
                <a:moveTo>
                  <a:pt x="57009" y="16433"/>
                </a:moveTo>
                <a:lnTo>
                  <a:pt x="56300" y="18270"/>
                </a:lnTo>
                <a:lnTo>
                  <a:pt x="56768" y="17396"/>
                </a:lnTo>
                <a:lnTo>
                  <a:pt x="57009" y="16433"/>
                </a:lnTo>
                <a:close/>
              </a:path>
              <a:path w="183515" h="388620">
                <a:moveTo>
                  <a:pt x="56768" y="17396"/>
                </a:moveTo>
                <a:lnTo>
                  <a:pt x="56300" y="18270"/>
                </a:lnTo>
                <a:lnTo>
                  <a:pt x="56550" y="18270"/>
                </a:lnTo>
                <a:lnTo>
                  <a:pt x="56768" y="17396"/>
                </a:lnTo>
                <a:close/>
              </a:path>
              <a:path w="183515" h="388620">
                <a:moveTo>
                  <a:pt x="57284" y="16433"/>
                </a:moveTo>
                <a:lnTo>
                  <a:pt x="57009" y="16433"/>
                </a:lnTo>
                <a:lnTo>
                  <a:pt x="56768" y="17396"/>
                </a:lnTo>
                <a:lnTo>
                  <a:pt x="57284" y="16433"/>
                </a:lnTo>
                <a:close/>
              </a:path>
              <a:path w="183515" h="388620">
                <a:moveTo>
                  <a:pt x="58515" y="14136"/>
                </a:moveTo>
                <a:lnTo>
                  <a:pt x="57120" y="16015"/>
                </a:lnTo>
                <a:lnTo>
                  <a:pt x="57956" y="15178"/>
                </a:lnTo>
                <a:lnTo>
                  <a:pt x="58515" y="14136"/>
                </a:lnTo>
                <a:close/>
              </a:path>
              <a:path w="183515" h="388620">
                <a:moveTo>
                  <a:pt x="57956" y="15178"/>
                </a:moveTo>
                <a:lnTo>
                  <a:pt x="57120" y="16015"/>
                </a:lnTo>
                <a:lnTo>
                  <a:pt x="57508" y="16015"/>
                </a:lnTo>
                <a:lnTo>
                  <a:pt x="57956" y="15178"/>
                </a:lnTo>
                <a:close/>
              </a:path>
              <a:path w="183515" h="388620">
                <a:moveTo>
                  <a:pt x="58997" y="14136"/>
                </a:moveTo>
                <a:lnTo>
                  <a:pt x="58515" y="14136"/>
                </a:lnTo>
                <a:lnTo>
                  <a:pt x="57956" y="15178"/>
                </a:lnTo>
                <a:lnTo>
                  <a:pt x="58997" y="14136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88857" y="323838"/>
            <a:ext cx="428063" cy="15870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4847" y="163295"/>
            <a:ext cx="535562" cy="352624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95203" y="177322"/>
            <a:ext cx="4178300" cy="483234"/>
            <a:chOff x="195203" y="177322"/>
            <a:chExt cx="4178300" cy="483234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77093" y="177322"/>
              <a:ext cx="977481" cy="48306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95203" y="550800"/>
              <a:ext cx="4178300" cy="16510"/>
            </a:xfrm>
            <a:custGeom>
              <a:avLst/>
              <a:gdLst/>
              <a:ahLst/>
              <a:cxnLst/>
              <a:rect l="l" t="t" r="r" b="b"/>
              <a:pathLst>
                <a:path w="4178300" h="16509">
                  <a:moveTo>
                    <a:pt x="4170812" y="3"/>
                  </a:moveTo>
                  <a:lnTo>
                    <a:pt x="7996" y="0"/>
                  </a:lnTo>
                  <a:lnTo>
                    <a:pt x="0" y="6939"/>
                  </a:lnTo>
                  <a:lnTo>
                    <a:pt x="202" y="10079"/>
                  </a:lnTo>
                  <a:lnTo>
                    <a:pt x="1592" y="12904"/>
                  </a:lnTo>
                  <a:lnTo>
                    <a:pt x="3956" y="14982"/>
                  </a:lnTo>
                  <a:lnTo>
                    <a:pt x="5915" y="15793"/>
                  </a:lnTo>
                  <a:lnTo>
                    <a:pt x="7996" y="15999"/>
                  </a:lnTo>
                  <a:lnTo>
                    <a:pt x="4169752" y="15999"/>
                  </a:lnTo>
                  <a:lnTo>
                    <a:pt x="4171832" y="15793"/>
                  </a:lnTo>
                  <a:lnTo>
                    <a:pt x="4174656" y="14404"/>
                  </a:lnTo>
                  <a:lnTo>
                    <a:pt x="4176733" y="12039"/>
                  </a:lnTo>
                  <a:lnTo>
                    <a:pt x="4177748" y="9060"/>
                  </a:lnTo>
                  <a:lnTo>
                    <a:pt x="4177544" y="5919"/>
                  </a:lnTo>
                  <a:lnTo>
                    <a:pt x="4176155" y="3094"/>
                  </a:lnTo>
                  <a:lnTo>
                    <a:pt x="4173792" y="1017"/>
                  </a:lnTo>
                  <a:lnTo>
                    <a:pt x="4170812" y="3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4545060" y="0"/>
            <a:ext cx="27305" cy="28575"/>
          </a:xfrm>
          <a:custGeom>
            <a:avLst/>
            <a:gdLst/>
            <a:ahLst/>
            <a:cxnLst/>
            <a:rect l="l" t="t" r="r" b="b"/>
            <a:pathLst>
              <a:path w="27304" h="28575">
                <a:moveTo>
                  <a:pt x="15799" y="0"/>
                </a:moveTo>
                <a:lnTo>
                  <a:pt x="0" y="0"/>
                </a:lnTo>
                <a:lnTo>
                  <a:pt x="45" y="1757"/>
                </a:lnTo>
                <a:lnTo>
                  <a:pt x="17922" y="28249"/>
                </a:lnTo>
                <a:lnTo>
                  <a:pt x="20845" y="28249"/>
                </a:lnTo>
                <a:lnTo>
                  <a:pt x="27238" y="21666"/>
                </a:lnTo>
                <a:lnTo>
                  <a:pt x="27157" y="18520"/>
                </a:lnTo>
                <a:lnTo>
                  <a:pt x="26421" y="16531"/>
                </a:lnTo>
                <a:lnTo>
                  <a:pt x="25876" y="15645"/>
                </a:lnTo>
                <a:lnTo>
                  <a:pt x="20033" y="9333"/>
                </a:lnTo>
                <a:lnTo>
                  <a:pt x="19065" y="9333"/>
                </a:lnTo>
                <a:lnTo>
                  <a:pt x="17346" y="6430"/>
                </a:lnTo>
                <a:lnTo>
                  <a:pt x="18097" y="6430"/>
                </a:lnTo>
                <a:lnTo>
                  <a:pt x="16403" y="1348"/>
                </a:lnTo>
                <a:lnTo>
                  <a:pt x="16036" y="1348"/>
                </a:lnTo>
                <a:lnTo>
                  <a:pt x="15827" y="158"/>
                </a:lnTo>
                <a:lnTo>
                  <a:pt x="15799" y="0"/>
                </a:lnTo>
                <a:close/>
              </a:path>
              <a:path w="27304" h="28575">
                <a:moveTo>
                  <a:pt x="17346" y="6430"/>
                </a:moveTo>
                <a:lnTo>
                  <a:pt x="19065" y="9333"/>
                </a:lnTo>
                <a:lnTo>
                  <a:pt x="18520" y="7698"/>
                </a:lnTo>
                <a:lnTo>
                  <a:pt x="17346" y="6430"/>
                </a:lnTo>
                <a:close/>
              </a:path>
              <a:path w="27304" h="28575">
                <a:moveTo>
                  <a:pt x="18520" y="7698"/>
                </a:moveTo>
                <a:lnTo>
                  <a:pt x="19065" y="9333"/>
                </a:lnTo>
                <a:lnTo>
                  <a:pt x="20033" y="9333"/>
                </a:lnTo>
                <a:lnTo>
                  <a:pt x="18520" y="7698"/>
                </a:lnTo>
                <a:close/>
              </a:path>
              <a:path w="27304" h="28575">
                <a:moveTo>
                  <a:pt x="18097" y="6430"/>
                </a:moveTo>
                <a:lnTo>
                  <a:pt x="17346" y="6430"/>
                </a:lnTo>
                <a:lnTo>
                  <a:pt x="18520" y="7698"/>
                </a:lnTo>
                <a:lnTo>
                  <a:pt x="18097" y="6430"/>
                </a:lnTo>
                <a:close/>
              </a:path>
              <a:path w="27304" h="28575">
                <a:moveTo>
                  <a:pt x="15953" y="0"/>
                </a:moveTo>
                <a:lnTo>
                  <a:pt x="15827" y="158"/>
                </a:lnTo>
                <a:lnTo>
                  <a:pt x="16036" y="1348"/>
                </a:lnTo>
                <a:lnTo>
                  <a:pt x="15953" y="0"/>
                </a:lnTo>
                <a:close/>
              </a:path>
              <a:path w="27304" h="28575">
                <a:moveTo>
                  <a:pt x="16006" y="158"/>
                </a:moveTo>
                <a:lnTo>
                  <a:pt x="16036" y="1348"/>
                </a:lnTo>
                <a:lnTo>
                  <a:pt x="16403" y="1348"/>
                </a:lnTo>
                <a:lnTo>
                  <a:pt x="16006" y="15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76507" y="0"/>
            <a:ext cx="151000" cy="118352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4261416" y="0"/>
            <a:ext cx="226060" cy="93345"/>
            <a:chOff x="4261416" y="0"/>
            <a:chExt cx="226060" cy="93345"/>
          </a:xfrm>
        </p:grpSpPr>
        <p:sp>
          <p:nvSpPr>
            <p:cNvPr id="30" name="object 30"/>
            <p:cNvSpPr/>
            <p:nvPr/>
          </p:nvSpPr>
          <p:spPr>
            <a:xfrm>
              <a:off x="4407304" y="0"/>
              <a:ext cx="80010" cy="43815"/>
            </a:xfrm>
            <a:custGeom>
              <a:avLst/>
              <a:gdLst/>
              <a:ahLst/>
              <a:cxnLst/>
              <a:rect l="l" t="t" r="r" b="b"/>
              <a:pathLst>
                <a:path w="80010" h="43815">
                  <a:moveTo>
                    <a:pt x="20117" y="0"/>
                  </a:moveTo>
                  <a:lnTo>
                    <a:pt x="0" y="0"/>
                  </a:lnTo>
                  <a:lnTo>
                    <a:pt x="14460" y="18910"/>
                  </a:lnTo>
                  <a:lnTo>
                    <a:pt x="46661" y="42034"/>
                  </a:lnTo>
                  <a:lnTo>
                    <a:pt x="71657" y="43285"/>
                  </a:lnTo>
                  <a:lnTo>
                    <a:pt x="73464" y="43285"/>
                  </a:lnTo>
                  <a:lnTo>
                    <a:pt x="79989" y="36756"/>
                  </a:lnTo>
                  <a:lnTo>
                    <a:pt x="79944" y="33609"/>
                  </a:lnTo>
                  <a:lnTo>
                    <a:pt x="49389" y="26395"/>
                  </a:lnTo>
                  <a:lnTo>
                    <a:pt x="47744" y="26109"/>
                  </a:lnTo>
                  <a:lnTo>
                    <a:pt x="48450" y="26109"/>
                  </a:lnTo>
                  <a:lnTo>
                    <a:pt x="44994" y="25058"/>
                  </a:lnTo>
                  <a:lnTo>
                    <a:pt x="44083" y="25058"/>
                  </a:lnTo>
                  <a:lnTo>
                    <a:pt x="42202" y="24208"/>
                  </a:lnTo>
                  <a:lnTo>
                    <a:pt x="42710" y="24208"/>
                  </a:lnTo>
                  <a:lnTo>
                    <a:pt x="39816" y="22416"/>
                  </a:lnTo>
                  <a:lnTo>
                    <a:pt x="39230" y="22416"/>
                  </a:lnTo>
                  <a:lnTo>
                    <a:pt x="37522" y="20996"/>
                  </a:lnTo>
                  <a:lnTo>
                    <a:pt x="37939" y="20996"/>
                  </a:lnTo>
                  <a:lnTo>
                    <a:pt x="26732" y="8669"/>
                  </a:lnTo>
                  <a:lnTo>
                    <a:pt x="20117" y="0"/>
                  </a:lnTo>
                  <a:close/>
                </a:path>
                <a:path w="80010" h="43815">
                  <a:moveTo>
                    <a:pt x="48450" y="26109"/>
                  </a:moveTo>
                  <a:lnTo>
                    <a:pt x="47744" y="26109"/>
                  </a:lnTo>
                  <a:lnTo>
                    <a:pt x="49389" y="26395"/>
                  </a:lnTo>
                  <a:lnTo>
                    <a:pt x="48450" y="26109"/>
                  </a:lnTo>
                  <a:close/>
                </a:path>
                <a:path w="80010" h="43815">
                  <a:moveTo>
                    <a:pt x="48450" y="26109"/>
                  </a:moveTo>
                  <a:lnTo>
                    <a:pt x="49389" y="26395"/>
                  </a:lnTo>
                  <a:lnTo>
                    <a:pt x="54166" y="26395"/>
                  </a:lnTo>
                  <a:lnTo>
                    <a:pt x="48450" y="26109"/>
                  </a:lnTo>
                  <a:close/>
                </a:path>
                <a:path w="80010" h="43815">
                  <a:moveTo>
                    <a:pt x="42202" y="24208"/>
                  </a:moveTo>
                  <a:lnTo>
                    <a:pt x="44083" y="25058"/>
                  </a:lnTo>
                  <a:lnTo>
                    <a:pt x="43202" y="24512"/>
                  </a:lnTo>
                  <a:lnTo>
                    <a:pt x="42202" y="24208"/>
                  </a:lnTo>
                  <a:close/>
                </a:path>
                <a:path w="80010" h="43815">
                  <a:moveTo>
                    <a:pt x="43202" y="24512"/>
                  </a:moveTo>
                  <a:lnTo>
                    <a:pt x="44083" y="25058"/>
                  </a:lnTo>
                  <a:lnTo>
                    <a:pt x="44994" y="25058"/>
                  </a:lnTo>
                  <a:lnTo>
                    <a:pt x="43202" y="24512"/>
                  </a:lnTo>
                  <a:close/>
                </a:path>
                <a:path w="80010" h="43815">
                  <a:moveTo>
                    <a:pt x="42710" y="24208"/>
                  </a:moveTo>
                  <a:lnTo>
                    <a:pt x="42202" y="24208"/>
                  </a:lnTo>
                  <a:lnTo>
                    <a:pt x="43202" y="24512"/>
                  </a:lnTo>
                  <a:lnTo>
                    <a:pt x="42710" y="24208"/>
                  </a:lnTo>
                  <a:close/>
                </a:path>
                <a:path w="80010" h="43815">
                  <a:moveTo>
                    <a:pt x="37522" y="20996"/>
                  </a:moveTo>
                  <a:lnTo>
                    <a:pt x="39230" y="22416"/>
                  </a:lnTo>
                  <a:lnTo>
                    <a:pt x="38476" y="21587"/>
                  </a:lnTo>
                  <a:lnTo>
                    <a:pt x="37522" y="20996"/>
                  </a:lnTo>
                  <a:close/>
                </a:path>
                <a:path w="80010" h="43815">
                  <a:moveTo>
                    <a:pt x="38476" y="21587"/>
                  </a:moveTo>
                  <a:lnTo>
                    <a:pt x="39230" y="22416"/>
                  </a:lnTo>
                  <a:lnTo>
                    <a:pt x="39816" y="22416"/>
                  </a:lnTo>
                  <a:lnTo>
                    <a:pt x="38476" y="21587"/>
                  </a:lnTo>
                  <a:close/>
                </a:path>
                <a:path w="80010" h="43815">
                  <a:moveTo>
                    <a:pt x="37939" y="20996"/>
                  </a:moveTo>
                  <a:lnTo>
                    <a:pt x="37522" y="20996"/>
                  </a:lnTo>
                  <a:lnTo>
                    <a:pt x="38476" y="21587"/>
                  </a:lnTo>
                  <a:lnTo>
                    <a:pt x="37939" y="20996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61416" y="0"/>
              <a:ext cx="114487" cy="93264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3722445" y="0"/>
            <a:ext cx="33655" cy="55244"/>
          </a:xfrm>
          <a:custGeom>
            <a:avLst/>
            <a:gdLst/>
            <a:ahLst/>
            <a:cxnLst/>
            <a:rect l="l" t="t" r="r" b="b"/>
            <a:pathLst>
              <a:path w="33654" h="55244">
                <a:moveTo>
                  <a:pt x="13966" y="36926"/>
                </a:moveTo>
                <a:lnTo>
                  <a:pt x="24518" y="55126"/>
                </a:lnTo>
                <a:lnTo>
                  <a:pt x="27124" y="55126"/>
                </a:lnTo>
                <a:lnTo>
                  <a:pt x="33506" y="49367"/>
                </a:lnTo>
                <a:lnTo>
                  <a:pt x="18079" y="49367"/>
                </a:lnTo>
                <a:lnTo>
                  <a:pt x="17085" y="45890"/>
                </a:lnTo>
                <a:lnTo>
                  <a:pt x="16962" y="45457"/>
                </a:lnTo>
                <a:lnTo>
                  <a:pt x="16895" y="45222"/>
                </a:lnTo>
                <a:lnTo>
                  <a:pt x="16829" y="44992"/>
                </a:lnTo>
                <a:lnTo>
                  <a:pt x="13966" y="36926"/>
                </a:lnTo>
                <a:close/>
              </a:path>
              <a:path w="33654" h="55244">
                <a:moveTo>
                  <a:pt x="17177" y="0"/>
                </a:moveTo>
                <a:lnTo>
                  <a:pt x="6071" y="0"/>
                </a:lnTo>
                <a:lnTo>
                  <a:pt x="12571" y="31654"/>
                </a:lnTo>
                <a:lnTo>
                  <a:pt x="12690" y="32190"/>
                </a:lnTo>
                <a:lnTo>
                  <a:pt x="13966" y="36926"/>
                </a:lnTo>
                <a:lnTo>
                  <a:pt x="16829" y="44992"/>
                </a:lnTo>
                <a:lnTo>
                  <a:pt x="18079" y="49367"/>
                </a:lnTo>
                <a:lnTo>
                  <a:pt x="32096" y="42887"/>
                </a:lnTo>
                <a:lnTo>
                  <a:pt x="31175" y="40859"/>
                </a:lnTo>
                <a:lnTo>
                  <a:pt x="31605" y="40859"/>
                </a:lnTo>
                <a:lnTo>
                  <a:pt x="29363" y="32582"/>
                </a:lnTo>
                <a:lnTo>
                  <a:pt x="29257" y="32190"/>
                </a:lnTo>
                <a:lnTo>
                  <a:pt x="29181" y="31908"/>
                </a:lnTo>
                <a:lnTo>
                  <a:pt x="29068" y="31654"/>
                </a:lnTo>
                <a:lnTo>
                  <a:pt x="24469" y="18634"/>
                </a:lnTo>
                <a:lnTo>
                  <a:pt x="17177" y="0"/>
                </a:lnTo>
                <a:close/>
              </a:path>
              <a:path w="33654" h="55244">
                <a:moveTo>
                  <a:pt x="32948" y="43206"/>
                </a:moveTo>
                <a:lnTo>
                  <a:pt x="31405" y="43206"/>
                </a:lnTo>
                <a:lnTo>
                  <a:pt x="18079" y="49367"/>
                </a:lnTo>
                <a:lnTo>
                  <a:pt x="33506" y="49367"/>
                </a:lnTo>
                <a:lnTo>
                  <a:pt x="33462" y="44992"/>
                </a:lnTo>
                <a:lnTo>
                  <a:pt x="32948" y="43206"/>
                </a:lnTo>
                <a:close/>
              </a:path>
              <a:path w="33654" h="55244">
                <a:moveTo>
                  <a:pt x="31899" y="41947"/>
                </a:moveTo>
                <a:lnTo>
                  <a:pt x="32113" y="42735"/>
                </a:lnTo>
                <a:lnTo>
                  <a:pt x="32154" y="42887"/>
                </a:lnTo>
                <a:lnTo>
                  <a:pt x="32425" y="42735"/>
                </a:lnTo>
                <a:lnTo>
                  <a:pt x="31899" y="41947"/>
                </a:lnTo>
                <a:close/>
              </a:path>
              <a:path w="33654" h="55244">
                <a:moveTo>
                  <a:pt x="29379" y="32582"/>
                </a:moveTo>
                <a:lnTo>
                  <a:pt x="31899" y="41947"/>
                </a:lnTo>
                <a:lnTo>
                  <a:pt x="32425" y="42735"/>
                </a:lnTo>
                <a:lnTo>
                  <a:pt x="32154" y="42887"/>
                </a:lnTo>
                <a:lnTo>
                  <a:pt x="32856" y="42887"/>
                </a:lnTo>
                <a:lnTo>
                  <a:pt x="32063" y="40134"/>
                </a:lnTo>
                <a:lnTo>
                  <a:pt x="29379" y="32582"/>
                </a:lnTo>
                <a:close/>
              </a:path>
              <a:path w="33654" h="55244">
                <a:moveTo>
                  <a:pt x="31175" y="40859"/>
                </a:moveTo>
                <a:lnTo>
                  <a:pt x="32027" y="42735"/>
                </a:lnTo>
                <a:lnTo>
                  <a:pt x="31899" y="41947"/>
                </a:lnTo>
                <a:lnTo>
                  <a:pt x="31175" y="40859"/>
                </a:lnTo>
                <a:close/>
              </a:path>
              <a:path w="33654" h="55244">
                <a:moveTo>
                  <a:pt x="31607" y="40859"/>
                </a:moveTo>
                <a:lnTo>
                  <a:pt x="31175" y="40859"/>
                </a:lnTo>
                <a:lnTo>
                  <a:pt x="31899" y="41947"/>
                </a:lnTo>
                <a:lnTo>
                  <a:pt x="31607" y="40859"/>
                </a:lnTo>
                <a:close/>
              </a:path>
              <a:path w="33654" h="55244">
                <a:moveTo>
                  <a:pt x="6071" y="0"/>
                </a:moveTo>
                <a:lnTo>
                  <a:pt x="0" y="0"/>
                </a:lnTo>
                <a:lnTo>
                  <a:pt x="9519" y="24327"/>
                </a:lnTo>
                <a:lnTo>
                  <a:pt x="13966" y="36926"/>
                </a:lnTo>
                <a:lnTo>
                  <a:pt x="12789" y="32582"/>
                </a:lnTo>
                <a:lnTo>
                  <a:pt x="12690" y="32190"/>
                </a:lnTo>
                <a:lnTo>
                  <a:pt x="6071" y="0"/>
                </a:lnTo>
                <a:close/>
              </a:path>
              <a:path w="33654" h="55244">
                <a:moveTo>
                  <a:pt x="22402" y="0"/>
                </a:moveTo>
                <a:lnTo>
                  <a:pt x="17177" y="0"/>
                </a:lnTo>
                <a:lnTo>
                  <a:pt x="24469" y="18634"/>
                </a:lnTo>
                <a:lnTo>
                  <a:pt x="29090" y="31654"/>
                </a:lnTo>
                <a:lnTo>
                  <a:pt x="28309" y="28689"/>
                </a:lnTo>
                <a:lnTo>
                  <a:pt x="28245" y="28452"/>
                </a:lnTo>
                <a:lnTo>
                  <a:pt x="28178" y="28205"/>
                </a:lnTo>
                <a:lnTo>
                  <a:pt x="27426" y="24464"/>
                </a:lnTo>
                <a:lnTo>
                  <a:pt x="2240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14023" y="433"/>
            <a:ext cx="148711" cy="234226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4726316" y="0"/>
            <a:ext cx="160020" cy="50165"/>
          </a:xfrm>
          <a:custGeom>
            <a:avLst/>
            <a:gdLst/>
            <a:ahLst/>
            <a:cxnLst/>
            <a:rect l="l" t="t" r="r" b="b"/>
            <a:pathLst>
              <a:path w="160020" h="50165">
                <a:moveTo>
                  <a:pt x="159721" y="0"/>
                </a:moveTo>
                <a:lnTo>
                  <a:pt x="96995" y="0"/>
                </a:lnTo>
                <a:lnTo>
                  <a:pt x="79783" y="5048"/>
                </a:lnTo>
                <a:lnTo>
                  <a:pt x="43754" y="18411"/>
                </a:lnTo>
                <a:lnTo>
                  <a:pt x="3944" y="35161"/>
                </a:lnTo>
                <a:lnTo>
                  <a:pt x="0" y="41092"/>
                </a:lnTo>
                <a:lnTo>
                  <a:pt x="5" y="43211"/>
                </a:lnTo>
                <a:lnTo>
                  <a:pt x="6955" y="50134"/>
                </a:lnTo>
                <a:lnTo>
                  <a:pt x="9050" y="50134"/>
                </a:lnTo>
                <a:lnTo>
                  <a:pt x="10057" y="49932"/>
                </a:lnTo>
                <a:lnTo>
                  <a:pt x="49346" y="33406"/>
                </a:lnTo>
                <a:lnTo>
                  <a:pt x="84345" y="20398"/>
                </a:lnTo>
                <a:lnTo>
                  <a:pt x="102448" y="15071"/>
                </a:lnTo>
                <a:lnTo>
                  <a:pt x="102156" y="15071"/>
                </a:lnTo>
                <a:lnTo>
                  <a:pt x="115893" y="12662"/>
                </a:lnTo>
                <a:lnTo>
                  <a:pt x="114504" y="12662"/>
                </a:lnTo>
                <a:lnTo>
                  <a:pt x="136997" y="11592"/>
                </a:lnTo>
                <a:lnTo>
                  <a:pt x="157126" y="11592"/>
                </a:lnTo>
                <a:lnTo>
                  <a:pt x="158254" y="11402"/>
                </a:lnTo>
                <a:lnTo>
                  <a:pt x="15972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20928" y="0"/>
            <a:ext cx="23495" cy="59690"/>
          </a:xfrm>
          <a:custGeom>
            <a:avLst/>
            <a:gdLst/>
            <a:ahLst/>
            <a:cxnLst/>
            <a:rect l="l" t="t" r="r" b="b"/>
            <a:pathLst>
              <a:path w="23495" h="59690">
                <a:moveTo>
                  <a:pt x="16037" y="0"/>
                </a:moveTo>
                <a:lnTo>
                  <a:pt x="0" y="0"/>
                </a:lnTo>
                <a:lnTo>
                  <a:pt x="1365" y="16066"/>
                </a:lnTo>
                <a:lnTo>
                  <a:pt x="7962" y="54401"/>
                </a:lnTo>
                <a:lnTo>
                  <a:pt x="14674" y="59129"/>
                </a:lnTo>
                <a:lnTo>
                  <a:pt x="15577" y="59129"/>
                </a:lnTo>
                <a:lnTo>
                  <a:pt x="23369" y="50800"/>
                </a:lnTo>
                <a:lnTo>
                  <a:pt x="17144" y="13437"/>
                </a:lnTo>
                <a:lnTo>
                  <a:pt x="1603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046813" y="0"/>
            <a:ext cx="17780" cy="8890"/>
          </a:xfrm>
          <a:custGeom>
            <a:avLst/>
            <a:gdLst/>
            <a:ahLst/>
            <a:cxnLst/>
            <a:rect l="l" t="t" r="r" b="b"/>
            <a:pathLst>
              <a:path w="17779" h="8890">
                <a:moveTo>
                  <a:pt x="17781" y="0"/>
                </a:moveTo>
                <a:lnTo>
                  <a:pt x="0" y="0"/>
                </a:lnTo>
                <a:lnTo>
                  <a:pt x="4" y="797"/>
                </a:lnTo>
                <a:lnTo>
                  <a:pt x="7580" y="8280"/>
                </a:lnTo>
                <a:lnTo>
                  <a:pt x="8589" y="8280"/>
                </a:lnTo>
                <a:lnTo>
                  <a:pt x="1778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544111" y="66"/>
            <a:ext cx="42545" cy="17145"/>
          </a:xfrm>
          <a:custGeom>
            <a:avLst/>
            <a:gdLst/>
            <a:ahLst/>
            <a:cxnLst/>
            <a:rect l="l" t="t" r="r" b="b"/>
            <a:pathLst>
              <a:path w="42545" h="17145">
                <a:moveTo>
                  <a:pt x="17668" y="0"/>
                </a:moveTo>
                <a:lnTo>
                  <a:pt x="0" y="0"/>
                </a:lnTo>
                <a:lnTo>
                  <a:pt x="2977" y="6407"/>
                </a:lnTo>
                <a:lnTo>
                  <a:pt x="22869" y="16552"/>
                </a:lnTo>
                <a:lnTo>
                  <a:pt x="25540" y="16552"/>
                </a:lnTo>
                <a:lnTo>
                  <a:pt x="40002" y="3064"/>
                </a:lnTo>
                <a:lnTo>
                  <a:pt x="20924" y="3064"/>
                </a:lnTo>
                <a:lnTo>
                  <a:pt x="22237" y="1045"/>
                </a:lnTo>
                <a:lnTo>
                  <a:pt x="21471" y="1045"/>
                </a:lnTo>
                <a:lnTo>
                  <a:pt x="22099" y="836"/>
                </a:lnTo>
                <a:lnTo>
                  <a:pt x="18017" y="836"/>
                </a:lnTo>
                <a:lnTo>
                  <a:pt x="17668" y="0"/>
                </a:lnTo>
                <a:close/>
              </a:path>
              <a:path w="42545" h="17145">
                <a:moveTo>
                  <a:pt x="23808" y="836"/>
                </a:moveTo>
                <a:lnTo>
                  <a:pt x="22439" y="836"/>
                </a:lnTo>
                <a:lnTo>
                  <a:pt x="22237" y="1045"/>
                </a:lnTo>
                <a:lnTo>
                  <a:pt x="20924" y="3064"/>
                </a:lnTo>
                <a:lnTo>
                  <a:pt x="23537" y="1045"/>
                </a:lnTo>
                <a:lnTo>
                  <a:pt x="21471" y="1045"/>
                </a:lnTo>
                <a:lnTo>
                  <a:pt x="23808" y="836"/>
                </a:lnTo>
                <a:close/>
              </a:path>
              <a:path w="42545" h="17145">
                <a:moveTo>
                  <a:pt x="41995" y="0"/>
                </a:moveTo>
                <a:lnTo>
                  <a:pt x="24890" y="0"/>
                </a:lnTo>
                <a:lnTo>
                  <a:pt x="20924" y="3064"/>
                </a:lnTo>
                <a:lnTo>
                  <a:pt x="40002" y="3064"/>
                </a:lnTo>
                <a:lnTo>
                  <a:pt x="41995" y="0"/>
                </a:lnTo>
                <a:close/>
              </a:path>
              <a:path w="42545" h="17145">
                <a:moveTo>
                  <a:pt x="24890" y="0"/>
                </a:moveTo>
                <a:lnTo>
                  <a:pt x="22099" y="836"/>
                </a:lnTo>
                <a:lnTo>
                  <a:pt x="21471" y="1045"/>
                </a:lnTo>
                <a:lnTo>
                  <a:pt x="22237" y="1045"/>
                </a:lnTo>
                <a:lnTo>
                  <a:pt x="22373" y="836"/>
                </a:lnTo>
                <a:lnTo>
                  <a:pt x="23808" y="836"/>
                </a:lnTo>
                <a:lnTo>
                  <a:pt x="24890" y="0"/>
                </a:lnTo>
                <a:close/>
              </a:path>
              <a:path w="42545" h="17145">
                <a:moveTo>
                  <a:pt x="23808" y="836"/>
                </a:moveTo>
                <a:lnTo>
                  <a:pt x="21471" y="1045"/>
                </a:lnTo>
                <a:lnTo>
                  <a:pt x="23537" y="1045"/>
                </a:lnTo>
                <a:lnTo>
                  <a:pt x="23808" y="836"/>
                </a:lnTo>
                <a:close/>
              </a:path>
              <a:path w="42545" h="17145">
                <a:moveTo>
                  <a:pt x="17786" y="0"/>
                </a:moveTo>
                <a:lnTo>
                  <a:pt x="17616" y="0"/>
                </a:lnTo>
                <a:lnTo>
                  <a:pt x="18070" y="836"/>
                </a:lnTo>
                <a:lnTo>
                  <a:pt x="19005" y="836"/>
                </a:lnTo>
                <a:lnTo>
                  <a:pt x="17786" y="0"/>
                </a:lnTo>
                <a:close/>
              </a:path>
              <a:path w="42545" h="17145">
                <a:moveTo>
                  <a:pt x="18198" y="0"/>
                </a:moveTo>
                <a:lnTo>
                  <a:pt x="17785" y="0"/>
                </a:lnTo>
                <a:lnTo>
                  <a:pt x="19006" y="836"/>
                </a:lnTo>
                <a:lnTo>
                  <a:pt x="18820" y="836"/>
                </a:lnTo>
                <a:lnTo>
                  <a:pt x="18198" y="0"/>
                </a:lnTo>
                <a:close/>
              </a:path>
              <a:path w="42545" h="17145">
                <a:moveTo>
                  <a:pt x="18198" y="0"/>
                </a:moveTo>
                <a:lnTo>
                  <a:pt x="18820" y="836"/>
                </a:lnTo>
                <a:lnTo>
                  <a:pt x="20801" y="836"/>
                </a:lnTo>
                <a:lnTo>
                  <a:pt x="18198" y="0"/>
                </a:lnTo>
                <a:close/>
              </a:path>
              <a:path w="42545" h="17145">
                <a:moveTo>
                  <a:pt x="18590" y="0"/>
                </a:moveTo>
                <a:lnTo>
                  <a:pt x="18384" y="0"/>
                </a:lnTo>
                <a:lnTo>
                  <a:pt x="20717" y="836"/>
                </a:lnTo>
                <a:lnTo>
                  <a:pt x="20197" y="836"/>
                </a:lnTo>
                <a:lnTo>
                  <a:pt x="18590" y="0"/>
                </a:lnTo>
                <a:close/>
              </a:path>
              <a:path w="42545" h="17145">
                <a:moveTo>
                  <a:pt x="20115" y="0"/>
                </a:moveTo>
                <a:lnTo>
                  <a:pt x="18590" y="0"/>
                </a:lnTo>
                <a:lnTo>
                  <a:pt x="20197" y="836"/>
                </a:lnTo>
                <a:lnTo>
                  <a:pt x="25958" y="836"/>
                </a:lnTo>
                <a:lnTo>
                  <a:pt x="20115" y="0"/>
                </a:lnTo>
                <a:close/>
              </a:path>
              <a:path w="42545" h="17145">
                <a:moveTo>
                  <a:pt x="24618" y="0"/>
                </a:moveTo>
                <a:lnTo>
                  <a:pt x="22917" y="0"/>
                </a:lnTo>
                <a:lnTo>
                  <a:pt x="22373" y="836"/>
                </a:lnTo>
                <a:lnTo>
                  <a:pt x="22193" y="836"/>
                </a:lnTo>
                <a:lnTo>
                  <a:pt x="24618" y="0"/>
                </a:lnTo>
                <a:close/>
              </a:path>
              <a:path w="42545" h="17145">
                <a:moveTo>
                  <a:pt x="24879" y="0"/>
                </a:moveTo>
                <a:lnTo>
                  <a:pt x="24618" y="0"/>
                </a:lnTo>
                <a:lnTo>
                  <a:pt x="22193" y="836"/>
                </a:lnTo>
                <a:lnTo>
                  <a:pt x="2487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70754" y="0"/>
            <a:ext cx="18415" cy="66675"/>
          </a:xfrm>
          <a:custGeom>
            <a:avLst/>
            <a:gdLst/>
            <a:ahLst/>
            <a:cxnLst/>
            <a:rect l="l" t="t" r="r" b="b"/>
            <a:pathLst>
              <a:path w="18415" h="66675">
                <a:moveTo>
                  <a:pt x="18417" y="0"/>
                </a:moveTo>
                <a:lnTo>
                  <a:pt x="2406" y="0"/>
                </a:lnTo>
                <a:lnTo>
                  <a:pt x="1816" y="29970"/>
                </a:lnTo>
                <a:lnTo>
                  <a:pt x="0" y="57810"/>
                </a:lnTo>
                <a:lnTo>
                  <a:pt x="6408" y="66243"/>
                </a:lnTo>
                <a:lnTo>
                  <a:pt x="9550" y="66243"/>
                </a:lnTo>
                <a:lnTo>
                  <a:pt x="17793" y="30648"/>
                </a:lnTo>
                <a:lnTo>
                  <a:pt x="1841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02267" y="0"/>
            <a:ext cx="8255" cy="1270"/>
          </a:xfrm>
          <a:custGeom>
            <a:avLst/>
            <a:gdLst/>
            <a:ahLst/>
            <a:cxnLst/>
            <a:rect l="l" t="t" r="r" b="b"/>
            <a:pathLst>
              <a:path w="8254" h="1270">
                <a:moveTo>
                  <a:pt x="8079" y="0"/>
                </a:moveTo>
                <a:lnTo>
                  <a:pt x="0" y="0"/>
                </a:lnTo>
                <a:lnTo>
                  <a:pt x="1959" y="758"/>
                </a:lnTo>
                <a:lnTo>
                  <a:pt x="2979" y="961"/>
                </a:lnTo>
                <a:lnTo>
                  <a:pt x="5100" y="961"/>
                </a:lnTo>
                <a:lnTo>
                  <a:pt x="6121" y="758"/>
                </a:lnTo>
                <a:lnTo>
                  <a:pt x="807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03630" y="0"/>
            <a:ext cx="16510" cy="8890"/>
          </a:xfrm>
          <a:custGeom>
            <a:avLst/>
            <a:gdLst/>
            <a:ahLst/>
            <a:cxnLst/>
            <a:rect l="l" t="t" r="r" b="b"/>
            <a:pathLst>
              <a:path w="16509" h="8890">
                <a:moveTo>
                  <a:pt x="16305" y="0"/>
                </a:moveTo>
                <a:lnTo>
                  <a:pt x="0" y="0"/>
                </a:lnTo>
                <a:lnTo>
                  <a:pt x="706" y="3059"/>
                </a:lnTo>
                <a:lnTo>
                  <a:pt x="7985" y="8289"/>
                </a:lnTo>
                <a:lnTo>
                  <a:pt x="8887" y="8289"/>
                </a:lnTo>
                <a:lnTo>
                  <a:pt x="16321" y="502"/>
                </a:lnTo>
                <a:lnTo>
                  <a:pt x="1630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89831" y="0"/>
            <a:ext cx="15875" cy="6350"/>
          </a:xfrm>
          <a:custGeom>
            <a:avLst/>
            <a:gdLst/>
            <a:ahLst/>
            <a:cxnLst/>
            <a:rect l="l" t="t" r="r" b="b"/>
            <a:pathLst>
              <a:path w="15875" h="6350">
                <a:moveTo>
                  <a:pt x="15430" y="0"/>
                </a:moveTo>
                <a:lnTo>
                  <a:pt x="0" y="0"/>
                </a:lnTo>
                <a:lnTo>
                  <a:pt x="360" y="1076"/>
                </a:lnTo>
                <a:lnTo>
                  <a:pt x="7067" y="5871"/>
                </a:lnTo>
                <a:lnTo>
                  <a:pt x="7933" y="5871"/>
                </a:lnTo>
                <a:lnTo>
                  <a:pt x="1543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831484" y="299744"/>
            <a:ext cx="214629" cy="113030"/>
          </a:xfrm>
          <a:custGeom>
            <a:avLst/>
            <a:gdLst/>
            <a:ahLst/>
            <a:cxnLst/>
            <a:rect l="l" t="t" r="r" b="b"/>
            <a:pathLst>
              <a:path w="214629" h="113029">
                <a:moveTo>
                  <a:pt x="185356" y="50253"/>
                </a:moveTo>
                <a:lnTo>
                  <a:pt x="182067" y="42468"/>
                </a:lnTo>
                <a:lnTo>
                  <a:pt x="177380" y="37680"/>
                </a:lnTo>
                <a:lnTo>
                  <a:pt x="136944" y="15976"/>
                </a:lnTo>
                <a:lnTo>
                  <a:pt x="122339" y="11239"/>
                </a:lnTo>
                <a:lnTo>
                  <a:pt x="121666" y="11049"/>
                </a:lnTo>
                <a:lnTo>
                  <a:pt x="100482" y="6210"/>
                </a:lnTo>
                <a:lnTo>
                  <a:pt x="99720" y="6070"/>
                </a:lnTo>
                <a:lnTo>
                  <a:pt x="62191" y="1231"/>
                </a:lnTo>
                <a:lnTo>
                  <a:pt x="62687" y="1231"/>
                </a:lnTo>
                <a:lnTo>
                  <a:pt x="38163" y="0"/>
                </a:lnTo>
                <a:lnTo>
                  <a:pt x="36080" y="0"/>
                </a:lnTo>
                <a:lnTo>
                  <a:pt x="27901" y="914"/>
                </a:lnTo>
                <a:lnTo>
                  <a:pt x="26225" y="1231"/>
                </a:lnTo>
                <a:lnTo>
                  <a:pt x="26365" y="1231"/>
                </a:lnTo>
                <a:lnTo>
                  <a:pt x="16700" y="3860"/>
                </a:lnTo>
                <a:lnTo>
                  <a:pt x="0" y="13589"/>
                </a:lnTo>
                <a:lnTo>
                  <a:pt x="127" y="17157"/>
                </a:lnTo>
                <a:lnTo>
                  <a:pt x="6362" y="23139"/>
                </a:lnTo>
                <a:lnTo>
                  <a:pt x="9436" y="23139"/>
                </a:lnTo>
                <a:lnTo>
                  <a:pt x="20942" y="19304"/>
                </a:lnTo>
                <a:lnTo>
                  <a:pt x="30035" y="16802"/>
                </a:lnTo>
                <a:lnTo>
                  <a:pt x="29667" y="16802"/>
                </a:lnTo>
                <a:lnTo>
                  <a:pt x="30276" y="16738"/>
                </a:lnTo>
                <a:lnTo>
                  <a:pt x="31775" y="16573"/>
                </a:lnTo>
                <a:lnTo>
                  <a:pt x="37211" y="15976"/>
                </a:lnTo>
                <a:lnTo>
                  <a:pt x="60566" y="17157"/>
                </a:lnTo>
                <a:lnTo>
                  <a:pt x="97675" y="21932"/>
                </a:lnTo>
                <a:lnTo>
                  <a:pt x="97497" y="21932"/>
                </a:lnTo>
                <a:lnTo>
                  <a:pt x="117995" y="26644"/>
                </a:lnTo>
                <a:lnTo>
                  <a:pt x="158153" y="42799"/>
                </a:lnTo>
                <a:lnTo>
                  <a:pt x="171056" y="54089"/>
                </a:lnTo>
                <a:lnTo>
                  <a:pt x="172554" y="55562"/>
                </a:lnTo>
                <a:lnTo>
                  <a:pt x="173469" y="56134"/>
                </a:lnTo>
                <a:lnTo>
                  <a:pt x="175425" y="56921"/>
                </a:lnTo>
                <a:lnTo>
                  <a:pt x="176339" y="57111"/>
                </a:lnTo>
                <a:lnTo>
                  <a:pt x="178346" y="57111"/>
                </a:lnTo>
                <a:lnTo>
                  <a:pt x="185140" y="51269"/>
                </a:lnTo>
                <a:lnTo>
                  <a:pt x="185356" y="50253"/>
                </a:lnTo>
                <a:close/>
              </a:path>
              <a:path w="214629" h="113029">
                <a:moveTo>
                  <a:pt x="214439" y="96570"/>
                </a:moveTo>
                <a:lnTo>
                  <a:pt x="194843" y="87795"/>
                </a:lnTo>
                <a:lnTo>
                  <a:pt x="196303" y="87795"/>
                </a:lnTo>
                <a:lnTo>
                  <a:pt x="175882" y="87134"/>
                </a:lnTo>
                <a:lnTo>
                  <a:pt x="135585" y="87134"/>
                </a:lnTo>
                <a:lnTo>
                  <a:pt x="95377" y="98107"/>
                </a:lnTo>
                <a:lnTo>
                  <a:pt x="91998" y="106413"/>
                </a:lnTo>
                <a:lnTo>
                  <a:pt x="92189" y="107099"/>
                </a:lnTo>
                <a:lnTo>
                  <a:pt x="98767" y="112839"/>
                </a:lnTo>
                <a:lnTo>
                  <a:pt x="100977" y="112839"/>
                </a:lnTo>
                <a:lnTo>
                  <a:pt x="102527" y="112420"/>
                </a:lnTo>
                <a:lnTo>
                  <a:pt x="112217" y="107569"/>
                </a:lnTo>
                <a:lnTo>
                  <a:pt x="112534" y="107416"/>
                </a:lnTo>
                <a:lnTo>
                  <a:pt x="113487" y="107099"/>
                </a:lnTo>
                <a:lnTo>
                  <a:pt x="122364" y="104305"/>
                </a:lnTo>
                <a:lnTo>
                  <a:pt x="121716" y="104305"/>
                </a:lnTo>
                <a:lnTo>
                  <a:pt x="122618" y="104228"/>
                </a:lnTo>
                <a:lnTo>
                  <a:pt x="126072" y="103949"/>
                </a:lnTo>
                <a:lnTo>
                  <a:pt x="136512" y="103111"/>
                </a:lnTo>
                <a:lnTo>
                  <a:pt x="174891" y="103111"/>
                </a:lnTo>
                <a:lnTo>
                  <a:pt x="193103" y="103708"/>
                </a:lnTo>
                <a:lnTo>
                  <a:pt x="206349" y="105600"/>
                </a:lnTo>
                <a:lnTo>
                  <a:pt x="207162" y="105600"/>
                </a:lnTo>
                <a:lnTo>
                  <a:pt x="214325" y="98755"/>
                </a:lnTo>
                <a:lnTo>
                  <a:pt x="214439" y="9657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80022" y="196540"/>
            <a:ext cx="207236" cy="22325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70615" y="183555"/>
            <a:ext cx="433416" cy="272602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3390383" y="25"/>
            <a:ext cx="370840" cy="106045"/>
          </a:xfrm>
          <a:custGeom>
            <a:avLst/>
            <a:gdLst/>
            <a:ahLst/>
            <a:cxnLst/>
            <a:rect l="l" t="t" r="r" b="b"/>
            <a:pathLst>
              <a:path w="370839" h="106045">
                <a:moveTo>
                  <a:pt x="136680" y="104521"/>
                </a:moveTo>
                <a:lnTo>
                  <a:pt x="111760" y="104521"/>
                </a:lnTo>
                <a:lnTo>
                  <a:pt x="112574" y="104901"/>
                </a:lnTo>
                <a:lnTo>
                  <a:pt x="113663" y="105156"/>
                </a:lnTo>
                <a:lnTo>
                  <a:pt x="114018" y="105156"/>
                </a:lnTo>
                <a:lnTo>
                  <a:pt x="119142" y="105918"/>
                </a:lnTo>
                <a:lnTo>
                  <a:pt x="120684" y="105918"/>
                </a:lnTo>
                <a:lnTo>
                  <a:pt x="136680" y="104521"/>
                </a:lnTo>
                <a:close/>
              </a:path>
              <a:path w="370839" h="106045">
                <a:moveTo>
                  <a:pt x="121688" y="15621"/>
                </a:moveTo>
                <a:lnTo>
                  <a:pt x="106454" y="50800"/>
                </a:lnTo>
                <a:lnTo>
                  <a:pt x="103281" y="81407"/>
                </a:lnTo>
                <a:lnTo>
                  <a:pt x="104835" y="96900"/>
                </a:lnTo>
                <a:lnTo>
                  <a:pt x="111633" y="104521"/>
                </a:lnTo>
                <a:lnTo>
                  <a:pt x="137034" y="104521"/>
                </a:lnTo>
                <a:lnTo>
                  <a:pt x="147811" y="102235"/>
                </a:lnTo>
                <a:lnTo>
                  <a:pt x="148825" y="101853"/>
                </a:lnTo>
                <a:lnTo>
                  <a:pt x="159005" y="98298"/>
                </a:lnTo>
                <a:lnTo>
                  <a:pt x="159872" y="97917"/>
                </a:lnTo>
                <a:lnTo>
                  <a:pt x="166624" y="94361"/>
                </a:lnTo>
                <a:lnTo>
                  <a:pt x="120649" y="94361"/>
                </a:lnTo>
                <a:lnTo>
                  <a:pt x="118591" y="90424"/>
                </a:lnTo>
                <a:lnTo>
                  <a:pt x="116451" y="89408"/>
                </a:lnTo>
                <a:lnTo>
                  <a:pt x="118078" y="89408"/>
                </a:lnTo>
                <a:lnTo>
                  <a:pt x="117895" y="89026"/>
                </a:lnTo>
                <a:lnTo>
                  <a:pt x="120121" y="89026"/>
                </a:lnTo>
                <a:lnTo>
                  <a:pt x="119358" y="81407"/>
                </a:lnTo>
                <a:lnTo>
                  <a:pt x="119189" y="81407"/>
                </a:lnTo>
                <a:lnTo>
                  <a:pt x="119195" y="79756"/>
                </a:lnTo>
                <a:lnTo>
                  <a:pt x="119361" y="79756"/>
                </a:lnTo>
                <a:lnTo>
                  <a:pt x="121954" y="55118"/>
                </a:lnTo>
                <a:lnTo>
                  <a:pt x="122024" y="54483"/>
                </a:lnTo>
                <a:lnTo>
                  <a:pt x="122098" y="53721"/>
                </a:lnTo>
                <a:lnTo>
                  <a:pt x="122702" y="52070"/>
                </a:lnTo>
                <a:lnTo>
                  <a:pt x="125728" y="41514"/>
                </a:lnTo>
                <a:lnTo>
                  <a:pt x="125527" y="41514"/>
                </a:lnTo>
                <a:lnTo>
                  <a:pt x="125971" y="40640"/>
                </a:lnTo>
                <a:lnTo>
                  <a:pt x="126197" y="39877"/>
                </a:lnTo>
                <a:lnTo>
                  <a:pt x="126388" y="39877"/>
                </a:lnTo>
                <a:lnTo>
                  <a:pt x="132855" y="27559"/>
                </a:lnTo>
                <a:lnTo>
                  <a:pt x="137736" y="20575"/>
                </a:lnTo>
                <a:lnTo>
                  <a:pt x="138072" y="20575"/>
                </a:lnTo>
                <a:lnTo>
                  <a:pt x="121688" y="15621"/>
                </a:lnTo>
                <a:close/>
              </a:path>
              <a:path w="370839" h="106045">
                <a:moveTo>
                  <a:pt x="118591" y="90424"/>
                </a:moveTo>
                <a:lnTo>
                  <a:pt x="120649" y="94361"/>
                </a:lnTo>
                <a:lnTo>
                  <a:pt x="120393" y="91275"/>
                </a:lnTo>
                <a:lnTo>
                  <a:pt x="120545" y="91275"/>
                </a:lnTo>
                <a:lnTo>
                  <a:pt x="118591" y="90424"/>
                </a:lnTo>
                <a:close/>
              </a:path>
              <a:path w="370839" h="106045">
                <a:moveTo>
                  <a:pt x="174468" y="90170"/>
                </a:moveTo>
                <a:lnTo>
                  <a:pt x="120231" y="90170"/>
                </a:lnTo>
                <a:lnTo>
                  <a:pt x="120649" y="94361"/>
                </a:lnTo>
                <a:lnTo>
                  <a:pt x="166624" y="94361"/>
                </a:lnTo>
                <a:lnTo>
                  <a:pt x="174468" y="90170"/>
                </a:lnTo>
                <a:close/>
              </a:path>
              <a:path w="370839" h="106045">
                <a:moveTo>
                  <a:pt x="117895" y="89026"/>
                </a:moveTo>
                <a:lnTo>
                  <a:pt x="118591" y="90424"/>
                </a:lnTo>
                <a:lnTo>
                  <a:pt x="120545" y="91275"/>
                </a:lnTo>
                <a:lnTo>
                  <a:pt x="118722" y="89800"/>
                </a:lnTo>
                <a:lnTo>
                  <a:pt x="117895" y="89026"/>
                </a:lnTo>
                <a:close/>
              </a:path>
              <a:path w="370839" h="106045">
                <a:moveTo>
                  <a:pt x="120121" y="89026"/>
                </a:moveTo>
                <a:lnTo>
                  <a:pt x="117895" y="89026"/>
                </a:lnTo>
                <a:lnTo>
                  <a:pt x="118786" y="89800"/>
                </a:lnTo>
                <a:lnTo>
                  <a:pt x="121292" y="90170"/>
                </a:lnTo>
                <a:lnTo>
                  <a:pt x="119211" y="90170"/>
                </a:lnTo>
                <a:lnTo>
                  <a:pt x="119495" y="90424"/>
                </a:lnTo>
                <a:lnTo>
                  <a:pt x="120550" y="91275"/>
                </a:lnTo>
                <a:lnTo>
                  <a:pt x="120341" y="91275"/>
                </a:lnTo>
                <a:lnTo>
                  <a:pt x="120230" y="90170"/>
                </a:lnTo>
                <a:lnTo>
                  <a:pt x="121292" y="90170"/>
                </a:lnTo>
                <a:lnTo>
                  <a:pt x="118786" y="89800"/>
                </a:lnTo>
                <a:lnTo>
                  <a:pt x="120195" y="89800"/>
                </a:lnTo>
                <a:lnTo>
                  <a:pt x="120121" y="89026"/>
                </a:lnTo>
                <a:close/>
              </a:path>
              <a:path w="370839" h="106045">
                <a:moveTo>
                  <a:pt x="116451" y="89408"/>
                </a:moveTo>
                <a:lnTo>
                  <a:pt x="118591" y="90424"/>
                </a:lnTo>
                <a:lnTo>
                  <a:pt x="118265" y="89800"/>
                </a:lnTo>
                <a:lnTo>
                  <a:pt x="118776" y="89800"/>
                </a:lnTo>
                <a:lnTo>
                  <a:pt x="116451" y="89408"/>
                </a:lnTo>
                <a:close/>
              </a:path>
              <a:path w="370839" h="106045">
                <a:moveTo>
                  <a:pt x="180487" y="66421"/>
                </a:moveTo>
                <a:lnTo>
                  <a:pt x="175236" y="71120"/>
                </a:lnTo>
                <a:lnTo>
                  <a:pt x="174363" y="72009"/>
                </a:lnTo>
                <a:lnTo>
                  <a:pt x="173589" y="72597"/>
                </a:lnTo>
                <a:lnTo>
                  <a:pt x="173272" y="72779"/>
                </a:lnTo>
                <a:lnTo>
                  <a:pt x="172860" y="73151"/>
                </a:lnTo>
                <a:lnTo>
                  <a:pt x="172538" y="73151"/>
                </a:lnTo>
                <a:lnTo>
                  <a:pt x="156924" y="81407"/>
                </a:lnTo>
                <a:lnTo>
                  <a:pt x="152708" y="83693"/>
                </a:lnTo>
                <a:lnTo>
                  <a:pt x="152287" y="83693"/>
                </a:lnTo>
                <a:lnTo>
                  <a:pt x="145214" y="86233"/>
                </a:lnTo>
                <a:lnTo>
                  <a:pt x="145446" y="86233"/>
                </a:lnTo>
                <a:lnTo>
                  <a:pt x="143101" y="86868"/>
                </a:lnTo>
                <a:lnTo>
                  <a:pt x="134281" y="88773"/>
                </a:lnTo>
                <a:lnTo>
                  <a:pt x="133727" y="88773"/>
                </a:lnTo>
                <a:lnTo>
                  <a:pt x="119170" y="90170"/>
                </a:lnTo>
                <a:lnTo>
                  <a:pt x="174468" y="90170"/>
                </a:lnTo>
                <a:lnTo>
                  <a:pt x="180619" y="86868"/>
                </a:lnTo>
                <a:lnTo>
                  <a:pt x="180325" y="86868"/>
                </a:lnTo>
                <a:lnTo>
                  <a:pt x="181891" y="86233"/>
                </a:lnTo>
                <a:lnTo>
                  <a:pt x="183394" y="85090"/>
                </a:lnTo>
                <a:lnTo>
                  <a:pt x="185042" y="83693"/>
                </a:lnTo>
                <a:lnTo>
                  <a:pt x="185588" y="83185"/>
                </a:lnTo>
                <a:lnTo>
                  <a:pt x="192119" y="77470"/>
                </a:lnTo>
                <a:lnTo>
                  <a:pt x="193909" y="75184"/>
                </a:lnTo>
                <a:lnTo>
                  <a:pt x="195055" y="73151"/>
                </a:lnTo>
                <a:lnTo>
                  <a:pt x="172860" y="73151"/>
                </a:lnTo>
                <a:lnTo>
                  <a:pt x="173260" y="72779"/>
                </a:lnTo>
                <a:lnTo>
                  <a:pt x="195235" y="72779"/>
                </a:lnTo>
                <a:lnTo>
                  <a:pt x="195495" y="72242"/>
                </a:lnTo>
                <a:lnTo>
                  <a:pt x="196090" y="71120"/>
                </a:lnTo>
                <a:lnTo>
                  <a:pt x="196919" y="68707"/>
                </a:lnTo>
                <a:lnTo>
                  <a:pt x="197091" y="67691"/>
                </a:lnTo>
                <a:lnTo>
                  <a:pt x="179795" y="67691"/>
                </a:lnTo>
                <a:lnTo>
                  <a:pt x="180487" y="66421"/>
                </a:lnTo>
                <a:close/>
              </a:path>
              <a:path w="370839" h="106045">
                <a:moveTo>
                  <a:pt x="118078" y="89408"/>
                </a:moveTo>
                <a:lnTo>
                  <a:pt x="116451" y="89408"/>
                </a:lnTo>
                <a:lnTo>
                  <a:pt x="118776" y="89800"/>
                </a:lnTo>
                <a:lnTo>
                  <a:pt x="118264" y="89800"/>
                </a:lnTo>
                <a:lnTo>
                  <a:pt x="118078" y="89408"/>
                </a:lnTo>
                <a:close/>
              </a:path>
              <a:path w="370839" h="106045">
                <a:moveTo>
                  <a:pt x="103459" y="83185"/>
                </a:moveTo>
                <a:lnTo>
                  <a:pt x="0" y="83185"/>
                </a:lnTo>
                <a:lnTo>
                  <a:pt x="370736" y="83693"/>
                </a:lnTo>
                <a:lnTo>
                  <a:pt x="103510" y="83693"/>
                </a:lnTo>
                <a:lnTo>
                  <a:pt x="103459" y="83185"/>
                </a:lnTo>
                <a:close/>
              </a:path>
              <a:path w="370839" h="106045">
                <a:moveTo>
                  <a:pt x="153624" y="83185"/>
                </a:moveTo>
                <a:lnTo>
                  <a:pt x="119536" y="83185"/>
                </a:lnTo>
                <a:lnTo>
                  <a:pt x="119587" y="83693"/>
                </a:lnTo>
                <a:lnTo>
                  <a:pt x="152551" y="83693"/>
                </a:lnTo>
                <a:lnTo>
                  <a:pt x="153624" y="83185"/>
                </a:lnTo>
                <a:close/>
              </a:path>
              <a:path w="370839" h="106045">
                <a:moveTo>
                  <a:pt x="174363" y="72009"/>
                </a:moveTo>
                <a:lnTo>
                  <a:pt x="173866" y="72242"/>
                </a:lnTo>
                <a:lnTo>
                  <a:pt x="173473" y="72597"/>
                </a:lnTo>
                <a:lnTo>
                  <a:pt x="174054" y="72242"/>
                </a:lnTo>
                <a:lnTo>
                  <a:pt x="174243" y="72009"/>
                </a:lnTo>
                <a:close/>
              </a:path>
              <a:path w="370839" h="106045">
                <a:moveTo>
                  <a:pt x="181311" y="65786"/>
                </a:moveTo>
                <a:lnTo>
                  <a:pt x="180909" y="66040"/>
                </a:lnTo>
                <a:lnTo>
                  <a:pt x="180487" y="66421"/>
                </a:lnTo>
                <a:lnTo>
                  <a:pt x="179795" y="67691"/>
                </a:lnTo>
                <a:lnTo>
                  <a:pt x="181311" y="65786"/>
                </a:lnTo>
                <a:close/>
              </a:path>
              <a:path w="370839" h="106045">
                <a:moveTo>
                  <a:pt x="197475" y="65404"/>
                </a:moveTo>
                <a:lnTo>
                  <a:pt x="181585" y="65404"/>
                </a:lnTo>
                <a:lnTo>
                  <a:pt x="181191" y="65786"/>
                </a:lnTo>
                <a:lnTo>
                  <a:pt x="181118" y="66040"/>
                </a:lnTo>
                <a:lnTo>
                  <a:pt x="179795" y="67691"/>
                </a:lnTo>
                <a:lnTo>
                  <a:pt x="197091" y="67691"/>
                </a:lnTo>
                <a:lnTo>
                  <a:pt x="197312" y="66421"/>
                </a:lnTo>
                <a:lnTo>
                  <a:pt x="197416" y="65786"/>
                </a:lnTo>
                <a:lnTo>
                  <a:pt x="197475" y="65404"/>
                </a:lnTo>
                <a:close/>
              </a:path>
              <a:path w="370839" h="106045">
                <a:moveTo>
                  <a:pt x="181366" y="64770"/>
                </a:moveTo>
                <a:lnTo>
                  <a:pt x="180487" y="66421"/>
                </a:lnTo>
                <a:lnTo>
                  <a:pt x="181191" y="65786"/>
                </a:lnTo>
                <a:lnTo>
                  <a:pt x="181249" y="65404"/>
                </a:lnTo>
                <a:lnTo>
                  <a:pt x="181366" y="64770"/>
                </a:lnTo>
                <a:close/>
              </a:path>
              <a:path w="370839" h="106045">
                <a:moveTo>
                  <a:pt x="197675" y="61722"/>
                </a:moveTo>
                <a:lnTo>
                  <a:pt x="181875" y="61722"/>
                </a:lnTo>
                <a:lnTo>
                  <a:pt x="181850" y="64008"/>
                </a:lnTo>
                <a:lnTo>
                  <a:pt x="181350" y="65404"/>
                </a:lnTo>
                <a:lnTo>
                  <a:pt x="181232" y="65786"/>
                </a:lnTo>
                <a:lnTo>
                  <a:pt x="181585" y="65404"/>
                </a:lnTo>
                <a:lnTo>
                  <a:pt x="197475" y="65404"/>
                </a:lnTo>
                <a:lnTo>
                  <a:pt x="197599" y="64516"/>
                </a:lnTo>
                <a:lnTo>
                  <a:pt x="197675" y="61722"/>
                </a:lnTo>
                <a:close/>
              </a:path>
              <a:path w="370839" h="106045">
                <a:moveTo>
                  <a:pt x="181850" y="64008"/>
                </a:moveTo>
                <a:lnTo>
                  <a:pt x="181419" y="64516"/>
                </a:lnTo>
                <a:lnTo>
                  <a:pt x="181366" y="64770"/>
                </a:lnTo>
                <a:lnTo>
                  <a:pt x="181249" y="65404"/>
                </a:lnTo>
                <a:lnTo>
                  <a:pt x="181586" y="64770"/>
                </a:lnTo>
                <a:lnTo>
                  <a:pt x="181850" y="64008"/>
                </a:lnTo>
                <a:close/>
              </a:path>
              <a:path w="370839" h="106045">
                <a:moveTo>
                  <a:pt x="181844" y="62484"/>
                </a:moveTo>
                <a:lnTo>
                  <a:pt x="181561" y="63626"/>
                </a:lnTo>
                <a:lnTo>
                  <a:pt x="181498" y="64008"/>
                </a:lnTo>
                <a:lnTo>
                  <a:pt x="181419" y="64516"/>
                </a:lnTo>
                <a:lnTo>
                  <a:pt x="181850" y="64008"/>
                </a:lnTo>
                <a:lnTo>
                  <a:pt x="181844" y="62484"/>
                </a:lnTo>
                <a:close/>
              </a:path>
              <a:path w="370839" h="106045">
                <a:moveTo>
                  <a:pt x="196606" y="48895"/>
                </a:moveTo>
                <a:lnTo>
                  <a:pt x="180565" y="48895"/>
                </a:lnTo>
                <a:lnTo>
                  <a:pt x="181690" y="61722"/>
                </a:lnTo>
                <a:lnTo>
                  <a:pt x="181753" y="62484"/>
                </a:lnTo>
                <a:lnTo>
                  <a:pt x="181875" y="61722"/>
                </a:lnTo>
                <a:lnTo>
                  <a:pt x="197675" y="61722"/>
                </a:lnTo>
                <a:lnTo>
                  <a:pt x="196606" y="48895"/>
                </a:lnTo>
                <a:close/>
              </a:path>
              <a:path w="370839" h="106045">
                <a:moveTo>
                  <a:pt x="179466" y="45466"/>
                </a:moveTo>
                <a:lnTo>
                  <a:pt x="180456" y="47751"/>
                </a:lnTo>
                <a:lnTo>
                  <a:pt x="180335" y="46354"/>
                </a:lnTo>
                <a:lnTo>
                  <a:pt x="179466" y="45466"/>
                </a:lnTo>
                <a:close/>
              </a:path>
              <a:path w="370839" h="106045">
                <a:moveTo>
                  <a:pt x="180383" y="46482"/>
                </a:moveTo>
                <a:lnTo>
                  <a:pt x="180456" y="47751"/>
                </a:lnTo>
                <a:lnTo>
                  <a:pt x="180716" y="47751"/>
                </a:lnTo>
                <a:lnTo>
                  <a:pt x="180383" y="46482"/>
                </a:lnTo>
                <a:close/>
              </a:path>
              <a:path w="370839" h="106045">
                <a:moveTo>
                  <a:pt x="196100" y="44323"/>
                </a:moveTo>
                <a:lnTo>
                  <a:pt x="178924" y="44323"/>
                </a:lnTo>
                <a:lnTo>
                  <a:pt x="179721" y="45466"/>
                </a:lnTo>
                <a:lnTo>
                  <a:pt x="180220" y="46354"/>
                </a:lnTo>
                <a:lnTo>
                  <a:pt x="180383" y="46482"/>
                </a:lnTo>
                <a:lnTo>
                  <a:pt x="180716" y="47751"/>
                </a:lnTo>
                <a:lnTo>
                  <a:pt x="196503" y="47751"/>
                </a:lnTo>
                <a:lnTo>
                  <a:pt x="196388" y="46354"/>
                </a:lnTo>
                <a:lnTo>
                  <a:pt x="196277" y="44958"/>
                </a:lnTo>
                <a:lnTo>
                  <a:pt x="196100" y="44323"/>
                </a:lnTo>
                <a:close/>
              </a:path>
              <a:path w="370839" h="106045">
                <a:moveTo>
                  <a:pt x="178924" y="44323"/>
                </a:moveTo>
                <a:lnTo>
                  <a:pt x="179466" y="45466"/>
                </a:lnTo>
                <a:lnTo>
                  <a:pt x="180335" y="46354"/>
                </a:lnTo>
                <a:lnTo>
                  <a:pt x="178924" y="44323"/>
                </a:lnTo>
                <a:close/>
              </a:path>
              <a:path w="370839" h="106045">
                <a:moveTo>
                  <a:pt x="159617" y="30869"/>
                </a:moveTo>
                <a:lnTo>
                  <a:pt x="174320" y="40640"/>
                </a:lnTo>
                <a:lnTo>
                  <a:pt x="175696" y="41514"/>
                </a:lnTo>
                <a:lnTo>
                  <a:pt x="176342" y="42074"/>
                </a:lnTo>
                <a:lnTo>
                  <a:pt x="176876" y="42673"/>
                </a:lnTo>
                <a:lnTo>
                  <a:pt x="179466" y="45466"/>
                </a:lnTo>
                <a:lnTo>
                  <a:pt x="178924" y="44323"/>
                </a:lnTo>
                <a:lnTo>
                  <a:pt x="196100" y="44323"/>
                </a:lnTo>
                <a:lnTo>
                  <a:pt x="187949" y="31188"/>
                </a:lnTo>
                <a:lnTo>
                  <a:pt x="160242" y="31188"/>
                </a:lnTo>
                <a:lnTo>
                  <a:pt x="159617" y="30869"/>
                </a:lnTo>
                <a:close/>
              </a:path>
              <a:path w="370839" h="106045">
                <a:moveTo>
                  <a:pt x="125971" y="40640"/>
                </a:moveTo>
                <a:lnTo>
                  <a:pt x="125527" y="41514"/>
                </a:lnTo>
                <a:lnTo>
                  <a:pt x="125730" y="41514"/>
                </a:lnTo>
                <a:lnTo>
                  <a:pt x="125971" y="40640"/>
                </a:lnTo>
                <a:close/>
              </a:path>
              <a:path w="370839" h="106045">
                <a:moveTo>
                  <a:pt x="126388" y="39877"/>
                </a:moveTo>
                <a:lnTo>
                  <a:pt x="126197" y="39877"/>
                </a:lnTo>
                <a:lnTo>
                  <a:pt x="125971" y="40640"/>
                </a:lnTo>
                <a:lnTo>
                  <a:pt x="126388" y="39877"/>
                </a:lnTo>
                <a:close/>
              </a:path>
              <a:path w="370839" h="106045">
                <a:moveTo>
                  <a:pt x="127209" y="17272"/>
                </a:moveTo>
                <a:lnTo>
                  <a:pt x="138094" y="20575"/>
                </a:lnTo>
                <a:lnTo>
                  <a:pt x="159616" y="30869"/>
                </a:lnTo>
                <a:lnTo>
                  <a:pt x="159272" y="30602"/>
                </a:lnTo>
                <a:lnTo>
                  <a:pt x="187498" y="30602"/>
                </a:lnTo>
                <a:lnTo>
                  <a:pt x="185867" y="29210"/>
                </a:lnTo>
                <a:lnTo>
                  <a:pt x="173105" y="20575"/>
                </a:lnTo>
                <a:lnTo>
                  <a:pt x="138255" y="20575"/>
                </a:lnTo>
                <a:lnTo>
                  <a:pt x="127209" y="17272"/>
                </a:lnTo>
                <a:close/>
              </a:path>
              <a:path w="370839" h="106045">
                <a:moveTo>
                  <a:pt x="187431" y="30602"/>
                </a:moveTo>
                <a:lnTo>
                  <a:pt x="159272" y="30602"/>
                </a:lnTo>
                <a:lnTo>
                  <a:pt x="159609" y="30869"/>
                </a:lnTo>
                <a:lnTo>
                  <a:pt x="187643" y="30869"/>
                </a:lnTo>
                <a:lnTo>
                  <a:pt x="187431" y="30602"/>
                </a:lnTo>
                <a:close/>
              </a:path>
              <a:path w="370839" h="106045">
                <a:moveTo>
                  <a:pt x="173472" y="20575"/>
                </a:moveTo>
                <a:lnTo>
                  <a:pt x="173106" y="20575"/>
                </a:lnTo>
                <a:lnTo>
                  <a:pt x="258537" y="20881"/>
                </a:lnTo>
                <a:lnTo>
                  <a:pt x="173472" y="20575"/>
                </a:lnTo>
                <a:close/>
              </a:path>
              <a:path w="370839" h="106045">
                <a:moveTo>
                  <a:pt x="131220" y="1777"/>
                </a:moveTo>
                <a:lnTo>
                  <a:pt x="121688" y="15621"/>
                </a:lnTo>
                <a:lnTo>
                  <a:pt x="138255" y="20575"/>
                </a:lnTo>
                <a:lnTo>
                  <a:pt x="137738" y="20575"/>
                </a:lnTo>
                <a:lnTo>
                  <a:pt x="147002" y="7112"/>
                </a:lnTo>
                <a:lnTo>
                  <a:pt x="144121" y="5715"/>
                </a:lnTo>
                <a:lnTo>
                  <a:pt x="142946" y="5334"/>
                </a:lnTo>
                <a:lnTo>
                  <a:pt x="131220" y="1777"/>
                </a:lnTo>
                <a:close/>
              </a:path>
              <a:path w="370839" h="106045">
                <a:moveTo>
                  <a:pt x="147002" y="7112"/>
                </a:moveTo>
                <a:lnTo>
                  <a:pt x="137754" y="20575"/>
                </a:lnTo>
                <a:lnTo>
                  <a:pt x="172896" y="20575"/>
                </a:lnTo>
                <a:lnTo>
                  <a:pt x="168053" y="17272"/>
                </a:lnTo>
                <a:lnTo>
                  <a:pt x="167024" y="16637"/>
                </a:lnTo>
                <a:lnTo>
                  <a:pt x="147002" y="7112"/>
                </a:lnTo>
                <a:close/>
              </a:path>
              <a:path w="370839" h="106045">
                <a:moveTo>
                  <a:pt x="125183" y="0"/>
                </a:moveTo>
                <a:lnTo>
                  <a:pt x="65395" y="0"/>
                </a:lnTo>
                <a:lnTo>
                  <a:pt x="76714" y="3810"/>
                </a:lnTo>
                <a:lnTo>
                  <a:pt x="116484" y="14097"/>
                </a:lnTo>
                <a:lnTo>
                  <a:pt x="121688" y="15621"/>
                </a:lnTo>
                <a:lnTo>
                  <a:pt x="131220" y="1777"/>
                </a:lnTo>
                <a:lnTo>
                  <a:pt x="125183" y="0"/>
                </a:lnTo>
                <a:close/>
              </a:path>
              <a:path w="370839" h="106045">
                <a:moveTo>
                  <a:pt x="151353" y="0"/>
                </a:moveTo>
                <a:lnTo>
                  <a:pt x="132444" y="0"/>
                </a:lnTo>
                <a:lnTo>
                  <a:pt x="131220" y="1777"/>
                </a:lnTo>
                <a:lnTo>
                  <a:pt x="142946" y="5334"/>
                </a:lnTo>
                <a:lnTo>
                  <a:pt x="144121" y="5715"/>
                </a:lnTo>
                <a:lnTo>
                  <a:pt x="147002" y="7112"/>
                </a:lnTo>
                <a:lnTo>
                  <a:pt x="148255" y="5334"/>
                </a:lnTo>
                <a:lnTo>
                  <a:pt x="148681" y="4572"/>
                </a:lnTo>
                <a:lnTo>
                  <a:pt x="151353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414174" y="0"/>
            <a:ext cx="30480" cy="101600"/>
          </a:xfrm>
          <a:custGeom>
            <a:avLst/>
            <a:gdLst/>
            <a:ahLst/>
            <a:cxnLst/>
            <a:rect l="l" t="t" r="r" b="b"/>
            <a:pathLst>
              <a:path w="30480" h="101600">
                <a:moveTo>
                  <a:pt x="16069" y="0"/>
                </a:moveTo>
                <a:lnTo>
                  <a:pt x="0" y="0"/>
                </a:lnTo>
                <a:lnTo>
                  <a:pt x="2875" y="29973"/>
                </a:lnTo>
                <a:lnTo>
                  <a:pt x="6360" y="72668"/>
                </a:lnTo>
                <a:lnTo>
                  <a:pt x="6465" y="73958"/>
                </a:lnTo>
                <a:lnTo>
                  <a:pt x="6572" y="75260"/>
                </a:lnTo>
                <a:lnTo>
                  <a:pt x="6784" y="76546"/>
                </a:lnTo>
                <a:lnTo>
                  <a:pt x="21309" y="101152"/>
                </a:lnTo>
                <a:lnTo>
                  <a:pt x="22210" y="101152"/>
                </a:lnTo>
                <a:lnTo>
                  <a:pt x="29998" y="92816"/>
                </a:lnTo>
                <a:lnTo>
                  <a:pt x="29647" y="90724"/>
                </a:lnTo>
                <a:lnTo>
                  <a:pt x="29350" y="89938"/>
                </a:lnTo>
                <a:lnTo>
                  <a:pt x="29279" y="89752"/>
                </a:lnTo>
                <a:lnTo>
                  <a:pt x="25535" y="83759"/>
                </a:lnTo>
                <a:lnTo>
                  <a:pt x="25075" y="83759"/>
                </a:lnTo>
                <a:lnTo>
                  <a:pt x="24098" y="81459"/>
                </a:lnTo>
                <a:lnTo>
                  <a:pt x="24500" y="81459"/>
                </a:lnTo>
                <a:lnTo>
                  <a:pt x="22302" y="72668"/>
                </a:lnTo>
                <a:lnTo>
                  <a:pt x="18923" y="29973"/>
                </a:lnTo>
                <a:lnTo>
                  <a:pt x="18808" y="28559"/>
                </a:lnTo>
                <a:lnTo>
                  <a:pt x="16069" y="0"/>
                </a:lnTo>
                <a:close/>
              </a:path>
              <a:path w="30480" h="101600">
                <a:moveTo>
                  <a:pt x="24098" y="81459"/>
                </a:moveTo>
                <a:lnTo>
                  <a:pt x="25075" y="83759"/>
                </a:lnTo>
                <a:lnTo>
                  <a:pt x="24769" y="82533"/>
                </a:lnTo>
                <a:lnTo>
                  <a:pt x="24098" y="81459"/>
                </a:lnTo>
                <a:close/>
              </a:path>
              <a:path w="30480" h="101600">
                <a:moveTo>
                  <a:pt x="24769" y="82533"/>
                </a:moveTo>
                <a:lnTo>
                  <a:pt x="25075" y="83759"/>
                </a:lnTo>
                <a:lnTo>
                  <a:pt x="25535" y="83759"/>
                </a:lnTo>
                <a:lnTo>
                  <a:pt x="24769" y="82533"/>
                </a:lnTo>
                <a:close/>
              </a:path>
              <a:path w="30480" h="101600">
                <a:moveTo>
                  <a:pt x="24500" y="81459"/>
                </a:moveTo>
                <a:lnTo>
                  <a:pt x="24098" y="81459"/>
                </a:lnTo>
                <a:lnTo>
                  <a:pt x="24769" y="82533"/>
                </a:lnTo>
                <a:lnTo>
                  <a:pt x="24500" y="8145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496193" y="0"/>
            <a:ext cx="60325" cy="107950"/>
          </a:xfrm>
          <a:custGeom>
            <a:avLst/>
            <a:gdLst/>
            <a:ahLst/>
            <a:cxnLst/>
            <a:rect l="l" t="t" r="r" b="b"/>
            <a:pathLst>
              <a:path w="60325" h="107950">
                <a:moveTo>
                  <a:pt x="18171" y="0"/>
                </a:moveTo>
                <a:lnTo>
                  <a:pt x="4409" y="0"/>
                </a:lnTo>
                <a:lnTo>
                  <a:pt x="4470" y="4659"/>
                </a:lnTo>
                <a:lnTo>
                  <a:pt x="4562" y="11615"/>
                </a:lnTo>
                <a:lnTo>
                  <a:pt x="4681" y="20695"/>
                </a:lnTo>
                <a:lnTo>
                  <a:pt x="4806" y="30144"/>
                </a:lnTo>
                <a:lnTo>
                  <a:pt x="4927" y="39383"/>
                </a:lnTo>
                <a:lnTo>
                  <a:pt x="5846" y="75328"/>
                </a:lnTo>
                <a:lnTo>
                  <a:pt x="5894" y="100876"/>
                </a:lnTo>
                <a:lnTo>
                  <a:pt x="6067" y="101620"/>
                </a:lnTo>
                <a:lnTo>
                  <a:pt x="6127" y="101878"/>
                </a:lnTo>
                <a:lnTo>
                  <a:pt x="6881" y="103560"/>
                </a:lnTo>
                <a:lnTo>
                  <a:pt x="12936" y="107574"/>
                </a:lnTo>
                <a:lnTo>
                  <a:pt x="14866" y="107574"/>
                </a:lnTo>
                <a:lnTo>
                  <a:pt x="15718" y="107392"/>
                </a:lnTo>
                <a:lnTo>
                  <a:pt x="15880" y="107392"/>
                </a:lnTo>
                <a:lnTo>
                  <a:pt x="21543" y="101878"/>
                </a:lnTo>
                <a:lnTo>
                  <a:pt x="21648" y="101620"/>
                </a:lnTo>
                <a:lnTo>
                  <a:pt x="21795" y="100876"/>
                </a:lnTo>
                <a:lnTo>
                  <a:pt x="21838" y="99658"/>
                </a:lnTo>
                <a:lnTo>
                  <a:pt x="0" y="99658"/>
                </a:lnTo>
                <a:lnTo>
                  <a:pt x="17388" y="99368"/>
                </a:lnTo>
                <a:lnTo>
                  <a:pt x="21848" y="99368"/>
                </a:lnTo>
                <a:lnTo>
                  <a:pt x="20015" y="44378"/>
                </a:lnTo>
                <a:lnTo>
                  <a:pt x="19459" y="30911"/>
                </a:lnTo>
                <a:lnTo>
                  <a:pt x="19344" y="28143"/>
                </a:lnTo>
                <a:lnTo>
                  <a:pt x="19240" y="25653"/>
                </a:lnTo>
                <a:lnTo>
                  <a:pt x="19115" y="25338"/>
                </a:lnTo>
                <a:lnTo>
                  <a:pt x="18734" y="23256"/>
                </a:lnTo>
                <a:lnTo>
                  <a:pt x="18747" y="22336"/>
                </a:lnTo>
                <a:lnTo>
                  <a:pt x="19040" y="20856"/>
                </a:lnTo>
                <a:lnTo>
                  <a:pt x="18171" y="0"/>
                </a:lnTo>
                <a:close/>
              </a:path>
              <a:path w="60325" h="107950">
                <a:moveTo>
                  <a:pt x="21848" y="99368"/>
                </a:moveTo>
                <a:lnTo>
                  <a:pt x="17388" y="99368"/>
                </a:lnTo>
                <a:lnTo>
                  <a:pt x="4" y="99658"/>
                </a:lnTo>
                <a:lnTo>
                  <a:pt x="21838" y="99658"/>
                </a:lnTo>
                <a:lnTo>
                  <a:pt x="21848" y="99368"/>
                </a:lnTo>
                <a:close/>
              </a:path>
              <a:path w="60325" h="107950">
                <a:moveTo>
                  <a:pt x="4409" y="0"/>
                </a:moveTo>
                <a:lnTo>
                  <a:pt x="2160" y="0"/>
                </a:lnTo>
                <a:lnTo>
                  <a:pt x="3984" y="43776"/>
                </a:lnTo>
                <a:lnTo>
                  <a:pt x="5844" y="99368"/>
                </a:lnTo>
                <a:lnTo>
                  <a:pt x="5846" y="75328"/>
                </a:lnTo>
                <a:lnTo>
                  <a:pt x="5055" y="44378"/>
                </a:lnTo>
                <a:lnTo>
                  <a:pt x="4935" y="39693"/>
                </a:lnTo>
                <a:lnTo>
                  <a:pt x="4811" y="30528"/>
                </a:lnTo>
                <a:lnTo>
                  <a:pt x="4694" y="21625"/>
                </a:lnTo>
                <a:lnTo>
                  <a:pt x="4633" y="17000"/>
                </a:lnTo>
                <a:lnTo>
                  <a:pt x="4533" y="9398"/>
                </a:lnTo>
                <a:lnTo>
                  <a:pt x="4409" y="0"/>
                </a:lnTo>
                <a:close/>
              </a:path>
              <a:path w="60325" h="107950">
                <a:moveTo>
                  <a:pt x="19240" y="25653"/>
                </a:moveTo>
                <a:lnTo>
                  <a:pt x="19995" y="43776"/>
                </a:lnTo>
                <a:lnTo>
                  <a:pt x="21848" y="99368"/>
                </a:lnTo>
                <a:lnTo>
                  <a:pt x="21847" y="75328"/>
                </a:lnTo>
                <a:lnTo>
                  <a:pt x="21053" y="44378"/>
                </a:lnTo>
                <a:lnTo>
                  <a:pt x="20928" y="39383"/>
                </a:lnTo>
                <a:lnTo>
                  <a:pt x="20803" y="30144"/>
                </a:lnTo>
                <a:lnTo>
                  <a:pt x="20777" y="28143"/>
                </a:lnTo>
                <a:lnTo>
                  <a:pt x="19501" y="26309"/>
                </a:lnTo>
                <a:lnTo>
                  <a:pt x="19240" y="25653"/>
                </a:lnTo>
                <a:close/>
              </a:path>
              <a:path w="60325" h="107950">
                <a:moveTo>
                  <a:pt x="60193" y="0"/>
                </a:moveTo>
                <a:lnTo>
                  <a:pt x="38422" y="0"/>
                </a:lnTo>
                <a:lnTo>
                  <a:pt x="26334" y="9974"/>
                </a:lnTo>
                <a:lnTo>
                  <a:pt x="24826" y="11615"/>
                </a:lnTo>
                <a:lnTo>
                  <a:pt x="20639" y="17688"/>
                </a:lnTo>
                <a:lnTo>
                  <a:pt x="20733" y="24795"/>
                </a:lnTo>
                <a:lnTo>
                  <a:pt x="20841" y="28284"/>
                </a:lnTo>
                <a:lnTo>
                  <a:pt x="21377" y="28835"/>
                </a:lnTo>
                <a:lnTo>
                  <a:pt x="23367" y="30144"/>
                </a:lnTo>
                <a:lnTo>
                  <a:pt x="24254" y="30528"/>
                </a:lnTo>
                <a:lnTo>
                  <a:pt x="24435" y="30528"/>
                </a:lnTo>
                <a:lnTo>
                  <a:pt x="26229" y="30911"/>
                </a:lnTo>
                <a:lnTo>
                  <a:pt x="27192" y="30911"/>
                </a:lnTo>
                <a:lnTo>
                  <a:pt x="29277" y="30528"/>
                </a:lnTo>
                <a:lnTo>
                  <a:pt x="30244" y="30144"/>
                </a:lnTo>
                <a:lnTo>
                  <a:pt x="32024" y="28991"/>
                </a:lnTo>
                <a:lnTo>
                  <a:pt x="32753" y="28284"/>
                </a:lnTo>
                <a:lnTo>
                  <a:pt x="36862" y="22336"/>
                </a:lnTo>
                <a:lnTo>
                  <a:pt x="36487" y="22336"/>
                </a:lnTo>
                <a:lnTo>
                  <a:pt x="37995" y="20695"/>
                </a:lnTo>
                <a:lnTo>
                  <a:pt x="38485" y="20695"/>
                </a:lnTo>
                <a:lnTo>
                  <a:pt x="51069" y="10299"/>
                </a:lnTo>
                <a:lnTo>
                  <a:pt x="51994" y="9398"/>
                </a:lnTo>
                <a:lnTo>
                  <a:pt x="60193" y="0"/>
                </a:lnTo>
                <a:close/>
              </a:path>
              <a:path w="60325" h="107950">
                <a:moveTo>
                  <a:pt x="20639" y="17688"/>
                </a:moveTo>
                <a:lnTo>
                  <a:pt x="19605" y="19188"/>
                </a:lnTo>
                <a:lnTo>
                  <a:pt x="19192" y="20143"/>
                </a:lnTo>
                <a:lnTo>
                  <a:pt x="19240" y="25653"/>
                </a:lnTo>
                <a:lnTo>
                  <a:pt x="19428" y="26125"/>
                </a:lnTo>
                <a:lnTo>
                  <a:pt x="19501" y="26309"/>
                </a:lnTo>
                <a:lnTo>
                  <a:pt x="20817" y="28143"/>
                </a:lnTo>
                <a:lnTo>
                  <a:pt x="20691" y="21625"/>
                </a:lnTo>
                <a:lnTo>
                  <a:pt x="20639" y="17688"/>
                </a:lnTo>
                <a:close/>
              </a:path>
              <a:path w="60325" h="107950">
                <a:moveTo>
                  <a:pt x="19040" y="20856"/>
                </a:moveTo>
                <a:lnTo>
                  <a:pt x="18747" y="22336"/>
                </a:lnTo>
                <a:lnTo>
                  <a:pt x="18734" y="23256"/>
                </a:lnTo>
                <a:lnTo>
                  <a:pt x="19106" y="24795"/>
                </a:lnTo>
                <a:lnTo>
                  <a:pt x="19040" y="20856"/>
                </a:lnTo>
                <a:close/>
              </a:path>
              <a:path w="60325" h="107950">
                <a:moveTo>
                  <a:pt x="37884" y="20856"/>
                </a:moveTo>
                <a:lnTo>
                  <a:pt x="37141" y="21625"/>
                </a:lnTo>
                <a:lnTo>
                  <a:pt x="36487" y="22336"/>
                </a:lnTo>
                <a:lnTo>
                  <a:pt x="37354" y="21625"/>
                </a:lnTo>
                <a:lnTo>
                  <a:pt x="37884" y="20856"/>
                </a:lnTo>
                <a:close/>
              </a:path>
              <a:path w="60325" h="107950">
                <a:moveTo>
                  <a:pt x="37354" y="21625"/>
                </a:moveTo>
                <a:lnTo>
                  <a:pt x="36487" y="22336"/>
                </a:lnTo>
                <a:lnTo>
                  <a:pt x="36862" y="22336"/>
                </a:lnTo>
                <a:lnTo>
                  <a:pt x="37354" y="21625"/>
                </a:lnTo>
                <a:close/>
              </a:path>
              <a:path w="60325" h="107950">
                <a:moveTo>
                  <a:pt x="38485" y="20695"/>
                </a:moveTo>
                <a:lnTo>
                  <a:pt x="37995" y="20695"/>
                </a:lnTo>
                <a:lnTo>
                  <a:pt x="37354" y="21625"/>
                </a:lnTo>
                <a:lnTo>
                  <a:pt x="38485" y="20695"/>
                </a:lnTo>
                <a:close/>
              </a:path>
              <a:path w="60325" h="107950">
                <a:moveTo>
                  <a:pt x="20406" y="0"/>
                </a:moveTo>
                <a:lnTo>
                  <a:pt x="18171" y="0"/>
                </a:lnTo>
                <a:lnTo>
                  <a:pt x="18879" y="17000"/>
                </a:lnTo>
                <a:lnTo>
                  <a:pt x="18908" y="17688"/>
                </a:lnTo>
                <a:lnTo>
                  <a:pt x="19033" y="20695"/>
                </a:lnTo>
                <a:lnTo>
                  <a:pt x="19192" y="20143"/>
                </a:lnTo>
                <a:lnTo>
                  <a:pt x="19605" y="19188"/>
                </a:lnTo>
                <a:lnTo>
                  <a:pt x="20639" y="17688"/>
                </a:lnTo>
                <a:lnTo>
                  <a:pt x="20530" y="9398"/>
                </a:lnTo>
                <a:lnTo>
                  <a:pt x="2040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22129" y="5572"/>
            <a:ext cx="27305" cy="132715"/>
          </a:xfrm>
          <a:custGeom>
            <a:avLst/>
            <a:gdLst/>
            <a:ahLst/>
            <a:cxnLst/>
            <a:rect l="l" t="t" r="r" b="b"/>
            <a:pathLst>
              <a:path w="27305" h="132715">
                <a:moveTo>
                  <a:pt x="8710" y="0"/>
                </a:moveTo>
                <a:lnTo>
                  <a:pt x="7580" y="0"/>
                </a:lnTo>
                <a:lnTo>
                  <a:pt x="5116" y="448"/>
                </a:lnTo>
                <a:lnTo>
                  <a:pt x="5368" y="448"/>
                </a:lnTo>
                <a:lnTo>
                  <a:pt x="4433" y="862"/>
                </a:lnTo>
                <a:lnTo>
                  <a:pt x="0" y="8427"/>
                </a:lnTo>
                <a:lnTo>
                  <a:pt x="1516" y="16776"/>
                </a:lnTo>
                <a:lnTo>
                  <a:pt x="1943" y="18964"/>
                </a:lnTo>
                <a:lnTo>
                  <a:pt x="3647" y="36855"/>
                </a:lnTo>
                <a:lnTo>
                  <a:pt x="3755" y="37614"/>
                </a:lnTo>
                <a:lnTo>
                  <a:pt x="3776" y="70547"/>
                </a:lnTo>
                <a:lnTo>
                  <a:pt x="5474" y="93658"/>
                </a:lnTo>
                <a:lnTo>
                  <a:pt x="5507" y="94109"/>
                </a:lnTo>
                <a:lnTo>
                  <a:pt x="5626" y="95730"/>
                </a:lnTo>
                <a:lnTo>
                  <a:pt x="5742" y="96629"/>
                </a:lnTo>
                <a:lnTo>
                  <a:pt x="18599" y="132539"/>
                </a:lnTo>
                <a:lnTo>
                  <a:pt x="19591" y="132539"/>
                </a:lnTo>
                <a:lnTo>
                  <a:pt x="27202" y="124042"/>
                </a:lnTo>
                <a:lnTo>
                  <a:pt x="21631" y="94557"/>
                </a:lnTo>
                <a:lnTo>
                  <a:pt x="21546" y="94109"/>
                </a:lnTo>
                <a:lnTo>
                  <a:pt x="21461" y="93658"/>
                </a:lnTo>
                <a:lnTo>
                  <a:pt x="19816" y="70547"/>
                </a:lnTo>
                <a:lnTo>
                  <a:pt x="19716" y="36855"/>
                </a:lnTo>
                <a:lnTo>
                  <a:pt x="17868" y="17448"/>
                </a:lnTo>
                <a:lnTo>
                  <a:pt x="10783" y="448"/>
                </a:lnTo>
                <a:lnTo>
                  <a:pt x="871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68951" y="0"/>
            <a:ext cx="187960" cy="66040"/>
          </a:xfrm>
          <a:custGeom>
            <a:avLst/>
            <a:gdLst/>
            <a:ahLst/>
            <a:cxnLst/>
            <a:rect l="l" t="t" r="r" b="b"/>
            <a:pathLst>
              <a:path w="187960" h="66040">
                <a:moveTo>
                  <a:pt x="62395" y="56629"/>
                </a:moveTo>
                <a:lnTo>
                  <a:pt x="43446" y="43205"/>
                </a:lnTo>
                <a:lnTo>
                  <a:pt x="42938" y="42760"/>
                </a:lnTo>
                <a:lnTo>
                  <a:pt x="31292" y="32588"/>
                </a:lnTo>
                <a:lnTo>
                  <a:pt x="30657" y="32042"/>
                </a:lnTo>
                <a:lnTo>
                  <a:pt x="30289" y="31572"/>
                </a:lnTo>
                <a:lnTo>
                  <a:pt x="25107" y="25133"/>
                </a:lnTo>
                <a:lnTo>
                  <a:pt x="25120" y="24980"/>
                </a:lnTo>
                <a:lnTo>
                  <a:pt x="21069" y="18008"/>
                </a:lnTo>
                <a:lnTo>
                  <a:pt x="20459" y="16243"/>
                </a:lnTo>
                <a:lnTo>
                  <a:pt x="18148" y="10375"/>
                </a:lnTo>
                <a:lnTo>
                  <a:pt x="17170" y="5740"/>
                </a:lnTo>
                <a:lnTo>
                  <a:pt x="16522" y="2959"/>
                </a:lnTo>
                <a:lnTo>
                  <a:pt x="16433" y="2540"/>
                </a:lnTo>
                <a:lnTo>
                  <a:pt x="16332" y="2133"/>
                </a:lnTo>
                <a:lnTo>
                  <a:pt x="16078" y="0"/>
                </a:lnTo>
                <a:lnTo>
                  <a:pt x="0" y="0"/>
                </a:lnTo>
                <a:lnTo>
                  <a:pt x="18630" y="42608"/>
                </a:lnTo>
                <a:lnTo>
                  <a:pt x="51676" y="65582"/>
                </a:lnTo>
                <a:lnTo>
                  <a:pt x="52959" y="65951"/>
                </a:lnTo>
                <a:lnTo>
                  <a:pt x="55816" y="65951"/>
                </a:lnTo>
                <a:lnTo>
                  <a:pt x="62318" y="59778"/>
                </a:lnTo>
                <a:lnTo>
                  <a:pt x="62395" y="56629"/>
                </a:lnTo>
                <a:close/>
              </a:path>
              <a:path w="187960" h="66040">
                <a:moveTo>
                  <a:pt x="187655" y="0"/>
                </a:moveTo>
                <a:lnTo>
                  <a:pt x="144145" y="0"/>
                </a:lnTo>
                <a:lnTo>
                  <a:pt x="132321" y="2184"/>
                </a:lnTo>
                <a:lnTo>
                  <a:pt x="131749" y="2184"/>
                </a:lnTo>
                <a:lnTo>
                  <a:pt x="121081" y="3022"/>
                </a:lnTo>
                <a:lnTo>
                  <a:pt x="111544" y="1536"/>
                </a:lnTo>
                <a:lnTo>
                  <a:pt x="109778" y="1257"/>
                </a:lnTo>
                <a:lnTo>
                  <a:pt x="106400" y="0"/>
                </a:lnTo>
                <a:lnTo>
                  <a:pt x="83731" y="0"/>
                </a:lnTo>
                <a:lnTo>
                  <a:pt x="83286" y="1257"/>
                </a:lnTo>
                <a:lnTo>
                  <a:pt x="83235" y="4279"/>
                </a:lnTo>
                <a:lnTo>
                  <a:pt x="83477" y="5295"/>
                </a:lnTo>
                <a:lnTo>
                  <a:pt x="119989" y="19050"/>
                </a:lnTo>
                <a:lnTo>
                  <a:pt x="121386" y="19050"/>
                </a:lnTo>
                <a:lnTo>
                  <a:pt x="134391" y="18034"/>
                </a:lnTo>
                <a:lnTo>
                  <a:pt x="134632" y="18034"/>
                </a:lnTo>
                <a:lnTo>
                  <a:pt x="180733" y="5295"/>
                </a:lnTo>
                <a:lnTo>
                  <a:pt x="183934" y="3175"/>
                </a:lnTo>
                <a:lnTo>
                  <a:pt x="18765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219089" y="0"/>
            <a:ext cx="36830" cy="33655"/>
          </a:xfrm>
          <a:custGeom>
            <a:avLst/>
            <a:gdLst/>
            <a:ahLst/>
            <a:cxnLst/>
            <a:rect l="l" t="t" r="r" b="b"/>
            <a:pathLst>
              <a:path w="36829" h="33655">
                <a:moveTo>
                  <a:pt x="17084" y="0"/>
                </a:moveTo>
                <a:lnTo>
                  <a:pt x="0" y="0"/>
                </a:lnTo>
                <a:lnTo>
                  <a:pt x="2908" y="7754"/>
                </a:lnTo>
                <a:lnTo>
                  <a:pt x="27284" y="33281"/>
                </a:lnTo>
                <a:lnTo>
                  <a:pt x="30291" y="33281"/>
                </a:lnTo>
                <a:lnTo>
                  <a:pt x="36691" y="26827"/>
                </a:lnTo>
                <a:lnTo>
                  <a:pt x="36651" y="23680"/>
                </a:lnTo>
                <a:lnTo>
                  <a:pt x="24656" y="11664"/>
                </a:lnTo>
                <a:lnTo>
                  <a:pt x="23253" y="10095"/>
                </a:lnTo>
                <a:lnTo>
                  <a:pt x="23586" y="10095"/>
                </a:lnTo>
                <a:lnTo>
                  <a:pt x="18164" y="2139"/>
                </a:lnTo>
                <a:lnTo>
                  <a:pt x="17886" y="2139"/>
                </a:lnTo>
                <a:lnTo>
                  <a:pt x="17006" y="440"/>
                </a:lnTo>
                <a:lnTo>
                  <a:pt x="17249" y="440"/>
                </a:lnTo>
                <a:lnTo>
                  <a:pt x="17084" y="0"/>
                </a:lnTo>
                <a:close/>
              </a:path>
              <a:path w="36829" h="33655">
                <a:moveTo>
                  <a:pt x="23253" y="10095"/>
                </a:moveTo>
                <a:lnTo>
                  <a:pt x="24656" y="11664"/>
                </a:lnTo>
                <a:lnTo>
                  <a:pt x="24055" y="10783"/>
                </a:lnTo>
                <a:lnTo>
                  <a:pt x="23253" y="10095"/>
                </a:lnTo>
                <a:close/>
              </a:path>
              <a:path w="36829" h="33655">
                <a:moveTo>
                  <a:pt x="24055" y="10783"/>
                </a:moveTo>
                <a:lnTo>
                  <a:pt x="24656" y="11664"/>
                </a:lnTo>
                <a:lnTo>
                  <a:pt x="25084" y="11664"/>
                </a:lnTo>
                <a:lnTo>
                  <a:pt x="24055" y="10783"/>
                </a:lnTo>
                <a:close/>
              </a:path>
              <a:path w="36829" h="33655">
                <a:moveTo>
                  <a:pt x="23586" y="10095"/>
                </a:moveTo>
                <a:lnTo>
                  <a:pt x="23253" y="10095"/>
                </a:lnTo>
                <a:lnTo>
                  <a:pt x="24055" y="10783"/>
                </a:lnTo>
                <a:lnTo>
                  <a:pt x="23586" y="10095"/>
                </a:lnTo>
                <a:close/>
              </a:path>
              <a:path w="36829" h="33655">
                <a:moveTo>
                  <a:pt x="17006" y="440"/>
                </a:moveTo>
                <a:lnTo>
                  <a:pt x="17886" y="2139"/>
                </a:lnTo>
                <a:lnTo>
                  <a:pt x="17546" y="1233"/>
                </a:lnTo>
                <a:lnTo>
                  <a:pt x="17006" y="440"/>
                </a:lnTo>
                <a:close/>
              </a:path>
              <a:path w="36829" h="33655">
                <a:moveTo>
                  <a:pt x="17546" y="1233"/>
                </a:moveTo>
                <a:lnTo>
                  <a:pt x="17886" y="2139"/>
                </a:lnTo>
                <a:lnTo>
                  <a:pt x="18164" y="2139"/>
                </a:lnTo>
                <a:lnTo>
                  <a:pt x="17546" y="1233"/>
                </a:lnTo>
                <a:close/>
              </a:path>
              <a:path w="36829" h="33655">
                <a:moveTo>
                  <a:pt x="17249" y="440"/>
                </a:moveTo>
                <a:lnTo>
                  <a:pt x="17006" y="440"/>
                </a:lnTo>
                <a:lnTo>
                  <a:pt x="17546" y="1233"/>
                </a:lnTo>
                <a:lnTo>
                  <a:pt x="17249" y="44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605056" y="652627"/>
            <a:ext cx="137795" cy="88900"/>
          </a:xfrm>
          <a:custGeom>
            <a:avLst/>
            <a:gdLst/>
            <a:ahLst/>
            <a:cxnLst/>
            <a:rect l="l" t="t" r="r" b="b"/>
            <a:pathLst>
              <a:path w="137795" h="88900">
                <a:moveTo>
                  <a:pt x="83210" y="16167"/>
                </a:moveTo>
                <a:lnTo>
                  <a:pt x="82969" y="15989"/>
                </a:lnTo>
                <a:lnTo>
                  <a:pt x="82575" y="15989"/>
                </a:lnTo>
                <a:lnTo>
                  <a:pt x="83210" y="16167"/>
                </a:lnTo>
                <a:close/>
              </a:path>
              <a:path w="137795" h="88900">
                <a:moveTo>
                  <a:pt x="106946" y="23304"/>
                </a:moveTo>
                <a:lnTo>
                  <a:pt x="106895" y="22275"/>
                </a:lnTo>
                <a:lnTo>
                  <a:pt x="106400" y="20205"/>
                </a:lnTo>
                <a:lnTo>
                  <a:pt x="105956" y="19265"/>
                </a:lnTo>
                <a:lnTo>
                  <a:pt x="105067" y="18059"/>
                </a:lnTo>
                <a:lnTo>
                  <a:pt x="102984" y="15214"/>
                </a:lnTo>
                <a:lnTo>
                  <a:pt x="83794" y="0"/>
                </a:lnTo>
                <a:lnTo>
                  <a:pt x="59131" y="0"/>
                </a:lnTo>
                <a:lnTo>
                  <a:pt x="6172" y="3149"/>
                </a:lnTo>
                <a:lnTo>
                  <a:pt x="0" y="9652"/>
                </a:lnTo>
                <a:lnTo>
                  <a:pt x="88" y="12801"/>
                </a:lnTo>
                <a:lnTo>
                  <a:pt x="6642" y="18986"/>
                </a:lnTo>
                <a:lnTo>
                  <a:pt x="8661" y="18986"/>
                </a:lnTo>
                <a:lnTo>
                  <a:pt x="25082" y="17500"/>
                </a:lnTo>
                <a:lnTo>
                  <a:pt x="59626" y="15989"/>
                </a:lnTo>
                <a:lnTo>
                  <a:pt x="82575" y="15989"/>
                </a:lnTo>
                <a:lnTo>
                  <a:pt x="81508" y="15671"/>
                </a:lnTo>
                <a:lnTo>
                  <a:pt x="82575" y="15671"/>
                </a:lnTo>
                <a:lnTo>
                  <a:pt x="82804" y="15862"/>
                </a:lnTo>
                <a:lnTo>
                  <a:pt x="82969" y="15989"/>
                </a:lnTo>
                <a:lnTo>
                  <a:pt x="83210" y="16167"/>
                </a:lnTo>
                <a:lnTo>
                  <a:pt x="84874" y="17500"/>
                </a:lnTo>
                <a:lnTo>
                  <a:pt x="84226" y="16611"/>
                </a:lnTo>
                <a:lnTo>
                  <a:pt x="84874" y="17500"/>
                </a:lnTo>
                <a:lnTo>
                  <a:pt x="85077" y="17843"/>
                </a:lnTo>
                <a:lnTo>
                  <a:pt x="93052" y="28727"/>
                </a:lnTo>
                <a:lnTo>
                  <a:pt x="93827" y="29425"/>
                </a:lnTo>
                <a:lnTo>
                  <a:pt x="95643" y="30530"/>
                </a:lnTo>
                <a:lnTo>
                  <a:pt x="96621" y="30886"/>
                </a:lnTo>
                <a:lnTo>
                  <a:pt x="98717" y="31203"/>
                </a:lnTo>
                <a:lnTo>
                  <a:pt x="99568" y="31203"/>
                </a:lnTo>
                <a:lnTo>
                  <a:pt x="106616" y="25412"/>
                </a:lnTo>
                <a:lnTo>
                  <a:pt x="106946" y="23304"/>
                </a:lnTo>
                <a:close/>
              </a:path>
              <a:path w="137795" h="88900">
                <a:moveTo>
                  <a:pt x="137198" y="81635"/>
                </a:moveTo>
                <a:lnTo>
                  <a:pt x="112153" y="68287"/>
                </a:lnTo>
                <a:lnTo>
                  <a:pt x="112636" y="68287"/>
                </a:lnTo>
                <a:lnTo>
                  <a:pt x="93624" y="66713"/>
                </a:lnTo>
                <a:lnTo>
                  <a:pt x="67779" y="66713"/>
                </a:lnTo>
                <a:lnTo>
                  <a:pt x="51930" y="68287"/>
                </a:lnTo>
                <a:lnTo>
                  <a:pt x="52108" y="68287"/>
                </a:lnTo>
                <a:lnTo>
                  <a:pt x="41960" y="69989"/>
                </a:lnTo>
                <a:lnTo>
                  <a:pt x="36296" y="76923"/>
                </a:lnTo>
                <a:lnTo>
                  <a:pt x="36347" y="78498"/>
                </a:lnTo>
                <a:lnTo>
                  <a:pt x="36614" y="80060"/>
                </a:lnTo>
                <a:lnTo>
                  <a:pt x="36982" y="81026"/>
                </a:lnTo>
                <a:lnTo>
                  <a:pt x="37998" y="82664"/>
                </a:lnTo>
                <a:lnTo>
                  <a:pt x="38100" y="82829"/>
                </a:lnTo>
                <a:lnTo>
                  <a:pt x="38963" y="83693"/>
                </a:lnTo>
                <a:lnTo>
                  <a:pt x="40538" y="84823"/>
                </a:lnTo>
                <a:lnTo>
                  <a:pt x="41490" y="85242"/>
                </a:lnTo>
                <a:lnTo>
                  <a:pt x="43700" y="85763"/>
                </a:lnTo>
                <a:lnTo>
                  <a:pt x="44589" y="85763"/>
                </a:lnTo>
                <a:lnTo>
                  <a:pt x="54241" y="84150"/>
                </a:lnTo>
                <a:lnTo>
                  <a:pt x="54089" y="84150"/>
                </a:lnTo>
                <a:lnTo>
                  <a:pt x="68961" y="82664"/>
                </a:lnTo>
                <a:lnTo>
                  <a:pt x="92481" y="82664"/>
                </a:lnTo>
                <a:lnTo>
                  <a:pt x="109651" y="84099"/>
                </a:lnTo>
                <a:lnTo>
                  <a:pt x="110337" y="84150"/>
                </a:lnTo>
                <a:lnTo>
                  <a:pt x="109905" y="84150"/>
                </a:lnTo>
                <a:lnTo>
                  <a:pt x="109677" y="84099"/>
                </a:lnTo>
                <a:lnTo>
                  <a:pt x="128485" y="88798"/>
                </a:lnTo>
                <a:lnTo>
                  <a:pt x="129311" y="88798"/>
                </a:lnTo>
                <a:lnTo>
                  <a:pt x="131406" y="88480"/>
                </a:lnTo>
                <a:lnTo>
                  <a:pt x="136474" y="84150"/>
                </a:lnTo>
                <a:lnTo>
                  <a:pt x="136575" y="83947"/>
                </a:lnTo>
                <a:lnTo>
                  <a:pt x="136690" y="83693"/>
                </a:lnTo>
                <a:lnTo>
                  <a:pt x="136906" y="82829"/>
                </a:lnTo>
                <a:lnTo>
                  <a:pt x="136944" y="82664"/>
                </a:lnTo>
                <a:lnTo>
                  <a:pt x="137198" y="8163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61139" y="590880"/>
            <a:ext cx="735144" cy="290036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676303" y="609537"/>
            <a:ext cx="162708" cy="20358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05916" y="1926813"/>
            <a:ext cx="2476977" cy="967590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5921404" y="2679166"/>
            <a:ext cx="410845" cy="27305"/>
          </a:xfrm>
          <a:custGeom>
            <a:avLst/>
            <a:gdLst/>
            <a:ahLst/>
            <a:cxnLst/>
            <a:rect l="l" t="t" r="r" b="b"/>
            <a:pathLst>
              <a:path w="410845" h="27305">
                <a:moveTo>
                  <a:pt x="410179" y="15993"/>
                </a:moveTo>
                <a:lnTo>
                  <a:pt x="315966" y="15993"/>
                </a:lnTo>
                <a:lnTo>
                  <a:pt x="337101" y="16677"/>
                </a:lnTo>
                <a:lnTo>
                  <a:pt x="336910" y="16677"/>
                </a:lnTo>
                <a:lnTo>
                  <a:pt x="358059" y="18721"/>
                </a:lnTo>
                <a:lnTo>
                  <a:pt x="379388" y="22119"/>
                </a:lnTo>
                <a:lnTo>
                  <a:pt x="402147" y="27120"/>
                </a:lnTo>
                <a:lnTo>
                  <a:pt x="403095" y="27120"/>
                </a:lnTo>
                <a:lnTo>
                  <a:pt x="410773" y="19744"/>
                </a:lnTo>
                <a:lnTo>
                  <a:pt x="410754" y="18472"/>
                </a:lnTo>
                <a:lnTo>
                  <a:pt x="410510" y="17103"/>
                </a:lnTo>
                <a:lnTo>
                  <a:pt x="410434" y="16677"/>
                </a:lnTo>
                <a:lnTo>
                  <a:pt x="410295" y="16289"/>
                </a:lnTo>
                <a:lnTo>
                  <a:pt x="410179" y="15993"/>
                </a:lnTo>
                <a:close/>
              </a:path>
              <a:path w="410845" h="27305">
                <a:moveTo>
                  <a:pt x="316288" y="0"/>
                </a:moveTo>
                <a:lnTo>
                  <a:pt x="81447" y="0"/>
                </a:lnTo>
                <a:lnTo>
                  <a:pt x="29413" y="1866"/>
                </a:lnTo>
                <a:lnTo>
                  <a:pt x="0" y="10256"/>
                </a:lnTo>
                <a:lnTo>
                  <a:pt x="58" y="13403"/>
                </a:lnTo>
                <a:lnTo>
                  <a:pt x="6893" y="19744"/>
                </a:lnTo>
                <a:lnTo>
                  <a:pt x="7520" y="19744"/>
                </a:lnTo>
                <a:lnTo>
                  <a:pt x="30482" y="17832"/>
                </a:lnTo>
                <a:lnTo>
                  <a:pt x="81841" y="15993"/>
                </a:lnTo>
                <a:lnTo>
                  <a:pt x="410179" y="15993"/>
                </a:lnTo>
                <a:lnTo>
                  <a:pt x="410044" y="15647"/>
                </a:lnTo>
                <a:lnTo>
                  <a:pt x="360175" y="2861"/>
                </a:lnTo>
                <a:lnTo>
                  <a:pt x="360320" y="2861"/>
                </a:lnTo>
                <a:lnTo>
                  <a:pt x="338126" y="722"/>
                </a:lnTo>
                <a:lnTo>
                  <a:pt x="338558" y="722"/>
                </a:lnTo>
                <a:lnTo>
                  <a:pt x="31628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711038" y="2620081"/>
            <a:ext cx="536575" cy="53340"/>
          </a:xfrm>
          <a:custGeom>
            <a:avLst/>
            <a:gdLst/>
            <a:ahLst/>
            <a:cxnLst/>
            <a:rect l="l" t="t" r="r" b="b"/>
            <a:pathLst>
              <a:path w="536575" h="53339">
                <a:moveTo>
                  <a:pt x="528638" y="0"/>
                </a:moveTo>
                <a:lnTo>
                  <a:pt x="527537" y="0"/>
                </a:lnTo>
                <a:lnTo>
                  <a:pt x="473922" y="11286"/>
                </a:lnTo>
                <a:lnTo>
                  <a:pt x="473605" y="11286"/>
                </a:lnTo>
                <a:lnTo>
                  <a:pt x="442376" y="14855"/>
                </a:lnTo>
                <a:lnTo>
                  <a:pt x="350524" y="14855"/>
                </a:lnTo>
                <a:lnTo>
                  <a:pt x="97134" y="18548"/>
                </a:lnTo>
                <a:lnTo>
                  <a:pt x="64166" y="18548"/>
                </a:lnTo>
                <a:lnTo>
                  <a:pt x="44334" y="20852"/>
                </a:lnTo>
                <a:lnTo>
                  <a:pt x="3375" y="38262"/>
                </a:lnTo>
                <a:lnTo>
                  <a:pt x="162" y="42870"/>
                </a:lnTo>
                <a:lnTo>
                  <a:pt x="42" y="43229"/>
                </a:lnTo>
                <a:lnTo>
                  <a:pt x="6766" y="52992"/>
                </a:lnTo>
                <a:lnTo>
                  <a:pt x="8979" y="52992"/>
                </a:lnTo>
                <a:lnTo>
                  <a:pt x="10528" y="52566"/>
                </a:lnTo>
                <a:lnTo>
                  <a:pt x="29926" y="42870"/>
                </a:lnTo>
                <a:lnTo>
                  <a:pt x="30079" y="42870"/>
                </a:lnTo>
                <a:lnTo>
                  <a:pt x="46823" y="36742"/>
                </a:lnTo>
                <a:lnTo>
                  <a:pt x="46182" y="36742"/>
                </a:lnTo>
                <a:lnTo>
                  <a:pt x="48007" y="36309"/>
                </a:lnTo>
                <a:lnTo>
                  <a:pt x="49906" y="36309"/>
                </a:lnTo>
                <a:lnTo>
                  <a:pt x="65534" y="34491"/>
                </a:lnTo>
                <a:lnTo>
                  <a:pt x="100079" y="34491"/>
                </a:lnTo>
                <a:lnTo>
                  <a:pt x="354732" y="30802"/>
                </a:lnTo>
                <a:lnTo>
                  <a:pt x="443727" y="30802"/>
                </a:lnTo>
                <a:lnTo>
                  <a:pt x="476478" y="27059"/>
                </a:lnTo>
                <a:lnTo>
                  <a:pt x="476644" y="27059"/>
                </a:lnTo>
                <a:lnTo>
                  <a:pt x="530833" y="15650"/>
                </a:lnTo>
                <a:lnTo>
                  <a:pt x="536202" y="8474"/>
                </a:lnTo>
                <a:lnTo>
                  <a:pt x="536191" y="7433"/>
                </a:lnTo>
                <a:lnTo>
                  <a:pt x="530663" y="379"/>
                </a:lnTo>
                <a:lnTo>
                  <a:pt x="528638" y="0"/>
                </a:lnTo>
                <a:close/>
              </a:path>
              <a:path w="536575" h="53339">
                <a:moveTo>
                  <a:pt x="30079" y="42870"/>
                </a:moveTo>
                <a:lnTo>
                  <a:pt x="29926" y="42870"/>
                </a:lnTo>
                <a:lnTo>
                  <a:pt x="29509" y="43078"/>
                </a:lnTo>
                <a:lnTo>
                  <a:pt x="30079" y="42870"/>
                </a:lnTo>
                <a:close/>
              </a:path>
              <a:path w="536575" h="53339">
                <a:moveTo>
                  <a:pt x="48007" y="36309"/>
                </a:moveTo>
                <a:lnTo>
                  <a:pt x="46182" y="36742"/>
                </a:lnTo>
                <a:lnTo>
                  <a:pt x="46823" y="36742"/>
                </a:lnTo>
                <a:lnTo>
                  <a:pt x="48007" y="36309"/>
                </a:lnTo>
                <a:close/>
              </a:path>
              <a:path w="536575" h="53339">
                <a:moveTo>
                  <a:pt x="49906" y="36309"/>
                </a:moveTo>
                <a:lnTo>
                  <a:pt x="48007" y="36309"/>
                </a:lnTo>
                <a:lnTo>
                  <a:pt x="46823" y="36742"/>
                </a:lnTo>
                <a:lnTo>
                  <a:pt x="46182" y="36742"/>
                </a:lnTo>
                <a:lnTo>
                  <a:pt x="49906" y="3630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7" name="object 5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002735" y="2196942"/>
            <a:ext cx="1757291" cy="1203082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5991489" y="2325030"/>
            <a:ext cx="281940" cy="219075"/>
          </a:xfrm>
          <a:custGeom>
            <a:avLst/>
            <a:gdLst/>
            <a:ahLst/>
            <a:cxnLst/>
            <a:rect l="l" t="t" r="r" b="b"/>
            <a:pathLst>
              <a:path w="281939" h="219075">
                <a:moveTo>
                  <a:pt x="261666" y="215027"/>
                </a:moveTo>
                <a:lnTo>
                  <a:pt x="272318" y="218887"/>
                </a:lnTo>
                <a:lnTo>
                  <a:pt x="274646" y="218887"/>
                </a:lnTo>
                <a:lnTo>
                  <a:pt x="276044" y="218544"/>
                </a:lnTo>
                <a:lnTo>
                  <a:pt x="277965" y="217644"/>
                </a:lnTo>
                <a:lnTo>
                  <a:pt x="278804" y="217029"/>
                </a:lnTo>
                <a:lnTo>
                  <a:pt x="280234" y="215463"/>
                </a:lnTo>
                <a:lnTo>
                  <a:pt x="263216" y="215463"/>
                </a:lnTo>
                <a:lnTo>
                  <a:pt x="261666" y="215027"/>
                </a:lnTo>
                <a:close/>
              </a:path>
              <a:path w="281939" h="219075">
                <a:moveTo>
                  <a:pt x="83065" y="0"/>
                </a:moveTo>
                <a:lnTo>
                  <a:pt x="80611" y="0"/>
                </a:lnTo>
                <a:lnTo>
                  <a:pt x="53903" y="3816"/>
                </a:lnTo>
                <a:lnTo>
                  <a:pt x="54111" y="3816"/>
                </a:lnTo>
                <a:lnTo>
                  <a:pt x="34280" y="8430"/>
                </a:lnTo>
                <a:lnTo>
                  <a:pt x="13112" y="46563"/>
                </a:lnTo>
                <a:lnTo>
                  <a:pt x="3738" y="84213"/>
                </a:lnTo>
                <a:lnTo>
                  <a:pt x="0" y="121306"/>
                </a:lnTo>
                <a:lnTo>
                  <a:pt x="21" y="123290"/>
                </a:lnTo>
                <a:lnTo>
                  <a:pt x="2327" y="141739"/>
                </a:lnTo>
                <a:lnTo>
                  <a:pt x="2774" y="143556"/>
                </a:lnTo>
                <a:lnTo>
                  <a:pt x="9693" y="162005"/>
                </a:lnTo>
                <a:lnTo>
                  <a:pt x="10411" y="163405"/>
                </a:lnTo>
                <a:lnTo>
                  <a:pt x="10527" y="163633"/>
                </a:lnTo>
                <a:lnTo>
                  <a:pt x="51051" y="194273"/>
                </a:lnTo>
                <a:lnTo>
                  <a:pt x="84973" y="202213"/>
                </a:lnTo>
                <a:lnTo>
                  <a:pt x="85170" y="202213"/>
                </a:lnTo>
                <a:lnTo>
                  <a:pt x="125695" y="205927"/>
                </a:lnTo>
                <a:lnTo>
                  <a:pt x="214130" y="209617"/>
                </a:lnTo>
                <a:lnTo>
                  <a:pt x="250781" y="212824"/>
                </a:lnTo>
                <a:lnTo>
                  <a:pt x="250519" y="212824"/>
                </a:lnTo>
                <a:lnTo>
                  <a:pt x="263376" y="215463"/>
                </a:lnTo>
                <a:lnTo>
                  <a:pt x="262868" y="215463"/>
                </a:lnTo>
                <a:lnTo>
                  <a:pt x="261666" y="215027"/>
                </a:lnTo>
                <a:lnTo>
                  <a:pt x="280497" y="215027"/>
                </a:lnTo>
                <a:lnTo>
                  <a:pt x="280772" y="214572"/>
                </a:lnTo>
                <a:lnTo>
                  <a:pt x="281406" y="212824"/>
                </a:lnTo>
                <a:lnTo>
                  <a:pt x="281652" y="211551"/>
                </a:lnTo>
                <a:lnTo>
                  <a:pt x="281557" y="209433"/>
                </a:lnTo>
                <a:lnTo>
                  <a:pt x="214914" y="193636"/>
                </a:lnTo>
                <a:lnTo>
                  <a:pt x="126941" y="189971"/>
                </a:lnTo>
                <a:lnTo>
                  <a:pt x="126760" y="189971"/>
                </a:lnTo>
                <a:lnTo>
                  <a:pt x="87823" y="186391"/>
                </a:lnTo>
                <a:lnTo>
                  <a:pt x="87399" y="186391"/>
                </a:lnTo>
                <a:lnTo>
                  <a:pt x="71250" y="183315"/>
                </a:lnTo>
                <a:lnTo>
                  <a:pt x="71103" y="183315"/>
                </a:lnTo>
                <a:lnTo>
                  <a:pt x="57302" y="179463"/>
                </a:lnTo>
                <a:lnTo>
                  <a:pt x="57107" y="179463"/>
                </a:lnTo>
                <a:lnTo>
                  <a:pt x="56688" y="179292"/>
                </a:lnTo>
                <a:lnTo>
                  <a:pt x="56228" y="179163"/>
                </a:lnTo>
                <a:lnTo>
                  <a:pt x="56374" y="179163"/>
                </a:lnTo>
                <a:lnTo>
                  <a:pt x="45834" y="174853"/>
                </a:lnTo>
                <a:lnTo>
                  <a:pt x="45567" y="174853"/>
                </a:lnTo>
                <a:lnTo>
                  <a:pt x="45027" y="174523"/>
                </a:lnTo>
                <a:lnTo>
                  <a:pt x="44424" y="174277"/>
                </a:lnTo>
                <a:lnTo>
                  <a:pt x="44623" y="174277"/>
                </a:lnTo>
                <a:lnTo>
                  <a:pt x="36769" y="169477"/>
                </a:lnTo>
                <a:lnTo>
                  <a:pt x="36461" y="169477"/>
                </a:lnTo>
                <a:lnTo>
                  <a:pt x="35190" y="168512"/>
                </a:lnTo>
                <a:lnTo>
                  <a:pt x="35421" y="168512"/>
                </a:lnTo>
                <a:lnTo>
                  <a:pt x="29922" y="163405"/>
                </a:lnTo>
                <a:lnTo>
                  <a:pt x="29602" y="163405"/>
                </a:lnTo>
                <a:lnTo>
                  <a:pt x="28408" y="162005"/>
                </a:lnTo>
                <a:lnTo>
                  <a:pt x="28668" y="162005"/>
                </a:lnTo>
                <a:lnTo>
                  <a:pt x="24922" y="156386"/>
                </a:lnTo>
                <a:lnTo>
                  <a:pt x="24671" y="156386"/>
                </a:lnTo>
                <a:lnTo>
                  <a:pt x="24349" y="155525"/>
                </a:lnTo>
                <a:lnTo>
                  <a:pt x="23837" y="154758"/>
                </a:lnTo>
                <a:lnTo>
                  <a:pt x="24061" y="154758"/>
                </a:lnTo>
                <a:lnTo>
                  <a:pt x="18434" y="139754"/>
                </a:lnTo>
                <a:lnTo>
                  <a:pt x="18201" y="139754"/>
                </a:lnTo>
                <a:lnTo>
                  <a:pt x="18084" y="138823"/>
                </a:lnTo>
                <a:lnTo>
                  <a:pt x="17752" y="137938"/>
                </a:lnTo>
                <a:lnTo>
                  <a:pt x="17974" y="137938"/>
                </a:lnTo>
                <a:lnTo>
                  <a:pt x="16142" y="123290"/>
                </a:lnTo>
                <a:lnTo>
                  <a:pt x="16068" y="122698"/>
                </a:lnTo>
                <a:lnTo>
                  <a:pt x="15981" y="122001"/>
                </a:lnTo>
                <a:lnTo>
                  <a:pt x="15894" y="121306"/>
                </a:lnTo>
                <a:lnTo>
                  <a:pt x="16829" y="105037"/>
                </a:lnTo>
                <a:lnTo>
                  <a:pt x="16869" y="104250"/>
                </a:lnTo>
                <a:lnTo>
                  <a:pt x="17028" y="103450"/>
                </a:lnTo>
                <a:lnTo>
                  <a:pt x="19444" y="87342"/>
                </a:lnTo>
                <a:lnTo>
                  <a:pt x="19557" y="86589"/>
                </a:lnTo>
                <a:lnTo>
                  <a:pt x="20190" y="84213"/>
                </a:lnTo>
                <a:lnTo>
                  <a:pt x="28567" y="50703"/>
                </a:lnTo>
                <a:lnTo>
                  <a:pt x="35259" y="27263"/>
                </a:lnTo>
                <a:lnTo>
                  <a:pt x="34803" y="27263"/>
                </a:lnTo>
                <a:lnTo>
                  <a:pt x="35302" y="26217"/>
                </a:lnTo>
                <a:lnTo>
                  <a:pt x="34544" y="26217"/>
                </a:lnTo>
                <a:lnTo>
                  <a:pt x="37225" y="23806"/>
                </a:lnTo>
                <a:lnTo>
                  <a:pt x="38436" y="23806"/>
                </a:lnTo>
                <a:lnTo>
                  <a:pt x="39963" y="23219"/>
                </a:lnTo>
                <a:lnTo>
                  <a:pt x="41306" y="23219"/>
                </a:lnTo>
                <a:lnTo>
                  <a:pt x="57190" y="19526"/>
                </a:lnTo>
                <a:lnTo>
                  <a:pt x="57055" y="19526"/>
                </a:lnTo>
                <a:lnTo>
                  <a:pt x="83932" y="15684"/>
                </a:lnTo>
                <a:lnTo>
                  <a:pt x="89817" y="7837"/>
                </a:lnTo>
                <a:lnTo>
                  <a:pt x="89518" y="5737"/>
                </a:lnTo>
                <a:lnTo>
                  <a:pt x="84763" y="435"/>
                </a:lnTo>
                <a:lnTo>
                  <a:pt x="83065" y="0"/>
                </a:lnTo>
                <a:close/>
              </a:path>
              <a:path w="281939" h="219075">
                <a:moveTo>
                  <a:pt x="280497" y="215027"/>
                </a:moveTo>
                <a:lnTo>
                  <a:pt x="261666" y="215027"/>
                </a:lnTo>
                <a:lnTo>
                  <a:pt x="263216" y="215463"/>
                </a:lnTo>
                <a:lnTo>
                  <a:pt x="280234" y="215463"/>
                </a:lnTo>
                <a:lnTo>
                  <a:pt x="280497" y="215027"/>
                </a:lnTo>
                <a:close/>
              </a:path>
              <a:path w="281939" h="219075">
                <a:moveTo>
                  <a:pt x="56688" y="179292"/>
                </a:moveTo>
                <a:lnTo>
                  <a:pt x="57107" y="179463"/>
                </a:lnTo>
                <a:lnTo>
                  <a:pt x="57302" y="179463"/>
                </a:lnTo>
                <a:lnTo>
                  <a:pt x="56688" y="179292"/>
                </a:lnTo>
                <a:close/>
              </a:path>
              <a:path w="281939" h="219075">
                <a:moveTo>
                  <a:pt x="56374" y="179163"/>
                </a:moveTo>
                <a:lnTo>
                  <a:pt x="56228" y="179163"/>
                </a:lnTo>
                <a:lnTo>
                  <a:pt x="56688" y="179292"/>
                </a:lnTo>
                <a:lnTo>
                  <a:pt x="56374" y="179163"/>
                </a:lnTo>
                <a:close/>
              </a:path>
              <a:path w="281939" h="219075">
                <a:moveTo>
                  <a:pt x="45027" y="174523"/>
                </a:moveTo>
                <a:lnTo>
                  <a:pt x="45567" y="174853"/>
                </a:lnTo>
                <a:lnTo>
                  <a:pt x="45834" y="174853"/>
                </a:lnTo>
                <a:lnTo>
                  <a:pt x="45027" y="174523"/>
                </a:lnTo>
                <a:close/>
              </a:path>
              <a:path w="281939" h="219075">
                <a:moveTo>
                  <a:pt x="44623" y="174277"/>
                </a:moveTo>
                <a:lnTo>
                  <a:pt x="44424" y="174277"/>
                </a:lnTo>
                <a:lnTo>
                  <a:pt x="45027" y="174523"/>
                </a:lnTo>
                <a:lnTo>
                  <a:pt x="44623" y="174277"/>
                </a:lnTo>
                <a:close/>
              </a:path>
              <a:path w="281939" h="219075">
                <a:moveTo>
                  <a:pt x="35190" y="168512"/>
                </a:moveTo>
                <a:lnTo>
                  <a:pt x="36461" y="169477"/>
                </a:lnTo>
                <a:lnTo>
                  <a:pt x="35868" y="168926"/>
                </a:lnTo>
                <a:lnTo>
                  <a:pt x="35190" y="168512"/>
                </a:lnTo>
                <a:close/>
              </a:path>
              <a:path w="281939" h="219075">
                <a:moveTo>
                  <a:pt x="35868" y="168926"/>
                </a:moveTo>
                <a:lnTo>
                  <a:pt x="36461" y="169477"/>
                </a:lnTo>
                <a:lnTo>
                  <a:pt x="36769" y="169477"/>
                </a:lnTo>
                <a:lnTo>
                  <a:pt x="35868" y="168926"/>
                </a:lnTo>
                <a:close/>
              </a:path>
              <a:path w="281939" h="219075">
                <a:moveTo>
                  <a:pt x="35421" y="168512"/>
                </a:moveTo>
                <a:lnTo>
                  <a:pt x="35190" y="168512"/>
                </a:lnTo>
                <a:lnTo>
                  <a:pt x="35868" y="168926"/>
                </a:lnTo>
                <a:lnTo>
                  <a:pt x="35421" y="168512"/>
                </a:lnTo>
                <a:close/>
              </a:path>
              <a:path w="281939" h="219075">
                <a:moveTo>
                  <a:pt x="28413" y="162005"/>
                </a:moveTo>
                <a:lnTo>
                  <a:pt x="29602" y="163405"/>
                </a:lnTo>
                <a:lnTo>
                  <a:pt x="29081" y="162625"/>
                </a:lnTo>
                <a:lnTo>
                  <a:pt x="28413" y="162005"/>
                </a:lnTo>
                <a:close/>
              </a:path>
              <a:path w="281939" h="219075">
                <a:moveTo>
                  <a:pt x="29081" y="162625"/>
                </a:moveTo>
                <a:lnTo>
                  <a:pt x="29602" y="163405"/>
                </a:lnTo>
                <a:lnTo>
                  <a:pt x="29922" y="163405"/>
                </a:lnTo>
                <a:lnTo>
                  <a:pt x="29081" y="162625"/>
                </a:lnTo>
                <a:close/>
              </a:path>
              <a:path w="281939" h="219075">
                <a:moveTo>
                  <a:pt x="28668" y="162005"/>
                </a:moveTo>
                <a:lnTo>
                  <a:pt x="28413" y="162005"/>
                </a:lnTo>
                <a:lnTo>
                  <a:pt x="29081" y="162625"/>
                </a:lnTo>
                <a:lnTo>
                  <a:pt x="28668" y="162005"/>
                </a:lnTo>
                <a:close/>
              </a:path>
              <a:path w="281939" h="219075">
                <a:moveTo>
                  <a:pt x="24349" y="155525"/>
                </a:moveTo>
                <a:lnTo>
                  <a:pt x="24671" y="156386"/>
                </a:lnTo>
                <a:lnTo>
                  <a:pt x="24922" y="156386"/>
                </a:lnTo>
                <a:lnTo>
                  <a:pt x="24349" y="155525"/>
                </a:lnTo>
                <a:close/>
              </a:path>
              <a:path w="281939" h="219075">
                <a:moveTo>
                  <a:pt x="24061" y="154758"/>
                </a:moveTo>
                <a:lnTo>
                  <a:pt x="23837" y="154758"/>
                </a:lnTo>
                <a:lnTo>
                  <a:pt x="24349" y="155525"/>
                </a:lnTo>
                <a:lnTo>
                  <a:pt x="24061" y="154758"/>
                </a:lnTo>
                <a:close/>
              </a:path>
              <a:path w="281939" h="219075">
                <a:moveTo>
                  <a:pt x="18084" y="138823"/>
                </a:moveTo>
                <a:lnTo>
                  <a:pt x="18201" y="139754"/>
                </a:lnTo>
                <a:lnTo>
                  <a:pt x="18434" y="139754"/>
                </a:lnTo>
                <a:lnTo>
                  <a:pt x="18084" y="138823"/>
                </a:lnTo>
                <a:close/>
              </a:path>
              <a:path w="281939" h="219075">
                <a:moveTo>
                  <a:pt x="17974" y="137938"/>
                </a:moveTo>
                <a:lnTo>
                  <a:pt x="17752" y="137938"/>
                </a:lnTo>
                <a:lnTo>
                  <a:pt x="18084" y="138823"/>
                </a:lnTo>
                <a:lnTo>
                  <a:pt x="17974" y="137938"/>
                </a:lnTo>
                <a:close/>
              </a:path>
              <a:path w="281939" h="219075">
                <a:moveTo>
                  <a:pt x="36163" y="25322"/>
                </a:moveTo>
                <a:lnTo>
                  <a:pt x="35573" y="25648"/>
                </a:lnTo>
                <a:lnTo>
                  <a:pt x="34803" y="27263"/>
                </a:lnTo>
                <a:lnTo>
                  <a:pt x="35536" y="26217"/>
                </a:lnTo>
                <a:lnTo>
                  <a:pt x="35720" y="25648"/>
                </a:lnTo>
                <a:lnTo>
                  <a:pt x="35814" y="25322"/>
                </a:lnTo>
                <a:lnTo>
                  <a:pt x="35934" y="25648"/>
                </a:lnTo>
                <a:lnTo>
                  <a:pt x="36163" y="25322"/>
                </a:lnTo>
                <a:close/>
              </a:path>
              <a:path w="281939" h="219075">
                <a:moveTo>
                  <a:pt x="35558" y="26217"/>
                </a:moveTo>
                <a:lnTo>
                  <a:pt x="34803" y="27263"/>
                </a:lnTo>
                <a:lnTo>
                  <a:pt x="35259" y="27263"/>
                </a:lnTo>
                <a:lnTo>
                  <a:pt x="35558" y="26217"/>
                </a:lnTo>
                <a:close/>
              </a:path>
              <a:path w="281939" h="219075">
                <a:moveTo>
                  <a:pt x="35870" y="25025"/>
                </a:moveTo>
                <a:lnTo>
                  <a:pt x="34544" y="26217"/>
                </a:lnTo>
                <a:lnTo>
                  <a:pt x="35573" y="25648"/>
                </a:lnTo>
                <a:lnTo>
                  <a:pt x="35870" y="25025"/>
                </a:lnTo>
                <a:close/>
              </a:path>
              <a:path w="281939" h="219075">
                <a:moveTo>
                  <a:pt x="35573" y="25648"/>
                </a:moveTo>
                <a:lnTo>
                  <a:pt x="34544" y="26217"/>
                </a:lnTo>
                <a:lnTo>
                  <a:pt x="35302" y="26217"/>
                </a:lnTo>
                <a:lnTo>
                  <a:pt x="35573" y="25648"/>
                </a:lnTo>
                <a:close/>
              </a:path>
              <a:path w="281939" h="219075">
                <a:moveTo>
                  <a:pt x="35934" y="25648"/>
                </a:moveTo>
                <a:lnTo>
                  <a:pt x="35720" y="25648"/>
                </a:lnTo>
                <a:lnTo>
                  <a:pt x="35558" y="26217"/>
                </a:lnTo>
                <a:lnTo>
                  <a:pt x="35934" y="25648"/>
                </a:lnTo>
                <a:close/>
              </a:path>
              <a:path w="281939" h="219075">
                <a:moveTo>
                  <a:pt x="37082" y="24010"/>
                </a:moveTo>
                <a:lnTo>
                  <a:pt x="35899" y="25025"/>
                </a:lnTo>
                <a:lnTo>
                  <a:pt x="35814" y="25322"/>
                </a:lnTo>
                <a:lnTo>
                  <a:pt x="35720" y="25648"/>
                </a:lnTo>
                <a:lnTo>
                  <a:pt x="35573" y="25648"/>
                </a:lnTo>
                <a:lnTo>
                  <a:pt x="36163" y="25322"/>
                </a:lnTo>
                <a:lnTo>
                  <a:pt x="37082" y="24010"/>
                </a:lnTo>
                <a:close/>
              </a:path>
              <a:path w="281939" h="219075">
                <a:moveTo>
                  <a:pt x="38436" y="23806"/>
                </a:moveTo>
                <a:lnTo>
                  <a:pt x="37225" y="23806"/>
                </a:lnTo>
                <a:lnTo>
                  <a:pt x="36163" y="25322"/>
                </a:lnTo>
                <a:lnTo>
                  <a:pt x="38534" y="24010"/>
                </a:lnTo>
                <a:lnTo>
                  <a:pt x="37904" y="24010"/>
                </a:lnTo>
                <a:lnTo>
                  <a:pt x="38436" y="23806"/>
                </a:lnTo>
                <a:close/>
              </a:path>
              <a:path w="281939" h="219075">
                <a:moveTo>
                  <a:pt x="39963" y="23219"/>
                </a:moveTo>
                <a:lnTo>
                  <a:pt x="37904" y="24010"/>
                </a:lnTo>
                <a:lnTo>
                  <a:pt x="38783" y="23806"/>
                </a:lnTo>
                <a:lnTo>
                  <a:pt x="39963" y="23219"/>
                </a:lnTo>
                <a:close/>
              </a:path>
              <a:path w="281939" h="219075">
                <a:moveTo>
                  <a:pt x="38903" y="23806"/>
                </a:moveTo>
                <a:lnTo>
                  <a:pt x="37904" y="24010"/>
                </a:lnTo>
                <a:lnTo>
                  <a:pt x="38534" y="24010"/>
                </a:lnTo>
                <a:lnTo>
                  <a:pt x="38903" y="23806"/>
                </a:lnTo>
                <a:close/>
              </a:path>
              <a:path w="281939" h="219075">
                <a:moveTo>
                  <a:pt x="41306" y="23219"/>
                </a:moveTo>
                <a:lnTo>
                  <a:pt x="39963" y="23219"/>
                </a:lnTo>
                <a:lnTo>
                  <a:pt x="38903" y="23806"/>
                </a:lnTo>
                <a:lnTo>
                  <a:pt x="41306" y="2321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696234" y="2393317"/>
            <a:ext cx="370205" cy="161925"/>
          </a:xfrm>
          <a:custGeom>
            <a:avLst/>
            <a:gdLst/>
            <a:ahLst/>
            <a:cxnLst/>
            <a:rect l="l" t="t" r="r" b="b"/>
            <a:pathLst>
              <a:path w="370204" h="161925">
                <a:moveTo>
                  <a:pt x="87207" y="0"/>
                </a:moveTo>
                <a:lnTo>
                  <a:pt x="61975" y="0"/>
                </a:lnTo>
                <a:lnTo>
                  <a:pt x="53674" y="1385"/>
                </a:lnTo>
                <a:lnTo>
                  <a:pt x="9798" y="60133"/>
                </a:lnTo>
                <a:lnTo>
                  <a:pt x="0" y="104744"/>
                </a:lnTo>
                <a:lnTo>
                  <a:pt x="97" y="135126"/>
                </a:lnTo>
                <a:lnTo>
                  <a:pt x="35970" y="150053"/>
                </a:lnTo>
                <a:lnTo>
                  <a:pt x="36118" y="150053"/>
                </a:lnTo>
                <a:lnTo>
                  <a:pt x="72725" y="154114"/>
                </a:lnTo>
                <a:lnTo>
                  <a:pt x="123762" y="157930"/>
                </a:lnTo>
                <a:lnTo>
                  <a:pt x="178203" y="160709"/>
                </a:lnTo>
                <a:lnTo>
                  <a:pt x="224905" y="161630"/>
                </a:lnTo>
                <a:lnTo>
                  <a:pt x="263259" y="160709"/>
                </a:lnTo>
                <a:lnTo>
                  <a:pt x="263607" y="160709"/>
                </a:lnTo>
                <a:lnTo>
                  <a:pt x="294375" y="157930"/>
                </a:lnTo>
                <a:lnTo>
                  <a:pt x="294618" y="157930"/>
                </a:lnTo>
                <a:lnTo>
                  <a:pt x="319497" y="153918"/>
                </a:lnTo>
                <a:lnTo>
                  <a:pt x="339465" y="149444"/>
                </a:lnTo>
                <a:lnTo>
                  <a:pt x="340222" y="149237"/>
                </a:lnTo>
                <a:lnTo>
                  <a:pt x="350957" y="145686"/>
                </a:lnTo>
                <a:lnTo>
                  <a:pt x="227360" y="145686"/>
                </a:lnTo>
                <a:lnTo>
                  <a:pt x="180052" y="144744"/>
                </a:lnTo>
                <a:lnTo>
                  <a:pt x="179194" y="144744"/>
                </a:lnTo>
                <a:lnTo>
                  <a:pt x="126344" y="142046"/>
                </a:lnTo>
                <a:lnTo>
                  <a:pt x="125801" y="142046"/>
                </a:lnTo>
                <a:lnTo>
                  <a:pt x="74698" y="138220"/>
                </a:lnTo>
                <a:lnTo>
                  <a:pt x="74479" y="138220"/>
                </a:lnTo>
                <a:lnTo>
                  <a:pt x="38809" y="134255"/>
                </a:lnTo>
                <a:lnTo>
                  <a:pt x="38538" y="134255"/>
                </a:lnTo>
                <a:lnTo>
                  <a:pt x="33868" y="133341"/>
                </a:lnTo>
                <a:lnTo>
                  <a:pt x="15943" y="133341"/>
                </a:lnTo>
                <a:lnTo>
                  <a:pt x="14995" y="130630"/>
                </a:lnTo>
                <a:lnTo>
                  <a:pt x="14924" y="130428"/>
                </a:lnTo>
                <a:lnTo>
                  <a:pt x="14822" y="130138"/>
                </a:lnTo>
                <a:lnTo>
                  <a:pt x="14770" y="129988"/>
                </a:lnTo>
                <a:lnTo>
                  <a:pt x="14692" y="129766"/>
                </a:lnTo>
                <a:lnTo>
                  <a:pt x="14639" y="129616"/>
                </a:lnTo>
                <a:lnTo>
                  <a:pt x="12778" y="128209"/>
                </a:lnTo>
                <a:lnTo>
                  <a:pt x="15943" y="128209"/>
                </a:lnTo>
                <a:lnTo>
                  <a:pt x="15943" y="105667"/>
                </a:lnTo>
                <a:lnTo>
                  <a:pt x="16103" y="104744"/>
                </a:lnTo>
                <a:lnTo>
                  <a:pt x="18030" y="88177"/>
                </a:lnTo>
                <a:lnTo>
                  <a:pt x="17899" y="88177"/>
                </a:lnTo>
                <a:lnTo>
                  <a:pt x="18110" y="87486"/>
                </a:lnTo>
                <a:lnTo>
                  <a:pt x="18195" y="86760"/>
                </a:lnTo>
                <a:lnTo>
                  <a:pt x="18333" y="86760"/>
                </a:lnTo>
                <a:lnTo>
                  <a:pt x="24583" y="66339"/>
                </a:lnTo>
                <a:lnTo>
                  <a:pt x="24699" y="65960"/>
                </a:lnTo>
                <a:lnTo>
                  <a:pt x="24817" y="65577"/>
                </a:lnTo>
                <a:lnTo>
                  <a:pt x="26832" y="60895"/>
                </a:lnTo>
                <a:lnTo>
                  <a:pt x="38649" y="32832"/>
                </a:lnTo>
                <a:lnTo>
                  <a:pt x="38436" y="32832"/>
                </a:lnTo>
                <a:lnTo>
                  <a:pt x="38955" y="32105"/>
                </a:lnTo>
                <a:lnTo>
                  <a:pt x="39300" y="31287"/>
                </a:lnTo>
                <a:lnTo>
                  <a:pt x="39539" y="31287"/>
                </a:lnTo>
                <a:lnTo>
                  <a:pt x="43975" y="25079"/>
                </a:lnTo>
                <a:lnTo>
                  <a:pt x="43421" y="25079"/>
                </a:lnTo>
                <a:lnTo>
                  <a:pt x="45355" y="23148"/>
                </a:lnTo>
                <a:lnTo>
                  <a:pt x="46096" y="23148"/>
                </a:lnTo>
                <a:lnTo>
                  <a:pt x="51747" y="19112"/>
                </a:lnTo>
                <a:lnTo>
                  <a:pt x="51221" y="19112"/>
                </a:lnTo>
                <a:lnTo>
                  <a:pt x="53181" y="18088"/>
                </a:lnTo>
                <a:lnTo>
                  <a:pt x="54090" y="18088"/>
                </a:lnTo>
                <a:lnTo>
                  <a:pt x="56678" y="17165"/>
                </a:lnTo>
                <a:lnTo>
                  <a:pt x="56302" y="17165"/>
                </a:lnTo>
                <a:lnTo>
                  <a:pt x="57678" y="16808"/>
                </a:lnTo>
                <a:lnTo>
                  <a:pt x="58445" y="16808"/>
                </a:lnTo>
                <a:lnTo>
                  <a:pt x="63956" y="15890"/>
                </a:lnTo>
                <a:lnTo>
                  <a:pt x="116364" y="15890"/>
                </a:lnTo>
                <a:lnTo>
                  <a:pt x="119178" y="8215"/>
                </a:lnTo>
                <a:lnTo>
                  <a:pt x="118508" y="6203"/>
                </a:lnTo>
                <a:lnTo>
                  <a:pt x="112883" y="1835"/>
                </a:lnTo>
                <a:lnTo>
                  <a:pt x="87207" y="0"/>
                </a:lnTo>
                <a:close/>
              </a:path>
              <a:path w="370204" h="161925">
                <a:moveTo>
                  <a:pt x="349843" y="129204"/>
                </a:moveTo>
                <a:lnTo>
                  <a:pt x="334570" y="134255"/>
                </a:lnTo>
                <a:lnTo>
                  <a:pt x="334109" y="134255"/>
                </a:lnTo>
                <a:lnTo>
                  <a:pt x="316377" y="138220"/>
                </a:lnTo>
                <a:lnTo>
                  <a:pt x="292623" y="142046"/>
                </a:lnTo>
                <a:lnTo>
                  <a:pt x="292417" y="142046"/>
                </a:lnTo>
                <a:lnTo>
                  <a:pt x="262506" y="144744"/>
                </a:lnTo>
                <a:lnTo>
                  <a:pt x="261864" y="144744"/>
                </a:lnTo>
                <a:lnTo>
                  <a:pt x="222451" y="145686"/>
                </a:lnTo>
                <a:lnTo>
                  <a:pt x="350957" y="145686"/>
                </a:lnTo>
                <a:lnTo>
                  <a:pt x="370122" y="132760"/>
                </a:lnTo>
                <a:lnTo>
                  <a:pt x="370006" y="129766"/>
                </a:lnTo>
                <a:lnTo>
                  <a:pt x="348547" y="129766"/>
                </a:lnTo>
                <a:lnTo>
                  <a:pt x="349843" y="129204"/>
                </a:lnTo>
                <a:close/>
              </a:path>
              <a:path w="370204" h="161925">
                <a:moveTo>
                  <a:pt x="14658" y="129616"/>
                </a:moveTo>
                <a:lnTo>
                  <a:pt x="14770" y="129988"/>
                </a:lnTo>
                <a:lnTo>
                  <a:pt x="15943" y="133341"/>
                </a:lnTo>
                <a:lnTo>
                  <a:pt x="15943" y="130630"/>
                </a:lnTo>
                <a:lnTo>
                  <a:pt x="15744" y="130428"/>
                </a:lnTo>
                <a:lnTo>
                  <a:pt x="14658" y="129616"/>
                </a:lnTo>
                <a:close/>
              </a:path>
              <a:path w="370204" h="161925">
                <a:moveTo>
                  <a:pt x="16232" y="129616"/>
                </a:moveTo>
                <a:lnTo>
                  <a:pt x="15943" y="129616"/>
                </a:lnTo>
                <a:lnTo>
                  <a:pt x="15943" y="133341"/>
                </a:lnTo>
                <a:lnTo>
                  <a:pt x="33868" y="133341"/>
                </a:lnTo>
                <a:lnTo>
                  <a:pt x="18996" y="130428"/>
                </a:lnTo>
                <a:lnTo>
                  <a:pt x="18227" y="130428"/>
                </a:lnTo>
                <a:lnTo>
                  <a:pt x="16746" y="129988"/>
                </a:lnTo>
                <a:lnTo>
                  <a:pt x="17145" y="129988"/>
                </a:lnTo>
                <a:lnTo>
                  <a:pt x="16232" y="129616"/>
                </a:lnTo>
                <a:close/>
              </a:path>
              <a:path w="370204" h="161925">
                <a:moveTo>
                  <a:pt x="14375" y="128859"/>
                </a:moveTo>
                <a:lnTo>
                  <a:pt x="14658" y="129616"/>
                </a:lnTo>
                <a:lnTo>
                  <a:pt x="16014" y="130630"/>
                </a:lnTo>
                <a:lnTo>
                  <a:pt x="15943" y="130428"/>
                </a:lnTo>
                <a:lnTo>
                  <a:pt x="15622" y="130138"/>
                </a:lnTo>
                <a:lnTo>
                  <a:pt x="14710" y="128995"/>
                </a:lnTo>
                <a:lnTo>
                  <a:pt x="14375" y="128859"/>
                </a:lnTo>
                <a:close/>
              </a:path>
              <a:path w="370204" h="161925">
                <a:moveTo>
                  <a:pt x="14710" y="128995"/>
                </a:moveTo>
                <a:lnTo>
                  <a:pt x="15853" y="130428"/>
                </a:lnTo>
                <a:lnTo>
                  <a:pt x="15943" y="129616"/>
                </a:lnTo>
                <a:lnTo>
                  <a:pt x="16232" y="129616"/>
                </a:lnTo>
                <a:lnTo>
                  <a:pt x="14710" y="128995"/>
                </a:lnTo>
                <a:close/>
              </a:path>
              <a:path w="370204" h="161925">
                <a:moveTo>
                  <a:pt x="16746" y="129988"/>
                </a:moveTo>
                <a:lnTo>
                  <a:pt x="18227" y="130428"/>
                </a:lnTo>
                <a:lnTo>
                  <a:pt x="17514" y="130138"/>
                </a:lnTo>
                <a:lnTo>
                  <a:pt x="16746" y="129988"/>
                </a:lnTo>
                <a:close/>
              </a:path>
              <a:path w="370204" h="161925">
                <a:moveTo>
                  <a:pt x="17514" y="130138"/>
                </a:moveTo>
                <a:lnTo>
                  <a:pt x="18227" y="130428"/>
                </a:lnTo>
                <a:lnTo>
                  <a:pt x="18996" y="130428"/>
                </a:lnTo>
                <a:lnTo>
                  <a:pt x="17514" y="130138"/>
                </a:lnTo>
                <a:close/>
              </a:path>
              <a:path w="370204" h="161925">
                <a:moveTo>
                  <a:pt x="17145" y="129988"/>
                </a:moveTo>
                <a:lnTo>
                  <a:pt x="16746" y="129988"/>
                </a:lnTo>
                <a:lnTo>
                  <a:pt x="17514" y="130138"/>
                </a:lnTo>
                <a:lnTo>
                  <a:pt x="17145" y="129988"/>
                </a:lnTo>
                <a:close/>
              </a:path>
              <a:path w="370204" h="161925">
                <a:moveTo>
                  <a:pt x="363830" y="123651"/>
                </a:moveTo>
                <a:lnTo>
                  <a:pt x="360276" y="123651"/>
                </a:lnTo>
                <a:lnTo>
                  <a:pt x="359282" y="123958"/>
                </a:lnTo>
                <a:lnTo>
                  <a:pt x="348547" y="129766"/>
                </a:lnTo>
                <a:lnTo>
                  <a:pt x="370006" y="129766"/>
                </a:lnTo>
                <a:lnTo>
                  <a:pt x="370000" y="129616"/>
                </a:lnTo>
                <a:lnTo>
                  <a:pt x="348598" y="129616"/>
                </a:lnTo>
                <a:lnTo>
                  <a:pt x="349843" y="129204"/>
                </a:lnTo>
                <a:lnTo>
                  <a:pt x="369873" y="129204"/>
                </a:lnTo>
                <a:lnTo>
                  <a:pt x="369766" y="128859"/>
                </a:lnTo>
                <a:lnTo>
                  <a:pt x="365453" y="124134"/>
                </a:lnTo>
                <a:lnTo>
                  <a:pt x="363830" y="123651"/>
                </a:lnTo>
                <a:close/>
              </a:path>
              <a:path w="370204" h="161925">
                <a:moveTo>
                  <a:pt x="12778" y="128209"/>
                </a:moveTo>
                <a:lnTo>
                  <a:pt x="14658" y="129616"/>
                </a:lnTo>
                <a:lnTo>
                  <a:pt x="14495" y="129204"/>
                </a:lnTo>
                <a:lnTo>
                  <a:pt x="14375" y="128859"/>
                </a:lnTo>
                <a:lnTo>
                  <a:pt x="12778" y="128209"/>
                </a:lnTo>
                <a:close/>
              </a:path>
              <a:path w="370204" h="161925">
                <a:moveTo>
                  <a:pt x="15943" y="128355"/>
                </a:moveTo>
                <a:lnTo>
                  <a:pt x="14198" y="128355"/>
                </a:lnTo>
                <a:lnTo>
                  <a:pt x="14601" y="128859"/>
                </a:lnTo>
                <a:lnTo>
                  <a:pt x="14710" y="128995"/>
                </a:lnTo>
                <a:lnTo>
                  <a:pt x="16232" y="129616"/>
                </a:lnTo>
                <a:lnTo>
                  <a:pt x="15943" y="129616"/>
                </a:lnTo>
                <a:lnTo>
                  <a:pt x="15943" y="128355"/>
                </a:lnTo>
                <a:close/>
              </a:path>
              <a:path w="370204" h="161925">
                <a:moveTo>
                  <a:pt x="369873" y="129204"/>
                </a:moveTo>
                <a:lnTo>
                  <a:pt x="349843" y="129204"/>
                </a:lnTo>
                <a:lnTo>
                  <a:pt x="348893" y="129616"/>
                </a:lnTo>
                <a:lnTo>
                  <a:pt x="370000" y="129616"/>
                </a:lnTo>
                <a:lnTo>
                  <a:pt x="369873" y="129204"/>
                </a:lnTo>
                <a:close/>
              </a:path>
              <a:path w="370204" h="161925">
                <a:moveTo>
                  <a:pt x="14411" y="128621"/>
                </a:moveTo>
                <a:lnTo>
                  <a:pt x="14375" y="128859"/>
                </a:lnTo>
                <a:lnTo>
                  <a:pt x="14710" y="128995"/>
                </a:lnTo>
                <a:lnTo>
                  <a:pt x="14411" y="128621"/>
                </a:lnTo>
                <a:close/>
              </a:path>
              <a:path w="370204" h="161925">
                <a:moveTo>
                  <a:pt x="15943" y="128209"/>
                </a:moveTo>
                <a:lnTo>
                  <a:pt x="12778" y="128209"/>
                </a:lnTo>
                <a:lnTo>
                  <a:pt x="14375" y="128859"/>
                </a:lnTo>
                <a:lnTo>
                  <a:pt x="14291" y="128621"/>
                </a:lnTo>
                <a:lnTo>
                  <a:pt x="14198" y="128355"/>
                </a:lnTo>
                <a:lnTo>
                  <a:pt x="15943" y="128355"/>
                </a:lnTo>
                <a:lnTo>
                  <a:pt x="15943" y="128209"/>
                </a:lnTo>
                <a:close/>
              </a:path>
              <a:path w="370204" h="161925">
                <a:moveTo>
                  <a:pt x="18110" y="87486"/>
                </a:moveTo>
                <a:lnTo>
                  <a:pt x="17899" y="88177"/>
                </a:lnTo>
                <a:lnTo>
                  <a:pt x="18030" y="88177"/>
                </a:lnTo>
                <a:lnTo>
                  <a:pt x="18110" y="87486"/>
                </a:lnTo>
                <a:close/>
              </a:path>
              <a:path w="370204" h="161925">
                <a:moveTo>
                  <a:pt x="18333" y="86760"/>
                </a:moveTo>
                <a:lnTo>
                  <a:pt x="18195" y="86760"/>
                </a:lnTo>
                <a:lnTo>
                  <a:pt x="18110" y="87486"/>
                </a:lnTo>
                <a:lnTo>
                  <a:pt x="18333" y="86760"/>
                </a:lnTo>
                <a:close/>
              </a:path>
              <a:path w="370204" h="161925">
                <a:moveTo>
                  <a:pt x="38955" y="32105"/>
                </a:moveTo>
                <a:lnTo>
                  <a:pt x="38436" y="32832"/>
                </a:lnTo>
                <a:lnTo>
                  <a:pt x="38649" y="32832"/>
                </a:lnTo>
                <a:lnTo>
                  <a:pt x="38955" y="32105"/>
                </a:lnTo>
                <a:close/>
              </a:path>
              <a:path w="370204" h="161925">
                <a:moveTo>
                  <a:pt x="39539" y="31287"/>
                </a:moveTo>
                <a:lnTo>
                  <a:pt x="39300" y="31287"/>
                </a:lnTo>
                <a:lnTo>
                  <a:pt x="38955" y="32105"/>
                </a:lnTo>
                <a:lnTo>
                  <a:pt x="39539" y="31287"/>
                </a:lnTo>
                <a:close/>
              </a:path>
              <a:path w="370204" h="161925">
                <a:moveTo>
                  <a:pt x="45077" y="23536"/>
                </a:moveTo>
                <a:lnTo>
                  <a:pt x="44273" y="24228"/>
                </a:lnTo>
                <a:lnTo>
                  <a:pt x="43421" y="25079"/>
                </a:lnTo>
                <a:lnTo>
                  <a:pt x="44583" y="24228"/>
                </a:lnTo>
                <a:lnTo>
                  <a:pt x="45077" y="23536"/>
                </a:lnTo>
                <a:close/>
              </a:path>
              <a:path w="370204" h="161925">
                <a:moveTo>
                  <a:pt x="44583" y="24228"/>
                </a:moveTo>
                <a:lnTo>
                  <a:pt x="43391" y="25079"/>
                </a:lnTo>
                <a:lnTo>
                  <a:pt x="43975" y="25079"/>
                </a:lnTo>
                <a:lnTo>
                  <a:pt x="44583" y="24228"/>
                </a:lnTo>
                <a:close/>
              </a:path>
              <a:path w="370204" h="161925">
                <a:moveTo>
                  <a:pt x="46096" y="23148"/>
                </a:moveTo>
                <a:lnTo>
                  <a:pt x="45355" y="23148"/>
                </a:lnTo>
                <a:lnTo>
                  <a:pt x="44583" y="24228"/>
                </a:lnTo>
                <a:lnTo>
                  <a:pt x="46096" y="23148"/>
                </a:lnTo>
                <a:close/>
              </a:path>
              <a:path w="370204" h="161925">
                <a:moveTo>
                  <a:pt x="53181" y="18088"/>
                </a:moveTo>
                <a:lnTo>
                  <a:pt x="51221" y="19112"/>
                </a:lnTo>
                <a:lnTo>
                  <a:pt x="52273" y="18736"/>
                </a:lnTo>
                <a:lnTo>
                  <a:pt x="53181" y="18088"/>
                </a:lnTo>
                <a:close/>
              </a:path>
              <a:path w="370204" h="161925">
                <a:moveTo>
                  <a:pt x="52273" y="18736"/>
                </a:moveTo>
                <a:lnTo>
                  <a:pt x="51221" y="19112"/>
                </a:lnTo>
                <a:lnTo>
                  <a:pt x="51747" y="19112"/>
                </a:lnTo>
                <a:lnTo>
                  <a:pt x="52273" y="18736"/>
                </a:lnTo>
                <a:close/>
              </a:path>
              <a:path w="370204" h="161925">
                <a:moveTo>
                  <a:pt x="54090" y="18088"/>
                </a:moveTo>
                <a:lnTo>
                  <a:pt x="53181" y="18088"/>
                </a:lnTo>
                <a:lnTo>
                  <a:pt x="52273" y="18736"/>
                </a:lnTo>
                <a:lnTo>
                  <a:pt x="54090" y="18088"/>
                </a:lnTo>
                <a:close/>
              </a:path>
              <a:path w="370204" h="161925">
                <a:moveTo>
                  <a:pt x="116364" y="15890"/>
                </a:moveTo>
                <a:lnTo>
                  <a:pt x="85161" y="15890"/>
                </a:lnTo>
                <a:lnTo>
                  <a:pt x="110686" y="17713"/>
                </a:lnTo>
                <a:lnTo>
                  <a:pt x="112608" y="17713"/>
                </a:lnTo>
                <a:lnTo>
                  <a:pt x="114255" y="17165"/>
                </a:lnTo>
                <a:lnTo>
                  <a:pt x="114476" y="17165"/>
                </a:lnTo>
                <a:lnTo>
                  <a:pt x="115691" y="16473"/>
                </a:lnTo>
                <a:lnTo>
                  <a:pt x="116364" y="15890"/>
                </a:lnTo>
                <a:close/>
              </a:path>
              <a:path w="370204" h="161925">
                <a:moveTo>
                  <a:pt x="57678" y="16808"/>
                </a:moveTo>
                <a:lnTo>
                  <a:pt x="56302" y="17165"/>
                </a:lnTo>
                <a:lnTo>
                  <a:pt x="56678" y="17165"/>
                </a:lnTo>
                <a:lnTo>
                  <a:pt x="57678" y="16808"/>
                </a:lnTo>
                <a:close/>
              </a:path>
              <a:path w="370204" h="161925">
                <a:moveTo>
                  <a:pt x="58445" y="16808"/>
                </a:moveTo>
                <a:lnTo>
                  <a:pt x="57678" y="16808"/>
                </a:lnTo>
                <a:lnTo>
                  <a:pt x="56678" y="17165"/>
                </a:lnTo>
                <a:lnTo>
                  <a:pt x="56302" y="17165"/>
                </a:lnTo>
                <a:lnTo>
                  <a:pt x="58445" y="1680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65750" y="3066065"/>
            <a:ext cx="149860" cy="288290"/>
          </a:xfrm>
          <a:custGeom>
            <a:avLst/>
            <a:gdLst/>
            <a:ahLst/>
            <a:cxnLst/>
            <a:rect l="l" t="t" r="r" b="b"/>
            <a:pathLst>
              <a:path w="149860" h="288289">
                <a:moveTo>
                  <a:pt x="103079" y="22570"/>
                </a:moveTo>
                <a:lnTo>
                  <a:pt x="99334" y="22570"/>
                </a:lnTo>
                <a:lnTo>
                  <a:pt x="94946" y="29155"/>
                </a:lnTo>
                <a:lnTo>
                  <a:pt x="89047" y="51766"/>
                </a:lnTo>
                <a:lnTo>
                  <a:pt x="89754" y="62357"/>
                </a:lnTo>
                <a:lnTo>
                  <a:pt x="89855" y="63860"/>
                </a:lnTo>
                <a:lnTo>
                  <a:pt x="96323" y="127149"/>
                </a:lnTo>
                <a:lnTo>
                  <a:pt x="103873" y="176189"/>
                </a:lnTo>
                <a:lnTo>
                  <a:pt x="103980" y="176886"/>
                </a:lnTo>
                <a:lnTo>
                  <a:pt x="117866" y="250301"/>
                </a:lnTo>
                <a:lnTo>
                  <a:pt x="127607" y="275598"/>
                </a:lnTo>
                <a:lnTo>
                  <a:pt x="127715" y="275791"/>
                </a:lnTo>
                <a:lnTo>
                  <a:pt x="139941" y="287874"/>
                </a:lnTo>
                <a:lnTo>
                  <a:pt x="142841" y="287874"/>
                </a:lnTo>
                <a:lnTo>
                  <a:pt x="149388" y="278532"/>
                </a:lnTo>
                <a:lnTo>
                  <a:pt x="148750" y="276510"/>
                </a:lnTo>
                <a:lnTo>
                  <a:pt x="148355" y="275791"/>
                </a:lnTo>
                <a:lnTo>
                  <a:pt x="148249" y="275598"/>
                </a:lnTo>
                <a:lnTo>
                  <a:pt x="141891" y="268025"/>
                </a:lnTo>
                <a:lnTo>
                  <a:pt x="141698" y="268025"/>
                </a:lnTo>
                <a:lnTo>
                  <a:pt x="141322" y="267348"/>
                </a:lnTo>
                <a:lnTo>
                  <a:pt x="141084" y="267131"/>
                </a:lnTo>
                <a:lnTo>
                  <a:pt x="140831" y="266763"/>
                </a:lnTo>
                <a:lnTo>
                  <a:pt x="140997" y="266763"/>
                </a:lnTo>
                <a:lnTo>
                  <a:pt x="137811" y="261026"/>
                </a:lnTo>
                <a:lnTo>
                  <a:pt x="137579" y="261026"/>
                </a:lnTo>
                <a:lnTo>
                  <a:pt x="137326" y="260154"/>
                </a:lnTo>
                <a:lnTo>
                  <a:pt x="136886" y="259361"/>
                </a:lnTo>
                <a:lnTo>
                  <a:pt x="137098" y="259361"/>
                </a:lnTo>
                <a:lnTo>
                  <a:pt x="133617" y="247315"/>
                </a:lnTo>
                <a:lnTo>
                  <a:pt x="133514" y="246958"/>
                </a:lnTo>
                <a:lnTo>
                  <a:pt x="119838" y="174765"/>
                </a:lnTo>
                <a:lnTo>
                  <a:pt x="112195" y="125119"/>
                </a:lnTo>
                <a:lnTo>
                  <a:pt x="105797" y="62518"/>
                </a:lnTo>
                <a:lnTo>
                  <a:pt x="103208" y="23835"/>
                </a:lnTo>
                <a:lnTo>
                  <a:pt x="103128" y="23034"/>
                </a:lnTo>
                <a:lnTo>
                  <a:pt x="103079" y="22570"/>
                </a:lnTo>
                <a:close/>
              </a:path>
              <a:path w="149860" h="288289">
                <a:moveTo>
                  <a:pt x="141322" y="267348"/>
                </a:moveTo>
                <a:lnTo>
                  <a:pt x="141698" y="268025"/>
                </a:lnTo>
                <a:lnTo>
                  <a:pt x="141891" y="268025"/>
                </a:lnTo>
                <a:lnTo>
                  <a:pt x="141322" y="267348"/>
                </a:lnTo>
                <a:close/>
              </a:path>
              <a:path w="149860" h="288289">
                <a:moveTo>
                  <a:pt x="140997" y="266763"/>
                </a:moveTo>
                <a:lnTo>
                  <a:pt x="140831" y="266763"/>
                </a:lnTo>
                <a:lnTo>
                  <a:pt x="141140" y="267131"/>
                </a:lnTo>
                <a:lnTo>
                  <a:pt x="140997" y="266763"/>
                </a:lnTo>
                <a:close/>
              </a:path>
              <a:path w="149860" h="288289">
                <a:moveTo>
                  <a:pt x="137326" y="260154"/>
                </a:moveTo>
                <a:lnTo>
                  <a:pt x="137579" y="261026"/>
                </a:lnTo>
                <a:lnTo>
                  <a:pt x="137811" y="261026"/>
                </a:lnTo>
                <a:lnTo>
                  <a:pt x="137326" y="260154"/>
                </a:lnTo>
                <a:close/>
              </a:path>
              <a:path w="149860" h="288289">
                <a:moveTo>
                  <a:pt x="137098" y="259361"/>
                </a:moveTo>
                <a:lnTo>
                  <a:pt x="136886" y="259361"/>
                </a:lnTo>
                <a:lnTo>
                  <a:pt x="137326" y="260154"/>
                </a:lnTo>
                <a:lnTo>
                  <a:pt x="137098" y="259361"/>
                </a:lnTo>
                <a:close/>
              </a:path>
              <a:path w="149860" h="288289">
                <a:moveTo>
                  <a:pt x="17459" y="0"/>
                </a:moveTo>
                <a:lnTo>
                  <a:pt x="14052" y="0"/>
                </a:lnTo>
                <a:lnTo>
                  <a:pt x="12289" y="548"/>
                </a:lnTo>
                <a:lnTo>
                  <a:pt x="2555" y="75562"/>
                </a:lnTo>
                <a:lnTo>
                  <a:pt x="93" y="142962"/>
                </a:lnTo>
                <a:lnTo>
                  <a:pt x="0" y="147008"/>
                </a:lnTo>
                <a:lnTo>
                  <a:pt x="446" y="153558"/>
                </a:lnTo>
                <a:lnTo>
                  <a:pt x="505" y="154422"/>
                </a:lnTo>
                <a:lnTo>
                  <a:pt x="632" y="156277"/>
                </a:lnTo>
                <a:lnTo>
                  <a:pt x="758" y="158127"/>
                </a:lnTo>
                <a:lnTo>
                  <a:pt x="856" y="159572"/>
                </a:lnTo>
                <a:lnTo>
                  <a:pt x="962" y="161126"/>
                </a:lnTo>
                <a:lnTo>
                  <a:pt x="22621" y="177528"/>
                </a:lnTo>
                <a:lnTo>
                  <a:pt x="24153" y="177528"/>
                </a:lnTo>
                <a:lnTo>
                  <a:pt x="54329" y="163864"/>
                </a:lnTo>
                <a:lnTo>
                  <a:pt x="54430" y="163715"/>
                </a:lnTo>
                <a:lnTo>
                  <a:pt x="19123" y="163715"/>
                </a:lnTo>
                <a:lnTo>
                  <a:pt x="14800" y="159572"/>
                </a:lnTo>
                <a:lnTo>
                  <a:pt x="16806" y="159572"/>
                </a:lnTo>
                <a:lnTo>
                  <a:pt x="16644" y="158925"/>
                </a:lnTo>
                <a:lnTo>
                  <a:pt x="16519" y="158426"/>
                </a:lnTo>
                <a:lnTo>
                  <a:pt x="16444" y="158127"/>
                </a:lnTo>
                <a:lnTo>
                  <a:pt x="16324" y="157647"/>
                </a:lnTo>
                <a:lnTo>
                  <a:pt x="16236" y="157299"/>
                </a:lnTo>
                <a:lnTo>
                  <a:pt x="16736" y="157299"/>
                </a:lnTo>
                <a:lnTo>
                  <a:pt x="16034" y="147008"/>
                </a:lnTo>
                <a:lnTo>
                  <a:pt x="16099" y="142962"/>
                </a:lnTo>
                <a:lnTo>
                  <a:pt x="17128" y="112083"/>
                </a:lnTo>
                <a:lnTo>
                  <a:pt x="17255" y="108286"/>
                </a:lnTo>
                <a:lnTo>
                  <a:pt x="18531" y="76399"/>
                </a:lnTo>
                <a:lnTo>
                  <a:pt x="21081" y="36823"/>
                </a:lnTo>
                <a:lnTo>
                  <a:pt x="23117" y="14408"/>
                </a:lnTo>
                <a:lnTo>
                  <a:pt x="23234" y="13119"/>
                </a:lnTo>
                <a:lnTo>
                  <a:pt x="23281" y="12599"/>
                </a:lnTo>
                <a:lnTo>
                  <a:pt x="23400" y="11291"/>
                </a:lnTo>
                <a:lnTo>
                  <a:pt x="23515" y="10030"/>
                </a:lnTo>
                <a:lnTo>
                  <a:pt x="23629" y="6501"/>
                </a:lnTo>
                <a:lnTo>
                  <a:pt x="22999" y="4476"/>
                </a:lnTo>
                <a:lnTo>
                  <a:pt x="22501" y="3563"/>
                </a:lnTo>
                <a:lnTo>
                  <a:pt x="21144" y="1934"/>
                </a:lnTo>
                <a:lnTo>
                  <a:pt x="20335" y="1280"/>
                </a:lnTo>
                <a:lnTo>
                  <a:pt x="18458" y="294"/>
                </a:lnTo>
                <a:lnTo>
                  <a:pt x="17459" y="0"/>
                </a:lnTo>
                <a:close/>
              </a:path>
              <a:path w="149860" h="288289">
                <a:moveTo>
                  <a:pt x="14800" y="159572"/>
                </a:moveTo>
                <a:lnTo>
                  <a:pt x="19123" y="163715"/>
                </a:lnTo>
                <a:lnTo>
                  <a:pt x="17799" y="160772"/>
                </a:lnTo>
                <a:lnTo>
                  <a:pt x="14800" y="159572"/>
                </a:lnTo>
                <a:close/>
              </a:path>
              <a:path w="149860" h="288289">
                <a:moveTo>
                  <a:pt x="29596" y="160772"/>
                </a:moveTo>
                <a:lnTo>
                  <a:pt x="22426" y="161622"/>
                </a:lnTo>
                <a:lnTo>
                  <a:pt x="18181" y="161622"/>
                </a:lnTo>
                <a:lnTo>
                  <a:pt x="19123" y="163715"/>
                </a:lnTo>
                <a:lnTo>
                  <a:pt x="54430" y="163715"/>
                </a:lnTo>
                <a:lnTo>
                  <a:pt x="55274" y="162481"/>
                </a:lnTo>
                <a:lnTo>
                  <a:pt x="55692" y="161622"/>
                </a:lnTo>
                <a:lnTo>
                  <a:pt x="20127" y="161622"/>
                </a:lnTo>
                <a:lnTo>
                  <a:pt x="18077" y="161126"/>
                </a:lnTo>
                <a:lnTo>
                  <a:pt x="28535" y="161126"/>
                </a:lnTo>
                <a:lnTo>
                  <a:pt x="29596" y="160772"/>
                </a:lnTo>
                <a:close/>
              </a:path>
              <a:path w="149860" h="288289">
                <a:moveTo>
                  <a:pt x="17799" y="160772"/>
                </a:moveTo>
                <a:lnTo>
                  <a:pt x="18077" y="161126"/>
                </a:lnTo>
                <a:lnTo>
                  <a:pt x="20127" y="161622"/>
                </a:lnTo>
                <a:lnTo>
                  <a:pt x="19925" y="161622"/>
                </a:lnTo>
                <a:lnTo>
                  <a:pt x="17799" y="160772"/>
                </a:lnTo>
                <a:close/>
              </a:path>
              <a:path w="149860" h="288289">
                <a:moveTo>
                  <a:pt x="19122" y="161126"/>
                </a:moveTo>
                <a:lnTo>
                  <a:pt x="18683" y="161126"/>
                </a:lnTo>
                <a:lnTo>
                  <a:pt x="19925" y="161622"/>
                </a:lnTo>
                <a:lnTo>
                  <a:pt x="24339" y="161622"/>
                </a:lnTo>
                <a:lnTo>
                  <a:pt x="19122" y="161126"/>
                </a:lnTo>
                <a:close/>
              </a:path>
              <a:path w="149860" h="288289">
                <a:moveTo>
                  <a:pt x="36635" y="158426"/>
                </a:moveTo>
                <a:lnTo>
                  <a:pt x="28535" y="161126"/>
                </a:lnTo>
                <a:lnTo>
                  <a:pt x="28371" y="161126"/>
                </a:lnTo>
                <a:lnTo>
                  <a:pt x="29951" y="160772"/>
                </a:lnTo>
                <a:lnTo>
                  <a:pt x="56106" y="160772"/>
                </a:lnTo>
                <a:lnTo>
                  <a:pt x="57006" y="158925"/>
                </a:lnTo>
                <a:lnTo>
                  <a:pt x="35835" y="158925"/>
                </a:lnTo>
                <a:lnTo>
                  <a:pt x="36635" y="158426"/>
                </a:lnTo>
                <a:close/>
              </a:path>
              <a:path w="149860" h="288289">
                <a:moveTo>
                  <a:pt x="56106" y="160772"/>
                </a:moveTo>
                <a:lnTo>
                  <a:pt x="29951" y="160772"/>
                </a:lnTo>
                <a:lnTo>
                  <a:pt x="28371" y="161126"/>
                </a:lnTo>
                <a:lnTo>
                  <a:pt x="55934" y="161126"/>
                </a:lnTo>
                <a:lnTo>
                  <a:pt x="56106" y="160772"/>
                </a:lnTo>
                <a:close/>
              </a:path>
              <a:path w="149860" h="288289">
                <a:moveTo>
                  <a:pt x="16891" y="159572"/>
                </a:moveTo>
                <a:lnTo>
                  <a:pt x="14800" y="159572"/>
                </a:lnTo>
                <a:lnTo>
                  <a:pt x="17799" y="160772"/>
                </a:lnTo>
                <a:lnTo>
                  <a:pt x="17468" y="160037"/>
                </a:lnTo>
                <a:lnTo>
                  <a:pt x="16922" y="160037"/>
                </a:lnTo>
                <a:lnTo>
                  <a:pt x="16891" y="159572"/>
                </a:lnTo>
                <a:close/>
              </a:path>
              <a:path w="149860" h="288289">
                <a:moveTo>
                  <a:pt x="16968" y="158925"/>
                </a:moveTo>
                <a:lnTo>
                  <a:pt x="16922" y="160037"/>
                </a:lnTo>
                <a:lnTo>
                  <a:pt x="17468" y="160037"/>
                </a:lnTo>
                <a:lnTo>
                  <a:pt x="16968" y="158925"/>
                </a:lnTo>
                <a:close/>
              </a:path>
              <a:path w="149860" h="288289">
                <a:moveTo>
                  <a:pt x="16393" y="157647"/>
                </a:moveTo>
                <a:lnTo>
                  <a:pt x="16519" y="158426"/>
                </a:lnTo>
                <a:lnTo>
                  <a:pt x="16806" y="159572"/>
                </a:lnTo>
                <a:lnTo>
                  <a:pt x="16812" y="158426"/>
                </a:lnTo>
                <a:lnTo>
                  <a:pt x="16609" y="158127"/>
                </a:lnTo>
                <a:lnTo>
                  <a:pt x="16393" y="157647"/>
                </a:lnTo>
                <a:close/>
              </a:path>
              <a:path w="149860" h="288289">
                <a:moveTo>
                  <a:pt x="37533" y="158127"/>
                </a:moveTo>
                <a:lnTo>
                  <a:pt x="36635" y="158426"/>
                </a:lnTo>
                <a:lnTo>
                  <a:pt x="35835" y="158925"/>
                </a:lnTo>
                <a:lnTo>
                  <a:pt x="37533" y="158127"/>
                </a:lnTo>
                <a:close/>
              </a:path>
              <a:path w="149860" h="288289">
                <a:moveTo>
                  <a:pt x="57395" y="158127"/>
                </a:moveTo>
                <a:lnTo>
                  <a:pt x="37533" y="158127"/>
                </a:lnTo>
                <a:lnTo>
                  <a:pt x="35835" y="158925"/>
                </a:lnTo>
                <a:lnTo>
                  <a:pt x="57006" y="158925"/>
                </a:lnTo>
                <a:lnTo>
                  <a:pt x="57395" y="158127"/>
                </a:lnTo>
                <a:close/>
              </a:path>
              <a:path w="149860" h="288289">
                <a:moveTo>
                  <a:pt x="16736" y="157299"/>
                </a:moveTo>
                <a:lnTo>
                  <a:pt x="16236" y="157299"/>
                </a:lnTo>
                <a:lnTo>
                  <a:pt x="16744" y="158426"/>
                </a:lnTo>
                <a:lnTo>
                  <a:pt x="16736" y="157299"/>
                </a:lnTo>
                <a:close/>
              </a:path>
              <a:path w="149860" h="288289">
                <a:moveTo>
                  <a:pt x="39169" y="156848"/>
                </a:moveTo>
                <a:lnTo>
                  <a:pt x="36635" y="158426"/>
                </a:lnTo>
                <a:lnTo>
                  <a:pt x="37533" y="158127"/>
                </a:lnTo>
                <a:lnTo>
                  <a:pt x="57395" y="158127"/>
                </a:lnTo>
                <a:lnTo>
                  <a:pt x="57628" y="157647"/>
                </a:lnTo>
                <a:lnTo>
                  <a:pt x="38432" y="157647"/>
                </a:lnTo>
                <a:lnTo>
                  <a:pt x="38852" y="157299"/>
                </a:lnTo>
                <a:lnTo>
                  <a:pt x="39169" y="156848"/>
                </a:lnTo>
                <a:close/>
              </a:path>
              <a:path w="149860" h="288289">
                <a:moveTo>
                  <a:pt x="58296" y="156277"/>
                </a:moveTo>
                <a:lnTo>
                  <a:pt x="40086" y="156277"/>
                </a:lnTo>
                <a:lnTo>
                  <a:pt x="39396" y="156848"/>
                </a:lnTo>
                <a:lnTo>
                  <a:pt x="38753" y="157299"/>
                </a:lnTo>
                <a:lnTo>
                  <a:pt x="38432" y="157647"/>
                </a:lnTo>
                <a:lnTo>
                  <a:pt x="57628" y="157647"/>
                </a:lnTo>
                <a:lnTo>
                  <a:pt x="58296" y="156277"/>
                </a:lnTo>
                <a:close/>
              </a:path>
              <a:path w="149860" h="288289">
                <a:moveTo>
                  <a:pt x="40086" y="156277"/>
                </a:moveTo>
                <a:lnTo>
                  <a:pt x="39169" y="156848"/>
                </a:lnTo>
                <a:lnTo>
                  <a:pt x="38753" y="157299"/>
                </a:lnTo>
                <a:lnTo>
                  <a:pt x="39396" y="156848"/>
                </a:lnTo>
                <a:lnTo>
                  <a:pt x="40086" y="156277"/>
                </a:lnTo>
                <a:close/>
              </a:path>
              <a:path w="149860" h="288289">
                <a:moveTo>
                  <a:pt x="41405" y="154422"/>
                </a:moveTo>
                <a:lnTo>
                  <a:pt x="39169" y="156848"/>
                </a:lnTo>
                <a:lnTo>
                  <a:pt x="40086" y="156277"/>
                </a:lnTo>
                <a:lnTo>
                  <a:pt x="58296" y="156277"/>
                </a:lnTo>
                <a:lnTo>
                  <a:pt x="58687" y="155474"/>
                </a:lnTo>
                <a:lnTo>
                  <a:pt x="40892" y="155474"/>
                </a:lnTo>
                <a:lnTo>
                  <a:pt x="41405" y="154422"/>
                </a:lnTo>
                <a:close/>
              </a:path>
              <a:path w="149860" h="288289">
                <a:moveTo>
                  <a:pt x="42202" y="153558"/>
                </a:moveTo>
                <a:lnTo>
                  <a:pt x="41405" y="154422"/>
                </a:lnTo>
                <a:lnTo>
                  <a:pt x="40892" y="155474"/>
                </a:lnTo>
                <a:lnTo>
                  <a:pt x="42202" y="153558"/>
                </a:lnTo>
                <a:close/>
              </a:path>
              <a:path w="149860" h="288289">
                <a:moveTo>
                  <a:pt x="59621" y="153558"/>
                </a:moveTo>
                <a:lnTo>
                  <a:pt x="42202" y="153558"/>
                </a:lnTo>
                <a:lnTo>
                  <a:pt x="40892" y="155474"/>
                </a:lnTo>
                <a:lnTo>
                  <a:pt x="58687" y="155474"/>
                </a:lnTo>
                <a:lnTo>
                  <a:pt x="59621" y="153558"/>
                </a:lnTo>
                <a:close/>
              </a:path>
              <a:path w="149860" h="288289">
                <a:moveTo>
                  <a:pt x="96127" y="9871"/>
                </a:moveTo>
                <a:lnTo>
                  <a:pt x="91512" y="9871"/>
                </a:lnTo>
                <a:lnTo>
                  <a:pt x="91004" y="10030"/>
                </a:lnTo>
                <a:lnTo>
                  <a:pt x="72052" y="53552"/>
                </a:lnTo>
                <a:lnTo>
                  <a:pt x="64484" y="86418"/>
                </a:lnTo>
                <a:lnTo>
                  <a:pt x="56827" y="111945"/>
                </a:lnTo>
                <a:lnTo>
                  <a:pt x="51962" y="127149"/>
                </a:lnTo>
                <a:lnTo>
                  <a:pt x="46988" y="142962"/>
                </a:lnTo>
                <a:lnTo>
                  <a:pt x="41405" y="154422"/>
                </a:lnTo>
                <a:lnTo>
                  <a:pt x="42202" y="153558"/>
                </a:lnTo>
                <a:lnTo>
                  <a:pt x="59621" y="153558"/>
                </a:lnTo>
                <a:lnTo>
                  <a:pt x="61370" y="149967"/>
                </a:lnTo>
                <a:lnTo>
                  <a:pt x="79806" y="91015"/>
                </a:lnTo>
                <a:lnTo>
                  <a:pt x="87588" y="57368"/>
                </a:lnTo>
                <a:lnTo>
                  <a:pt x="89047" y="51766"/>
                </a:lnTo>
                <a:lnTo>
                  <a:pt x="87284" y="25388"/>
                </a:lnTo>
                <a:lnTo>
                  <a:pt x="86649" y="19293"/>
                </a:lnTo>
                <a:lnTo>
                  <a:pt x="102734" y="19293"/>
                </a:lnTo>
                <a:lnTo>
                  <a:pt x="96936" y="10163"/>
                </a:lnTo>
                <a:lnTo>
                  <a:pt x="96127" y="9871"/>
                </a:lnTo>
                <a:close/>
              </a:path>
              <a:path w="149860" h="288289">
                <a:moveTo>
                  <a:pt x="86649" y="19293"/>
                </a:moveTo>
                <a:lnTo>
                  <a:pt x="86871" y="21398"/>
                </a:lnTo>
                <a:lnTo>
                  <a:pt x="86994" y="22570"/>
                </a:lnTo>
                <a:lnTo>
                  <a:pt x="87043" y="23034"/>
                </a:lnTo>
                <a:lnTo>
                  <a:pt x="87127" y="23835"/>
                </a:lnTo>
                <a:lnTo>
                  <a:pt x="87221" y="24728"/>
                </a:lnTo>
                <a:lnTo>
                  <a:pt x="87284" y="25388"/>
                </a:lnTo>
                <a:lnTo>
                  <a:pt x="89047" y="51766"/>
                </a:lnTo>
                <a:lnTo>
                  <a:pt x="94654" y="30272"/>
                </a:lnTo>
                <a:lnTo>
                  <a:pt x="94200" y="30272"/>
                </a:lnTo>
                <a:lnTo>
                  <a:pt x="95285" y="27853"/>
                </a:lnTo>
                <a:lnTo>
                  <a:pt x="95813" y="27853"/>
                </a:lnTo>
                <a:lnTo>
                  <a:pt x="97456" y="25388"/>
                </a:lnTo>
                <a:lnTo>
                  <a:pt x="96143" y="25388"/>
                </a:lnTo>
                <a:lnTo>
                  <a:pt x="96891" y="24728"/>
                </a:lnTo>
                <a:lnTo>
                  <a:pt x="97378" y="24728"/>
                </a:lnTo>
                <a:lnTo>
                  <a:pt x="92607" y="23835"/>
                </a:lnTo>
                <a:lnTo>
                  <a:pt x="88685" y="23835"/>
                </a:lnTo>
                <a:lnTo>
                  <a:pt x="87959" y="23034"/>
                </a:lnTo>
                <a:lnTo>
                  <a:pt x="88326" y="23034"/>
                </a:lnTo>
                <a:lnTo>
                  <a:pt x="86649" y="19293"/>
                </a:lnTo>
                <a:close/>
              </a:path>
              <a:path w="149860" h="288289">
                <a:moveTo>
                  <a:pt x="95285" y="27853"/>
                </a:moveTo>
                <a:lnTo>
                  <a:pt x="94200" y="30272"/>
                </a:lnTo>
                <a:lnTo>
                  <a:pt x="94946" y="29155"/>
                </a:lnTo>
                <a:lnTo>
                  <a:pt x="95285" y="27853"/>
                </a:lnTo>
                <a:close/>
              </a:path>
              <a:path w="149860" h="288289">
                <a:moveTo>
                  <a:pt x="94946" y="29155"/>
                </a:moveTo>
                <a:lnTo>
                  <a:pt x="94200" y="30272"/>
                </a:lnTo>
                <a:lnTo>
                  <a:pt x="94654" y="30272"/>
                </a:lnTo>
                <a:lnTo>
                  <a:pt x="94946" y="29155"/>
                </a:lnTo>
                <a:close/>
              </a:path>
              <a:path w="149860" h="288289">
                <a:moveTo>
                  <a:pt x="95813" y="27853"/>
                </a:moveTo>
                <a:lnTo>
                  <a:pt x="95285" y="27853"/>
                </a:lnTo>
                <a:lnTo>
                  <a:pt x="94946" y="29155"/>
                </a:lnTo>
                <a:lnTo>
                  <a:pt x="95813" y="27853"/>
                </a:lnTo>
                <a:close/>
              </a:path>
              <a:path w="149860" h="288289">
                <a:moveTo>
                  <a:pt x="99334" y="22570"/>
                </a:moveTo>
                <a:lnTo>
                  <a:pt x="96143" y="25388"/>
                </a:lnTo>
                <a:lnTo>
                  <a:pt x="96669" y="25082"/>
                </a:lnTo>
                <a:lnTo>
                  <a:pt x="97378" y="24728"/>
                </a:lnTo>
                <a:lnTo>
                  <a:pt x="97896" y="24728"/>
                </a:lnTo>
                <a:lnTo>
                  <a:pt x="99334" y="22570"/>
                </a:lnTo>
                <a:close/>
              </a:path>
              <a:path w="149860" h="288289">
                <a:moveTo>
                  <a:pt x="97896" y="24728"/>
                </a:moveTo>
                <a:lnTo>
                  <a:pt x="97378" y="24728"/>
                </a:lnTo>
                <a:lnTo>
                  <a:pt x="96057" y="25388"/>
                </a:lnTo>
                <a:lnTo>
                  <a:pt x="97456" y="25388"/>
                </a:lnTo>
                <a:lnTo>
                  <a:pt x="97896" y="24728"/>
                </a:lnTo>
                <a:close/>
              </a:path>
              <a:path w="149860" h="288289">
                <a:moveTo>
                  <a:pt x="102734" y="19293"/>
                </a:moveTo>
                <a:lnTo>
                  <a:pt x="86649" y="19293"/>
                </a:lnTo>
                <a:lnTo>
                  <a:pt x="88326" y="23034"/>
                </a:lnTo>
                <a:lnTo>
                  <a:pt x="97378" y="24728"/>
                </a:lnTo>
                <a:lnTo>
                  <a:pt x="96891" y="24728"/>
                </a:lnTo>
                <a:lnTo>
                  <a:pt x="99334" y="22570"/>
                </a:lnTo>
                <a:lnTo>
                  <a:pt x="103079" y="22570"/>
                </a:lnTo>
                <a:lnTo>
                  <a:pt x="102734" y="19293"/>
                </a:lnTo>
                <a:close/>
              </a:path>
              <a:path w="149860" h="288289">
                <a:moveTo>
                  <a:pt x="88326" y="23034"/>
                </a:moveTo>
                <a:lnTo>
                  <a:pt x="87959" y="23034"/>
                </a:lnTo>
                <a:lnTo>
                  <a:pt x="88685" y="23835"/>
                </a:lnTo>
                <a:lnTo>
                  <a:pt x="88326" y="23034"/>
                </a:lnTo>
                <a:close/>
              </a:path>
              <a:path w="149860" h="288289">
                <a:moveTo>
                  <a:pt x="88326" y="23034"/>
                </a:moveTo>
                <a:lnTo>
                  <a:pt x="88685" y="23835"/>
                </a:lnTo>
                <a:lnTo>
                  <a:pt x="92607" y="23835"/>
                </a:lnTo>
                <a:lnTo>
                  <a:pt x="88326" y="2303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96918" y="3050646"/>
            <a:ext cx="133852" cy="335798"/>
          </a:xfrm>
          <a:prstGeom prst="rect">
            <a:avLst/>
          </a:prstGeom>
        </p:spPr>
      </p:pic>
      <p:sp>
        <p:nvSpPr>
          <p:cNvPr id="62" name="object 62"/>
          <p:cNvSpPr/>
          <p:nvPr/>
        </p:nvSpPr>
        <p:spPr>
          <a:xfrm>
            <a:off x="2450825" y="3078770"/>
            <a:ext cx="123825" cy="295910"/>
          </a:xfrm>
          <a:custGeom>
            <a:avLst/>
            <a:gdLst/>
            <a:ahLst/>
            <a:cxnLst/>
            <a:rect l="l" t="t" r="r" b="b"/>
            <a:pathLst>
              <a:path w="123825" h="295910">
                <a:moveTo>
                  <a:pt x="123793" y="32378"/>
                </a:moveTo>
                <a:lnTo>
                  <a:pt x="107796" y="32378"/>
                </a:lnTo>
                <a:lnTo>
                  <a:pt x="107847" y="32660"/>
                </a:lnTo>
                <a:lnTo>
                  <a:pt x="123055" y="33830"/>
                </a:lnTo>
                <a:lnTo>
                  <a:pt x="121748" y="33830"/>
                </a:lnTo>
                <a:lnTo>
                  <a:pt x="120985" y="35187"/>
                </a:lnTo>
                <a:lnTo>
                  <a:pt x="119409" y="37816"/>
                </a:lnTo>
                <a:lnTo>
                  <a:pt x="107796" y="68012"/>
                </a:lnTo>
                <a:lnTo>
                  <a:pt x="107792" y="74872"/>
                </a:lnTo>
                <a:lnTo>
                  <a:pt x="106755" y="132949"/>
                </a:lnTo>
                <a:lnTo>
                  <a:pt x="106741" y="133705"/>
                </a:lnTo>
                <a:lnTo>
                  <a:pt x="106626" y="140139"/>
                </a:lnTo>
                <a:lnTo>
                  <a:pt x="106506" y="146917"/>
                </a:lnTo>
                <a:lnTo>
                  <a:pt x="105230" y="231157"/>
                </a:lnTo>
                <a:lnTo>
                  <a:pt x="104632" y="268937"/>
                </a:lnTo>
                <a:lnTo>
                  <a:pt x="102708" y="286905"/>
                </a:lnTo>
                <a:lnTo>
                  <a:pt x="102690" y="288996"/>
                </a:lnTo>
                <a:lnTo>
                  <a:pt x="103178" y="290656"/>
                </a:lnTo>
                <a:lnTo>
                  <a:pt x="103289" y="291030"/>
                </a:lnTo>
                <a:lnTo>
                  <a:pt x="109182" y="295728"/>
                </a:lnTo>
                <a:lnTo>
                  <a:pt x="111899" y="295728"/>
                </a:lnTo>
                <a:lnTo>
                  <a:pt x="121225" y="231411"/>
                </a:lnTo>
                <a:lnTo>
                  <a:pt x="122273" y="162246"/>
                </a:lnTo>
                <a:lnTo>
                  <a:pt x="122390" y="154467"/>
                </a:lnTo>
                <a:lnTo>
                  <a:pt x="122505" y="146917"/>
                </a:lnTo>
                <a:lnTo>
                  <a:pt x="123791" y="74872"/>
                </a:lnTo>
                <a:lnTo>
                  <a:pt x="123793" y="32378"/>
                </a:lnTo>
                <a:close/>
              </a:path>
              <a:path w="123825" h="295910">
                <a:moveTo>
                  <a:pt x="9056" y="0"/>
                </a:moveTo>
                <a:lnTo>
                  <a:pt x="6935" y="0"/>
                </a:lnTo>
                <a:lnTo>
                  <a:pt x="5915" y="203"/>
                </a:lnTo>
                <a:lnTo>
                  <a:pt x="0" y="6935"/>
                </a:lnTo>
                <a:lnTo>
                  <a:pt x="7" y="100787"/>
                </a:lnTo>
                <a:lnTo>
                  <a:pt x="3856" y="138306"/>
                </a:lnTo>
                <a:lnTo>
                  <a:pt x="3953" y="138902"/>
                </a:lnTo>
                <a:lnTo>
                  <a:pt x="18225" y="161874"/>
                </a:lnTo>
                <a:lnTo>
                  <a:pt x="17965" y="161874"/>
                </a:lnTo>
                <a:lnTo>
                  <a:pt x="19803" y="162246"/>
                </a:lnTo>
                <a:lnTo>
                  <a:pt x="40930" y="162246"/>
                </a:lnTo>
                <a:lnTo>
                  <a:pt x="68763" y="148476"/>
                </a:lnTo>
                <a:lnTo>
                  <a:pt x="24761" y="148476"/>
                </a:lnTo>
                <a:lnTo>
                  <a:pt x="24599" y="148259"/>
                </a:lnTo>
                <a:lnTo>
                  <a:pt x="23631" y="147593"/>
                </a:lnTo>
                <a:lnTo>
                  <a:pt x="22767" y="146917"/>
                </a:lnTo>
                <a:lnTo>
                  <a:pt x="23922" y="146917"/>
                </a:lnTo>
                <a:lnTo>
                  <a:pt x="19537" y="146033"/>
                </a:lnTo>
                <a:lnTo>
                  <a:pt x="21637" y="146033"/>
                </a:lnTo>
                <a:lnTo>
                  <a:pt x="21436" y="145876"/>
                </a:lnTo>
                <a:lnTo>
                  <a:pt x="22710" y="145876"/>
                </a:lnTo>
                <a:lnTo>
                  <a:pt x="22435" y="145348"/>
                </a:lnTo>
                <a:lnTo>
                  <a:pt x="22857" y="145348"/>
                </a:lnTo>
                <a:lnTo>
                  <a:pt x="19434" y="135079"/>
                </a:lnTo>
                <a:lnTo>
                  <a:pt x="19311" y="133705"/>
                </a:lnTo>
                <a:lnTo>
                  <a:pt x="16998" y="119573"/>
                </a:lnTo>
                <a:lnTo>
                  <a:pt x="16926" y="119130"/>
                </a:lnTo>
                <a:lnTo>
                  <a:pt x="16851" y="118673"/>
                </a:lnTo>
                <a:lnTo>
                  <a:pt x="16753" y="115625"/>
                </a:lnTo>
                <a:lnTo>
                  <a:pt x="16024" y="100787"/>
                </a:lnTo>
                <a:lnTo>
                  <a:pt x="15993" y="6935"/>
                </a:lnTo>
                <a:lnTo>
                  <a:pt x="15789" y="5915"/>
                </a:lnTo>
                <a:lnTo>
                  <a:pt x="10077" y="203"/>
                </a:lnTo>
                <a:lnTo>
                  <a:pt x="9056" y="0"/>
                </a:lnTo>
                <a:close/>
              </a:path>
              <a:path w="123825" h="295910">
                <a:moveTo>
                  <a:pt x="70009" y="146917"/>
                </a:moveTo>
                <a:lnTo>
                  <a:pt x="23601" y="146917"/>
                </a:lnTo>
                <a:lnTo>
                  <a:pt x="24104" y="147593"/>
                </a:lnTo>
                <a:lnTo>
                  <a:pt x="24483" y="148259"/>
                </a:lnTo>
                <a:lnTo>
                  <a:pt x="24761" y="148476"/>
                </a:lnTo>
                <a:lnTo>
                  <a:pt x="68763" y="148476"/>
                </a:lnTo>
                <a:lnTo>
                  <a:pt x="68969" y="148259"/>
                </a:lnTo>
                <a:lnTo>
                  <a:pt x="69833" y="147181"/>
                </a:lnTo>
                <a:lnTo>
                  <a:pt x="70009" y="146917"/>
                </a:lnTo>
                <a:close/>
              </a:path>
              <a:path w="123825" h="295910">
                <a:moveTo>
                  <a:pt x="22827" y="145876"/>
                </a:moveTo>
                <a:lnTo>
                  <a:pt x="22792" y="146033"/>
                </a:lnTo>
                <a:lnTo>
                  <a:pt x="23380" y="146917"/>
                </a:lnTo>
                <a:lnTo>
                  <a:pt x="23391" y="147181"/>
                </a:lnTo>
                <a:lnTo>
                  <a:pt x="23631" y="147593"/>
                </a:lnTo>
                <a:lnTo>
                  <a:pt x="24483" y="148259"/>
                </a:lnTo>
                <a:lnTo>
                  <a:pt x="24104" y="147593"/>
                </a:lnTo>
                <a:lnTo>
                  <a:pt x="22944" y="146033"/>
                </a:lnTo>
                <a:lnTo>
                  <a:pt x="22827" y="145876"/>
                </a:lnTo>
                <a:close/>
              </a:path>
              <a:path w="123825" h="295910">
                <a:moveTo>
                  <a:pt x="21436" y="145876"/>
                </a:moveTo>
                <a:lnTo>
                  <a:pt x="23631" y="147593"/>
                </a:lnTo>
                <a:lnTo>
                  <a:pt x="23468" y="147181"/>
                </a:lnTo>
                <a:lnTo>
                  <a:pt x="23253" y="146917"/>
                </a:lnTo>
                <a:lnTo>
                  <a:pt x="23922" y="146917"/>
                </a:lnTo>
                <a:lnTo>
                  <a:pt x="21436" y="145876"/>
                </a:lnTo>
                <a:close/>
              </a:path>
              <a:path w="123825" h="295910">
                <a:moveTo>
                  <a:pt x="21637" y="146033"/>
                </a:moveTo>
                <a:lnTo>
                  <a:pt x="19537" y="146033"/>
                </a:lnTo>
                <a:lnTo>
                  <a:pt x="23922" y="146917"/>
                </a:lnTo>
                <a:lnTo>
                  <a:pt x="22767" y="146917"/>
                </a:lnTo>
                <a:lnTo>
                  <a:pt x="21637" y="146033"/>
                </a:lnTo>
                <a:close/>
              </a:path>
              <a:path w="123825" h="295910">
                <a:moveTo>
                  <a:pt x="22710" y="145876"/>
                </a:moveTo>
                <a:lnTo>
                  <a:pt x="21436" y="145876"/>
                </a:lnTo>
                <a:lnTo>
                  <a:pt x="23922" y="146917"/>
                </a:lnTo>
                <a:lnTo>
                  <a:pt x="23253" y="146917"/>
                </a:lnTo>
                <a:lnTo>
                  <a:pt x="22792" y="146033"/>
                </a:lnTo>
                <a:lnTo>
                  <a:pt x="22710" y="145876"/>
                </a:lnTo>
                <a:close/>
              </a:path>
              <a:path w="123825" h="295910">
                <a:moveTo>
                  <a:pt x="22857" y="145348"/>
                </a:moveTo>
                <a:lnTo>
                  <a:pt x="22435" y="145348"/>
                </a:lnTo>
                <a:lnTo>
                  <a:pt x="23601" y="146917"/>
                </a:lnTo>
                <a:lnTo>
                  <a:pt x="23380" y="146917"/>
                </a:lnTo>
                <a:lnTo>
                  <a:pt x="23085" y="146033"/>
                </a:lnTo>
                <a:lnTo>
                  <a:pt x="22980" y="145718"/>
                </a:lnTo>
                <a:lnTo>
                  <a:pt x="22857" y="145348"/>
                </a:lnTo>
                <a:close/>
              </a:path>
              <a:path w="123825" h="295910">
                <a:moveTo>
                  <a:pt x="70808" y="145718"/>
                </a:moveTo>
                <a:lnTo>
                  <a:pt x="45521" y="145718"/>
                </a:lnTo>
                <a:lnTo>
                  <a:pt x="44138" y="146033"/>
                </a:lnTo>
                <a:lnTo>
                  <a:pt x="23085" y="146033"/>
                </a:lnTo>
                <a:lnTo>
                  <a:pt x="23380" y="146917"/>
                </a:lnTo>
                <a:lnTo>
                  <a:pt x="70009" y="146917"/>
                </a:lnTo>
                <a:lnTo>
                  <a:pt x="70598" y="146033"/>
                </a:lnTo>
                <a:lnTo>
                  <a:pt x="70703" y="145876"/>
                </a:lnTo>
                <a:lnTo>
                  <a:pt x="70808" y="145718"/>
                </a:lnTo>
                <a:close/>
              </a:path>
              <a:path w="123825" h="295910">
                <a:moveTo>
                  <a:pt x="45025" y="145718"/>
                </a:moveTo>
                <a:lnTo>
                  <a:pt x="42091" y="146033"/>
                </a:lnTo>
                <a:lnTo>
                  <a:pt x="44138" y="146033"/>
                </a:lnTo>
                <a:lnTo>
                  <a:pt x="45025" y="145718"/>
                </a:lnTo>
                <a:close/>
              </a:path>
              <a:path w="123825" h="295910">
                <a:moveTo>
                  <a:pt x="49307" y="144198"/>
                </a:moveTo>
                <a:lnTo>
                  <a:pt x="44138" y="146033"/>
                </a:lnTo>
                <a:lnTo>
                  <a:pt x="45521" y="145718"/>
                </a:lnTo>
                <a:lnTo>
                  <a:pt x="70808" y="145718"/>
                </a:lnTo>
                <a:lnTo>
                  <a:pt x="71464" y="144734"/>
                </a:lnTo>
                <a:lnTo>
                  <a:pt x="48497" y="144734"/>
                </a:lnTo>
                <a:lnTo>
                  <a:pt x="49307" y="144198"/>
                </a:lnTo>
                <a:close/>
              </a:path>
              <a:path w="123825" h="295910">
                <a:moveTo>
                  <a:pt x="50234" y="143869"/>
                </a:moveTo>
                <a:lnTo>
                  <a:pt x="49307" y="144198"/>
                </a:lnTo>
                <a:lnTo>
                  <a:pt x="48497" y="144734"/>
                </a:lnTo>
                <a:lnTo>
                  <a:pt x="50234" y="143869"/>
                </a:lnTo>
                <a:close/>
              </a:path>
              <a:path w="123825" h="295910">
                <a:moveTo>
                  <a:pt x="72041" y="143869"/>
                </a:moveTo>
                <a:lnTo>
                  <a:pt x="50234" y="143869"/>
                </a:lnTo>
                <a:lnTo>
                  <a:pt x="48497" y="144734"/>
                </a:lnTo>
                <a:lnTo>
                  <a:pt x="71464" y="144734"/>
                </a:lnTo>
                <a:lnTo>
                  <a:pt x="72041" y="143869"/>
                </a:lnTo>
                <a:close/>
              </a:path>
              <a:path w="123825" h="295910">
                <a:moveTo>
                  <a:pt x="53196" y="141625"/>
                </a:moveTo>
                <a:lnTo>
                  <a:pt x="49307" y="144198"/>
                </a:lnTo>
                <a:lnTo>
                  <a:pt x="50234" y="143869"/>
                </a:lnTo>
                <a:lnTo>
                  <a:pt x="72041" y="143869"/>
                </a:lnTo>
                <a:lnTo>
                  <a:pt x="73101" y="142279"/>
                </a:lnTo>
                <a:lnTo>
                  <a:pt x="52574" y="142279"/>
                </a:lnTo>
                <a:lnTo>
                  <a:pt x="53196" y="141625"/>
                </a:lnTo>
                <a:close/>
              </a:path>
              <a:path w="123825" h="295910">
                <a:moveTo>
                  <a:pt x="53952" y="141126"/>
                </a:moveTo>
                <a:lnTo>
                  <a:pt x="53196" y="141625"/>
                </a:lnTo>
                <a:lnTo>
                  <a:pt x="52574" y="142279"/>
                </a:lnTo>
                <a:lnTo>
                  <a:pt x="53952" y="141126"/>
                </a:lnTo>
                <a:close/>
              </a:path>
              <a:path w="123825" h="295910">
                <a:moveTo>
                  <a:pt x="73869" y="141126"/>
                </a:moveTo>
                <a:lnTo>
                  <a:pt x="53952" y="141126"/>
                </a:lnTo>
                <a:lnTo>
                  <a:pt x="52574" y="142279"/>
                </a:lnTo>
                <a:lnTo>
                  <a:pt x="73101" y="142279"/>
                </a:lnTo>
                <a:lnTo>
                  <a:pt x="73869" y="141126"/>
                </a:lnTo>
                <a:close/>
              </a:path>
              <a:path w="123825" h="295910">
                <a:moveTo>
                  <a:pt x="76467" y="137228"/>
                </a:moveTo>
                <a:lnTo>
                  <a:pt x="57386" y="137228"/>
                </a:lnTo>
                <a:lnTo>
                  <a:pt x="56908" y="137730"/>
                </a:lnTo>
                <a:lnTo>
                  <a:pt x="56523" y="138306"/>
                </a:lnTo>
                <a:lnTo>
                  <a:pt x="56358" y="138306"/>
                </a:lnTo>
                <a:lnTo>
                  <a:pt x="53196" y="141625"/>
                </a:lnTo>
                <a:lnTo>
                  <a:pt x="53952" y="141126"/>
                </a:lnTo>
                <a:lnTo>
                  <a:pt x="73869" y="141126"/>
                </a:lnTo>
                <a:lnTo>
                  <a:pt x="75749" y="138306"/>
                </a:lnTo>
                <a:lnTo>
                  <a:pt x="56523" y="138306"/>
                </a:lnTo>
                <a:lnTo>
                  <a:pt x="56984" y="137730"/>
                </a:lnTo>
                <a:lnTo>
                  <a:pt x="76133" y="137730"/>
                </a:lnTo>
                <a:lnTo>
                  <a:pt x="76467" y="137228"/>
                </a:lnTo>
                <a:close/>
              </a:path>
              <a:path w="123825" h="295910">
                <a:moveTo>
                  <a:pt x="116462" y="21917"/>
                </a:moveTo>
                <a:lnTo>
                  <a:pt x="113288" y="21917"/>
                </a:lnTo>
                <a:lnTo>
                  <a:pt x="111481" y="22480"/>
                </a:lnTo>
                <a:lnTo>
                  <a:pt x="91712" y="65266"/>
                </a:lnTo>
                <a:lnTo>
                  <a:pt x="77089" y="100787"/>
                </a:lnTo>
                <a:lnTo>
                  <a:pt x="74044" y="108262"/>
                </a:lnTo>
                <a:lnTo>
                  <a:pt x="67305" y="121257"/>
                </a:lnTo>
                <a:lnTo>
                  <a:pt x="65506" y="124832"/>
                </a:lnTo>
                <a:lnTo>
                  <a:pt x="56908" y="137730"/>
                </a:lnTo>
                <a:lnTo>
                  <a:pt x="57386" y="137228"/>
                </a:lnTo>
                <a:lnTo>
                  <a:pt x="76467" y="137228"/>
                </a:lnTo>
                <a:lnTo>
                  <a:pt x="106577" y="71182"/>
                </a:lnTo>
                <a:lnTo>
                  <a:pt x="107796" y="68012"/>
                </a:lnTo>
                <a:lnTo>
                  <a:pt x="107796" y="33830"/>
                </a:lnTo>
                <a:lnTo>
                  <a:pt x="107357" y="32660"/>
                </a:lnTo>
                <a:lnTo>
                  <a:pt x="107796" y="32660"/>
                </a:lnTo>
                <a:lnTo>
                  <a:pt x="107796" y="32378"/>
                </a:lnTo>
                <a:lnTo>
                  <a:pt x="123793" y="32378"/>
                </a:lnTo>
                <a:lnTo>
                  <a:pt x="123283" y="29569"/>
                </a:lnTo>
                <a:lnTo>
                  <a:pt x="117430" y="22181"/>
                </a:lnTo>
                <a:lnTo>
                  <a:pt x="116462" y="21917"/>
                </a:lnTo>
                <a:close/>
              </a:path>
              <a:path w="123825" h="295910">
                <a:moveTo>
                  <a:pt x="107796" y="33830"/>
                </a:moveTo>
                <a:lnTo>
                  <a:pt x="107796" y="68012"/>
                </a:lnTo>
                <a:lnTo>
                  <a:pt x="119409" y="37816"/>
                </a:lnTo>
                <a:lnTo>
                  <a:pt x="120985" y="35187"/>
                </a:lnTo>
                <a:lnTo>
                  <a:pt x="108305" y="35187"/>
                </a:lnTo>
                <a:lnTo>
                  <a:pt x="107796" y="33830"/>
                </a:lnTo>
                <a:close/>
              </a:path>
              <a:path w="123825" h="295910">
                <a:moveTo>
                  <a:pt x="107847" y="32660"/>
                </a:moveTo>
                <a:lnTo>
                  <a:pt x="107796" y="33830"/>
                </a:lnTo>
                <a:lnTo>
                  <a:pt x="108305" y="35187"/>
                </a:lnTo>
                <a:lnTo>
                  <a:pt x="107847" y="32660"/>
                </a:lnTo>
                <a:close/>
              </a:path>
              <a:path w="123825" h="295910">
                <a:moveTo>
                  <a:pt x="107847" y="32660"/>
                </a:moveTo>
                <a:lnTo>
                  <a:pt x="108305" y="35187"/>
                </a:lnTo>
                <a:lnTo>
                  <a:pt x="120985" y="35187"/>
                </a:lnTo>
                <a:lnTo>
                  <a:pt x="121748" y="33830"/>
                </a:lnTo>
                <a:lnTo>
                  <a:pt x="123055" y="33830"/>
                </a:lnTo>
                <a:lnTo>
                  <a:pt x="107847" y="32660"/>
                </a:lnTo>
                <a:close/>
              </a:path>
              <a:path w="123825" h="295910">
                <a:moveTo>
                  <a:pt x="107796" y="32660"/>
                </a:moveTo>
                <a:lnTo>
                  <a:pt x="107357" y="32660"/>
                </a:lnTo>
                <a:lnTo>
                  <a:pt x="107796" y="33830"/>
                </a:lnTo>
                <a:lnTo>
                  <a:pt x="107796" y="3266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3" name="object 6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20493" y="3137898"/>
            <a:ext cx="192939" cy="249478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4380853" y="3089776"/>
            <a:ext cx="259715" cy="259079"/>
          </a:xfrm>
          <a:custGeom>
            <a:avLst/>
            <a:gdLst/>
            <a:ahLst/>
            <a:cxnLst/>
            <a:rect l="l" t="t" r="r" b="b"/>
            <a:pathLst>
              <a:path w="259714" h="259079">
                <a:moveTo>
                  <a:pt x="258653" y="242616"/>
                </a:moveTo>
                <a:lnTo>
                  <a:pt x="218523" y="242616"/>
                </a:lnTo>
                <a:lnTo>
                  <a:pt x="200292" y="243839"/>
                </a:lnTo>
                <a:lnTo>
                  <a:pt x="61840" y="243839"/>
                </a:lnTo>
                <a:lnTo>
                  <a:pt x="80768" y="251459"/>
                </a:lnTo>
                <a:lnTo>
                  <a:pt x="81598" y="251459"/>
                </a:lnTo>
                <a:lnTo>
                  <a:pt x="93469" y="255270"/>
                </a:lnTo>
                <a:lnTo>
                  <a:pt x="94278" y="255270"/>
                </a:lnTo>
                <a:lnTo>
                  <a:pt x="108074" y="257809"/>
                </a:lnTo>
                <a:lnTo>
                  <a:pt x="108987" y="257809"/>
                </a:lnTo>
                <a:lnTo>
                  <a:pt x="142354" y="259079"/>
                </a:lnTo>
                <a:lnTo>
                  <a:pt x="220464" y="259079"/>
                </a:lnTo>
                <a:lnTo>
                  <a:pt x="236184" y="256539"/>
                </a:lnTo>
                <a:lnTo>
                  <a:pt x="237258" y="256539"/>
                </a:lnTo>
                <a:lnTo>
                  <a:pt x="248693" y="254000"/>
                </a:lnTo>
                <a:lnTo>
                  <a:pt x="249200" y="254000"/>
                </a:lnTo>
                <a:lnTo>
                  <a:pt x="250176" y="252729"/>
                </a:lnTo>
                <a:lnTo>
                  <a:pt x="250634" y="252729"/>
                </a:lnTo>
                <a:lnTo>
                  <a:pt x="256106" y="248920"/>
                </a:lnTo>
                <a:lnTo>
                  <a:pt x="256594" y="247650"/>
                </a:lnTo>
                <a:lnTo>
                  <a:pt x="257437" y="246379"/>
                </a:lnTo>
                <a:lnTo>
                  <a:pt x="257779" y="246379"/>
                </a:lnTo>
                <a:lnTo>
                  <a:pt x="258301" y="245109"/>
                </a:lnTo>
                <a:lnTo>
                  <a:pt x="258620" y="242847"/>
                </a:lnTo>
                <a:lnTo>
                  <a:pt x="258653" y="242616"/>
                </a:lnTo>
                <a:close/>
              </a:path>
              <a:path w="259714" h="259079">
                <a:moveTo>
                  <a:pt x="39504" y="195579"/>
                </a:moveTo>
                <a:lnTo>
                  <a:pt x="32391" y="195579"/>
                </a:lnTo>
                <a:lnTo>
                  <a:pt x="30687" y="196850"/>
                </a:lnTo>
                <a:lnTo>
                  <a:pt x="29988" y="198120"/>
                </a:lnTo>
                <a:lnTo>
                  <a:pt x="28897" y="199389"/>
                </a:lnTo>
                <a:lnTo>
                  <a:pt x="28545" y="200659"/>
                </a:lnTo>
                <a:lnTo>
                  <a:pt x="28390" y="201929"/>
                </a:lnTo>
                <a:lnTo>
                  <a:pt x="28284" y="204470"/>
                </a:lnTo>
                <a:lnTo>
                  <a:pt x="32585" y="220979"/>
                </a:lnTo>
                <a:lnTo>
                  <a:pt x="32891" y="222250"/>
                </a:lnTo>
                <a:lnTo>
                  <a:pt x="33724" y="223520"/>
                </a:lnTo>
                <a:lnTo>
                  <a:pt x="34234" y="223520"/>
                </a:lnTo>
                <a:lnTo>
                  <a:pt x="46385" y="234950"/>
                </a:lnTo>
                <a:lnTo>
                  <a:pt x="47659" y="234950"/>
                </a:lnTo>
                <a:lnTo>
                  <a:pt x="60812" y="243839"/>
                </a:lnTo>
                <a:lnTo>
                  <a:pt x="143275" y="243839"/>
                </a:lnTo>
                <a:lnTo>
                  <a:pt x="111755" y="241440"/>
                </a:lnTo>
                <a:lnTo>
                  <a:pt x="112350" y="241440"/>
                </a:lnTo>
                <a:lnTo>
                  <a:pt x="98161" y="240134"/>
                </a:lnTo>
                <a:lnTo>
                  <a:pt x="85965" y="236220"/>
                </a:lnTo>
                <a:lnTo>
                  <a:pt x="86795" y="236220"/>
                </a:lnTo>
                <a:lnTo>
                  <a:pt x="71021" y="229870"/>
                </a:lnTo>
                <a:lnTo>
                  <a:pt x="68893" y="229870"/>
                </a:lnTo>
                <a:lnTo>
                  <a:pt x="55740" y="222250"/>
                </a:lnTo>
                <a:lnTo>
                  <a:pt x="57012" y="222250"/>
                </a:lnTo>
                <a:lnTo>
                  <a:pt x="49794" y="215900"/>
                </a:lnTo>
                <a:lnTo>
                  <a:pt x="47909" y="215900"/>
                </a:lnTo>
                <a:lnTo>
                  <a:pt x="45463" y="212089"/>
                </a:lnTo>
                <a:lnTo>
                  <a:pt x="46961" y="212089"/>
                </a:lnTo>
                <a:lnTo>
                  <a:pt x="43799" y="199389"/>
                </a:lnTo>
                <a:lnTo>
                  <a:pt x="43355" y="199389"/>
                </a:lnTo>
                <a:lnTo>
                  <a:pt x="42092" y="196850"/>
                </a:lnTo>
                <a:lnTo>
                  <a:pt x="41323" y="196850"/>
                </a:lnTo>
                <a:lnTo>
                  <a:pt x="39504" y="195579"/>
                </a:lnTo>
                <a:close/>
              </a:path>
              <a:path w="259714" h="259079">
                <a:moveTo>
                  <a:pt x="244144" y="238801"/>
                </a:moveTo>
                <a:lnTo>
                  <a:pt x="242728" y="239084"/>
                </a:lnTo>
                <a:lnTo>
                  <a:pt x="232561" y="241440"/>
                </a:lnTo>
                <a:lnTo>
                  <a:pt x="215084" y="242847"/>
                </a:lnTo>
                <a:lnTo>
                  <a:pt x="218523" y="242616"/>
                </a:lnTo>
                <a:lnTo>
                  <a:pt x="258653" y="242616"/>
                </a:lnTo>
                <a:lnTo>
                  <a:pt x="258782" y="241702"/>
                </a:lnTo>
                <a:lnTo>
                  <a:pt x="258819" y="241440"/>
                </a:lnTo>
                <a:lnTo>
                  <a:pt x="242651" y="241440"/>
                </a:lnTo>
                <a:lnTo>
                  <a:pt x="242816" y="240134"/>
                </a:lnTo>
                <a:lnTo>
                  <a:pt x="241056" y="240134"/>
                </a:lnTo>
                <a:lnTo>
                  <a:pt x="242029" y="239309"/>
                </a:lnTo>
                <a:lnTo>
                  <a:pt x="242920" y="239309"/>
                </a:lnTo>
                <a:lnTo>
                  <a:pt x="242948" y="239084"/>
                </a:lnTo>
                <a:lnTo>
                  <a:pt x="243463" y="239084"/>
                </a:lnTo>
                <a:lnTo>
                  <a:pt x="244144" y="238801"/>
                </a:lnTo>
                <a:close/>
              </a:path>
              <a:path w="259714" h="259079">
                <a:moveTo>
                  <a:pt x="112350" y="241440"/>
                </a:moveTo>
                <a:lnTo>
                  <a:pt x="111755" y="241440"/>
                </a:lnTo>
                <a:lnTo>
                  <a:pt x="115191" y="241702"/>
                </a:lnTo>
                <a:lnTo>
                  <a:pt x="112350" y="241440"/>
                </a:lnTo>
                <a:close/>
              </a:path>
              <a:path w="259714" h="259079">
                <a:moveTo>
                  <a:pt x="244144" y="238801"/>
                </a:moveTo>
                <a:lnTo>
                  <a:pt x="242920" y="239309"/>
                </a:lnTo>
                <a:lnTo>
                  <a:pt x="242651" y="241440"/>
                </a:lnTo>
                <a:lnTo>
                  <a:pt x="243357" y="240134"/>
                </a:lnTo>
                <a:lnTo>
                  <a:pt x="244144" y="238801"/>
                </a:lnTo>
                <a:close/>
              </a:path>
              <a:path w="259714" h="259079">
                <a:moveTo>
                  <a:pt x="259229" y="236220"/>
                </a:moveTo>
                <a:lnTo>
                  <a:pt x="245670" y="236220"/>
                </a:lnTo>
                <a:lnTo>
                  <a:pt x="242585" y="241440"/>
                </a:lnTo>
                <a:lnTo>
                  <a:pt x="258819" y="241440"/>
                </a:lnTo>
                <a:lnTo>
                  <a:pt x="259004" y="240134"/>
                </a:lnTo>
                <a:lnTo>
                  <a:pt x="259120" y="239309"/>
                </a:lnTo>
                <a:lnTo>
                  <a:pt x="259229" y="236220"/>
                </a:lnTo>
                <a:close/>
              </a:path>
              <a:path w="259714" h="259079">
                <a:moveTo>
                  <a:pt x="243027" y="238462"/>
                </a:moveTo>
                <a:lnTo>
                  <a:pt x="241056" y="240134"/>
                </a:lnTo>
                <a:lnTo>
                  <a:pt x="240927" y="240134"/>
                </a:lnTo>
                <a:lnTo>
                  <a:pt x="242920" y="239309"/>
                </a:lnTo>
                <a:lnTo>
                  <a:pt x="241794" y="239309"/>
                </a:lnTo>
                <a:lnTo>
                  <a:pt x="242728" y="239084"/>
                </a:lnTo>
                <a:lnTo>
                  <a:pt x="242948" y="239084"/>
                </a:lnTo>
                <a:lnTo>
                  <a:pt x="243027" y="238462"/>
                </a:lnTo>
                <a:close/>
              </a:path>
              <a:path w="259714" h="259079">
                <a:moveTo>
                  <a:pt x="242920" y="239309"/>
                </a:moveTo>
                <a:lnTo>
                  <a:pt x="240927" y="240134"/>
                </a:lnTo>
                <a:lnTo>
                  <a:pt x="242816" y="240134"/>
                </a:lnTo>
                <a:lnTo>
                  <a:pt x="242920" y="239309"/>
                </a:lnTo>
                <a:close/>
              </a:path>
              <a:path w="259714" h="259079">
                <a:moveTo>
                  <a:pt x="243463" y="239084"/>
                </a:moveTo>
                <a:lnTo>
                  <a:pt x="242948" y="239084"/>
                </a:lnTo>
                <a:lnTo>
                  <a:pt x="242920" y="239309"/>
                </a:lnTo>
                <a:lnTo>
                  <a:pt x="243463" y="239084"/>
                </a:lnTo>
                <a:close/>
              </a:path>
              <a:path w="259714" h="259079">
                <a:moveTo>
                  <a:pt x="245670" y="236220"/>
                </a:moveTo>
                <a:lnTo>
                  <a:pt x="243027" y="238462"/>
                </a:lnTo>
                <a:lnTo>
                  <a:pt x="242948" y="239084"/>
                </a:lnTo>
                <a:lnTo>
                  <a:pt x="242669" y="239084"/>
                </a:lnTo>
                <a:lnTo>
                  <a:pt x="244144" y="238801"/>
                </a:lnTo>
                <a:lnTo>
                  <a:pt x="245670" y="236220"/>
                </a:lnTo>
                <a:close/>
              </a:path>
              <a:path w="259714" h="259079">
                <a:moveTo>
                  <a:pt x="256708" y="218439"/>
                </a:moveTo>
                <a:lnTo>
                  <a:pt x="240524" y="218439"/>
                </a:lnTo>
                <a:lnTo>
                  <a:pt x="240708" y="219509"/>
                </a:lnTo>
                <a:lnTo>
                  <a:pt x="240819" y="219945"/>
                </a:lnTo>
                <a:lnTo>
                  <a:pt x="242270" y="227329"/>
                </a:lnTo>
                <a:lnTo>
                  <a:pt x="242636" y="228600"/>
                </a:lnTo>
                <a:lnTo>
                  <a:pt x="243094" y="234950"/>
                </a:lnTo>
                <a:lnTo>
                  <a:pt x="243310" y="236220"/>
                </a:lnTo>
                <a:lnTo>
                  <a:pt x="243277" y="237489"/>
                </a:lnTo>
                <a:lnTo>
                  <a:pt x="243150" y="237489"/>
                </a:lnTo>
                <a:lnTo>
                  <a:pt x="243027" y="238462"/>
                </a:lnTo>
                <a:lnTo>
                  <a:pt x="244173" y="237489"/>
                </a:lnTo>
                <a:lnTo>
                  <a:pt x="243277" y="237489"/>
                </a:lnTo>
                <a:lnTo>
                  <a:pt x="243294" y="236848"/>
                </a:lnTo>
                <a:lnTo>
                  <a:pt x="244929" y="236848"/>
                </a:lnTo>
                <a:lnTo>
                  <a:pt x="245670" y="236220"/>
                </a:lnTo>
                <a:lnTo>
                  <a:pt x="259229" y="236220"/>
                </a:lnTo>
                <a:lnTo>
                  <a:pt x="258695" y="229870"/>
                </a:lnTo>
                <a:lnTo>
                  <a:pt x="258588" y="228600"/>
                </a:lnTo>
                <a:lnTo>
                  <a:pt x="258455" y="227329"/>
                </a:lnTo>
                <a:lnTo>
                  <a:pt x="256708" y="218439"/>
                </a:lnTo>
                <a:close/>
              </a:path>
              <a:path w="259714" h="259079">
                <a:moveTo>
                  <a:pt x="67866" y="228600"/>
                </a:moveTo>
                <a:lnTo>
                  <a:pt x="68893" y="229870"/>
                </a:lnTo>
                <a:lnTo>
                  <a:pt x="71021" y="229870"/>
                </a:lnTo>
                <a:lnTo>
                  <a:pt x="67866" y="228600"/>
                </a:lnTo>
                <a:close/>
              </a:path>
              <a:path w="259714" h="259079">
                <a:moveTo>
                  <a:pt x="246370" y="191770"/>
                </a:moveTo>
                <a:lnTo>
                  <a:pt x="228201" y="191770"/>
                </a:lnTo>
                <a:lnTo>
                  <a:pt x="235111" y="204470"/>
                </a:lnTo>
                <a:lnTo>
                  <a:pt x="236571" y="207009"/>
                </a:lnTo>
                <a:lnTo>
                  <a:pt x="236692" y="207374"/>
                </a:lnTo>
                <a:lnTo>
                  <a:pt x="237185" y="208279"/>
                </a:lnTo>
                <a:lnTo>
                  <a:pt x="236989" y="208279"/>
                </a:lnTo>
                <a:lnTo>
                  <a:pt x="240676" y="219509"/>
                </a:lnTo>
                <a:lnTo>
                  <a:pt x="240524" y="218439"/>
                </a:lnTo>
                <a:lnTo>
                  <a:pt x="256708" y="218439"/>
                </a:lnTo>
                <a:lnTo>
                  <a:pt x="256209" y="215900"/>
                </a:lnTo>
                <a:lnTo>
                  <a:pt x="255991" y="214629"/>
                </a:lnTo>
                <a:lnTo>
                  <a:pt x="253905" y="208279"/>
                </a:lnTo>
                <a:lnTo>
                  <a:pt x="237185" y="208279"/>
                </a:lnTo>
                <a:lnTo>
                  <a:pt x="236747" y="207374"/>
                </a:lnTo>
                <a:lnTo>
                  <a:pt x="253607" y="207374"/>
                </a:lnTo>
                <a:lnTo>
                  <a:pt x="251819" y="201929"/>
                </a:lnTo>
                <a:lnTo>
                  <a:pt x="251207" y="200659"/>
                </a:lnTo>
                <a:lnTo>
                  <a:pt x="246370" y="191770"/>
                </a:lnTo>
                <a:close/>
              </a:path>
              <a:path w="259714" h="259079">
                <a:moveTo>
                  <a:pt x="45463" y="212089"/>
                </a:moveTo>
                <a:lnTo>
                  <a:pt x="47909" y="215900"/>
                </a:lnTo>
                <a:lnTo>
                  <a:pt x="47380" y="213776"/>
                </a:lnTo>
                <a:lnTo>
                  <a:pt x="45463" y="212089"/>
                </a:lnTo>
                <a:close/>
              </a:path>
              <a:path w="259714" h="259079">
                <a:moveTo>
                  <a:pt x="47380" y="213776"/>
                </a:moveTo>
                <a:lnTo>
                  <a:pt x="47909" y="215900"/>
                </a:lnTo>
                <a:lnTo>
                  <a:pt x="49794" y="215900"/>
                </a:lnTo>
                <a:lnTo>
                  <a:pt x="47380" y="213776"/>
                </a:lnTo>
                <a:close/>
              </a:path>
              <a:path w="259714" h="259079">
                <a:moveTo>
                  <a:pt x="46961" y="212089"/>
                </a:moveTo>
                <a:lnTo>
                  <a:pt x="45463" y="212089"/>
                </a:lnTo>
                <a:lnTo>
                  <a:pt x="47380" y="213776"/>
                </a:lnTo>
                <a:lnTo>
                  <a:pt x="46961" y="212089"/>
                </a:lnTo>
                <a:close/>
              </a:path>
              <a:path w="259714" h="259079">
                <a:moveTo>
                  <a:pt x="36427" y="194309"/>
                </a:moveTo>
                <a:lnTo>
                  <a:pt x="35388" y="194309"/>
                </a:lnTo>
                <a:lnTo>
                  <a:pt x="33331" y="195579"/>
                </a:lnTo>
                <a:lnTo>
                  <a:pt x="38525" y="195579"/>
                </a:lnTo>
                <a:lnTo>
                  <a:pt x="36427" y="194309"/>
                </a:lnTo>
                <a:close/>
              </a:path>
              <a:path w="259714" h="259079">
                <a:moveTo>
                  <a:pt x="232073" y="171450"/>
                </a:moveTo>
                <a:lnTo>
                  <a:pt x="212284" y="171450"/>
                </a:lnTo>
                <a:lnTo>
                  <a:pt x="228714" y="192713"/>
                </a:lnTo>
                <a:lnTo>
                  <a:pt x="228201" y="191770"/>
                </a:lnTo>
                <a:lnTo>
                  <a:pt x="246370" y="191770"/>
                </a:lnTo>
                <a:lnTo>
                  <a:pt x="242224" y="184150"/>
                </a:lnTo>
                <a:lnTo>
                  <a:pt x="241457" y="182879"/>
                </a:lnTo>
                <a:lnTo>
                  <a:pt x="232073" y="171450"/>
                </a:lnTo>
                <a:close/>
              </a:path>
              <a:path w="259714" h="259079">
                <a:moveTo>
                  <a:pt x="216571" y="153670"/>
                </a:moveTo>
                <a:lnTo>
                  <a:pt x="192838" y="153670"/>
                </a:lnTo>
                <a:lnTo>
                  <a:pt x="203104" y="162559"/>
                </a:lnTo>
                <a:lnTo>
                  <a:pt x="202520" y="162559"/>
                </a:lnTo>
                <a:lnTo>
                  <a:pt x="212787" y="172720"/>
                </a:lnTo>
                <a:lnTo>
                  <a:pt x="212284" y="171450"/>
                </a:lnTo>
                <a:lnTo>
                  <a:pt x="232073" y="171450"/>
                </a:lnTo>
                <a:lnTo>
                  <a:pt x="224774" y="162559"/>
                </a:lnTo>
                <a:lnTo>
                  <a:pt x="224271" y="161289"/>
                </a:lnTo>
                <a:lnTo>
                  <a:pt x="216571" y="153670"/>
                </a:lnTo>
                <a:close/>
              </a:path>
              <a:path w="259714" h="259079">
                <a:moveTo>
                  <a:pt x="209998" y="147320"/>
                </a:moveTo>
                <a:lnTo>
                  <a:pt x="183342" y="147320"/>
                </a:lnTo>
                <a:lnTo>
                  <a:pt x="193607" y="154939"/>
                </a:lnTo>
                <a:lnTo>
                  <a:pt x="192838" y="153670"/>
                </a:lnTo>
                <a:lnTo>
                  <a:pt x="216571" y="153670"/>
                </a:lnTo>
                <a:lnTo>
                  <a:pt x="214005" y="151129"/>
                </a:lnTo>
                <a:lnTo>
                  <a:pt x="213420" y="149859"/>
                </a:lnTo>
                <a:lnTo>
                  <a:pt x="209998" y="147320"/>
                </a:lnTo>
                <a:close/>
              </a:path>
              <a:path w="259714" h="259079">
                <a:moveTo>
                  <a:pt x="133849" y="131901"/>
                </a:moveTo>
                <a:lnTo>
                  <a:pt x="155105" y="137159"/>
                </a:lnTo>
                <a:lnTo>
                  <a:pt x="154437" y="137159"/>
                </a:lnTo>
                <a:lnTo>
                  <a:pt x="174970" y="143509"/>
                </a:lnTo>
                <a:lnTo>
                  <a:pt x="174068" y="143509"/>
                </a:lnTo>
                <a:lnTo>
                  <a:pt x="184335" y="148589"/>
                </a:lnTo>
                <a:lnTo>
                  <a:pt x="183342" y="147320"/>
                </a:lnTo>
                <a:lnTo>
                  <a:pt x="209998" y="147320"/>
                </a:lnTo>
                <a:lnTo>
                  <a:pt x="203154" y="142239"/>
                </a:lnTo>
                <a:lnTo>
                  <a:pt x="202384" y="140970"/>
                </a:lnTo>
                <a:lnTo>
                  <a:pt x="192117" y="134620"/>
                </a:lnTo>
                <a:lnTo>
                  <a:pt x="191124" y="133350"/>
                </a:lnTo>
                <a:lnTo>
                  <a:pt x="187702" y="132079"/>
                </a:lnTo>
                <a:lnTo>
                  <a:pt x="135248" y="132079"/>
                </a:lnTo>
                <a:lnTo>
                  <a:pt x="133849" y="131901"/>
                </a:lnTo>
                <a:close/>
              </a:path>
              <a:path w="259714" h="259079">
                <a:moveTo>
                  <a:pt x="181107" y="129632"/>
                </a:moveTo>
                <a:lnTo>
                  <a:pt x="116081" y="129632"/>
                </a:lnTo>
                <a:lnTo>
                  <a:pt x="135248" y="132079"/>
                </a:lnTo>
                <a:lnTo>
                  <a:pt x="187702" y="132079"/>
                </a:lnTo>
                <a:lnTo>
                  <a:pt x="181107" y="129632"/>
                </a:lnTo>
                <a:close/>
              </a:path>
              <a:path w="259714" h="259079">
                <a:moveTo>
                  <a:pt x="164128" y="123374"/>
                </a:moveTo>
                <a:lnTo>
                  <a:pt x="134823" y="127000"/>
                </a:lnTo>
                <a:lnTo>
                  <a:pt x="134194" y="127000"/>
                </a:lnTo>
                <a:lnTo>
                  <a:pt x="105961" y="128270"/>
                </a:lnTo>
                <a:lnTo>
                  <a:pt x="97485" y="128270"/>
                </a:lnTo>
                <a:lnTo>
                  <a:pt x="117449" y="129632"/>
                </a:lnTo>
                <a:lnTo>
                  <a:pt x="180923" y="129632"/>
                </a:lnTo>
                <a:lnTo>
                  <a:pt x="179957" y="128270"/>
                </a:lnTo>
                <a:lnTo>
                  <a:pt x="164128" y="123374"/>
                </a:lnTo>
                <a:close/>
              </a:path>
              <a:path w="259714" h="259079">
                <a:moveTo>
                  <a:pt x="86027" y="113029"/>
                </a:moveTo>
                <a:lnTo>
                  <a:pt x="83947" y="113029"/>
                </a:lnTo>
                <a:lnTo>
                  <a:pt x="81988" y="114300"/>
                </a:lnTo>
                <a:lnTo>
                  <a:pt x="81123" y="114300"/>
                </a:lnTo>
                <a:lnTo>
                  <a:pt x="79623" y="115570"/>
                </a:lnTo>
                <a:lnTo>
                  <a:pt x="79046" y="116839"/>
                </a:lnTo>
                <a:lnTo>
                  <a:pt x="78234" y="118109"/>
                </a:lnTo>
                <a:lnTo>
                  <a:pt x="78031" y="119379"/>
                </a:lnTo>
                <a:lnTo>
                  <a:pt x="78031" y="121920"/>
                </a:lnTo>
                <a:lnTo>
                  <a:pt x="78234" y="123189"/>
                </a:lnTo>
                <a:lnTo>
                  <a:pt x="79046" y="124459"/>
                </a:lnTo>
                <a:lnTo>
                  <a:pt x="79623" y="125729"/>
                </a:lnTo>
                <a:lnTo>
                  <a:pt x="81123" y="127000"/>
                </a:lnTo>
                <a:lnTo>
                  <a:pt x="81988" y="128270"/>
                </a:lnTo>
                <a:lnTo>
                  <a:pt x="86027" y="128270"/>
                </a:lnTo>
                <a:lnTo>
                  <a:pt x="86027" y="113029"/>
                </a:lnTo>
                <a:close/>
              </a:path>
              <a:path w="259714" h="259079">
                <a:moveTo>
                  <a:pt x="98311" y="113029"/>
                </a:moveTo>
                <a:lnTo>
                  <a:pt x="86027" y="113029"/>
                </a:lnTo>
                <a:lnTo>
                  <a:pt x="86027" y="128270"/>
                </a:lnTo>
                <a:lnTo>
                  <a:pt x="105961" y="128270"/>
                </a:lnTo>
                <a:lnTo>
                  <a:pt x="134194" y="127000"/>
                </a:lnTo>
                <a:lnTo>
                  <a:pt x="134823" y="127000"/>
                </a:lnTo>
                <a:lnTo>
                  <a:pt x="164128" y="123374"/>
                </a:lnTo>
                <a:lnTo>
                  <a:pt x="159424" y="121920"/>
                </a:lnTo>
                <a:lnTo>
                  <a:pt x="158756" y="121920"/>
                </a:lnTo>
                <a:lnTo>
                  <a:pt x="138222" y="116839"/>
                </a:lnTo>
                <a:lnTo>
                  <a:pt x="137546" y="116839"/>
                </a:lnTo>
                <a:lnTo>
                  <a:pt x="117655" y="114300"/>
                </a:lnTo>
                <a:lnTo>
                  <a:pt x="116920" y="114300"/>
                </a:lnTo>
                <a:lnTo>
                  <a:pt x="98311" y="113029"/>
                </a:lnTo>
                <a:close/>
              </a:path>
              <a:path w="259714" h="259079">
                <a:moveTo>
                  <a:pt x="177168" y="104139"/>
                </a:moveTo>
                <a:lnTo>
                  <a:pt x="161920" y="108164"/>
                </a:lnTo>
                <a:lnTo>
                  <a:pt x="132710" y="111804"/>
                </a:lnTo>
                <a:lnTo>
                  <a:pt x="105234" y="113029"/>
                </a:lnTo>
                <a:lnTo>
                  <a:pt x="98311" y="113029"/>
                </a:lnTo>
                <a:lnTo>
                  <a:pt x="116920" y="114300"/>
                </a:lnTo>
                <a:lnTo>
                  <a:pt x="117655" y="114300"/>
                </a:lnTo>
                <a:lnTo>
                  <a:pt x="137546" y="116839"/>
                </a:lnTo>
                <a:lnTo>
                  <a:pt x="138222" y="116839"/>
                </a:lnTo>
                <a:lnTo>
                  <a:pt x="158756" y="121920"/>
                </a:lnTo>
                <a:lnTo>
                  <a:pt x="159424" y="121920"/>
                </a:lnTo>
                <a:lnTo>
                  <a:pt x="164128" y="123374"/>
                </a:lnTo>
                <a:lnTo>
                  <a:pt x="165621" y="123189"/>
                </a:lnTo>
                <a:lnTo>
                  <a:pt x="166530" y="123189"/>
                </a:lnTo>
                <a:lnTo>
                  <a:pt x="180967" y="119379"/>
                </a:lnTo>
                <a:lnTo>
                  <a:pt x="182264" y="119379"/>
                </a:lnTo>
                <a:lnTo>
                  <a:pt x="194776" y="114300"/>
                </a:lnTo>
                <a:lnTo>
                  <a:pt x="196199" y="113029"/>
                </a:lnTo>
                <a:lnTo>
                  <a:pt x="201414" y="109220"/>
                </a:lnTo>
                <a:lnTo>
                  <a:pt x="205521" y="105409"/>
                </a:lnTo>
                <a:lnTo>
                  <a:pt x="175872" y="105409"/>
                </a:lnTo>
                <a:lnTo>
                  <a:pt x="177168" y="104139"/>
                </a:lnTo>
                <a:close/>
              </a:path>
              <a:path w="259714" h="259079">
                <a:moveTo>
                  <a:pt x="188384" y="99059"/>
                </a:moveTo>
                <a:lnTo>
                  <a:pt x="175872" y="105409"/>
                </a:lnTo>
                <a:lnTo>
                  <a:pt x="205521" y="105409"/>
                </a:lnTo>
                <a:lnTo>
                  <a:pt x="206890" y="104139"/>
                </a:lnTo>
                <a:lnTo>
                  <a:pt x="207954" y="101600"/>
                </a:lnTo>
                <a:lnTo>
                  <a:pt x="208696" y="100329"/>
                </a:lnTo>
                <a:lnTo>
                  <a:pt x="186959" y="100329"/>
                </a:lnTo>
                <a:lnTo>
                  <a:pt x="188384" y="99059"/>
                </a:lnTo>
                <a:close/>
              </a:path>
              <a:path w="259714" h="259079">
                <a:moveTo>
                  <a:pt x="191290" y="97164"/>
                </a:moveTo>
                <a:lnTo>
                  <a:pt x="186959" y="100329"/>
                </a:lnTo>
                <a:lnTo>
                  <a:pt x="208696" y="100329"/>
                </a:lnTo>
                <a:lnTo>
                  <a:pt x="210180" y="97789"/>
                </a:lnTo>
                <a:lnTo>
                  <a:pt x="190787" y="97789"/>
                </a:lnTo>
                <a:lnTo>
                  <a:pt x="191290" y="97164"/>
                </a:lnTo>
                <a:close/>
              </a:path>
              <a:path w="259714" h="259079">
                <a:moveTo>
                  <a:pt x="192172" y="96520"/>
                </a:moveTo>
                <a:lnTo>
                  <a:pt x="191290" y="97164"/>
                </a:lnTo>
                <a:lnTo>
                  <a:pt x="190787" y="97789"/>
                </a:lnTo>
                <a:lnTo>
                  <a:pt x="192172" y="96520"/>
                </a:lnTo>
                <a:close/>
              </a:path>
              <a:path w="259714" h="259079">
                <a:moveTo>
                  <a:pt x="210922" y="96520"/>
                </a:moveTo>
                <a:lnTo>
                  <a:pt x="192172" y="96520"/>
                </a:lnTo>
                <a:lnTo>
                  <a:pt x="190787" y="97789"/>
                </a:lnTo>
                <a:lnTo>
                  <a:pt x="210180" y="97789"/>
                </a:lnTo>
                <a:lnTo>
                  <a:pt x="210922" y="96520"/>
                </a:lnTo>
                <a:close/>
              </a:path>
              <a:path w="259714" h="259079">
                <a:moveTo>
                  <a:pt x="213396" y="88900"/>
                </a:moveTo>
                <a:lnTo>
                  <a:pt x="196780" y="88900"/>
                </a:lnTo>
                <a:lnTo>
                  <a:pt x="196229" y="90009"/>
                </a:lnTo>
                <a:lnTo>
                  <a:pt x="196146" y="90183"/>
                </a:lnTo>
                <a:lnTo>
                  <a:pt x="196090" y="90375"/>
                </a:lnTo>
                <a:lnTo>
                  <a:pt x="193812" y="95250"/>
                </a:lnTo>
                <a:lnTo>
                  <a:pt x="192832" y="95250"/>
                </a:lnTo>
                <a:lnTo>
                  <a:pt x="191290" y="97164"/>
                </a:lnTo>
                <a:lnTo>
                  <a:pt x="192172" y="96520"/>
                </a:lnTo>
                <a:lnTo>
                  <a:pt x="210922" y="96520"/>
                </a:lnTo>
                <a:lnTo>
                  <a:pt x="211552" y="95250"/>
                </a:lnTo>
                <a:lnTo>
                  <a:pt x="193812" y="95250"/>
                </a:lnTo>
                <a:lnTo>
                  <a:pt x="195008" y="92689"/>
                </a:lnTo>
                <a:lnTo>
                  <a:pt x="212296" y="92689"/>
                </a:lnTo>
                <a:lnTo>
                  <a:pt x="213396" y="88900"/>
                </a:lnTo>
                <a:close/>
              </a:path>
              <a:path w="259714" h="259079">
                <a:moveTo>
                  <a:pt x="216199" y="64770"/>
                </a:moveTo>
                <a:lnTo>
                  <a:pt x="200325" y="64770"/>
                </a:lnTo>
                <a:lnTo>
                  <a:pt x="200325" y="66039"/>
                </a:lnTo>
                <a:lnTo>
                  <a:pt x="200165" y="66039"/>
                </a:lnTo>
                <a:lnTo>
                  <a:pt x="199363" y="72389"/>
                </a:lnTo>
                <a:lnTo>
                  <a:pt x="197995" y="83820"/>
                </a:lnTo>
                <a:lnTo>
                  <a:pt x="197861" y="84289"/>
                </a:lnTo>
                <a:lnTo>
                  <a:pt x="197760" y="85089"/>
                </a:lnTo>
                <a:lnTo>
                  <a:pt x="197628" y="85089"/>
                </a:lnTo>
                <a:lnTo>
                  <a:pt x="196196" y="90009"/>
                </a:lnTo>
                <a:lnTo>
                  <a:pt x="196780" y="88900"/>
                </a:lnTo>
                <a:lnTo>
                  <a:pt x="213396" y="88900"/>
                </a:lnTo>
                <a:lnTo>
                  <a:pt x="213633" y="87629"/>
                </a:lnTo>
                <a:lnTo>
                  <a:pt x="213935" y="85089"/>
                </a:lnTo>
                <a:lnTo>
                  <a:pt x="197760" y="85089"/>
                </a:lnTo>
                <a:lnTo>
                  <a:pt x="197908" y="84289"/>
                </a:lnTo>
                <a:lnTo>
                  <a:pt x="214030" y="84289"/>
                </a:lnTo>
                <a:lnTo>
                  <a:pt x="216199" y="66039"/>
                </a:lnTo>
                <a:lnTo>
                  <a:pt x="200325" y="66039"/>
                </a:lnTo>
                <a:lnTo>
                  <a:pt x="200325" y="65404"/>
                </a:lnTo>
                <a:lnTo>
                  <a:pt x="216199" y="65404"/>
                </a:lnTo>
                <a:lnTo>
                  <a:pt x="216199" y="64770"/>
                </a:lnTo>
                <a:close/>
              </a:path>
              <a:path w="259714" h="259079">
                <a:moveTo>
                  <a:pt x="150914" y="0"/>
                </a:moveTo>
                <a:lnTo>
                  <a:pt x="135317" y="0"/>
                </a:lnTo>
                <a:lnTo>
                  <a:pt x="121018" y="2539"/>
                </a:lnTo>
                <a:lnTo>
                  <a:pt x="89011" y="7620"/>
                </a:lnTo>
                <a:lnTo>
                  <a:pt x="62566" y="11545"/>
                </a:lnTo>
                <a:lnTo>
                  <a:pt x="50902" y="12700"/>
                </a:lnTo>
                <a:lnTo>
                  <a:pt x="37322" y="12700"/>
                </a:lnTo>
                <a:lnTo>
                  <a:pt x="33713" y="15239"/>
                </a:lnTo>
                <a:lnTo>
                  <a:pt x="31101" y="16509"/>
                </a:lnTo>
                <a:lnTo>
                  <a:pt x="26690" y="20320"/>
                </a:lnTo>
                <a:lnTo>
                  <a:pt x="25534" y="21589"/>
                </a:lnTo>
                <a:lnTo>
                  <a:pt x="14305" y="38100"/>
                </a:lnTo>
                <a:lnTo>
                  <a:pt x="14005" y="38100"/>
                </a:lnTo>
                <a:lnTo>
                  <a:pt x="636" y="60959"/>
                </a:lnTo>
                <a:lnTo>
                  <a:pt x="294" y="62229"/>
                </a:lnTo>
                <a:lnTo>
                  <a:pt x="0" y="64770"/>
                </a:lnTo>
                <a:lnTo>
                  <a:pt x="591" y="67309"/>
                </a:lnTo>
                <a:lnTo>
                  <a:pt x="1045" y="68579"/>
                </a:lnTo>
                <a:lnTo>
                  <a:pt x="2321" y="69850"/>
                </a:lnTo>
                <a:lnTo>
                  <a:pt x="3098" y="71120"/>
                </a:lnTo>
                <a:lnTo>
                  <a:pt x="4926" y="72389"/>
                </a:lnTo>
                <a:lnTo>
                  <a:pt x="11099" y="72389"/>
                </a:lnTo>
                <a:lnTo>
                  <a:pt x="12037" y="71120"/>
                </a:lnTo>
                <a:lnTo>
                  <a:pt x="13728" y="69850"/>
                </a:lnTo>
                <a:lnTo>
                  <a:pt x="14420" y="69850"/>
                </a:lnTo>
                <a:lnTo>
                  <a:pt x="14960" y="68579"/>
                </a:lnTo>
                <a:lnTo>
                  <a:pt x="27793" y="46989"/>
                </a:lnTo>
                <a:lnTo>
                  <a:pt x="27494" y="46989"/>
                </a:lnTo>
                <a:lnTo>
                  <a:pt x="37859" y="31750"/>
                </a:lnTo>
                <a:lnTo>
                  <a:pt x="37566" y="31750"/>
                </a:lnTo>
                <a:lnTo>
                  <a:pt x="38723" y="30479"/>
                </a:lnTo>
                <a:lnTo>
                  <a:pt x="39037" y="30479"/>
                </a:lnTo>
                <a:lnTo>
                  <a:pt x="40507" y="29209"/>
                </a:lnTo>
                <a:lnTo>
                  <a:pt x="39367" y="29209"/>
                </a:lnTo>
                <a:lnTo>
                  <a:pt x="41978" y="27939"/>
                </a:lnTo>
                <a:lnTo>
                  <a:pt x="65718" y="27939"/>
                </a:lnTo>
                <a:lnTo>
                  <a:pt x="91461" y="22859"/>
                </a:lnTo>
                <a:lnTo>
                  <a:pt x="123365" y="17808"/>
                </a:lnTo>
                <a:lnTo>
                  <a:pt x="123045" y="17808"/>
                </a:lnTo>
                <a:lnTo>
                  <a:pt x="137478" y="16509"/>
                </a:lnTo>
                <a:lnTo>
                  <a:pt x="202374" y="16509"/>
                </a:lnTo>
                <a:lnTo>
                  <a:pt x="200864" y="15239"/>
                </a:lnTo>
                <a:lnTo>
                  <a:pt x="191783" y="6350"/>
                </a:lnTo>
                <a:lnTo>
                  <a:pt x="191330" y="6350"/>
                </a:lnTo>
                <a:lnTo>
                  <a:pt x="190351" y="5079"/>
                </a:lnTo>
                <a:lnTo>
                  <a:pt x="189837" y="5079"/>
                </a:lnTo>
                <a:lnTo>
                  <a:pt x="178709" y="1270"/>
                </a:lnTo>
                <a:lnTo>
                  <a:pt x="176579" y="1270"/>
                </a:lnTo>
                <a:lnTo>
                  <a:pt x="150914" y="0"/>
                </a:lnTo>
                <a:close/>
              </a:path>
              <a:path w="259714" h="259079">
                <a:moveTo>
                  <a:pt x="194170" y="34289"/>
                </a:moveTo>
                <a:lnTo>
                  <a:pt x="197249" y="44450"/>
                </a:lnTo>
                <a:lnTo>
                  <a:pt x="197760" y="45720"/>
                </a:lnTo>
                <a:lnTo>
                  <a:pt x="200165" y="64770"/>
                </a:lnTo>
                <a:lnTo>
                  <a:pt x="200245" y="65404"/>
                </a:lnTo>
                <a:lnTo>
                  <a:pt x="200325" y="64770"/>
                </a:lnTo>
                <a:lnTo>
                  <a:pt x="216199" y="64770"/>
                </a:lnTo>
                <a:lnTo>
                  <a:pt x="213633" y="44450"/>
                </a:lnTo>
                <a:lnTo>
                  <a:pt x="213372" y="43179"/>
                </a:lnTo>
                <a:lnTo>
                  <a:pt x="211273" y="35559"/>
                </a:lnTo>
                <a:lnTo>
                  <a:pt x="194901" y="35559"/>
                </a:lnTo>
                <a:lnTo>
                  <a:pt x="194170" y="34289"/>
                </a:lnTo>
                <a:close/>
              </a:path>
              <a:path w="259714" h="259079">
                <a:moveTo>
                  <a:pt x="206651" y="24129"/>
                </a:moveTo>
                <a:lnTo>
                  <a:pt x="188485" y="24129"/>
                </a:lnTo>
                <a:lnTo>
                  <a:pt x="194901" y="35559"/>
                </a:lnTo>
                <a:lnTo>
                  <a:pt x="211273" y="35559"/>
                </a:lnTo>
                <a:lnTo>
                  <a:pt x="209523" y="29209"/>
                </a:lnTo>
                <a:lnTo>
                  <a:pt x="206651" y="24129"/>
                </a:lnTo>
                <a:close/>
              </a:path>
              <a:path w="259714" h="259079">
                <a:moveTo>
                  <a:pt x="38723" y="30479"/>
                </a:moveTo>
                <a:lnTo>
                  <a:pt x="37566" y="31750"/>
                </a:lnTo>
                <a:lnTo>
                  <a:pt x="38277" y="31136"/>
                </a:lnTo>
                <a:lnTo>
                  <a:pt x="38723" y="30479"/>
                </a:lnTo>
                <a:close/>
              </a:path>
              <a:path w="259714" h="259079">
                <a:moveTo>
                  <a:pt x="38277" y="31136"/>
                </a:moveTo>
                <a:lnTo>
                  <a:pt x="37566" y="31750"/>
                </a:lnTo>
                <a:lnTo>
                  <a:pt x="37859" y="31750"/>
                </a:lnTo>
                <a:lnTo>
                  <a:pt x="38277" y="31136"/>
                </a:lnTo>
                <a:close/>
              </a:path>
              <a:path w="259714" h="259079">
                <a:moveTo>
                  <a:pt x="39037" y="30479"/>
                </a:moveTo>
                <a:lnTo>
                  <a:pt x="38723" y="30479"/>
                </a:lnTo>
                <a:lnTo>
                  <a:pt x="38277" y="31136"/>
                </a:lnTo>
                <a:lnTo>
                  <a:pt x="39037" y="30479"/>
                </a:lnTo>
                <a:close/>
              </a:path>
              <a:path w="259714" h="259079">
                <a:moveTo>
                  <a:pt x="41978" y="27939"/>
                </a:moveTo>
                <a:lnTo>
                  <a:pt x="39367" y="29209"/>
                </a:lnTo>
                <a:lnTo>
                  <a:pt x="41292" y="28532"/>
                </a:lnTo>
                <a:lnTo>
                  <a:pt x="41978" y="27939"/>
                </a:lnTo>
                <a:close/>
              </a:path>
              <a:path w="259714" h="259079">
                <a:moveTo>
                  <a:pt x="41292" y="28532"/>
                </a:moveTo>
                <a:lnTo>
                  <a:pt x="39367" y="29209"/>
                </a:lnTo>
                <a:lnTo>
                  <a:pt x="40149" y="29209"/>
                </a:lnTo>
                <a:lnTo>
                  <a:pt x="40896" y="28874"/>
                </a:lnTo>
                <a:lnTo>
                  <a:pt x="41292" y="28532"/>
                </a:lnTo>
                <a:close/>
              </a:path>
              <a:path w="259714" h="259079">
                <a:moveTo>
                  <a:pt x="40896" y="28874"/>
                </a:moveTo>
                <a:lnTo>
                  <a:pt x="40149" y="29209"/>
                </a:lnTo>
                <a:lnTo>
                  <a:pt x="40507" y="29209"/>
                </a:lnTo>
                <a:lnTo>
                  <a:pt x="40896" y="28874"/>
                </a:lnTo>
                <a:close/>
              </a:path>
              <a:path w="259714" h="259079">
                <a:moveTo>
                  <a:pt x="65718" y="27939"/>
                </a:moveTo>
                <a:lnTo>
                  <a:pt x="42975" y="27939"/>
                </a:lnTo>
                <a:lnTo>
                  <a:pt x="40896" y="28874"/>
                </a:lnTo>
                <a:lnTo>
                  <a:pt x="40507" y="29209"/>
                </a:lnTo>
                <a:lnTo>
                  <a:pt x="52495" y="29209"/>
                </a:lnTo>
                <a:lnTo>
                  <a:pt x="65718" y="27939"/>
                </a:lnTo>
                <a:close/>
              </a:path>
              <a:path w="259714" h="259079">
                <a:moveTo>
                  <a:pt x="42975" y="27939"/>
                </a:moveTo>
                <a:lnTo>
                  <a:pt x="41978" y="27939"/>
                </a:lnTo>
                <a:lnTo>
                  <a:pt x="41292" y="28532"/>
                </a:lnTo>
                <a:lnTo>
                  <a:pt x="42975" y="27939"/>
                </a:lnTo>
                <a:close/>
              </a:path>
              <a:path w="259714" h="259079">
                <a:moveTo>
                  <a:pt x="181764" y="19429"/>
                </a:moveTo>
                <a:lnTo>
                  <a:pt x="189829" y="26523"/>
                </a:lnTo>
                <a:lnTo>
                  <a:pt x="188485" y="24129"/>
                </a:lnTo>
                <a:lnTo>
                  <a:pt x="206651" y="24129"/>
                </a:lnTo>
                <a:lnTo>
                  <a:pt x="204513" y="20320"/>
                </a:lnTo>
                <a:lnTo>
                  <a:pt x="184238" y="20320"/>
                </a:lnTo>
                <a:lnTo>
                  <a:pt x="181764" y="19429"/>
                </a:lnTo>
                <a:close/>
              </a:path>
              <a:path w="259714" h="259079">
                <a:moveTo>
                  <a:pt x="181333" y="19050"/>
                </a:moveTo>
                <a:lnTo>
                  <a:pt x="181764" y="19429"/>
                </a:lnTo>
                <a:lnTo>
                  <a:pt x="184238" y="20320"/>
                </a:lnTo>
                <a:lnTo>
                  <a:pt x="181333" y="19050"/>
                </a:lnTo>
                <a:close/>
              </a:path>
              <a:path w="259714" h="259079">
                <a:moveTo>
                  <a:pt x="203800" y="19050"/>
                </a:moveTo>
                <a:lnTo>
                  <a:pt x="181333" y="19050"/>
                </a:lnTo>
                <a:lnTo>
                  <a:pt x="184238" y="20320"/>
                </a:lnTo>
                <a:lnTo>
                  <a:pt x="204513" y="20320"/>
                </a:lnTo>
                <a:lnTo>
                  <a:pt x="203800" y="19050"/>
                </a:lnTo>
                <a:close/>
              </a:path>
              <a:path w="259714" h="259079">
                <a:moveTo>
                  <a:pt x="202374" y="16509"/>
                </a:moveTo>
                <a:lnTo>
                  <a:pt x="173650" y="16509"/>
                </a:lnTo>
                <a:lnTo>
                  <a:pt x="181764" y="19429"/>
                </a:lnTo>
                <a:lnTo>
                  <a:pt x="181333" y="19050"/>
                </a:lnTo>
                <a:lnTo>
                  <a:pt x="203800" y="19050"/>
                </a:lnTo>
                <a:lnTo>
                  <a:pt x="202374" y="16509"/>
                </a:lnTo>
                <a:close/>
              </a:path>
              <a:path w="259714" h="259079">
                <a:moveTo>
                  <a:pt x="173650" y="16509"/>
                </a:moveTo>
                <a:lnTo>
                  <a:pt x="150115" y="16509"/>
                </a:lnTo>
                <a:lnTo>
                  <a:pt x="176355" y="17808"/>
                </a:lnTo>
                <a:lnTo>
                  <a:pt x="175828" y="17808"/>
                </a:lnTo>
                <a:lnTo>
                  <a:pt x="173650" y="1650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5" name="object 6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366867" y="2845918"/>
            <a:ext cx="124191" cy="441943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6585387" y="3126502"/>
            <a:ext cx="167005" cy="307975"/>
          </a:xfrm>
          <a:custGeom>
            <a:avLst/>
            <a:gdLst/>
            <a:ahLst/>
            <a:cxnLst/>
            <a:rect l="l" t="t" r="r" b="b"/>
            <a:pathLst>
              <a:path w="167004" h="307975">
                <a:moveTo>
                  <a:pt x="130165" y="23123"/>
                </a:moveTo>
                <a:lnTo>
                  <a:pt x="130023" y="23398"/>
                </a:lnTo>
                <a:lnTo>
                  <a:pt x="123927" y="58341"/>
                </a:lnTo>
                <a:lnTo>
                  <a:pt x="123829" y="58818"/>
                </a:lnTo>
                <a:lnTo>
                  <a:pt x="120258" y="73869"/>
                </a:lnTo>
                <a:lnTo>
                  <a:pt x="119901" y="74992"/>
                </a:lnTo>
                <a:lnTo>
                  <a:pt x="114934" y="87408"/>
                </a:lnTo>
                <a:lnTo>
                  <a:pt x="114984" y="91570"/>
                </a:lnTo>
                <a:lnTo>
                  <a:pt x="115092" y="100671"/>
                </a:lnTo>
                <a:lnTo>
                  <a:pt x="115216" y="109960"/>
                </a:lnTo>
                <a:lnTo>
                  <a:pt x="115431" y="117029"/>
                </a:lnTo>
                <a:lnTo>
                  <a:pt x="115445" y="117484"/>
                </a:lnTo>
                <a:lnTo>
                  <a:pt x="115567" y="121494"/>
                </a:lnTo>
                <a:lnTo>
                  <a:pt x="115664" y="124684"/>
                </a:lnTo>
                <a:lnTo>
                  <a:pt x="115786" y="128701"/>
                </a:lnTo>
                <a:lnTo>
                  <a:pt x="115898" y="132419"/>
                </a:lnTo>
                <a:lnTo>
                  <a:pt x="118679" y="179412"/>
                </a:lnTo>
                <a:lnTo>
                  <a:pt x="118711" y="179851"/>
                </a:lnTo>
                <a:lnTo>
                  <a:pt x="118827" y="181447"/>
                </a:lnTo>
                <a:lnTo>
                  <a:pt x="127598" y="235093"/>
                </a:lnTo>
                <a:lnTo>
                  <a:pt x="139246" y="274288"/>
                </a:lnTo>
                <a:lnTo>
                  <a:pt x="157956" y="307817"/>
                </a:lnTo>
                <a:lnTo>
                  <a:pt x="159932" y="307817"/>
                </a:lnTo>
                <a:lnTo>
                  <a:pt x="160813" y="307629"/>
                </a:lnTo>
                <a:lnTo>
                  <a:pt x="160954" y="307629"/>
                </a:lnTo>
                <a:lnTo>
                  <a:pt x="166910" y="300752"/>
                </a:lnTo>
                <a:lnTo>
                  <a:pt x="166880" y="298631"/>
                </a:lnTo>
                <a:lnTo>
                  <a:pt x="166663" y="297614"/>
                </a:lnTo>
                <a:lnTo>
                  <a:pt x="154256" y="268837"/>
                </a:lnTo>
                <a:lnTo>
                  <a:pt x="143300" y="231879"/>
                </a:lnTo>
                <a:lnTo>
                  <a:pt x="143198" y="231538"/>
                </a:lnTo>
                <a:lnTo>
                  <a:pt x="143098" y="231202"/>
                </a:lnTo>
                <a:lnTo>
                  <a:pt x="138415" y="208236"/>
                </a:lnTo>
                <a:lnTo>
                  <a:pt x="138293" y="207643"/>
                </a:lnTo>
                <a:lnTo>
                  <a:pt x="134749" y="179851"/>
                </a:lnTo>
                <a:lnTo>
                  <a:pt x="134693" y="179412"/>
                </a:lnTo>
                <a:lnTo>
                  <a:pt x="132399" y="147601"/>
                </a:lnTo>
                <a:lnTo>
                  <a:pt x="132314" y="146436"/>
                </a:lnTo>
                <a:lnTo>
                  <a:pt x="131220" y="109960"/>
                </a:lnTo>
                <a:lnTo>
                  <a:pt x="131097" y="101424"/>
                </a:lnTo>
                <a:lnTo>
                  <a:pt x="130304" y="34820"/>
                </a:lnTo>
                <a:lnTo>
                  <a:pt x="130272" y="32136"/>
                </a:lnTo>
                <a:lnTo>
                  <a:pt x="130165" y="23123"/>
                </a:lnTo>
                <a:close/>
              </a:path>
              <a:path w="167004" h="307975">
                <a:moveTo>
                  <a:pt x="29360" y="0"/>
                </a:moveTo>
                <a:lnTo>
                  <a:pt x="18083" y="0"/>
                </a:lnTo>
                <a:lnTo>
                  <a:pt x="15857" y="203"/>
                </a:lnTo>
                <a:lnTo>
                  <a:pt x="16254" y="203"/>
                </a:lnTo>
                <a:lnTo>
                  <a:pt x="11541" y="1079"/>
                </a:lnTo>
                <a:lnTo>
                  <a:pt x="426" y="15994"/>
                </a:lnTo>
                <a:lnTo>
                  <a:pt x="349" y="16689"/>
                </a:lnTo>
                <a:lnTo>
                  <a:pt x="231" y="17765"/>
                </a:lnTo>
                <a:lnTo>
                  <a:pt x="116" y="18809"/>
                </a:lnTo>
                <a:lnTo>
                  <a:pt x="0" y="58818"/>
                </a:lnTo>
                <a:lnTo>
                  <a:pt x="895" y="99960"/>
                </a:lnTo>
                <a:lnTo>
                  <a:pt x="10084" y="141462"/>
                </a:lnTo>
                <a:lnTo>
                  <a:pt x="36789" y="155771"/>
                </a:lnTo>
                <a:lnTo>
                  <a:pt x="49288" y="155262"/>
                </a:lnTo>
                <a:lnTo>
                  <a:pt x="81597" y="140075"/>
                </a:lnTo>
                <a:lnTo>
                  <a:pt x="38612" y="140075"/>
                </a:lnTo>
                <a:lnTo>
                  <a:pt x="36136" y="139787"/>
                </a:lnTo>
                <a:lnTo>
                  <a:pt x="37579" y="139787"/>
                </a:lnTo>
                <a:lnTo>
                  <a:pt x="33390" y="138619"/>
                </a:lnTo>
                <a:lnTo>
                  <a:pt x="30669" y="138619"/>
                </a:lnTo>
                <a:lnTo>
                  <a:pt x="27643" y="137016"/>
                </a:lnTo>
                <a:lnTo>
                  <a:pt x="28779" y="137016"/>
                </a:lnTo>
                <a:lnTo>
                  <a:pt x="24862" y="133692"/>
                </a:lnTo>
                <a:lnTo>
                  <a:pt x="24068" y="133692"/>
                </a:lnTo>
                <a:lnTo>
                  <a:pt x="23846" y="133292"/>
                </a:lnTo>
                <a:lnTo>
                  <a:pt x="23024" y="132419"/>
                </a:lnTo>
                <a:lnTo>
                  <a:pt x="22251" y="131478"/>
                </a:lnTo>
                <a:lnTo>
                  <a:pt x="22838" y="131478"/>
                </a:lnTo>
                <a:lnTo>
                  <a:pt x="21755" y="129528"/>
                </a:lnTo>
                <a:lnTo>
                  <a:pt x="21545" y="129528"/>
                </a:lnTo>
                <a:lnTo>
                  <a:pt x="21499" y="129376"/>
                </a:lnTo>
                <a:lnTo>
                  <a:pt x="20879" y="127952"/>
                </a:lnTo>
                <a:lnTo>
                  <a:pt x="21070" y="127952"/>
                </a:lnTo>
                <a:lnTo>
                  <a:pt x="19552" y="122920"/>
                </a:lnTo>
                <a:lnTo>
                  <a:pt x="19414" y="122920"/>
                </a:lnTo>
                <a:lnTo>
                  <a:pt x="19333" y="122196"/>
                </a:lnTo>
                <a:lnTo>
                  <a:pt x="19122" y="121494"/>
                </a:lnTo>
                <a:lnTo>
                  <a:pt x="19255" y="121494"/>
                </a:lnTo>
                <a:lnTo>
                  <a:pt x="17089" y="101988"/>
                </a:lnTo>
                <a:lnTo>
                  <a:pt x="16981" y="101018"/>
                </a:lnTo>
                <a:lnTo>
                  <a:pt x="16864" y="99960"/>
                </a:lnTo>
                <a:lnTo>
                  <a:pt x="16729" y="92306"/>
                </a:lnTo>
                <a:lnTo>
                  <a:pt x="16000" y="58818"/>
                </a:lnTo>
                <a:lnTo>
                  <a:pt x="16016" y="20387"/>
                </a:lnTo>
                <a:lnTo>
                  <a:pt x="16135" y="19180"/>
                </a:lnTo>
                <a:lnTo>
                  <a:pt x="16172" y="18809"/>
                </a:lnTo>
                <a:lnTo>
                  <a:pt x="15793" y="18809"/>
                </a:lnTo>
                <a:lnTo>
                  <a:pt x="16093" y="18159"/>
                </a:lnTo>
                <a:lnTo>
                  <a:pt x="16124" y="17618"/>
                </a:lnTo>
                <a:lnTo>
                  <a:pt x="15364" y="17618"/>
                </a:lnTo>
                <a:lnTo>
                  <a:pt x="16101" y="16689"/>
                </a:lnTo>
                <a:lnTo>
                  <a:pt x="15093" y="16689"/>
                </a:lnTo>
                <a:lnTo>
                  <a:pt x="16636" y="15994"/>
                </a:lnTo>
                <a:lnTo>
                  <a:pt x="17707" y="14663"/>
                </a:lnTo>
                <a:lnTo>
                  <a:pt x="32811" y="14663"/>
                </a:lnTo>
                <a:lnTo>
                  <a:pt x="33205" y="14400"/>
                </a:lnTo>
                <a:lnTo>
                  <a:pt x="36296" y="9057"/>
                </a:lnTo>
                <a:lnTo>
                  <a:pt x="36296" y="6936"/>
                </a:lnTo>
                <a:lnTo>
                  <a:pt x="30380" y="203"/>
                </a:lnTo>
                <a:lnTo>
                  <a:pt x="29360" y="0"/>
                </a:lnTo>
                <a:close/>
              </a:path>
              <a:path w="167004" h="307975">
                <a:moveTo>
                  <a:pt x="47711" y="139317"/>
                </a:moveTo>
                <a:lnTo>
                  <a:pt x="36136" y="139787"/>
                </a:lnTo>
                <a:lnTo>
                  <a:pt x="38612" y="140075"/>
                </a:lnTo>
                <a:lnTo>
                  <a:pt x="37579" y="139787"/>
                </a:lnTo>
                <a:lnTo>
                  <a:pt x="81847" y="139787"/>
                </a:lnTo>
                <a:lnTo>
                  <a:pt x="82049" y="139555"/>
                </a:lnTo>
                <a:lnTo>
                  <a:pt x="46843" y="139555"/>
                </a:lnTo>
                <a:lnTo>
                  <a:pt x="47711" y="139317"/>
                </a:lnTo>
                <a:close/>
              </a:path>
              <a:path w="167004" h="307975">
                <a:moveTo>
                  <a:pt x="81847" y="139787"/>
                </a:moveTo>
                <a:lnTo>
                  <a:pt x="37579" y="139787"/>
                </a:lnTo>
                <a:lnTo>
                  <a:pt x="38612" y="140075"/>
                </a:lnTo>
                <a:lnTo>
                  <a:pt x="81597" y="140075"/>
                </a:lnTo>
                <a:lnTo>
                  <a:pt x="81847" y="139787"/>
                </a:lnTo>
                <a:close/>
              </a:path>
              <a:path w="167004" h="307975">
                <a:moveTo>
                  <a:pt x="59094" y="136194"/>
                </a:moveTo>
                <a:lnTo>
                  <a:pt x="46843" y="139555"/>
                </a:lnTo>
                <a:lnTo>
                  <a:pt x="48391" y="139317"/>
                </a:lnTo>
                <a:lnTo>
                  <a:pt x="82256" y="139317"/>
                </a:lnTo>
                <a:lnTo>
                  <a:pt x="84661" y="136545"/>
                </a:lnTo>
                <a:lnTo>
                  <a:pt x="58393" y="136545"/>
                </a:lnTo>
                <a:lnTo>
                  <a:pt x="59094" y="136194"/>
                </a:lnTo>
                <a:close/>
              </a:path>
              <a:path w="167004" h="307975">
                <a:moveTo>
                  <a:pt x="82256" y="139317"/>
                </a:moveTo>
                <a:lnTo>
                  <a:pt x="48391" y="139317"/>
                </a:lnTo>
                <a:lnTo>
                  <a:pt x="46843" y="139555"/>
                </a:lnTo>
                <a:lnTo>
                  <a:pt x="82049" y="139555"/>
                </a:lnTo>
                <a:lnTo>
                  <a:pt x="82256" y="139317"/>
                </a:lnTo>
                <a:close/>
              </a:path>
              <a:path w="167004" h="307975">
                <a:moveTo>
                  <a:pt x="27643" y="137016"/>
                </a:moveTo>
                <a:lnTo>
                  <a:pt x="30669" y="138619"/>
                </a:lnTo>
                <a:lnTo>
                  <a:pt x="29336" y="137488"/>
                </a:lnTo>
                <a:lnTo>
                  <a:pt x="27643" y="137016"/>
                </a:lnTo>
                <a:close/>
              </a:path>
              <a:path w="167004" h="307975">
                <a:moveTo>
                  <a:pt x="29336" y="137488"/>
                </a:moveTo>
                <a:lnTo>
                  <a:pt x="30669" y="138619"/>
                </a:lnTo>
                <a:lnTo>
                  <a:pt x="33390" y="138619"/>
                </a:lnTo>
                <a:lnTo>
                  <a:pt x="29336" y="137488"/>
                </a:lnTo>
                <a:close/>
              </a:path>
              <a:path w="167004" h="307975">
                <a:moveTo>
                  <a:pt x="28779" y="137016"/>
                </a:moveTo>
                <a:lnTo>
                  <a:pt x="27643" y="137016"/>
                </a:lnTo>
                <a:lnTo>
                  <a:pt x="29336" y="137488"/>
                </a:lnTo>
                <a:lnTo>
                  <a:pt x="28779" y="137016"/>
                </a:lnTo>
                <a:close/>
              </a:path>
              <a:path w="167004" h="307975">
                <a:moveTo>
                  <a:pt x="59853" y="135986"/>
                </a:moveTo>
                <a:lnTo>
                  <a:pt x="59094" y="136194"/>
                </a:lnTo>
                <a:lnTo>
                  <a:pt x="58393" y="136545"/>
                </a:lnTo>
                <a:lnTo>
                  <a:pt x="59853" y="135986"/>
                </a:lnTo>
                <a:close/>
              </a:path>
              <a:path w="167004" h="307975">
                <a:moveTo>
                  <a:pt x="85146" y="135986"/>
                </a:moveTo>
                <a:lnTo>
                  <a:pt x="59853" y="135986"/>
                </a:lnTo>
                <a:lnTo>
                  <a:pt x="58393" y="136545"/>
                </a:lnTo>
                <a:lnTo>
                  <a:pt x="84661" y="136545"/>
                </a:lnTo>
                <a:lnTo>
                  <a:pt x="85146" y="135986"/>
                </a:lnTo>
                <a:close/>
              </a:path>
              <a:path w="167004" h="307975">
                <a:moveTo>
                  <a:pt x="64898" y="133292"/>
                </a:moveTo>
                <a:lnTo>
                  <a:pt x="59094" y="136194"/>
                </a:lnTo>
                <a:lnTo>
                  <a:pt x="59853" y="135986"/>
                </a:lnTo>
                <a:lnTo>
                  <a:pt x="85146" y="135986"/>
                </a:lnTo>
                <a:lnTo>
                  <a:pt x="86743" y="134147"/>
                </a:lnTo>
                <a:lnTo>
                  <a:pt x="63511" y="134147"/>
                </a:lnTo>
                <a:lnTo>
                  <a:pt x="64898" y="133292"/>
                </a:lnTo>
                <a:close/>
              </a:path>
              <a:path w="167004" h="307975">
                <a:moveTo>
                  <a:pt x="87484" y="133292"/>
                </a:moveTo>
                <a:lnTo>
                  <a:pt x="64898" y="133292"/>
                </a:lnTo>
                <a:lnTo>
                  <a:pt x="64153" y="133692"/>
                </a:lnTo>
                <a:lnTo>
                  <a:pt x="63543" y="134147"/>
                </a:lnTo>
                <a:lnTo>
                  <a:pt x="86743" y="134147"/>
                </a:lnTo>
                <a:lnTo>
                  <a:pt x="87484" y="133292"/>
                </a:lnTo>
                <a:close/>
              </a:path>
              <a:path w="167004" h="307975">
                <a:moveTo>
                  <a:pt x="23361" y="132419"/>
                </a:moveTo>
                <a:lnTo>
                  <a:pt x="23740" y="133292"/>
                </a:lnTo>
                <a:lnTo>
                  <a:pt x="24068" y="133692"/>
                </a:lnTo>
                <a:lnTo>
                  <a:pt x="24862" y="133692"/>
                </a:lnTo>
                <a:lnTo>
                  <a:pt x="23361" y="132419"/>
                </a:lnTo>
                <a:close/>
              </a:path>
              <a:path w="167004" h="307975">
                <a:moveTo>
                  <a:pt x="69252" y="129892"/>
                </a:moveTo>
                <a:lnTo>
                  <a:pt x="64153" y="133692"/>
                </a:lnTo>
                <a:lnTo>
                  <a:pt x="64898" y="133292"/>
                </a:lnTo>
                <a:lnTo>
                  <a:pt x="87484" y="133292"/>
                </a:lnTo>
                <a:lnTo>
                  <a:pt x="89866" y="130548"/>
                </a:lnTo>
                <a:lnTo>
                  <a:pt x="68684" y="130548"/>
                </a:lnTo>
                <a:lnTo>
                  <a:pt x="69252" y="129892"/>
                </a:lnTo>
                <a:close/>
              </a:path>
              <a:path w="167004" h="307975">
                <a:moveTo>
                  <a:pt x="22251" y="131478"/>
                </a:moveTo>
                <a:lnTo>
                  <a:pt x="23740" y="133292"/>
                </a:lnTo>
                <a:lnTo>
                  <a:pt x="23361" y="132419"/>
                </a:lnTo>
                <a:lnTo>
                  <a:pt x="22251" y="131478"/>
                </a:lnTo>
                <a:close/>
              </a:path>
              <a:path w="167004" h="307975">
                <a:moveTo>
                  <a:pt x="22838" y="131478"/>
                </a:moveTo>
                <a:lnTo>
                  <a:pt x="22251" y="131478"/>
                </a:lnTo>
                <a:lnTo>
                  <a:pt x="23361" y="132419"/>
                </a:lnTo>
                <a:lnTo>
                  <a:pt x="22838" y="131478"/>
                </a:lnTo>
                <a:close/>
              </a:path>
              <a:path w="167004" h="307975">
                <a:moveTo>
                  <a:pt x="69782" y="129528"/>
                </a:moveTo>
                <a:lnTo>
                  <a:pt x="69252" y="129892"/>
                </a:lnTo>
                <a:lnTo>
                  <a:pt x="68684" y="130548"/>
                </a:lnTo>
                <a:lnTo>
                  <a:pt x="69782" y="129528"/>
                </a:lnTo>
                <a:close/>
              </a:path>
              <a:path w="167004" h="307975">
                <a:moveTo>
                  <a:pt x="90884" y="129376"/>
                </a:moveTo>
                <a:lnTo>
                  <a:pt x="69946" y="129376"/>
                </a:lnTo>
                <a:lnTo>
                  <a:pt x="68684" y="130548"/>
                </a:lnTo>
                <a:lnTo>
                  <a:pt x="89866" y="130548"/>
                </a:lnTo>
                <a:lnTo>
                  <a:pt x="90884" y="129376"/>
                </a:lnTo>
                <a:close/>
              </a:path>
              <a:path w="167004" h="307975">
                <a:moveTo>
                  <a:pt x="114172" y="21262"/>
                </a:moveTo>
                <a:lnTo>
                  <a:pt x="113996" y="21644"/>
                </a:lnTo>
                <a:lnTo>
                  <a:pt x="112248" y="32136"/>
                </a:lnTo>
                <a:lnTo>
                  <a:pt x="108491" y="53737"/>
                </a:lnTo>
                <a:lnTo>
                  <a:pt x="108264" y="55126"/>
                </a:lnTo>
                <a:lnTo>
                  <a:pt x="107501" y="58341"/>
                </a:lnTo>
                <a:lnTo>
                  <a:pt x="105050" y="69051"/>
                </a:lnTo>
                <a:lnTo>
                  <a:pt x="102673" y="74992"/>
                </a:lnTo>
                <a:lnTo>
                  <a:pt x="98755" y="84898"/>
                </a:lnTo>
                <a:lnTo>
                  <a:pt x="90333" y="101018"/>
                </a:lnTo>
                <a:lnTo>
                  <a:pt x="90152" y="101424"/>
                </a:lnTo>
                <a:lnTo>
                  <a:pt x="84768" y="109960"/>
                </a:lnTo>
                <a:lnTo>
                  <a:pt x="80417" y="117029"/>
                </a:lnTo>
                <a:lnTo>
                  <a:pt x="69252" y="129892"/>
                </a:lnTo>
                <a:lnTo>
                  <a:pt x="69946" y="129376"/>
                </a:lnTo>
                <a:lnTo>
                  <a:pt x="90884" y="129376"/>
                </a:lnTo>
                <a:lnTo>
                  <a:pt x="112933" y="92306"/>
                </a:lnTo>
                <a:lnTo>
                  <a:pt x="114934" y="87408"/>
                </a:lnTo>
                <a:lnTo>
                  <a:pt x="114307" y="34820"/>
                </a:lnTo>
                <a:lnTo>
                  <a:pt x="114275" y="32136"/>
                </a:lnTo>
                <a:lnTo>
                  <a:pt x="114172" y="21262"/>
                </a:lnTo>
                <a:close/>
              </a:path>
              <a:path w="167004" h="307975">
                <a:moveTo>
                  <a:pt x="21295" y="128701"/>
                </a:moveTo>
                <a:lnTo>
                  <a:pt x="21481" y="129376"/>
                </a:lnTo>
                <a:lnTo>
                  <a:pt x="21545" y="129528"/>
                </a:lnTo>
                <a:lnTo>
                  <a:pt x="21670" y="129376"/>
                </a:lnTo>
                <a:lnTo>
                  <a:pt x="21295" y="128701"/>
                </a:lnTo>
                <a:close/>
              </a:path>
              <a:path w="167004" h="307975">
                <a:moveTo>
                  <a:pt x="21070" y="127952"/>
                </a:moveTo>
                <a:lnTo>
                  <a:pt x="20879" y="127952"/>
                </a:lnTo>
                <a:lnTo>
                  <a:pt x="21295" y="128701"/>
                </a:lnTo>
                <a:lnTo>
                  <a:pt x="21070" y="127952"/>
                </a:lnTo>
                <a:close/>
              </a:path>
              <a:path w="167004" h="307975">
                <a:moveTo>
                  <a:pt x="19333" y="122196"/>
                </a:moveTo>
                <a:lnTo>
                  <a:pt x="19414" y="122920"/>
                </a:lnTo>
                <a:lnTo>
                  <a:pt x="19552" y="122920"/>
                </a:lnTo>
                <a:lnTo>
                  <a:pt x="19333" y="122196"/>
                </a:lnTo>
                <a:close/>
              </a:path>
              <a:path w="167004" h="307975">
                <a:moveTo>
                  <a:pt x="19255" y="121494"/>
                </a:moveTo>
                <a:lnTo>
                  <a:pt x="19122" y="121494"/>
                </a:lnTo>
                <a:lnTo>
                  <a:pt x="19333" y="122196"/>
                </a:lnTo>
                <a:lnTo>
                  <a:pt x="19255" y="121494"/>
                </a:lnTo>
                <a:close/>
              </a:path>
              <a:path w="167004" h="307975">
                <a:moveTo>
                  <a:pt x="123229" y="12244"/>
                </a:moveTo>
                <a:lnTo>
                  <a:pt x="121109" y="12244"/>
                </a:lnTo>
                <a:lnTo>
                  <a:pt x="120088" y="12447"/>
                </a:lnTo>
                <a:lnTo>
                  <a:pt x="114307" y="34820"/>
                </a:lnTo>
                <a:lnTo>
                  <a:pt x="114533" y="53737"/>
                </a:lnTo>
                <a:lnTo>
                  <a:pt x="114593" y="58818"/>
                </a:lnTo>
                <a:lnTo>
                  <a:pt x="114715" y="69051"/>
                </a:lnTo>
                <a:lnTo>
                  <a:pt x="114786" y="74992"/>
                </a:lnTo>
                <a:lnTo>
                  <a:pt x="114904" y="84898"/>
                </a:lnTo>
                <a:lnTo>
                  <a:pt x="130023" y="23398"/>
                </a:lnTo>
                <a:lnTo>
                  <a:pt x="129962" y="18159"/>
                </a:lnTo>
                <a:lnTo>
                  <a:pt x="124250" y="12447"/>
                </a:lnTo>
                <a:lnTo>
                  <a:pt x="123229" y="12244"/>
                </a:lnTo>
                <a:close/>
              </a:path>
              <a:path w="167004" h="307975">
                <a:moveTo>
                  <a:pt x="16275" y="17765"/>
                </a:moveTo>
                <a:lnTo>
                  <a:pt x="15974" y="18159"/>
                </a:lnTo>
                <a:lnTo>
                  <a:pt x="15793" y="18809"/>
                </a:lnTo>
                <a:lnTo>
                  <a:pt x="16172" y="18809"/>
                </a:lnTo>
                <a:lnTo>
                  <a:pt x="16275" y="17765"/>
                </a:lnTo>
                <a:close/>
              </a:path>
              <a:path w="167004" h="307975">
                <a:moveTo>
                  <a:pt x="16365" y="16861"/>
                </a:moveTo>
                <a:lnTo>
                  <a:pt x="16124" y="17618"/>
                </a:lnTo>
                <a:lnTo>
                  <a:pt x="16083" y="17765"/>
                </a:lnTo>
                <a:lnTo>
                  <a:pt x="15974" y="18159"/>
                </a:lnTo>
                <a:lnTo>
                  <a:pt x="16275" y="17765"/>
                </a:lnTo>
                <a:lnTo>
                  <a:pt x="16365" y="16861"/>
                </a:lnTo>
                <a:close/>
              </a:path>
              <a:path w="167004" h="307975">
                <a:moveTo>
                  <a:pt x="16575" y="15994"/>
                </a:moveTo>
                <a:lnTo>
                  <a:pt x="16275" y="16469"/>
                </a:lnTo>
                <a:lnTo>
                  <a:pt x="15364" y="17618"/>
                </a:lnTo>
                <a:lnTo>
                  <a:pt x="16334" y="16861"/>
                </a:lnTo>
                <a:lnTo>
                  <a:pt x="16403" y="16469"/>
                </a:lnTo>
                <a:lnTo>
                  <a:pt x="16575" y="15994"/>
                </a:lnTo>
                <a:close/>
              </a:path>
              <a:path w="167004" h="307975">
                <a:moveTo>
                  <a:pt x="16334" y="16861"/>
                </a:moveTo>
                <a:lnTo>
                  <a:pt x="15364" y="17618"/>
                </a:lnTo>
                <a:lnTo>
                  <a:pt x="16124" y="17618"/>
                </a:lnTo>
                <a:lnTo>
                  <a:pt x="16334" y="16861"/>
                </a:lnTo>
                <a:close/>
              </a:path>
              <a:path w="167004" h="307975">
                <a:moveTo>
                  <a:pt x="16873" y="16469"/>
                </a:moveTo>
                <a:lnTo>
                  <a:pt x="16556" y="16689"/>
                </a:lnTo>
                <a:lnTo>
                  <a:pt x="16365" y="16861"/>
                </a:lnTo>
                <a:lnTo>
                  <a:pt x="16290" y="17618"/>
                </a:lnTo>
                <a:lnTo>
                  <a:pt x="16692" y="16861"/>
                </a:lnTo>
                <a:lnTo>
                  <a:pt x="16772" y="16689"/>
                </a:lnTo>
                <a:lnTo>
                  <a:pt x="16873" y="16469"/>
                </a:lnTo>
                <a:close/>
              </a:path>
              <a:path w="167004" h="307975">
                <a:moveTo>
                  <a:pt x="17562" y="14978"/>
                </a:moveTo>
                <a:lnTo>
                  <a:pt x="17335" y="15132"/>
                </a:lnTo>
                <a:lnTo>
                  <a:pt x="17173" y="15336"/>
                </a:lnTo>
                <a:lnTo>
                  <a:pt x="16575" y="15994"/>
                </a:lnTo>
                <a:lnTo>
                  <a:pt x="16443" y="16469"/>
                </a:lnTo>
                <a:lnTo>
                  <a:pt x="16365" y="16861"/>
                </a:lnTo>
                <a:lnTo>
                  <a:pt x="16836" y="16469"/>
                </a:lnTo>
                <a:lnTo>
                  <a:pt x="17093" y="15994"/>
                </a:lnTo>
                <a:lnTo>
                  <a:pt x="17396" y="15336"/>
                </a:lnTo>
                <a:lnTo>
                  <a:pt x="17491" y="15132"/>
                </a:lnTo>
                <a:lnTo>
                  <a:pt x="17562" y="14978"/>
                </a:lnTo>
                <a:close/>
              </a:path>
              <a:path w="167004" h="307975">
                <a:moveTo>
                  <a:pt x="16652" y="15994"/>
                </a:moveTo>
                <a:lnTo>
                  <a:pt x="15093" y="16689"/>
                </a:lnTo>
                <a:lnTo>
                  <a:pt x="16275" y="16469"/>
                </a:lnTo>
                <a:lnTo>
                  <a:pt x="16652" y="15994"/>
                </a:lnTo>
                <a:close/>
              </a:path>
              <a:path w="167004" h="307975">
                <a:moveTo>
                  <a:pt x="16275" y="16469"/>
                </a:moveTo>
                <a:lnTo>
                  <a:pt x="15093" y="16689"/>
                </a:lnTo>
                <a:lnTo>
                  <a:pt x="16101" y="16689"/>
                </a:lnTo>
                <a:lnTo>
                  <a:pt x="16275" y="16469"/>
                </a:lnTo>
                <a:close/>
              </a:path>
              <a:path w="167004" h="307975">
                <a:moveTo>
                  <a:pt x="17446" y="15994"/>
                </a:moveTo>
                <a:lnTo>
                  <a:pt x="17093" y="15994"/>
                </a:lnTo>
                <a:lnTo>
                  <a:pt x="16873" y="16469"/>
                </a:lnTo>
                <a:lnTo>
                  <a:pt x="17446" y="15994"/>
                </a:lnTo>
                <a:close/>
              </a:path>
              <a:path w="167004" h="307975">
                <a:moveTo>
                  <a:pt x="31969" y="15132"/>
                </a:moveTo>
                <a:lnTo>
                  <a:pt x="18552" y="15132"/>
                </a:lnTo>
                <a:lnTo>
                  <a:pt x="16836" y="16469"/>
                </a:lnTo>
                <a:lnTo>
                  <a:pt x="16275" y="16469"/>
                </a:lnTo>
                <a:lnTo>
                  <a:pt x="18838" y="15994"/>
                </a:lnTo>
                <a:lnTo>
                  <a:pt x="29887" y="15994"/>
                </a:lnTo>
                <a:lnTo>
                  <a:pt x="31969" y="15132"/>
                </a:lnTo>
                <a:close/>
              </a:path>
              <a:path w="167004" h="307975">
                <a:moveTo>
                  <a:pt x="32811" y="14663"/>
                </a:moveTo>
                <a:lnTo>
                  <a:pt x="17707" y="14663"/>
                </a:lnTo>
                <a:lnTo>
                  <a:pt x="17093" y="15994"/>
                </a:lnTo>
                <a:lnTo>
                  <a:pt x="16636" y="15994"/>
                </a:lnTo>
                <a:lnTo>
                  <a:pt x="18552" y="15132"/>
                </a:lnTo>
                <a:lnTo>
                  <a:pt x="31969" y="15132"/>
                </a:lnTo>
                <a:lnTo>
                  <a:pt x="32340" y="14978"/>
                </a:lnTo>
                <a:lnTo>
                  <a:pt x="32811" y="14663"/>
                </a:lnTo>
                <a:close/>
              </a:path>
              <a:path w="167004" h="307975">
                <a:moveTo>
                  <a:pt x="18552" y="15132"/>
                </a:moveTo>
                <a:lnTo>
                  <a:pt x="16636" y="15994"/>
                </a:lnTo>
                <a:lnTo>
                  <a:pt x="17446" y="15994"/>
                </a:lnTo>
                <a:lnTo>
                  <a:pt x="18552" y="1513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025457" y="2859527"/>
            <a:ext cx="203835" cy="342900"/>
          </a:xfrm>
          <a:custGeom>
            <a:avLst/>
            <a:gdLst/>
            <a:ahLst/>
            <a:cxnLst/>
            <a:rect l="l" t="t" r="r" b="b"/>
            <a:pathLst>
              <a:path w="203835" h="342900">
                <a:moveTo>
                  <a:pt x="168124" y="91349"/>
                </a:moveTo>
                <a:lnTo>
                  <a:pt x="166791" y="91349"/>
                </a:lnTo>
                <a:lnTo>
                  <a:pt x="165517" y="93898"/>
                </a:lnTo>
                <a:lnTo>
                  <a:pt x="160169" y="115280"/>
                </a:lnTo>
                <a:lnTo>
                  <a:pt x="155107" y="133295"/>
                </a:lnTo>
                <a:lnTo>
                  <a:pt x="154791" y="134207"/>
                </a:lnTo>
                <a:lnTo>
                  <a:pt x="152200" y="140426"/>
                </a:lnTo>
                <a:lnTo>
                  <a:pt x="152200" y="149213"/>
                </a:lnTo>
                <a:lnTo>
                  <a:pt x="153861" y="194087"/>
                </a:lnTo>
                <a:lnTo>
                  <a:pt x="153873" y="194418"/>
                </a:lnTo>
                <a:lnTo>
                  <a:pt x="153989" y="197545"/>
                </a:lnTo>
                <a:lnTo>
                  <a:pt x="160045" y="246683"/>
                </a:lnTo>
                <a:lnTo>
                  <a:pt x="173501" y="308488"/>
                </a:lnTo>
                <a:lnTo>
                  <a:pt x="193687" y="342369"/>
                </a:lnTo>
                <a:lnTo>
                  <a:pt x="194707" y="342572"/>
                </a:lnTo>
                <a:lnTo>
                  <a:pt x="196828" y="342572"/>
                </a:lnTo>
                <a:lnTo>
                  <a:pt x="203765" y="333514"/>
                </a:lnTo>
                <a:lnTo>
                  <a:pt x="203562" y="332494"/>
                </a:lnTo>
                <a:lnTo>
                  <a:pt x="202750" y="330535"/>
                </a:lnTo>
                <a:lnTo>
                  <a:pt x="202172" y="329670"/>
                </a:lnTo>
                <a:lnTo>
                  <a:pt x="198564" y="326061"/>
                </a:lnTo>
                <a:lnTo>
                  <a:pt x="198290" y="326061"/>
                </a:lnTo>
                <a:lnTo>
                  <a:pt x="197818" y="325315"/>
                </a:lnTo>
                <a:lnTo>
                  <a:pt x="197185" y="324681"/>
                </a:lnTo>
                <a:lnTo>
                  <a:pt x="197418" y="324681"/>
                </a:lnTo>
                <a:lnTo>
                  <a:pt x="195437" y="321550"/>
                </a:lnTo>
                <a:lnTo>
                  <a:pt x="195221" y="321550"/>
                </a:lnTo>
                <a:lnTo>
                  <a:pt x="194927" y="320743"/>
                </a:lnTo>
                <a:lnTo>
                  <a:pt x="194468" y="320018"/>
                </a:lnTo>
                <a:lnTo>
                  <a:pt x="194662" y="320018"/>
                </a:lnTo>
                <a:lnTo>
                  <a:pt x="188828" y="304038"/>
                </a:lnTo>
                <a:lnTo>
                  <a:pt x="175933" y="244590"/>
                </a:lnTo>
                <a:lnTo>
                  <a:pt x="175862" y="244265"/>
                </a:lnTo>
                <a:lnTo>
                  <a:pt x="175789" y="243932"/>
                </a:lnTo>
                <a:lnTo>
                  <a:pt x="170428" y="203123"/>
                </a:lnTo>
                <a:lnTo>
                  <a:pt x="170345" y="202493"/>
                </a:lnTo>
                <a:lnTo>
                  <a:pt x="170258" y="201839"/>
                </a:lnTo>
                <a:lnTo>
                  <a:pt x="170167" y="201151"/>
                </a:lnTo>
                <a:lnTo>
                  <a:pt x="170045" y="198828"/>
                </a:lnTo>
                <a:lnTo>
                  <a:pt x="168208" y="149213"/>
                </a:lnTo>
                <a:lnTo>
                  <a:pt x="168124" y="91349"/>
                </a:lnTo>
                <a:close/>
              </a:path>
              <a:path w="203835" h="342900">
                <a:moveTo>
                  <a:pt x="197818" y="325315"/>
                </a:moveTo>
                <a:lnTo>
                  <a:pt x="198290" y="326061"/>
                </a:lnTo>
                <a:lnTo>
                  <a:pt x="198564" y="326061"/>
                </a:lnTo>
                <a:lnTo>
                  <a:pt x="197818" y="325315"/>
                </a:lnTo>
                <a:close/>
              </a:path>
              <a:path w="203835" h="342900">
                <a:moveTo>
                  <a:pt x="197418" y="324681"/>
                </a:moveTo>
                <a:lnTo>
                  <a:pt x="197185" y="324681"/>
                </a:lnTo>
                <a:lnTo>
                  <a:pt x="197818" y="325315"/>
                </a:lnTo>
                <a:lnTo>
                  <a:pt x="197418" y="324681"/>
                </a:lnTo>
                <a:close/>
              </a:path>
              <a:path w="203835" h="342900">
                <a:moveTo>
                  <a:pt x="194927" y="320743"/>
                </a:moveTo>
                <a:lnTo>
                  <a:pt x="195221" y="321550"/>
                </a:lnTo>
                <a:lnTo>
                  <a:pt x="195437" y="321550"/>
                </a:lnTo>
                <a:lnTo>
                  <a:pt x="194927" y="320743"/>
                </a:lnTo>
                <a:close/>
              </a:path>
              <a:path w="203835" h="342900">
                <a:moveTo>
                  <a:pt x="194662" y="320018"/>
                </a:moveTo>
                <a:lnTo>
                  <a:pt x="194468" y="320018"/>
                </a:lnTo>
                <a:lnTo>
                  <a:pt x="194927" y="320743"/>
                </a:lnTo>
                <a:lnTo>
                  <a:pt x="194662" y="320018"/>
                </a:lnTo>
                <a:close/>
              </a:path>
              <a:path w="203835" h="342900">
                <a:moveTo>
                  <a:pt x="44664" y="0"/>
                </a:moveTo>
                <a:lnTo>
                  <a:pt x="40177" y="0"/>
                </a:lnTo>
                <a:lnTo>
                  <a:pt x="38523" y="627"/>
                </a:lnTo>
                <a:lnTo>
                  <a:pt x="11577" y="60344"/>
                </a:lnTo>
                <a:lnTo>
                  <a:pt x="3256" y="108170"/>
                </a:lnTo>
                <a:lnTo>
                  <a:pt x="324" y="140426"/>
                </a:lnTo>
                <a:lnTo>
                  <a:pt x="199" y="141800"/>
                </a:lnTo>
                <a:lnTo>
                  <a:pt x="124" y="147337"/>
                </a:lnTo>
                <a:lnTo>
                  <a:pt x="0" y="176231"/>
                </a:lnTo>
                <a:lnTo>
                  <a:pt x="758" y="185952"/>
                </a:lnTo>
                <a:lnTo>
                  <a:pt x="812" y="186640"/>
                </a:lnTo>
                <a:lnTo>
                  <a:pt x="926" y="188107"/>
                </a:lnTo>
                <a:lnTo>
                  <a:pt x="1023" y="189353"/>
                </a:lnTo>
                <a:lnTo>
                  <a:pt x="1143" y="190237"/>
                </a:lnTo>
                <a:lnTo>
                  <a:pt x="3089" y="200398"/>
                </a:lnTo>
                <a:lnTo>
                  <a:pt x="3161" y="200773"/>
                </a:lnTo>
                <a:lnTo>
                  <a:pt x="6981" y="211872"/>
                </a:lnTo>
                <a:lnTo>
                  <a:pt x="7061" y="212087"/>
                </a:lnTo>
                <a:lnTo>
                  <a:pt x="42741" y="234523"/>
                </a:lnTo>
                <a:lnTo>
                  <a:pt x="45237" y="234708"/>
                </a:lnTo>
                <a:lnTo>
                  <a:pt x="61913" y="233319"/>
                </a:lnTo>
                <a:lnTo>
                  <a:pt x="96496" y="218951"/>
                </a:lnTo>
                <a:lnTo>
                  <a:pt x="46405" y="218951"/>
                </a:lnTo>
                <a:lnTo>
                  <a:pt x="43909" y="218766"/>
                </a:lnTo>
                <a:lnTo>
                  <a:pt x="45618" y="218766"/>
                </a:lnTo>
                <a:lnTo>
                  <a:pt x="35566" y="216400"/>
                </a:lnTo>
                <a:lnTo>
                  <a:pt x="34262" y="216400"/>
                </a:lnTo>
                <a:lnTo>
                  <a:pt x="32231" y="215615"/>
                </a:lnTo>
                <a:lnTo>
                  <a:pt x="32840" y="215615"/>
                </a:lnTo>
                <a:lnTo>
                  <a:pt x="29762" y="213916"/>
                </a:lnTo>
                <a:lnTo>
                  <a:pt x="29466" y="213916"/>
                </a:lnTo>
                <a:lnTo>
                  <a:pt x="28914" y="213457"/>
                </a:lnTo>
                <a:lnTo>
                  <a:pt x="28218" y="213064"/>
                </a:lnTo>
                <a:lnTo>
                  <a:pt x="28441" y="213064"/>
                </a:lnTo>
                <a:lnTo>
                  <a:pt x="25982" y="211020"/>
                </a:lnTo>
                <a:lnTo>
                  <a:pt x="25546" y="211020"/>
                </a:lnTo>
                <a:lnTo>
                  <a:pt x="24116" y="209469"/>
                </a:lnTo>
                <a:lnTo>
                  <a:pt x="24455" y="209469"/>
                </a:lnTo>
                <a:lnTo>
                  <a:pt x="22374" y="206509"/>
                </a:lnTo>
                <a:lnTo>
                  <a:pt x="22052" y="206509"/>
                </a:lnTo>
                <a:lnTo>
                  <a:pt x="21820" y="205886"/>
                </a:lnTo>
                <a:lnTo>
                  <a:pt x="21540" y="205536"/>
                </a:lnTo>
                <a:lnTo>
                  <a:pt x="21098" y="204694"/>
                </a:lnTo>
                <a:lnTo>
                  <a:pt x="21377" y="204694"/>
                </a:lnTo>
                <a:lnTo>
                  <a:pt x="18717" y="197545"/>
                </a:lnTo>
                <a:lnTo>
                  <a:pt x="18605" y="196369"/>
                </a:lnTo>
                <a:lnTo>
                  <a:pt x="17022" y="188107"/>
                </a:lnTo>
                <a:lnTo>
                  <a:pt x="16937" y="187662"/>
                </a:lnTo>
                <a:lnTo>
                  <a:pt x="16045" y="176231"/>
                </a:lnTo>
                <a:lnTo>
                  <a:pt x="16162" y="142594"/>
                </a:lnTo>
                <a:lnTo>
                  <a:pt x="16262" y="141800"/>
                </a:lnTo>
                <a:lnTo>
                  <a:pt x="19025" y="111401"/>
                </a:lnTo>
                <a:lnTo>
                  <a:pt x="19148" y="110046"/>
                </a:lnTo>
                <a:lnTo>
                  <a:pt x="19187" y="109618"/>
                </a:lnTo>
                <a:lnTo>
                  <a:pt x="23031" y="83305"/>
                </a:lnTo>
                <a:lnTo>
                  <a:pt x="23144" y="82525"/>
                </a:lnTo>
                <a:lnTo>
                  <a:pt x="23269" y="81670"/>
                </a:lnTo>
                <a:lnTo>
                  <a:pt x="26826" y="64979"/>
                </a:lnTo>
                <a:lnTo>
                  <a:pt x="28285" y="61647"/>
                </a:lnTo>
                <a:lnTo>
                  <a:pt x="39646" y="33244"/>
                </a:lnTo>
                <a:lnTo>
                  <a:pt x="39771" y="32932"/>
                </a:lnTo>
                <a:lnTo>
                  <a:pt x="50077" y="10041"/>
                </a:lnTo>
                <a:lnTo>
                  <a:pt x="50203" y="5882"/>
                </a:lnTo>
                <a:lnTo>
                  <a:pt x="49450" y="3900"/>
                </a:lnTo>
                <a:lnTo>
                  <a:pt x="48898" y="3018"/>
                </a:lnTo>
                <a:lnTo>
                  <a:pt x="47446" y="1474"/>
                </a:lnTo>
                <a:lnTo>
                  <a:pt x="46598" y="869"/>
                </a:lnTo>
                <a:lnTo>
                  <a:pt x="44664" y="0"/>
                </a:lnTo>
                <a:close/>
              </a:path>
              <a:path w="203835" h="342900">
                <a:moveTo>
                  <a:pt x="59611" y="217458"/>
                </a:moveTo>
                <a:lnTo>
                  <a:pt x="43909" y="218766"/>
                </a:lnTo>
                <a:lnTo>
                  <a:pt x="46405" y="218951"/>
                </a:lnTo>
                <a:lnTo>
                  <a:pt x="45618" y="218766"/>
                </a:lnTo>
                <a:lnTo>
                  <a:pt x="96759" y="218766"/>
                </a:lnTo>
                <a:lnTo>
                  <a:pt x="98171" y="217770"/>
                </a:lnTo>
                <a:lnTo>
                  <a:pt x="58686" y="217770"/>
                </a:lnTo>
                <a:lnTo>
                  <a:pt x="59611" y="217458"/>
                </a:lnTo>
                <a:close/>
              </a:path>
              <a:path w="203835" h="342900">
                <a:moveTo>
                  <a:pt x="96759" y="218766"/>
                </a:moveTo>
                <a:lnTo>
                  <a:pt x="45618" y="218766"/>
                </a:lnTo>
                <a:lnTo>
                  <a:pt x="46405" y="218951"/>
                </a:lnTo>
                <a:lnTo>
                  <a:pt x="96496" y="218951"/>
                </a:lnTo>
                <a:lnTo>
                  <a:pt x="96759" y="218766"/>
                </a:lnTo>
                <a:close/>
              </a:path>
              <a:path w="203835" h="342900">
                <a:moveTo>
                  <a:pt x="106441" y="211380"/>
                </a:moveTo>
                <a:lnTo>
                  <a:pt x="77585" y="211380"/>
                </a:lnTo>
                <a:lnTo>
                  <a:pt x="76976" y="211586"/>
                </a:lnTo>
                <a:lnTo>
                  <a:pt x="76430" y="211872"/>
                </a:lnTo>
                <a:lnTo>
                  <a:pt x="76128" y="211872"/>
                </a:lnTo>
                <a:lnTo>
                  <a:pt x="58686" y="217770"/>
                </a:lnTo>
                <a:lnTo>
                  <a:pt x="60193" y="217458"/>
                </a:lnTo>
                <a:lnTo>
                  <a:pt x="98614" y="217458"/>
                </a:lnTo>
                <a:lnTo>
                  <a:pt x="103380" y="214096"/>
                </a:lnTo>
                <a:lnTo>
                  <a:pt x="104173" y="213457"/>
                </a:lnTo>
                <a:lnTo>
                  <a:pt x="105903" y="211872"/>
                </a:lnTo>
                <a:lnTo>
                  <a:pt x="76430" y="211872"/>
                </a:lnTo>
                <a:lnTo>
                  <a:pt x="77102" y="211586"/>
                </a:lnTo>
                <a:lnTo>
                  <a:pt x="106216" y="211586"/>
                </a:lnTo>
                <a:lnTo>
                  <a:pt x="106441" y="211380"/>
                </a:lnTo>
                <a:close/>
              </a:path>
              <a:path w="203835" h="342900">
                <a:moveTo>
                  <a:pt x="98614" y="217458"/>
                </a:moveTo>
                <a:lnTo>
                  <a:pt x="60193" y="217458"/>
                </a:lnTo>
                <a:lnTo>
                  <a:pt x="58686" y="217770"/>
                </a:lnTo>
                <a:lnTo>
                  <a:pt x="98171" y="217770"/>
                </a:lnTo>
                <a:lnTo>
                  <a:pt x="98614" y="217458"/>
                </a:lnTo>
                <a:close/>
              </a:path>
              <a:path w="203835" h="342900">
                <a:moveTo>
                  <a:pt x="32231" y="215615"/>
                </a:moveTo>
                <a:lnTo>
                  <a:pt x="34262" y="216400"/>
                </a:lnTo>
                <a:lnTo>
                  <a:pt x="33292" y="215865"/>
                </a:lnTo>
                <a:lnTo>
                  <a:pt x="32231" y="215615"/>
                </a:lnTo>
                <a:close/>
              </a:path>
              <a:path w="203835" h="342900">
                <a:moveTo>
                  <a:pt x="33292" y="215865"/>
                </a:moveTo>
                <a:lnTo>
                  <a:pt x="34262" y="216400"/>
                </a:lnTo>
                <a:lnTo>
                  <a:pt x="35566" y="216400"/>
                </a:lnTo>
                <a:lnTo>
                  <a:pt x="33292" y="215865"/>
                </a:lnTo>
                <a:close/>
              </a:path>
              <a:path w="203835" h="342900">
                <a:moveTo>
                  <a:pt x="32840" y="215615"/>
                </a:moveTo>
                <a:lnTo>
                  <a:pt x="32231" y="215615"/>
                </a:lnTo>
                <a:lnTo>
                  <a:pt x="33292" y="215865"/>
                </a:lnTo>
                <a:lnTo>
                  <a:pt x="32840" y="215615"/>
                </a:lnTo>
                <a:close/>
              </a:path>
              <a:path w="203835" h="342900">
                <a:moveTo>
                  <a:pt x="28218" y="213064"/>
                </a:moveTo>
                <a:lnTo>
                  <a:pt x="29466" y="213916"/>
                </a:lnTo>
                <a:lnTo>
                  <a:pt x="29762" y="213916"/>
                </a:lnTo>
                <a:lnTo>
                  <a:pt x="28218" y="213064"/>
                </a:lnTo>
                <a:close/>
              </a:path>
              <a:path w="203835" h="342900">
                <a:moveTo>
                  <a:pt x="28441" y="213064"/>
                </a:moveTo>
                <a:lnTo>
                  <a:pt x="28218" y="213064"/>
                </a:lnTo>
                <a:lnTo>
                  <a:pt x="28931" y="213457"/>
                </a:lnTo>
                <a:lnTo>
                  <a:pt x="28441" y="213064"/>
                </a:lnTo>
                <a:close/>
              </a:path>
              <a:path w="203835" h="342900">
                <a:moveTo>
                  <a:pt x="160632" y="79775"/>
                </a:moveTo>
                <a:lnTo>
                  <a:pt x="158642" y="79775"/>
                </a:lnTo>
                <a:lnTo>
                  <a:pt x="157680" y="79954"/>
                </a:lnTo>
                <a:lnTo>
                  <a:pt x="144708" y="111175"/>
                </a:lnTo>
                <a:lnTo>
                  <a:pt x="140025" y="128051"/>
                </a:lnTo>
                <a:lnTo>
                  <a:pt x="133693" y="143248"/>
                </a:lnTo>
                <a:lnTo>
                  <a:pt x="132034" y="147337"/>
                </a:lnTo>
                <a:lnTo>
                  <a:pt x="127922" y="154943"/>
                </a:lnTo>
                <a:lnTo>
                  <a:pt x="121356" y="167184"/>
                </a:lnTo>
                <a:lnTo>
                  <a:pt x="115152" y="176231"/>
                </a:lnTo>
                <a:lnTo>
                  <a:pt x="108543" y="185952"/>
                </a:lnTo>
                <a:lnTo>
                  <a:pt x="104865" y="190237"/>
                </a:lnTo>
                <a:lnTo>
                  <a:pt x="101636" y="194087"/>
                </a:lnTo>
                <a:lnTo>
                  <a:pt x="94339" y="200773"/>
                </a:lnTo>
                <a:lnTo>
                  <a:pt x="94001" y="201151"/>
                </a:lnTo>
                <a:lnTo>
                  <a:pt x="93750" y="201312"/>
                </a:lnTo>
                <a:lnTo>
                  <a:pt x="93175" y="201839"/>
                </a:lnTo>
                <a:lnTo>
                  <a:pt x="93003" y="201839"/>
                </a:lnTo>
                <a:lnTo>
                  <a:pt x="86383" y="206509"/>
                </a:lnTo>
                <a:lnTo>
                  <a:pt x="86088" y="206804"/>
                </a:lnTo>
                <a:lnTo>
                  <a:pt x="85608" y="207055"/>
                </a:lnTo>
                <a:lnTo>
                  <a:pt x="85196" y="207346"/>
                </a:lnTo>
                <a:lnTo>
                  <a:pt x="85055" y="207346"/>
                </a:lnTo>
                <a:lnTo>
                  <a:pt x="76976" y="211586"/>
                </a:lnTo>
                <a:lnTo>
                  <a:pt x="77585" y="211380"/>
                </a:lnTo>
                <a:lnTo>
                  <a:pt x="106441" y="211380"/>
                </a:lnTo>
                <a:lnTo>
                  <a:pt x="110846" y="207346"/>
                </a:lnTo>
                <a:lnTo>
                  <a:pt x="85196" y="207346"/>
                </a:lnTo>
                <a:lnTo>
                  <a:pt x="85674" y="207055"/>
                </a:lnTo>
                <a:lnTo>
                  <a:pt x="111163" y="207055"/>
                </a:lnTo>
                <a:lnTo>
                  <a:pt x="112440" y="205886"/>
                </a:lnTo>
                <a:lnTo>
                  <a:pt x="113108" y="205195"/>
                </a:lnTo>
                <a:lnTo>
                  <a:pt x="115988" y="201839"/>
                </a:lnTo>
                <a:lnTo>
                  <a:pt x="93149" y="201839"/>
                </a:lnTo>
                <a:lnTo>
                  <a:pt x="93802" y="201312"/>
                </a:lnTo>
                <a:lnTo>
                  <a:pt x="116440" y="201312"/>
                </a:lnTo>
                <a:lnTo>
                  <a:pt x="120681" y="196369"/>
                </a:lnTo>
                <a:lnTo>
                  <a:pt x="146107" y="154943"/>
                </a:lnTo>
                <a:lnTo>
                  <a:pt x="152200" y="140426"/>
                </a:lnTo>
                <a:lnTo>
                  <a:pt x="152195" y="88882"/>
                </a:lnTo>
                <a:lnTo>
                  <a:pt x="168121" y="88882"/>
                </a:lnTo>
                <a:lnTo>
                  <a:pt x="161593" y="79954"/>
                </a:lnTo>
                <a:lnTo>
                  <a:pt x="160632" y="79775"/>
                </a:lnTo>
                <a:close/>
              </a:path>
              <a:path w="203835" h="342900">
                <a:moveTo>
                  <a:pt x="24116" y="209469"/>
                </a:moveTo>
                <a:lnTo>
                  <a:pt x="25546" y="211020"/>
                </a:lnTo>
                <a:lnTo>
                  <a:pt x="24933" y="210149"/>
                </a:lnTo>
                <a:lnTo>
                  <a:pt x="24116" y="209469"/>
                </a:lnTo>
                <a:close/>
              </a:path>
              <a:path w="203835" h="342900">
                <a:moveTo>
                  <a:pt x="24933" y="210149"/>
                </a:moveTo>
                <a:lnTo>
                  <a:pt x="25546" y="211020"/>
                </a:lnTo>
                <a:lnTo>
                  <a:pt x="25982" y="211020"/>
                </a:lnTo>
                <a:lnTo>
                  <a:pt x="24933" y="210149"/>
                </a:lnTo>
                <a:close/>
              </a:path>
              <a:path w="203835" h="342900">
                <a:moveTo>
                  <a:pt x="24455" y="209469"/>
                </a:moveTo>
                <a:lnTo>
                  <a:pt x="24116" y="209469"/>
                </a:lnTo>
                <a:lnTo>
                  <a:pt x="24933" y="210149"/>
                </a:lnTo>
                <a:lnTo>
                  <a:pt x="24455" y="209469"/>
                </a:lnTo>
                <a:close/>
              </a:path>
              <a:path w="203835" h="342900">
                <a:moveTo>
                  <a:pt x="21098" y="204694"/>
                </a:moveTo>
                <a:lnTo>
                  <a:pt x="22052" y="206509"/>
                </a:lnTo>
                <a:lnTo>
                  <a:pt x="22374" y="206509"/>
                </a:lnTo>
                <a:lnTo>
                  <a:pt x="21690" y="205536"/>
                </a:lnTo>
                <a:lnTo>
                  <a:pt x="21563" y="205195"/>
                </a:lnTo>
                <a:lnTo>
                  <a:pt x="21098" y="204694"/>
                </a:lnTo>
                <a:close/>
              </a:path>
              <a:path w="203835" h="342900">
                <a:moveTo>
                  <a:pt x="21377" y="204694"/>
                </a:moveTo>
                <a:lnTo>
                  <a:pt x="21098" y="204694"/>
                </a:lnTo>
                <a:lnTo>
                  <a:pt x="21450" y="205195"/>
                </a:lnTo>
                <a:lnTo>
                  <a:pt x="21377" y="204694"/>
                </a:lnTo>
                <a:close/>
              </a:path>
              <a:path w="203835" h="342900">
                <a:moveTo>
                  <a:pt x="152263" y="89167"/>
                </a:moveTo>
                <a:lnTo>
                  <a:pt x="152200" y="140426"/>
                </a:lnTo>
                <a:lnTo>
                  <a:pt x="154791" y="134207"/>
                </a:lnTo>
                <a:lnTo>
                  <a:pt x="155107" y="133295"/>
                </a:lnTo>
                <a:lnTo>
                  <a:pt x="160169" y="115280"/>
                </a:lnTo>
                <a:lnTo>
                  <a:pt x="165320" y="94683"/>
                </a:lnTo>
                <a:lnTo>
                  <a:pt x="165124" y="94683"/>
                </a:lnTo>
                <a:lnTo>
                  <a:pt x="165517" y="93898"/>
                </a:lnTo>
                <a:lnTo>
                  <a:pt x="165730" y="93046"/>
                </a:lnTo>
                <a:lnTo>
                  <a:pt x="165943" y="93046"/>
                </a:lnTo>
                <a:lnTo>
                  <a:pt x="166236" y="92459"/>
                </a:lnTo>
                <a:lnTo>
                  <a:pt x="153038" y="92459"/>
                </a:lnTo>
                <a:lnTo>
                  <a:pt x="152483" y="91349"/>
                </a:lnTo>
                <a:lnTo>
                  <a:pt x="152777" y="91349"/>
                </a:lnTo>
                <a:lnTo>
                  <a:pt x="152263" y="89167"/>
                </a:lnTo>
                <a:close/>
              </a:path>
              <a:path w="203835" h="342900">
                <a:moveTo>
                  <a:pt x="165517" y="93898"/>
                </a:moveTo>
                <a:lnTo>
                  <a:pt x="165124" y="94683"/>
                </a:lnTo>
                <a:lnTo>
                  <a:pt x="165320" y="94683"/>
                </a:lnTo>
                <a:lnTo>
                  <a:pt x="165517" y="93898"/>
                </a:lnTo>
                <a:close/>
              </a:path>
              <a:path w="203835" h="342900">
                <a:moveTo>
                  <a:pt x="165943" y="93046"/>
                </a:moveTo>
                <a:lnTo>
                  <a:pt x="165730" y="93046"/>
                </a:lnTo>
                <a:lnTo>
                  <a:pt x="165517" y="93898"/>
                </a:lnTo>
                <a:lnTo>
                  <a:pt x="165943" y="93046"/>
                </a:lnTo>
                <a:close/>
              </a:path>
              <a:path w="203835" h="342900">
                <a:moveTo>
                  <a:pt x="152777" y="91349"/>
                </a:moveTo>
                <a:lnTo>
                  <a:pt x="152483" y="91349"/>
                </a:lnTo>
                <a:lnTo>
                  <a:pt x="153038" y="92459"/>
                </a:lnTo>
                <a:lnTo>
                  <a:pt x="152777" y="91349"/>
                </a:lnTo>
                <a:close/>
              </a:path>
              <a:path w="203835" h="342900">
                <a:moveTo>
                  <a:pt x="168121" y="88882"/>
                </a:moveTo>
                <a:lnTo>
                  <a:pt x="152195" y="88882"/>
                </a:lnTo>
                <a:lnTo>
                  <a:pt x="153038" y="92459"/>
                </a:lnTo>
                <a:lnTo>
                  <a:pt x="166236" y="92459"/>
                </a:lnTo>
                <a:lnTo>
                  <a:pt x="166791" y="91349"/>
                </a:lnTo>
                <a:lnTo>
                  <a:pt x="168124" y="91349"/>
                </a:lnTo>
                <a:lnTo>
                  <a:pt x="168121" y="8888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3591708" y="3090270"/>
            <a:ext cx="274320" cy="296545"/>
            <a:chOff x="3591708" y="3090270"/>
            <a:chExt cx="274320" cy="296545"/>
          </a:xfrm>
        </p:grpSpPr>
        <p:pic>
          <p:nvPicPr>
            <p:cNvPr id="69" name="object 6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42988" y="3090270"/>
              <a:ext cx="200388" cy="198464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591708" y="3103916"/>
              <a:ext cx="274320" cy="283210"/>
            </a:xfrm>
            <a:custGeom>
              <a:avLst/>
              <a:gdLst/>
              <a:ahLst/>
              <a:cxnLst/>
              <a:rect l="l" t="t" r="r" b="b"/>
              <a:pathLst>
                <a:path w="274320" h="283210">
                  <a:moveTo>
                    <a:pt x="267299" y="0"/>
                  </a:moveTo>
                  <a:lnTo>
                    <a:pt x="264845" y="0"/>
                  </a:lnTo>
                  <a:lnTo>
                    <a:pt x="257072" y="1112"/>
                  </a:lnTo>
                  <a:lnTo>
                    <a:pt x="218109" y="17355"/>
                  </a:lnTo>
                  <a:lnTo>
                    <a:pt x="172805" y="49716"/>
                  </a:lnTo>
                  <a:lnTo>
                    <a:pt x="129081" y="97453"/>
                  </a:lnTo>
                  <a:lnTo>
                    <a:pt x="101845" y="131919"/>
                  </a:lnTo>
                  <a:lnTo>
                    <a:pt x="58298" y="192201"/>
                  </a:lnTo>
                  <a:lnTo>
                    <a:pt x="976" y="270880"/>
                  </a:lnTo>
                  <a:lnTo>
                    <a:pt x="541" y="271824"/>
                  </a:lnTo>
                  <a:lnTo>
                    <a:pt x="43" y="273885"/>
                  </a:lnTo>
                  <a:lnTo>
                    <a:pt x="0" y="274925"/>
                  </a:lnTo>
                  <a:lnTo>
                    <a:pt x="328" y="277020"/>
                  </a:lnTo>
                  <a:lnTo>
                    <a:pt x="7392" y="282795"/>
                  </a:lnTo>
                  <a:lnTo>
                    <a:pt x="8257" y="282795"/>
                  </a:lnTo>
                  <a:lnTo>
                    <a:pt x="71247" y="201593"/>
                  </a:lnTo>
                  <a:lnTo>
                    <a:pt x="114616" y="141559"/>
                  </a:lnTo>
                  <a:lnTo>
                    <a:pt x="141632" y="107372"/>
                  </a:lnTo>
                  <a:lnTo>
                    <a:pt x="169712" y="75454"/>
                  </a:lnTo>
                  <a:lnTo>
                    <a:pt x="197882" y="49277"/>
                  </a:lnTo>
                  <a:lnTo>
                    <a:pt x="215668" y="37153"/>
                  </a:lnTo>
                  <a:lnTo>
                    <a:pt x="225488" y="31535"/>
                  </a:lnTo>
                  <a:lnTo>
                    <a:pt x="248546" y="20713"/>
                  </a:lnTo>
                  <a:lnTo>
                    <a:pt x="248701" y="20713"/>
                  </a:lnTo>
                  <a:lnTo>
                    <a:pt x="259762" y="16946"/>
                  </a:lnTo>
                  <a:lnTo>
                    <a:pt x="259334" y="16946"/>
                  </a:lnTo>
                  <a:lnTo>
                    <a:pt x="260780" y="16600"/>
                  </a:lnTo>
                  <a:lnTo>
                    <a:pt x="261757" y="16600"/>
                  </a:lnTo>
                  <a:lnTo>
                    <a:pt x="268165" y="15683"/>
                  </a:lnTo>
                  <a:lnTo>
                    <a:pt x="274050" y="7835"/>
                  </a:lnTo>
                  <a:lnTo>
                    <a:pt x="273823" y="6240"/>
                  </a:lnTo>
                  <a:lnTo>
                    <a:pt x="273751" y="5736"/>
                  </a:lnTo>
                  <a:lnTo>
                    <a:pt x="268997" y="434"/>
                  </a:lnTo>
                  <a:lnTo>
                    <a:pt x="267299" y="0"/>
                  </a:lnTo>
                  <a:close/>
                </a:path>
                <a:path w="274320" h="283210">
                  <a:moveTo>
                    <a:pt x="248701" y="20713"/>
                  </a:moveTo>
                  <a:lnTo>
                    <a:pt x="248546" y="20713"/>
                  </a:lnTo>
                  <a:lnTo>
                    <a:pt x="248140" y="20905"/>
                  </a:lnTo>
                  <a:lnTo>
                    <a:pt x="248701" y="20713"/>
                  </a:lnTo>
                  <a:close/>
                </a:path>
                <a:path w="274320" h="283210">
                  <a:moveTo>
                    <a:pt x="260780" y="16600"/>
                  </a:moveTo>
                  <a:lnTo>
                    <a:pt x="259334" y="16946"/>
                  </a:lnTo>
                  <a:lnTo>
                    <a:pt x="259762" y="16946"/>
                  </a:lnTo>
                  <a:lnTo>
                    <a:pt x="260780" y="16600"/>
                  </a:lnTo>
                  <a:close/>
                </a:path>
                <a:path w="274320" h="283210">
                  <a:moveTo>
                    <a:pt x="261757" y="16600"/>
                  </a:moveTo>
                  <a:lnTo>
                    <a:pt x="260780" y="16600"/>
                  </a:lnTo>
                  <a:lnTo>
                    <a:pt x="259762" y="16946"/>
                  </a:lnTo>
                  <a:lnTo>
                    <a:pt x="259334" y="16946"/>
                  </a:lnTo>
                  <a:lnTo>
                    <a:pt x="261757" y="1660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/>
          <p:nvPr/>
        </p:nvSpPr>
        <p:spPr>
          <a:xfrm>
            <a:off x="1965991" y="4177183"/>
            <a:ext cx="562610" cy="45720"/>
          </a:xfrm>
          <a:custGeom>
            <a:avLst/>
            <a:gdLst/>
            <a:ahLst/>
            <a:cxnLst/>
            <a:rect l="l" t="t" r="r" b="b"/>
            <a:pathLst>
              <a:path w="562610" h="45720">
                <a:moveTo>
                  <a:pt x="551545" y="26991"/>
                </a:moveTo>
                <a:lnTo>
                  <a:pt x="518389" y="26991"/>
                </a:lnTo>
                <a:lnTo>
                  <a:pt x="518884" y="27263"/>
                </a:lnTo>
                <a:lnTo>
                  <a:pt x="519386" y="27456"/>
                </a:lnTo>
                <a:lnTo>
                  <a:pt x="519234" y="27456"/>
                </a:lnTo>
                <a:lnTo>
                  <a:pt x="551143" y="45026"/>
                </a:lnTo>
                <a:lnTo>
                  <a:pt x="552589" y="45486"/>
                </a:lnTo>
                <a:lnTo>
                  <a:pt x="555278" y="45486"/>
                </a:lnTo>
                <a:lnTo>
                  <a:pt x="562047" y="36304"/>
                </a:lnTo>
                <a:lnTo>
                  <a:pt x="561456" y="34267"/>
                </a:lnTo>
                <a:lnTo>
                  <a:pt x="560978" y="33343"/>
                </a:lnTo>
                <a:lnTo>
                  <a:pt x="559653" y="31687"/>
                </a:lnTo>
                <a:lnTo>
                  <a:pt x="558857" y="31018"/>
                </a:lnTo>
                <a:lnTo>
                  <a:pt x="552389" y="27456"/>
                </a:lnTo>
                <a:lnTo>
                  <a:pt x="519386" y="27456"/>
                </a:lnTo>
                <a:lnTo>
                  <a:pt x="518974" y="27263"/>
                </a:lnTo>
                <a:lnTo>
                  <a:pt x="552040" y="27263"/>
                </a:lnTo>
                <a:lnTo>
                  <a:pt x="551545" y="26991"/>
                </a:lnTo>
                <a:close/>
              </a:path>
              <a:path w="562610" h="45720">
                <a:moveTo>
                  <a:pt x="498531" y="19467"/>
                </a:moveTo>
                <a:lnTo>
                  <a:pt x="518884" y="27263"/>
                </a:lnTo>
                <a:lnTo>
                  <a:pt x="518389" y="26991"/>
                </a:lnTo>
                <a:lnTo>
                  <a:pt x="551545" y="26991"/>
                </a:lnTo>
                <a:lnTo>
                  <a:pt x="538119" y="19596"/>
                </a:lnTo>
                <a:lnTo>
                  <a:pt x="499412" y="19596"/>
                </a:lnTo>
                <a:lnTo>
                  <a:pt x="498531" y="19467"/>
                </a:lnTo>
                <a:close/>
              </a:path>
              <a:path w="562610" h="45720">
                <a:moveTo>
                  <a:pt x="497710" y="19152"/>
                </a:moveTo>
                <a:lnTo>
                  <a:pt x="498531" y="19467"/>
                </a:lnTo>
                <a:lnTo>
                  <a:pt x="499412" y="19596"/>
                </a:lnTo>
                <a:lnTo>
                  <a:pt x="497710" y="19152"/>
                </a:lnTo>
                <a:close/>
              </a:path>
              <a:path w="562610" h="45720">
                <a:moveTo>
                  <a:pt x="537314" y="19152"/>
                </a:moveTo>
                <a:lnTo>
                  <a:pt x="497710" y="19152"/>
                </a:lnTo>
                <a:lnTo>
                  <a:pt x="499412" y="19596"/>
                </a:lnTo>
                <a:lnTo>
                  <a:pt x="538119" y="19596"/>
                </a:lnTo>
                <a:lnTo>
                  <a:pt x="537314" y="19152"/>
                </a:lnTo>
                <a:close/>
              </a:path>
              <a:path w="562610" h="45720">
                <a:moveTo>
                  <a:pt x="458452" y="0"/>
                </a:moveTo>
                <a:lnTo>
                  <a:pt x="6922" y="0"/>
                </a:lnTo>
                <a:lnTo>
                  <a:pt x="5915" y="199"/>
                </a:lnTo>
                <a:lnTo>
                  <a:pt x="0" y="6932"/>
                </a:lnTo>
                <a:lnTo>
                  <a:pt x="0" y="9053"/>
                </a:lnTo>
                <a:lnTo>
                  <a:pt x="6954" y="15993"/>
                </a:lnTo>
                <a:lnTo>
                  <a:pt x="457988" y="15993"/>
                </a:lnTo>
                <a:lnTo>
                  <a:pt x="481347" y="16907"/>
                </a:lnTo>
                <a:lnTo>
                  <a:pt x="481032" y="16907"/>
                </a:lnTo>
                <a:lnTo>
                  <a:pt x="498531" y="19467"/>
                </a:lnTo>
                <a:lnTo>
                  <a:pt x="497710" y="19152"/>
                </a:lnTo>
                <a:lnTo>
                  <a:pt x="537314" y="19152"/>
                </a:lnTo>
                <a:lnTo>
                  <a:pt x="501728" y="3770"/>
                </a:lnTo>
                <a:lnTo>
                  <a:pt x="482880" y="1010"/>
                </a:lnTo>
                <a:lnTo>
                  <a:pt x="484172" y="1010"/>
                </a:lnTo>
                <a:lnTo>
                  <a:pt x="45845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965902" y="4110768"/>
            <a:ext cx="768985" cy="31115"/>
          </a:xfrm>
          <a:custGeom>
            <a:avLst/>
            <a:gdLst/>
            <a:ahLst/>
            <a:cxnLst/>
            <a:rect l="l" t="t" r="r" b="b"/>
            <a:pathLst>
              <a:path w="768985" h="31114">
                <a:moveTo>
                  <a:pt x="659518" y="0"/>
                </a:moveTo>
                <a:lnTo>
                  <a:pt x="41141" y="0"/>
                </a:lnTo>
                <a:lnTo>
                  <a:pt x="39552" y="167"/>
                </a:lnTo>
                <a:lnTo>
                  <a:pt x="3106" y="16336"/>
                </a:lnTo>
                <a:lnTo>
                  <a:pt x="0" y="21671"/>
                </a:lnTo>
                <a:lnTo>
                  <a:pt x="8" y="23345"/>
                </a:lnTo>
                <a:lnTo>
                  <a:pt x="7182" y="30819"/>
                </a:lnTo>
                <a:lnTo>
                  <a:pt x="7950" y="30819"/>
                </a:lnTo>
                <a:lnTo>
                  <a:pt x="10054" y="30551"/>
                </a:lnTo>
                <a:lnTo>
                  <a:pt x="11040" y="30220"/>
                </a:lnTo>
                <a:lnTo>
                  <a:pt x="24123" y="22748"/>
                </a:lnTo>
                <a:lnTo>
                  <a:pt x="24924" y="22317"/>
                </a:lnTo>
                <a:lnTo>
                  <a:pt x="34269" y="17832"/>
                </a:lnTo>
                <a:lnTo>
                  <a:pt x="33590" y="17832"/>
                </a:lnTo>
                <a:lnTo>
                  <a:pt x="35899" y="17049"/>
                </a:lnTo>
                <a:lnTo>
                  <a:pt x="37004" y="17049"/>
                </a:lnTo>
                <a:lnTo>
                  <a:pt x="42022" y="15993"/>
                </a:lnTo>
                <a:lnTo>
                  <a:pt x="41201" y="15993"/>
                </a:lnTo>
                <a:lnTo>
                  <a:pt x="42848" y="15819"/>
                </a:lnTo>
                <a:lnTo>
                  <a:pt x="768648" y="15819"/>
                </a:lnTo>
                <a:lnTo>
                  <a:pt x="768663" y="14142"/>
                </a:lnTo>
                <a:lnTo>
                  <a:pt x="711531" y="2012"/>
                </a:lnTo>
                <a:lnTo>
                  <a:pt x="714358" y="2012"/>
                </a:lnTo>
                <a:lnTo>
                  <a:pt x="659518" y="0"/>
                </a:lnTo>
                <a:close/>
              </a:path>
              <a:path w="768985" h="31114">
                <a:moveTo>
                  <a:pt x="768648" y="15819"/>
                </a:moveTo>
                <a:lnTo>
                  <a:pt x="42848" y="15819"/>
                </a:lnTo>
                <a:lnTo>
                  <a:pt x="42022" y="15993"/>
                </a:lnTo>
                <a:lnTo>
                  <a:pt x="659104" y="15993"/>
                </a:lnTo>
                <a:lnTo>
                  <a:pt x="709203" y="17832"/>
                </a:lnTo>
                <a:lnTo>
                  <a:pt x="709014" y="17832"/>
                </a:lnTo>
                <a:lnTo>
                  <a:pt x="760020" y="23345"/>
                </a:lnTo>
                <a:lnTo>
                  <a:pt x="761922" y="23345"/>
                </a:lnTo>
                <a:lnTo>
                  <a:pt x="768554" y="17049"/>
                </a:lnTo>
                <a:lnTo>
                  <a:pt x="768648" y="15819"/>
                </a:lnTo>
                <a:close/>
              </a:path>
              <a:path w="768985" h="31114">
                <a:moveTo>
                  <a:pt x="35899" y="17049"/>
                </a:moveTo>
                <a:lnTo>
                  <a:pt x="33590" y="17832"/>
                </a:lnTo>
                <a:lnTo>
                  <a:pt x="33289" y="17832"/>
                </a:lnTo>
                <a:lnTo>
                  <a:pt x="35035" y="17464"/>
                </a:lnTo>
                <a:lnTo>
                  <a:pt x="35899" y="17049"/>
                </a:lnTo>
                <a:close/>
              </a:path>
              <a:path w="768985" h="31114">
                <a:moveTo>
                  <a:pt x="35035" y="17464"/>
                </a:moveTo>
                <a:lnTo>
                  <a:pt x="33289" y="17832"/>
                </a:lnTo>
                <a:lnTo>
                  <a:pt x="34269" y="17832"/>
                </a:lnTo>
                <a:lnTo>
                  <a:pt x="35035" y="17464"/>
                </a:lnTo>
                <a:close/>
              </a:path>
              <a:path w="768985" h="31114">
                <a:moveTo>
                  <a:pt x="37004" y="17049"/>
                </a:moveTo>
                <a:lnTo>
                  <a:pt x="35899" y="17049"/>
                </a:lnTo>
                <a:lnTo>
                  <a:pt x="35035" y="17464"/>
                </a:lnTo>
                <a:lnTo>
                  <a:pt x="37004" y="17049"/>
                </a:lnTo>
                <a:close/>
              </a:path>
              <a:path w="768985" h="31114">
                <a:moveTo>
                  <a:pt x="42848" y="15819"/>
                </a:moveTo>
                <a:lnTo>
                  <a:pt x="41201" y="15993"/>
                </a:lnTo>
                <a:lnTo>
                  <a:pt x="42022" y="15993"/>
                </a:lnTo>
                <a:lnTo>
                  <a:pt x="42848" y="1581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438020" y="4096023"/>
            <a:ext cx="654685" cy="49530"/>
          </a:xfrm>
          <a:custGeom>
            <a:avLst/>
            <a:gdLst/>
            <a:ahLst/>
            <a:cxnLst/>
            <a:rect l="l" t="t" r="r" b="b"/>
            <a:pathLst>
              <a:path w="654685" h="49529">
                <a:moveTo>
                  <a:pt x="638057" y="46016"/>
                </a:moveTo>
                <a:lnTo>
                  <a:pt x="643820" y="48836"/>
                </a:lnTo>
                <a:lnTo>
                  <a:pt x="644824" y="49102"/>
                </a:lnTo>
                <a:lnTo>
                  <a:pt x="647954" y="49102"/>
                </a:lnTo>
                <a:lnTo>
                  <a:pt x="649978" y="48408"/>
                </a:lnTo>
                <a:lnTo>
                  <a:pt x="650877" y="47885"/>
                </a:lnTo>
                <a:lnTo>
                  <a:pt x="652467" y="46483"/>
                </a:lnTo>
                <a:lnTo>
                  <a:pt x="652672" y="46214"/>
                </a:lnTo>
                <a:lnTo>
                  <a:pt x="638770" y="46214"/>
                </a:lnTo>
                <a:lnTo>
                  <a:pt x="638057" y="46016"/>
                </a:lnTo>
                <a:close/>
              </a:path>
              <a:path w="654685" h="49529">
                <a:moveTo>
                  <a:pt x="637388" y="45689"/>
                </a:moveTo>
                <a:lnTo>
                  <a:pt x="638057" y="46016"/>
                </a:lnTo>
                <a:lnTo>
                  <a:pt x="638770" y="46214"/>
                </a:lnTo>
                <a:lnTo>
                  <a:pt x="637388" y="45689"/>
                </a:lnTo>
                <a:close/>
              </a:path>
              <a:path w="654685" h="49529">
                <a:moveTo>
                  <a:pt x="653072" y="45689"/>
                </a:moveTo>
                <a:lnTo>
                  <a:pt x="637388" y="45689"/>
                </a:lnTo>
                <a:lnTo>
                  <a:pt x="638770" y="46214"/>
                </a:lnTo>
                <a:lnTo>
                  <a:pt x="652672" y="46214"/>
                </a:lnTo>
                <a:lnTo>
                  <a:pt x="653072" y="45689"/>
                </a:lnTo>
                <a:close/>
              </a:path>
              <a:path w="654685" h="49529">
                <a:moveTo>
                  <a:pt x="487785" y="15980"/>
                </a:moveTo>
                <a:lnTo>
                  <a:pt x="151963" y="15980"/>
                </a:lnTo>
                <a:lnTo>
                  <a:pt x="194221" y="16901"/>
                </a:lnTo>
                <a:lnTo>
                  <a:pt x="194091" y="16901"/>
                </a:lnTo>
                <a:lnTo>
                  <a:pt x="273339" y="22887"/>
                </a:lnTo>
                <a:lnTo>
                  <a:pt x="502051" y="32571"/>
                </a:lnTo>
                <a:lnTo>
                  <a:pt x="559418" y="35684"/>
                </a:lnTo>
                <a:lnTo>
                  <a:pt x="602211" y="39470"/>
                </a:lnTo>
                <a:lnTo>
                  <a:pt x="630622" y="43901"/>
                </a:lnTo>
                <a:lnTo>
                  <a:pt x="630416" y="43901"/>
                </a:lnTo>
                <a:lnTo>
                  <a:pt x="638057" y="46016"/>
                </a:lnTo>
                <a:lnTo>
                  <a:pt x="637388" y="45689"/>
                </a:lnTo>
                <a:lnTo>
                  <a:pt x="653081" y="45689"/>
                </a:lnTo>
                <a:lnTo>
                  <a:pt x="653957" y="43901"/>
                </a:lnTo>
                <a:lnTo>
                  <a:pt x="654297" y="42745"/>
                </a:lnTo>
                <a:lnTo>
                  <a:pt x="654247" y="39470"/>
                </a:lnTo>
                <a:lnTo>
                  <a:pt x="653602" y="37592"/>
                </a:lnTo>
                <a:lnTo>
                  <a:pt x="604262" y="23597"/>
                </a:lnTo>
                <a:lnTo>
                  <a:pt x="604422" y="23597"/>
                </a:lnTo>
                <a:lnTo>
                  <a:pt x="560337" y="19710"/>
                </a:lnTo>
                <a:lnTo>
                  <a:pt x="502810" y="16593"/>
                </a:lnTo>
                <a:lnTo>
                  <a:pt x="487785" y="15980"/>
                </a:lnTo>
                <a:close/>
              </a:path>
              <a:path w="654685" h="49529">
                <a:moveTo>
                  <a:pt x="196601" y="1050"/>
                </a:moveTo>
                <a:lnTo>
                  <a:pt x="35601" y="1050"/>
                </a:lnTo>
                <a:lnTo>
                  <a:pt x="20883" y="3909"/>
                </a:lnTo>
                <a:lnTo>
                  <a:pt x="0" y="15232"/>
                </a:lnTo>
                <a:lnTo>
                  <a:pt x="36" y="15980"/>
                </a:lnTo>
                <a:lnTo>
                  <a:pt x="5069" y="22887"/>
                </a:lnTo>
                <a:lnTo>
                  <a:pt x="5211" y="22887"/>
                </a:lnTo>
                <a:lnTo>
                  <a:pt x="5890" y="23120"/>
                </a:lnTo>
                <a:lnTo>
                  <a:pt x="9097" y="23597"/>
                </a:lnTo>
                <a:lnTo>
                  <a:pt x="8075" y="23597"/>
                </a:lnTo>
                <a:lnTo>
                  <a:pt x="23646" y="19710"/>
                </a:lnTo>
                <a:lnTo>
                  <a:pt x="23496" y="19710"/>
                </a:lnTo>
                <a:lnTo>
                  <a:pt x="25500" y="19268"/>
                </a:lnTo>
                <a:lnTo>
                  <a:pt x="25661" y="19268"/>
                </a:lnTo>
                <a:lnTo>
                  <a:pt x="37886" y="16901"/>
                </a:lnTo>
                <a:lnTo>
                  <a:pt x="37395" y="16901"/>
                </a:lnTo>
                <a:lnTo>
                  <a:pt x="50769" y="15980"/>
                </a:lnTo>
                <a:lnTo>
                  <a:pt x="487785" y="15980"/>
                </a:lnTo>
                <a:lnTo>
                  <a:pt x="274425" y="6926"/>
                </a:lnTo>
                <a:lnTo>
                  <a:pt x="196601" y="1050"/>
                </a:lnTo>
                <a:close/>
              </a:path>
              <a:path w="654685" h="49529">
                <a:moveTo>
                  <a:pt x="25414" y="19268"/>
                </a:moveTo>
                <a:lnTo>
                  <a:pt x="23496" y="19710"/>
                </a:lnTo>
                <a:lnTo>
                  <a:pt x="23646" y="19710"/>
                </a:lnTo>
                <a:lnTo>
                  <a:pt x="25414" y="19268"/>
                </a:lnTo>
                <a:close/>
              </a:path>
              <a:path w="654685" h="49529">
                <a:moveTo>
                  <a:pt x="25661" y="19268"/>
                </a:moveTo>
                <a:lnTo>
                  <a:pt x="25414" y="19268"/>
                </a:lnTo>
                <a:lnTo>
                  <a:pt x="23646" y="19710"/>
                </a:lnTo>
                <a:lnTo>
                  <a:pt x="23379" y="19710"/>
                </a:lnTo>
                <a:lnTo>
                  <a:pt x="25661" y="19268"/>
                </a:lnTo>
                <a:close/>
              </a:path>
              <a:path w="654685" h="49529">
                <a:moveTo>
                  <a:pt x="152839" y="0"/>
                </a:moveTo>
                <a:lnTo>
                  <a:pt x="49946" y="0"/>
                </a:lnTo>
                <a:lnTo>
                  <a:pt x="34731" y="1050"/>
                </a:lnTo>
                <a:lnTo>
                  <a:pt x="201241" y="1050"/>
                </a:lnTo>
                <a:lnTo>
                  <a:pt x="15283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382617" y="4199318"/>
            <a:ext cx="776605" cy="34925"/>
          </a:xfrm>
          <a:custGeom>
            <a:avLst/>
            <a:gdLst/>
            <a:ahLst/>
            <a:cxnLst/>
            <a:rect l="l" t="t" r="r" b="b"/>
            <a:pathLst>
              <a:path w="776604" h="34925">
                <a:moveTo>
                  <a:pt x="756333" y="26669"/>
                </a:moveTo>
                <a:lnTo>
                  <a:pt x="762944" y="32555"/>
                </a:lnTo>
                <a:lnTo>
                  <a:pt x="763684" y="33182"/>
                </a:lnTo>
                <a:lnTo>
                  <a:pt x="764477" y="33648"/>
                </a:lnTo>
                <a:lnTo>
                  <a:pt x="766892" y="34489"/>
                </a:lnTo>
                <a:lnTo>
                  <a:pt x="769158" y="34489"/>
                </a:lnTo>
                <a:lnTo>
                  <a:pt x="776133" y="27174"/>
                </a:lnTo>
                <a:lnTo>
                  <a:pt x="757458" y="27174"/>
                </a:lnTo>
                <a:lnTo>
                  <a:pt x="757254" y="27042"/>
                </a:lnTo>
                <a:lnTo>
                  <a:pt x="756333" y="26669"/>
                </a:lnTo>
                <a:close/>
              </a:path>
              <a:path w="776604" h="34925">
                <a:moveTo>
                  <a:pt x="776082" y="25847"/>
                </a:moveTo>
                <a:lnTo>
                  <a:pt x="755408" y="25847"/>
                </a:lnTo>
                <a:lnTo>
                  <a:pt x="756679" y="26669"/>
                </a:lnTo>
                <a:lnTo>
                  <a:pt x="757163" y="27042"/>
                </a:lnTo>
                <a:lnTo>
                  <a:pt x="757458" y="27174"/>
                </a:lnTo>
                <a:lnTo>
                  <a:pt x="776133" y="27174"/>
                </a:lnTo>
                <a:lnTo>
                  <a:pt x="776082" y="25847"/>
                </a:lnTo>
                <a:close/>
              </a:path>
              <a:path w="776604" h="34925">
                <a:moveTo>
                  <a:pt x="755408" y="25847"/>
                </a:moveTo>
                <a:lnTo>
                  <a:pt x="756333" y="26669"/>
                </a:lnTo>
                <a:lnTo>
                  <a:pt x="757163" y="27042"/>
                </a:lnTo>
                <a:lnTo>
                  <a:pt x="756679" y="26669"/>
                </a:lnTo>
                <a:lnTo>
                  <a:pt x="755408" y="25847"/>
                </a:lnTo>
                <a:close/>
              </a:path>
              <a:path w="776604" h="34925">
                <a:moveTo>
                  <a:pt x="747117" y="22539"/>
                </a:moveTo>
                <a:lnTo>
                  <a:pt x="756333" y="26669"/>
                </a:lnTo>
                <a:lnTo>
                  <a:pt x="755408" y="25847"/>
                </a:lnTo>
                <a:lnTo>
                  <a:pt x="776082" y="25847"/>
                </a:lnTo>
                <a:lnTo>
                  <a:pt x="776028" y="24925"/>
                </a:lnTo>
                <a:lnTo>
                  <a:pt x="775768" y="23917"/>
                </a:lnTo>
                <a:lnTo>
                  <a:pt x="775186" y="22715"/>
                </a:lnTo>
                <a:lnTo>
                  <a:pt x="747891" y="22715"/>
                </a:lnTo>
                <a:lnTo>
                  <a:pt x="747117" y="22539"/>
                </a:lnTo>
                <a:close/>
              </a:path>
              <a:path w="776604" h="34925">
                <a:moveTo>
                  <a:pt x="746389" y="22213"/>
                </a:moveTo>
                <a:lnTo>
                  <a:pt x="747117" y="22539"/>
                </a:lnTo>
                <a:lnTo>
                  <a:pt x="747891" y="22715"/>
                </a:lnTo>
                <a:lnTo>
                  <a:pt x="746389" y="22213"/>
                </a:lnTo>
                <a:close/>
              </a:path>
              <a:path w="776604" h="34925">
                <a:moveTo>
                  <a:pt x="774943" y="22213"/>
                </a:moveTo>
                <a:lnTo>
                  <a:pt x="746389" y="22213"/>
                </a:lnTo>
                <a:lnTo>
                  <a:pt x="747891" y="22715"/>
                </a:lnTo>
                <a:lnTo>
                  <a:pt x="775186" y="22715"/>
                </a:lnTo>
                <a:lnTo>
                  <a:pt x="774943" y="22213"/>
                </a:lnTo>
                <a:close/>
              </a:path>
              <a:path w="776604" h="34925">
                <a:moveTo>
                  <a:pt x="772039" y="19237"/>
                </a:moveTo>
                <a:lnTo>
                  <a:pt x="732538" y="19237"/>
                </a:lnTo>
                <a:lnTo>
                  <a:pt x="747117" y="22539"/>
                </a:lnTo>
                <a:lnTo>
                  <a:pt x="746389" y="22213"/>
                </a:lnTo>
                <a:lnTo>
                  <a:pt x="774943" y="22213"/>
                </a:lnTo>
                <a:lnTo>
                  <a:pt x="774844" y="22009"/>
                </a:lnTo>
                <a:lnTo>
                  <a:pt x="774217" y="21178"/>
                </a:lnTo>
                <a:lnTo>
                  <a:pt x="772039" y="19237"/>
                </a:lnTo>
                <a:close/>
              </a:path>
              <a:path w="776604" h="34925">
                <a:moveTo>
                  <a:pt x="717957" y="1950"/>
                </a:moveTo>
                <a:lnTo>
                  <a:pt x="17783" y="1950"/>
                </a:lnTo>
                <a:lnTo>
                  <a:pt x="5669" y="3973"/>
                </a:lnTo>
                <a:lnTo>
                  <a:pt x="0" y="10915"/>
                </a:lnTo>
                <a:lnTo>
                  <a:pt x="70" y="12573"/>
                </a:lnTo>
                <a:lnTo>
                  <a:pt x="7400" y="19748"/>
                </a:lnTo>
                <a:lnTo>
                  <a:pt x="8298" y="19748"/>
                </a:lnTo>
                <a:lnTo>
                  <a:pt x="19781" y="17838"/>
                </a:lnTo>
                <a:lnTo>
                  <a:pt x="19458" y="17838"/>
                </a:lnTo>
                <a:lnTo>
                  <a:pt x="36031" y="16455"/>
                </a:lnTo>
                <a:lnTo>
                  <a:pt x="35835" y="16455"/>
                </a:lnTo>
                <a:lnTo>
                  <a:pt x="63280" y="15996"/>
                </a:lnTo>
                <a:lnTo>
                  <a:pt x="768401" y="15996"/>
                </a:lnTo>
                <a:lnTo>
                  <a:pt x="766047" y="13900"/>
                </a:lnTo>
                <a:lnTo>
                  <a:pt x="735646" y="3606"/>
                </a:lnTo>
                <a:lnTo>
                  <a:pt x="717957" y="1950"/>
                </a:lnTo>
                <a:close/>
              </a:path>
              <a:path w="776604" h="34925">
                <a:moveTo>
                  <a:pt x="768401" y="15996"/>
                </a:moveTo>
                <a:lnTo>
                  <a:pt x="651786" y="15996"/>
                </a:lnTo>
                <a:lnTo>
                  <a:pt x="716222" y="17838"/>
                </a:lnTo>
                <a:lnTo>
                  <a:pt x="716070" y="17838"/>
                </a:lnTo>
                <a:lnTo>
                  <a:pt x="734614" y="19577"/>
                </a:lnTo>
                <a:lnTo>
                  <a:pt x="734427" y="19577"/>
                </a:lnTo>
                <a:lnTo>
                  <a:pt x="732280" y="19237"/>
                </a:lnTo>
                <a:lnTo>
                  <a:pt x="772039" y="19237"/>
                </a:lnTo>
                <a:lnTo>
                  <a:pt x="768401" y="15996"/>
                </a:lnTo>
                <a:close/>
              </a:path>
              <a:path w="776604" h="34925">
                <a:moveTo>
                  <a:pt x="652109" y="0"/>
                </a:moveTo>
                <a:lnTo>
                  <a:pt x="63242" y="0"/>
                </a:lnTo>
                <a:lnTo>
                  <a:pt x="33887" y="487"/>
                </a:lnTo>
                <a:lnTo>
                  <a:pt x="35038" y="487"/>
                </a:lnTo>
                <a:lnTo>
                  <a:pt x="17457" y="1950"/>
                </a:lnTo>
                <a:lnTo>
                  <a:pt x="720368" y="1950"/>
                </a:lnTo>
                <a:lnTo>
                  <a:pt x="65210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5" name="object 7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01541" y="4438030"/>
            <a:ext cx="226469" cy="268758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3674367" y="4404293"/>
            <a:ext cx="172085" cy="281940"/>
          </a:xfrm>
          <a:custGeom>
            <a:avLst/>
            <a:gdLst/>
            <a:ahLst/>
            <a:cxnLst/>
            <a:rect l="l" t="t" r="r" b="b"/>
            <a:pathLst>
              <a:path w="172085" h="281939">
                <a:moveTo>
                  <a:pt x="170382" y="56413"/>
                </a:moveTo>
                <a:lnTo>
                  <a:pt x="166635" y="56413"/>
                </a:lnTo>
                <a:lnTo>
                  <a:pt x="166261" y="56839"/>
                </a:lnTo>
                <a:lnTo>
                  <a:pt x="155291" y="77212"/>
                </a:lnTo>
                <a:lnTo>
                  <a:pt x="155863" y="98364"/>
                </a:lnTo>
                <a:lnTo>
                  <a:pt x="155873" y="274488"/>
                </a:lnTo>
                <a:lnTo>
                  <a:pt x="162810" y="281425"/>
                </a:lnTo>
                <a:lnTo>
                  <a:pt x="164929" y="281425"/>
                </a:lnTo>
                <a:lnTo>
                  <a:pt x="171866" y="274488"/>
                </a:lnTo>
                <a:lnTo>
                  <a:pt x="171865" y="98364"/>
                </a:lnTo>
                <a:lnTo>
                  <a:pt x="170881" y="61963"/>
                </a:lnTo>
                <a:lnTo>
                  <a:pt x="170812" y="59392"/>
                </a:lnTo>
                <a:lnTo>
                  <a:pt x="170699" y="58248"/>
                </a:lnTo>
                <a:lnTo>
                  <a:pt x="170456" y="56839"/>
                </a:lnTo>
                <a:lnTo>
                  <a:pt x="170382" y="56413"/>
                </a:lnTo>
                <a:close/>
              </a:path>
              <a:path w="172085" h="281939">
                <a:moveTo>
                  <a:pt x="21681" y="0"/>
                </a:moveTo>
                <a:lnTo>
                  <a:pt x="19560" y="0"/>
                </a:lnTo>
                <a:lnTo>
                  <a:pt x="18540" y="203"/>
                </a:lnTo>
                <a:lnTo>
                  <a:pt x="1607" y="43304"/>
                </a:lnTo>
                <a:lnTo>
                  <a:pt x="1494" y="46944"/>
                </a:lnTo>
                <a:lnTo>
                  <a:pt x="1405" y="49799"/>
                </a:lnTo>
                <a:lnTo>
                  <a:pt x="1294" y="53331"/>
                </a:lnTo>
                <a:lnTo>
                  <a:pt x="1210" y="56026"/>
                </a:lnTo>
                <a:lnTo>
                  <a:pt x="1141" y="58248"/>
                </a:lnTo>
                <a:lnTo>
                  <a:pt x="1029" y="61963"/>
                </a:lnTo>
                <a:lnTo>
                  <a:pt x="201" y="98364"/>
                </a:lnTo>
                <a:lnTo>
                  <a:pt x="122" y="101824"/>
                </a:lnTo>
                <a:lnTo>
                  <a:pt x="0" y="149669"/>
                </a:lnTo>
                <a:lnTo>
                  <a:pt x="437" y="156227"/>
                </a:lnTo>
                <a:lnTo>
                  <a:pt x="479" y="156850"/>
                </a:lnTo>
                <a:lnTo>
                  <a:pt x="593" y="158559"/>
                </a:lnTo>
                <a:lnTo>
                  <a:pt x="779" y="159824"/>
                </a:lnTo>
                <a:lnTo>
                  <a:pt x="2514" y="167336"/>
                </a:lnTo>
                <a:lnTo>
                  <a:pt x="2557" y="167525"/>
                </a:lnTo>
                <a:lnTo>
                  <a:pt x="25977" y="192531"/>
                </a:lnTo>
                <a:lnTo>
                  <a:pt x="26162" y="192531"/>
                </a:lnTo>
                <a:lnTo>
                  <a:pt x="38628" y="195025"/>
                </a:lnTo>
                <a:lnTo>
                  <a:pt x="40304" y="195025"/>
                </a:lnTo>
                <a:lnTo>
                  <a:pt x="51890" y="193970"/>
                </a:lnTo>
                <a:lnTo>
                  <a:pt x="76769" y="179214"/>
                </a:lnTo>
                <a:lnTo>
                  <a:pt x="41149" y="179214"/>
                </a:lnTo>
                <a:lnTo>
                  <a:pt x="35689" y="178123"/>
                </a:lnTo>
                <a:lnTo>
                  <a:pt x="32312" y="178123"/>
                </a:lnTo>
                <a:lnTo>
                  <a:pt x="29349" y="176867"/>
                </a:lnTo>
                <a:lnTo>
                  <a:pt x="30487" y="176867"/>
                </a:lnTo>
                <a:lnTo>
                  <a:pt x="24418" y="172666"/>
                </a:lnTo>
                <a:lnTo>
                  <a:pt x="23774" y="172666"/>
                </a:lnTo>
                <a:lnTo>
                  <a:pt x="22012" y="171001"/>
                </a:lnTo>
                <a:lnTo>
                  <a:pt x="22479" y="171001"/>
                </a:lnTo>
                <a:lnTo>
                  <a:pt x="20952" y="169039"/>
                </a:lnTo>
                <a:lnTo>
                  <a:pt x="20657" y="169039"/>
                </a:lnTo>
                <a:lnTo>
                  <a:pt x="19742" y="167525"/>
                </a:lnTo>
                <a:lnTo>
                  <a:pt x="19627" y="167336"/>
                </a:lnTo>
                <a:lnTo>
                  <a:pt x="19868" y="167336"/>
                </a:lnTo>
                <a:lnTo>
                  <a:pt x="18319" y="163929"/>
                </a:lnTo>
                <a:lnTo>
                  <a:pt x="18144" y="163929"/>
                </a:lnTo>
                <a:lnTo>
                  <a:pt x="17964" y="163149"/>
                </a:lnTo>
                <a:lnTo>
                  <a:pt x="17632" y="162419"/>
                </a:lnTo>
                <a:lnTo>
                  <a:pt x="17796" y="162419"/>
                </a:lnTo>
                <a:lnTo>
                  <a:pt x="16367" y="156227"/>
                </a:lnTo>
                <a:lnTo>
                  <a:pt x="16032" y="149669"/>
                </a:lnTo>
                <a:lnTo>
                  <a:pt x="15986" y="107880"/>
                </a:lnTo>
                <a:lnTo>
                  <a:pt x="17029" y="61963"/>
                </a:lnTo>
                <a:lnTo>
                  <a:pt x="18051" y="29243"/>
                </a:lnTo>
                <a:lnTo>
                  <a:pt x="18082" y="28260"/>
                </a:lnTo>
                <a:lnTo>
                  <a:pt x="18221" y="27760"/>
                </a:lnTo>
                <a:lnTo>
                  <a:pt x="18836" y="23823"/>
                </a:lnTo>
                <a:lnTo>
                  <a:pt x="18186" y="23823"/>
                </a:lnTo>
                <a:lnTo>
                  <a:pt x="19306" y="20819"/>
                </a:lnTo>
                <a:lnTo>
                  <a:pt x="20064" y="20819"/>
                </a:lnTo>
                <a:lnTo>
                  <a:pt x="21252" y="18917"/>
                </a:lnTo>
                <a:lnTo>
                  <a:pt x="21009" y="18917"/>
                </a:lnTo>
                <a:lnTo>
                  <a:pt x="21579" y="18347"/>
                </a:lnTo>
                <a:lnTo>
                  <a:pt x="21888" y="17814"/>
                </a:lnTo>
                <a:lnTo>
                  <a:pt x="22137" y="17501"/>
                </a:lnTo>
                <a:lnTo>
                  <a:pt x="22425" y="17501"/>
                </a:lnTo>
                <a:lnTo>
                  <a:pt x="27024" y="12900"/>
                </a:lnTo>
                <a:lnTo>
                  <a:pt x="27603" y="12035"/>
                </a:lnTo>
                <a:lnTo>
                  <a:pt x="28413" y="10077"/>
                </a:lnTo>
                <a:lnTo>
                  <a:pt x="28616" y="9056"/>
                </a:lnTo>
                <a:lnTo>
                  <a:pt x="28616" y="6936"/>
                </a:lnTo>
                <a:lnTo>
                  <a:pt x="22701" y="203"/>
                </a:lnTo>
                <a:lnTo>
                  <a:pt x="21681" y="0"/>
                </a:lnTo>
                <a:close/>
              </a:path>
              <a:path w="172085" h="281939">
                <a:moveTo>
                  <a:pt x="49521" y="178123"/>
                </a:moveTo>
                <a:lnTo>
                  <a:pt x="37499" y="179214"/>
                </a:lnTo>
                <a:lnTo>
                  <a:pt x="76769" y="179214"/>
                </a:lnTo>
                <a:lnTo>
                  <a:pt x="77665" y="178418"/>
                </a:lnTo>
                <a:lnTo>
                  <a:pt x="48637" y="178418"/>
                </a:lnTo>
                <a:lnTo>
                  <a:pt x="49521" y="178123"/>
                </a:lnTo>
                <a:close/>
              </a:path>
              <a:path w="172085" h="281939">
                <a:moveTo>
                  <a:pt x="56561" y="175775"/>
                </a:moveTo>
                <a:lnTo>
                  <a:pt x="48637" y="178418"/>
                </a:lnTo>
                <a:lnTo>
                  <a:pt x="50043" y="178123"/>
                </a:lnTo>
                <a:lnTo>
                  <a:pt x="77997" y="178123"/>
                </a:lnTo>
                <a:lnTo>
                  <a:pt x="79410" y="176867"/>
                </a:lnTo>
                <a:lnTo>
                  <a:pt x="55332" y="176867"/>
                </a:lnTo>
                <a:lnTo>
                  <a:pt x="56561" y="175775"/>
                </a:lnTo>
                <a:close/>
              </a:path>
              <a:path w="172085" h="281939">
                <a:moveTo>
                  <a:pt x="77997" y="178123"/>
                </a:moveTo>
                <a:lnTo>
                  <a:pt x="50043" y="178123"/>
                </a:lnTo>
                <a:lnTo>
                  <a:pt x="48637" y="178418"/>
                </a:lnTo>
                <a:lnTo>
                  <a:pt x="77665" y="178418"/>
                </a:lnTo>
                <a:lnTo>
                  <a:pt x="77997" y="178123"/>
                </a:lnTo>
                <a:close/>
              </a:path>
              <a:path w="172085" h="281939">
                <a:moveTo>
                  <a:pt x="29406" y="176867"/>
                </a:moveTo>
                <a:lnTo>
                  <a:pt x="30066" y="177171"/>
                </a:lnTo>
                <a:lnTo>
                  <a:pt x="32312" y="178123"/>
                </a:lnTo>
                <a:lnTo>
                  <a:pt x="30925" y="177171"/>
                </a:lnTo>
                <a:lnTo>
                  <a:pt x="29406" y="176867"/>
                </a:lnTo>
                <a:close/>
              </a:path>
              <a:path w="172085" h="281939">
                <a:moveTo>
                  <a:pt x="30925" y="177171"/>
                </a:moveTo>
                <a:lnTo>
                  <a:pt x="32301" y="178123"/>
                </a:lnTo>
                <a:lnTo>
                  <a:pt x="35689" y="178123"/>
                </a:lnTo>
                <a:lnTo>
                  <a:pt x="30925" y="177171"/>
                </a:lnTo>
                <a:close/>
              </a:path>
              <a:path w="172085" h="281939">
                <a:moveTo>
                  <a:pt x="30487" y="176867"/>
                </a:moveTo>
                <a:lnTo>
                  <a:pt x="29406" y="176867"/>
                </a:lnTo>
                <a:lnTo>
                  <a:pt x="30925" y="177171"/>
                </a:lnTo>
                <a:lnTo>
                  <a:pt x="30487" y="176867"/>
                </a:lnTo>
                <a:close/>
              </a:path>
              <a:path w="172085" h="281939">
                <a:moveTo>
                  <a:pt x="58117" y="175256"/>
                </a:moveTo>
                <a:lnTo>
                  <a:pt x="56561" y="175775"/>
                </a:lnTo>
                <a:lnTo>
                  <a:pt x="55332" y="176867"/>
                </a:lnTo>
                <a:lnTo>
                  <a:pt x="58117" y="175256"/>
                </a:lnTo>
                <a:close/>
              </a:path>
              <a:path w="172085" h="281939">
                <a:moveTo>
                  <a:pt x="81075" y="175256"/>
                </a:moveTo>
                <a:lnTo>
                  <a:pt x="58117" y="175256"/>
                </a:lnTo>
                <a:lnTo>
                  <a:pt x="55332" y="176867"/>
                </a:lnTo>
                <a:lnTo>
                  <a:pt x="79410" y="176867"/>
                </a:lnTo>
                <a:lnTo>
                  <a:pt x="80180" y="176183"/>
                </a:lnTo>
                <a:lnTo>
                  <a:pt x="81075" y="175256"/>
                </a:lnTo>
                <a:close/>
              </a:path>
              <a:path w="172085" h="281939">
                <a:moveTo>
                  <a:pt x="162568" y="43304"/>
                </a:moveTo>
                <a:lnTo>
                  <a:pt x="158921" y="43304"/>
                </a:lnTo>
                <a:lnTo>
                  <a:pt x="157636" y="43557"/>
                </a:lnTo>
                <a:lnTo>
                  <a:pt x="157920" y="43557"/>
                </a:lnTo>
                <a:lnTo>
                  <a:pt x="157424" y="43742"/>
                </a:lnTo>
                <a:lnTo>
                  <a:pt x="138195" y="75277"/>
                </a:lnTo>
                <a:lnTo>
                  <a:pt x="122976" y="98795"/>
                </a:lnTo>
                <a:lnTo>
                  <a:pt x="121238" y="101542"/>
                </a:lnTo>
                <a:lnTo>
                  <a:pt x="94653" y="135444"/>
                </a:lnTo>
                <a:lnTo>
                  <a:pt x="69729" y="163929"/>
                </a:lnTo>
                <a:lnTo>
                  <a:pt x="69551" y="164227"/>
                </a:lnTo>
                <a:lnTo>
                  <a:pt x="56561" y="175775"/>
                </a:lnTo>
                <a:lnTo>
                  <a:pt x="58117" y="175256"/>
                </a:lnTo>
                <a:lnTo>
                  <a:pt x="81075" y="175256"/>
                </a:lnTo>
                <a:lnTo>
                  <a:pt x="106691" y="145980"/>
                </a:lnTo>
                <a:lnTo>
                  <a:pt x="133823" y="111418"/>
                </a:lnTo>
                <a:lnTo>
                  <a:pt x="155291" y="77212"/>
                </a:lnTo>
                <a:lnTo>
                  <a:pt x="154879" y="61963"/>
                </a:lnTo>
                <a:lnTo>
                  <a:pt x="154821" y="59824"/>
                </a:lnTo>
                <a:lnTo>
                  <a:pt x="154663" y="59392"/>
                </a:lnTo>
                <a:lnTo>
                  <a:pt x="153617" y="53331"/>
                </a:lnTo>
                <a:lnTo>
                  <a:pt x="169850" y="53331"/>
                </a:lnTo>
                <a:lnTo>
                  <a:pt x="169241" y="49799"/>
                </a:lnTo>
                <a:lnTo>
                  <a:pt x="163398" y="43557"/>
                </a:lnTo>
                <a:lnTo>
                  <a:pt x="162568" y="43304"/>
                </a:lnTo>
                <a:close/>
              </a:path>
              <a:path w="172085" h="281939">
                <a:moveTo>
                  <a:pt x="22012" y="171001"/>
                </a:moveTo>
                <a:lnTo>
                  <a:pt x="23774" y="172666"/>
                </a:lnTo>
                <a:lnTo>
                  <a:pt x="23023" y="171701"/>
                </a:lnTo>
                <a:lnTo>
                  <a:pt x="22012" y="171001"/>
                </a:lnTo>
                <a:close/>
              </a:path>
              <a:path w="172085" h="281939">
                <a:moveTo>
                  <a:pt x="23023" y="171701"/>
                </a:moveTo>
                <a:lnTo>
                  <a:pt x="23774" y="172666"/>
                </a:lnTo>
                <a:lnTo>
                  <a:pt x="24418" y="172666"/>
                </a:lnTo>
                <a:lnTo>
                  <a:pt x="23023" y="171701"/>
                </a:lnTo>
                <a:close/>
              </a:path>
              <a:path w="172085" h="281939">
                <a:moveTo>
                  <a:pt x="22479" y="171001"/>
                </a:moveTo>
                <a:lnTo>
                  <a:pt x="22012" y="171001"/>
                </a:lnTo>
                <a:lnTo>
                  <a:pt x="23023" y="171701"/>
                </a:lnTo>
                <a:lnTo>
                  <a:pt x="22479" y="171001"/>
                </a:lnTo>
                <a:close/>
              </a:path>
              <a:path w="172085" h="281939">
                <a:moveTo>
                  <a:pt x="19775" y="167525"/>
                </a:moveTo>
                <a:lnTo>
                  <a:pt x="20077" y="168079"/>
                </a:lnTo>
                <a:lnTo>
                  <a:pt x="20657" y="169039"/>
                </a:lnTo>
                <a:lnTo>
                  <a:pt x="20205" y="168079"/>
                </a:lnTo>
                <a:lnTo>
                  <a:pt x="19775" y="167525"/>
                </a:lnTo>
                <a:close/>
              </a:path>
              <a:path w="172085" h="281939">
                <a:moveTo>
                  <a:pt x="20205" y="168079"/>
                </a:moveTo>
                <a:lnTo>
                  <a:pt x="20642" y="169039"/>
                </a:lnTo>
                <a:lnTo>
                  <a:pt x="20952" y="169039"/>
                </a:lnTo>
                <a:lnTo>
                  <a:pt x="20205" y="168079"/>
                </a:lnTo>
                <a:close/>
              </a:path>
              <a:path w="172085" h="281939">
                <a:moveTo>
                  <a:pt x="19868" y="167336"/>
                </a:moveTo>
                <a:lnTo>
                  <a:pt x="19627" y="167336"/>
                </a:lnTo>
                <a:lnTo>
                  <a:pt x="20205" y="168079"/>
                </a:lnTo>
                <a:lnTo>
                  <a:pt x="19954" y="167525"/>
                </a:lnTo>
                <a:lnTo>
                  <a:pt x="19868" y="167336"/>
                </a:lnTo>
                <a:close/>
              </a:path>
              <a:path w="172085" h="281939">
                <a:moveTo>
                  <a:pt x="17964" y="163149"/>
                </a:moveTo>
                <a:lnTo>
                  <a:pt x="18144" y="163929"/>
                </a:lnTo>
                <a:lnTo>
                  <a:pt x="18319" y="163929"/>
                </a:lnTo>
                <a:lnTo>
                  <a:pt x="17964" y="163149"/>
                </a:lnTo>
                <a:close/>
              </a:path>
              <a:path w="172085" h="281939">
                <a:moveTo>
                  <a:pt x="17796" y="162419"/>
                </a:moveTo>
                <a:lnTo>
                  <a:pt x="17632" y="162419"/>
                </a:lnTo>
                <a:lnTo>
                  <a:pt x="17964" y="163149"/>
                </a:lnTo>
                <a:lnTo>
                  <a:pt x="17796" y="162419"/>
                </a:lnTo>
                <a:close/>
              </a:path>
              <a:path w="172085" h="281939">
                <a:moveTo>
                  <a:pt x="153617" y="53331"/>
                </a:moveTo>
                <a:lnTo>
                  <a:pt x="154663" y="59392"/>
                </a:lnTo>
                <a:lnTo>
                  <a:pt x="154821" y="59824"/>
                </a:lnTo>
                <a:lnTo>
                  <a:pt x="155239" y="75277"/>
                </a:lnTo>
                <a:lnTo>
                  <a:pt x="155291" y="77212"/>
                </a:lnTo>
                <a:lnTo>
                  <a:pt x="165835" y="57628"/>
                </a:lnTo>
                <a:lnTo>
                  <a:pt x="155844" y="57628"/>
                </a:lnTo>
                <a:lnTo>
                  <a:pt x="155054" y="56839"/>
                </a:lnTo>
                <a:lnTo>
                  <a:pt x="155435" y="56839"/>
                </a:lnTo>
                <a:lnTo>
                  <a:pt x="153617" y="53331"/>
                </a:lnTo>
                <a:close/>
              </a:path>
              <a:path w="172085" h="281939">
                <a:moveTo>
                  <a:pt x="155435" y="56839"/>
                </a:moveTo>
                <a:lnTo>
                  <a:pt x="155054" y="56839"/>
                </a:lnTo>
                <a:lnTo>
                  <a:pt x="155844" y="57628"/>
                </a:lnTo>
                <a:lnTo>
                  <a:pt x="155435" y="56839"/>
                </a:lnTo>
                <a:close/>
              </a:path>
              <a:path w="172085" h="281939">
                <a:moveTo>
                  <a:pt x="169850" y="53331"/>
                </a:moveTo>
                <a:lnTo>
                  <a:pt x="153617" y="53331"/>
                </a:lnTo>
                <a:lnTo>
                  <a:pt x="155844" y="57628"/>
                </a:lnTo>
                <a:lnTo>
                  <a:pt x="165584" y="57628"/>
                </a:lnTo>
                <a:lnTo>
                  <a:pt x="166133" y="56839"/>
                </a:lnTo>
                <a:lnTo>
                  <a:pt x="152876" y="56839"/>
                </a:lnTo>
                <a:lnTo>
                  <a:pt x="166429" y="56413"/>
                </a:lnTo>
                <a:lnTo>
                  <a:pt x="166698" y="56026"/>
                </a:lnTo>
                <a:lnTo>
                  <a:pt x="170315" y="56026"/>
                </a:lnTo>
                <a:lnTo>
                  <a:pt x="169850" y="53331"/>
                </a:lnTo>
                <a:close/>
              </a:path>
              <a:path w="172085" h="281939">
                <a:moveTo>
                  <a:pt x="166490" y="56413"/>
                </a:moveTo>
                <a:lnTo>
                  <a:pt x="166133" y="56839"/>
                </a:lnTo>
                <a:lnTo>
                  <a:pt x="165584" y="57628"/>
                </a:lnTo>
                <a:lnTo>
                  <a:pt x="166261" y="56839"/>
                </a:lnTo>
                <a:lnTo>
                  <a:pt x="166490" y="56413"/>
                </a:lnTo>
                <a:close/>
              </a:path>
              <a:path w="172085" h="281939">
                <a:moveTo>
                  <a:pt x="166261" y="56839"/>
                </a:moveTo>
                <a:lnTo>
                  <a:pt x="165565" y="57628"/>
                </a:lnTo>
                <a:lnTo>
                  <a:pt x="165835" y="57628"/>
                </a:lnTo>
                <a:lnTo>
                  <a:pt x="166261" y="56839"/>
                </a:lnTo>
                <a:close/>
              </a:path>
              <a:path w="172085" h="281939">
                <a:moveTo>
                  <a:pt x="166429" y="56413"/>
                </a:moveTo>
                <a:lnTo>
                  <a:pt x="152876" y="56839"/>
                </a:lnTo>
                <a:lnTo>
                  <a:pt x="166133" y="56839"/>
                </a:lnTo>
                <a:lnTo>
                  <a:pt x="166429" y="56413"/>
                </a:lnTo>
                <a:close/>
              </a:path>
              <a:path w="172085" h="281939">
                <a:moveTo>
                  <a:pt x="170315" y="56026"/>
                </a:moveTo>
                <a:lnTo>
                  <a:pt x="166698" y="56026"/>
                </a:lnTo>
                <a:lnTo>
                  <a:pt x="166261" y="56839"/>
                </a:lnTo>
                <a:lnTo>
                  <a:pt x="166635" y="56413"/>
                </a:lnTo>
                <a:lnTo>
                  <a:pt x="170382" y="56413"/>
                </a:lnTo>
                <a:lnTo>
                  <a:pt x="170315" y="56026"/>
                </a:lnTo>
                <a:close/>
              </a:path>
              <a:path w="172085" h="281939">
                <a:moveTo>
                  <a:pt x="19306" y="20819"/>
                </a:moveTo>
                <a:lnTo>
                  <a:pt x="18186" y="23823"/>
                </a:lnTo>
                <a:lnTo>
                  <a:pt x="19053" y="22436"/>
                </a:lnTo>
                <a:lnTo>
                  <a:pt x="19306" y="20819"/>
                </a:lnTo>
                <a:close/>
              </a:path>
              <a:path w="172085" h="281939">
                <a:moveTo>
                  <a:pt x="19053" y="22436"/>
                </a:moveTo>
                <a:lnTo>
                  <a:pt x="18186" y="23823"/>
                </a:lnTo>
                <a:lnTo>
                  <a:pt x="18836" y="23823"/>
                </a:lnTo>
                <a:lnTo>
                  <a:pt x="19053" y="22436"/>
                </a:lnTo>
                <a:close/>
              </a:path>
              <a:path w="172085" h="281939">
                <a:moveTo>
                  <a:pt x="20064" y="20819"/>
                </a:moveTo>
                <a:lnTo>
                  <a:pt x="19306" y="20819"/>
                </a:lnTo>
                <a:lnTo>
                  <a:pt x="19053" y="22436"/>
                </a:lnTo>
                <a:lnTo>
                  <a:pt x="20064" y="20819"/>
                </a:lnTo>
                <a:close/>
              </a:path>
              <a:path w="172085" h="281939">
                <a:moveTo>
                  <a:pt x="21942" y="17814"/>
                </a:moveTo>
                <a:lnTo>
                  <a:pt x="21463" y="18347"/>
                </a:lnTo>
                <a:lnTo>
                  <a:pt x="21009" y="18917"/>
                </a:lnTo>
                <a:lnTo>
                  <a:pt x="21252" y="18917"/>
                </a:lnTo>
                <a:lnTo>
                  <a:pt x="21942" y="17814"/>
                </a:lnTo>
                <a:close/>
              </a:path>
              <a:path w="172085" h="281939">
                <a:moveTo>
                  <a:pt x="22425" y="17501"/>
                </a:moveTo>
                <a:lnTo>
                  <a:pt x="22137" y="17501"/>
                </a:lnTo>
                <a:lnTo>
                  <a:pt x="21608" y="18347"/>
                </a:lnTo>
                <a:lnTo>
                  <a:pt x="22425" y="1750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7" name="object 7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929212" y="4393865"/>
            <a:ext cx="574288" cy="264463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891914" y="4526527"/>
            <a:ext cx="827003" cy="390874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64445" y="3684576"/>
            <a:ext cx="252786" cy="18344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52212" y="3677637"/>
            <a:ext cx="466717" cy="214243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22080" y="3659649"/>
            <a:ext cx="334885" cy="208420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335185" y="3643758"/>
            <a:ext cx="245570" cy="11698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50369" y="3716403"/>
            <a:ext cx="128245" cy="139244"/>
          </a:xfrm>
          <a:prstGeom prst="rect">
            <a:avLst/>
          </a:prstGeom>
        </p:spPr>
      </p:pic>
      <p:sp>
        <p:nvSpPr>
          <p:cNvPr id="84" name="object 84"/>
          <p:cNvSpPr/>
          <p:nvPr/>
        </p:nvSpPr>
        <p:spPr>
          <a:xfrm>
            <a:off x="285484" y="6861011"/>
            <a:ext cx="53340" cy="121285"/>
          </a:xfrm>
          <a:custGeom>
            <a:avLst/>
            <a:gdLst/>
            <a:ahLst/>
            <a:cxnLst/>
            <a:rect l="l" t="t" r="r" b="b"/>
            <a:pathLst>
              <a:path w="53339" h="121284">
                <a:moveTo>
                  <a:pt x="24202" y="27585"/>
                </a:moveTo>
                <a:lnTo>
                  <a:pt x="7974" y="27585"/>
                </a:lnTo>
                <a:lnTo>
                  <a:pt x="8100" y="28323"/>
                </a:lnTo>
                <a:lnTo>
                  <a:pt x="8360" y="29024"/>
                </a:lnTo>
                <a:lnTo>
                  <a:pt x="8220" y="29024"/>
                </a:lnTo>
                <a:lnTo>
                  <a:pt x="9913" y="38933"/>
                </a:lnTo>
                <a:lnTo>
                  <a:pt x="13197" y="56451"/>
                </a:lnTo>
                <a:lnTo>
                  <a:pt x="13810" y="58359"/>
                </a:lnTo>
                <a:lnTo>
                  <a:pt x="21383" y="74587"/>
                </a:lnTo>
                <a:lnTo>
                  <a:pt x="29848" y="94049"/>
                </a:lnTo>
                <a:lnTo>
                  <a:pt x="32082" y="99109"/>
                </a:lnTo>
                <a:lnTo>
                  <a:pt x="37893" y="116536"/>
                </a:lnTo>
                <a:lnTo>
                  <a:pt x="38483" y="117525"/>
                </a:lnTo>
                <a:lnTo>
                  <a:pt x="39798" y="119042"/>
                </a:lnTo>
                <a:lnTo>
                  <a:pt x="40734" y="119736"/>
                </a:lnTo>
                <a:lnTo>
                  <a:pt x="42516" y="120628"/>
                </a:lnTo>
                <a:lnTo>
                  <a:pt x="43594" y="120923"/>
                </a:lnTo>
                <a:lnTo>
                  <a:pt x="46667" y="120923"/>
                </a:lnTo>
                <a:lnTo>
                  <a:pt x="53065" y="111479"/>
                </a:lnTo>
                <a:lnTo>
                  <a:pt x="47258" y="94049"/>
                </a:lnTo>
                <a:lnTo>
                  <a:pt x="47005" y="93389"/>
                </a:lnTo>
                <a:lnTo>
                  <a:pt x="35970" y="68017"/>
                </a:lnTo>
                <a:lnTo>
                  <a:pt x="29197" y="53503"/>
                </a:lnTo>
                <a:lnTo>
                  <a:pt x="28920" y="53503"/>
                </a:lnTo>
                <a:lnTo>
                  <a:pt x="28306" y="51596"/>
                </a:lnTo>
                <a:lnTo>
                  <a:pt x="28562" y="51596"/>
                </a:lnTo>
                <a:lnTo>
                  <a:pt x="25658" y="36114"/>
                </a:lnTo>
                <a:lnTo>
                  <a:pt x="24448" y="29024"/>
                </a:lnTo>
                <a:lnTo>
                  <a:pt x="8360" y="29024"/>
                </a:lnTo>
                <a:lnTo>
                  <a:pt x="8172" y="28323"/>
                </a:lnTo>
                <a:lnTo>
                  <a:pt x="24328" y="28323"/>
                </a:lnTo>
                <a:lnTo>
                  <a:pt x="24202" y="27585"/>
                </a:lnTo>
                <a:close/>
              </a:path>
              <a:path w="53339" h="121284">
                <a:moveTo>
                  <a:pt x="28306" y="51596"/>
                </a:moveTo>
                <a:lnTo>
                  <a:pt x="28920" y="53503"/>
                </a:lnTo>
                <a:lnTo>
                  <a:pt x="28734" y="52512"/>
                </a:lnTo>
                <a:lnTo>
                  <a:pt x="28306" y="51596"/>
                </a:lnTo>
                <a:close/>
              </a:path>
              <a:path w="53339" h="121284">
                <a:moveTo>
                  <a:pt x="28734" y="52512"/>
                </a:moveTo>
                <a:lnTo>
                  <a:pt x="28920" y="53503"/>
                </a:lnTo>
                <a:lnTo>
                  <a:pt x="29197" y="53503"/>
                </a:lnTo>
                <a:lnTo>
                  <a:pt x="28734" y="52512"/>
                </a:lnTo>
                <a:close/>
              </a:path>
              <a:path w="53339" h="121284">
                <a:moveTo>
                  <a:pt x="28562" y="51596"/>
                </a:moveTo>
                <a:lnTo>
                  <a:pt x="28306" y="51596"/>
                </a:lnTo>
                <a:lnTo>
                  <a:pt x="28734" y="52512"/>
                </a:lnTo>
                <a:lnTo>
                  <a:pt x="28562" y="51596"/>
                </a:lnTo>
                <a:close/>
              </a:path>
              <a:path w="53339" h="121284">
                <a:moveTo>
                  <a:pt x="9505" y="0"/>
                </a:moveTo>
                <a:lnTo>
                  <a:pt x="6296" y="0"/>
                </a:lnTo>
                <a:lnTo>
                  <a:pt x="5293" y="274"/>
                </a:lnTo>
                <a:lnTo>
                  <a:pt x="0" y="6377"/>
                </a:lnTo>
                <a:lnTo>
                  <a:pt x="20" y="9524"/>
                </a:lnTo>
                <a:lnTo>
                  <a:pt x="295" y="10528"/>
                </a:lnTo>
                <a:lnTo>
                  <a:pt x="1965" y="13874"/>
                </a:lnTo>
                <a:lnTo>
                  <a:pt x="4802" y="19443"/>
                </a:lnTo>
                <a:lnTo>
                  <a:pt x="8100" y="28323"/>
                </a:lnTo>
                <a:lnTo>
                  <a:pt x="7974" y="27585"/>
                </a:lnTo>
                <a:lnTo>
                  <a:pt x="24202" y="27585"/>
                </a:lnTo>
                <a:lnTo>
                  <a:pt x="23742" y="24894"/>
                </a:lnTo>
                <a:lnTo>
                  <a:pt x="11455" y="650"/>
                </a:lnTo>
                <a:lnTo>
                  <a:pt x="950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10959" y="6718642"/>
            <a:ext cx="112395" cy="349250"/>
          </a:xfrm>
          <a:custGeom>
            <a:avLst/>
            <a:gdLst/>
            <a:ahLst/>
            <a:cxnLst/>
            <a:rect l="l" t="t" r="r" b="b"/>
            <a:pathLst>
              <a:path w="112395" h="349250">
                <a:moveTo>
                  <a:pt x="101384" y="59436"/>
                </a:moveTo>
                <a:lnTo>
                  <a:pt x="94449" y="52501"/>
                </a:lnTo>
                <a:lnTo>
                  <a:pt x="92329" y="52501"/>
                </a:lnTo>
                <a:lnTo>
                  <a:pt x="85394" y="59436"/>
                </a:lnTo>
                <a:lnTo>
                  <a:pt x="85394" y="61556"/>
                </a:lnTo>
                <a:lnTo>
                  <a:pt x="92329" y="68503"/>
                </a:lnTo>
                <a:lnTo>
                  <a:pt x="94449" y="68503"/>
                </a:lnTo>
                <a:lnTo>
                  <a:pt x="101384" y="61556"/>
                </a:lnTo>
                <a:lnTo>
                  <a:pt x="101384" y="60502"/>
                </a:lnTo>
                <a:lnTo>
                  <a:pt x="101384" y="59436"/>
                </a:lnTo>
                <a:close/>
              </a:path>
              <a:path w="112395" h="349250">
                <a:moveTo>
                  <a:pt x="112255" y="337058"/>
                </a:moveTo>
                <a:lnTo>
                  <a:pt x="111988" y="336042"/>
                </a:lnTo>
                <a:lnTo>
                  <a:pt x="111074" y="334137"/>
                </a:lnTo>
                <a:lnTo>
                  <a:pt x="110439" y="333311"/>
                </a:lnTo>
                <a:lnTo>
                  <a:pt x="110007" y="332930"/>
                </a:lnTo>
                <a:lnTo>
                  <a:pt x="109855" y="332790"/>
                </a:lnTo>
                <a:lnTo>
                  <a:pt x="108915" y="331952"/>
                </a:lnTo>
                <a:lnTo>
                  <a:pt x="107962" y="331368"/>
                </a:lnTo>
                <a:lnTo>
                  <a:pt x="105956" y="330682"/>
                </a:lnTo>
                <a:lnTo>
                  <a:pt x="102438" y="330682"/>
                </a:lnTo>
                <a:lnTo>
                  <a:pt x="67665" y="332740"/>
                </a:lnTo>
                <a:lnTo>
                  <a:pt x="59677" y="331127"/>
                </a:lnTo>
                <a:lnTo>
                  <a:pt x="57429" y="330682"/>
                </a:lnTo>
                <a:lnTo>
                  <a:pt x="58318" y="331127"/>
                </a:lnTo>
                <a:lnTo>
                  <a:pt x="57404" y="330682"/>
                </a:lnTo>
                <a:lnTo>
                  <a:pt x="44881" y="324535"/>
                </a:lnTo>
                <a:lnTo>
                  <a:pt x="43853" y="324027"/>
                </a:lnTo>
                <a:lnTo>
                  <a:pt x="43446" y="323735"/>
                </a:lnTo>
                <a:lnTo>
                  <a:pt x="37922" y="319786"/>
                </a:lnTo>
                <a:lnTo>
                  <a:pt x="37274" y="319316"/>
                </a:lnTo>
                <a:lnTo>
                  <a:pt x="36880" y="318935"/>
                </a:lnTo>
                <a:lnTo>
                  <a:pt x="32169" y="314223"/>
                </a:lnTo>
                <a:lnTo>
                  <a:pt x="31635" y="313690"/>
                </a:lnTo>
                <a:lnTo>
                  <a:pt x="31305" y="313220"/>
                </a:lnTo>
                <a:lnTo>
                  <a:pt x="26543" y="306565"/>
                </a:lnTo>
                <a:lnTo>
                  <a:pt x="26390" y="306031"/>
                </a:lnTo>
                <a:lnTo>
                  <a:pt x="23520" y="300291"/>
                </a:lnTo>
                <a:lnTo>
                  <a:pt x="23152" y="299567"/>
                </a:lnTo>
                <a:lnTo>
                  <a:pt x="22961" y="298881"/>
                </a:lnTo>
                <a:lnTo>
                  <a:pt x="18046" y="281292"/>
                </a:lnTo>
                <a:lnTo>
                  <a:pt x="17818" y="280517"/>
                </a:lnTo>
                <a:lnTo>
                  <a:pt x="17767" y="279768"/>
                </a:lnTo>
                <a:lnTo>
                  <a:pt x="16065" y="258191"/>
                </a:lnTo>
                <a:lnTo>
                  <a:pt x="15989" y="178841"/>
                </a:lnTo>
                <a:lnTo>
                  <a:pt x="17081" y="92557"/>
                </a:lnTo>
                <a:lnTo>
                  <a:pt x="19227" y="36804"/>
                </a:lnTo>
                <a:lnTo>
                  <a:pt x="19265" y="35623"/>
                </a:lnTo>
                <a:lnTo>
                  <a:pt x="19469" y="35013"/>
                </a:lnTo>
                <a:lnTo>
                  <a:pt x="20548" y="29298"/>
                </a:lnTo>
                <a:lnTo>
                  <a:pt x="20777" y="28054"/>
                </a:lnTo>
                <a:lnTo>
                  <a:pt x="21666" y="26606"/>
                </a:lnTo>
                <a:lnTo>
                  <a:pt x="23164" y="24155"/>
                </a:lnTo>
                <a:lnTo>
                  <a:pt x="23761" y="23190"/>
                </a:lnTo>
                <a:lnTo>
                  <a:pt x="25946" y="21704"/>
                </a:lnTo>
                <a:lnTo>
                  <a:pt x="28003" y="20320"/>
                </a:lnTo>
                <a:lnTo>
                  <a:pt x="28498" y="19977"/>
                </a:lnTo>
                <a:lnTo>
                  <a:pt x="31965" y="19164"/>
                </a:lnTo>
                <a:lnTo>
                  <a:pt x="36461" y="18097"/>
                </a:lnTo>
                <a:lnTo>
                  <a:pt x="36118" y="18097"/>
                </a:lnTo>
                <a:lnTo>
                  <a:pt x="60172" y="15811"/>
                </a:lnTo>
                <a:lnTo>
                  <a:pt x="66306" y="9283"/>
                </a:lnTo>
                <a:lnTo>
                  <a:pt x="66217" y="6134"/>
                </a:lnTo>
                <a:lnTo>
                  <a:pt x="59690" y="0"/>
                </a:lnTo>
                <a:lnTo>
                  <a:pt x="57518" y="0"/>
                </a:lnTo>
                <a:lnTo>
                  <a:pt x="34607" y="2171"/>
                </a:lnTo>
                <a:lnTo>
                  <a:pt x="32893" y="2463"/>
                </a:lnTo>
                <a:lnTo>
                  <a:pt x="33083" y="2463"/>
                </a:lnTo>
                <a:lnTo>
                  <a:pt x="23393" y="4749"/>
                </a:lnTo>
                <a:lnTo>
                  <a:pt x="1092" y="92151"/>
                </a:lnTo>
                <a:lnTo>
                  <a:pt x="0" y="178841"/>
                </a:lnTo>
                <a:lnTo>
                  <a:pt x="25" y="258191"/>
                </a:lnTo>
                <a:lnTo>
                  <a:pt x="1714" y="279768"/>
                </a:lnTo>
                <a:lnTo>
                  <a:pt x="1841" y="281292"/>
                </a:lnTo>
                <a:lnTo>
                  <a:pt x="1930" y="282549"/>
                </a:lnTo>
                <a:lnTo>
                  <a:pt x="18999" y="323519"/>
                </a:lnTo>
                <a:lnTo>
                  <a:pt x="51269" y="345490"/>
                </a:lnTo>
                <a:lnTo>
                  <a:pt x="53479" y="346240"/>
                </a:lnTo>
                <a:lnTo>
                  <a:pt x="53670" y="346240"/>
                </a:lnTo>
                <a:lnTo>
                  <a:pt x="65544" y="348615"/>
                </a:lnTo>
                <a:lnTo>
                  <a:pt x="105867" y="346506"/>
                </a:lnTo>
                <a:lnTo>
                  <a:pt x="112242" y="340194"/>
                </a:lnTo>
                <a:lnTo>
                  <a:pt x="112255" y="33705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34301" y="6725160"/>
            <a:ext cx="139065" cy="316230"/>
          </a:xfrm>
          <a:custGeom>
            <a:avLst/>
            <a:gdLst/>
            <a:ahLst/>
            <a:cxnLst/>
            <a:rect l="l" t="t" r="r" b="b"/>
            <a:pathLst>
              <a:path w="139065" h="316229">
                <a:moveTo>
                  <a:pt x="137771" y="211246"/>
                </a:moveTo>
                <a:lnTo>
                  <a:pt x="121945" y="211246"/>
                </a:lnTo>
                <a:lnTo>
                  <a:pt x="121634" y="212162"/>
                </a:lnTo>
                <a:lnTo>
                  <a:pt x="121550" y="213126"/>
                </a:lnTo>
                <a:lnTo>
                  <a:pt x="121307" y="213126"/>
                </a:lnTo>
                <a:lnTo>
                  <a:pt x="120198" y="216391"/>
                </a:lnTo>
                <a:lnTo>
                  <a:pt x="118734" y="220995"/>
                </a:lnTo>
                <a:lnTo>
                  <a:pt x="114865" y="228403"/>
                </a:lnTo>
                <a:lnTo>
                  <a:pt x="113690" y="230812"/>
                </a:lnTo>
                <a:lnTo>
                  <a:pt x="107120" y="240070"/>
                </a:lnTo>
                <a:lnTo>
                  <a:pt x="106747" y="240690"/>
                </a:lnTo>
                <a:lnTo>
                  <a:pt x="97588" y="250860"/>
                </a:lnTo>
                <a:lnTo>
                  <a:pt x="65516" y="282950"/>
                </a:lnTo>
                <a:lnTo>
                  <a:pt x="47296" y="303451"/>
                </a:lnTo>
                <a:lnTo>
                  <a:pt x="46770" y="304349"/>
                </a:lnTo>
                <a:lnTo>
                  <a:pt x="46075" y="306351"/>
                </a:lnTo>
                <a:lnTo>
                  <a:pt x="46057" y="309498"/>
                </a:lnTo>
                <a:lnTo>
                  <a:pt x="46320" y="310506"/>
                </a:lnTo>
                <a:lnTo>
                  <a:pt x="52772" y="316016"/>
                </a:lnTo>
                <a:lnTo>
                  <a:pt x="55029" y="316016"/>
                </a:lnTo>
                <a:lnTo>
                  <a:pt x="56512" y="315629"/>
                </a:lnTo>
                <a:lnTo>
                  <a:pt x="58420" y="314704"/>
                </a:lnTo>
                <a:lnTo>
                  <a:pt x="59250" y="314076"/>
                </a:lnTo>
                <a:lnTo>
                  <a:pt x="77472" y="293579"/>
                </a:lnTo>
                <a:lnTo>
                  <a:pt x="108899" y="262171"/>
                </a:lnTo>
                <a:lnTo>
                  <a:pt x="132913" y="228403"/>
                </a:lnTo>
                <a:lnTo>
                  <a:pt x="137607" y="213126"/>
                </a:lnTo>
                <a:lnTo>
                  <a:pt x="121550" y="213126"/>
                </a:lnTo>
                <a:lnTo>
                  <a:pt x="121753" y="212162"/>
                </a:lnTo>
                <a:lnTo>
                  <a:pt x="137691" y="212162"/>
                </a:lnTo>
                <a:lnTo>
                  <a:pt x="137771" y="211246"/>
                </a:lnTo>
                <a:close/>
              </a:path>
              <a:path w="139065" h="316229">
                <a:moveTo>
                  <a:pt x="122567" y="201429"/>
                </a:moveTo>
                <a:lnTo>
                  <a:pt x="121714" y="211246"/>
                </a:lnTo>
                <a:lnTo>
                  <a:pt x="121634" y="212162"/>
                </a:lnTo>
                <a:lnTo>
                  <a:pt x="121945" y="211246"/>
                </a:lnTo>
                <a:lnTo>
                  <a:pt x="137771" y="211246"/>
                </a:lnTo>
                <a:lnTo>
                  <a:pt x="138547" y="202319"/>
                </a:lnTo>
                <a:lnTo>
                  <a:pt x="122690" y="202319"/>
                </a:lnTo>
                <a:lnTo>
                  <a:pt x="122567" y="201429"/>
                </a:lnTo>
                <a:close/>
              </a:path>
              <a:path w="139065" h="316229">
                <a:moveTo>
                  <a:pt x="138547" y="200534"/>
                </a:moveTo>
                <a:lnTo>
                  <a:pt x="122645" y="200534"/>
                </a:lnTo>
                <a:lnTo>
                  <a:pt x="122690" y="202319"/>
                </a:lnTo>
                <a:lnTo>
                  <a:pt x="138547" y="202319"/>
                </a:lnTo>
                <a:lnTo>
                  <a:pt x="138547" y="200534"/>
                </a:lnTo>
                <a:close/>
              </a:path>
              <a:path w="139065" h="316229">
                <a:moveTo>
                  <a:pt x="9056" y="0"/>
                </a:moveTo>
                <a:lnTo>
                  <a:pt x="6936" y="0"/>
                </a:lnTo>
                <a:lnTo>
                  <a:pt x="5915" y="203"/>
                </a:lnTo>
                <a:lnTo>
                  <a:pt x="0" y="6936"/>
                </a:lnTo>
                <a:lnTo>
                  <a:pt x="0" y="9057"/>
                </a:lnTo>
                <a:lnTo>
                  <a:pt x="23230" y="33449"/>
                </a:lnTo>
                <a:lnTo>
                  <a:pt x="48316" y="58540"/>
                </a:lnTo>
                <a:lnTo>
                  <a:pt x="75524" y="87843"/>
                </a:lnTo>
                <a:lnTo>
                  <a:pt x="75999" y="88277"/>
                </a:lnTo>
                <a:lnTo>
                  <a:pt x="81590" y="95791"/>
                </a:lnTo>
                <a:lnTo>
                  <a:pt x="88611" y="108007"/>
                </a:lnTo>
                <a:lnTo>
                  <a:pt x="103997" y="140845"/>
                </a:lnTo>
                <a:lnTo>
                  <a:pt x="106740" y="146658"/>
                </a:lnTo>
                <a:lnTo>
                  <a:pt x="113506" y="163997"/>
                </a:lnTo>
                <a:lnTo>
                  <a:pt x="115259" y="168394"/>
                </a:lnTo>
                <a:lnTo>
                  <a:pt x="119793" y="184263"/>
                </a:lnTo>
                <a:lnTo>
                  <a:pt x="120500" y="186444"/>
                </a:lnTo>
                <a:lnTo>
                  <a:pt x="122389" y="200134"/>
                </a:lnTo>
                <a:lnTo>
                  <a:pt x="122444" y="200534"/>
                </a:lnTo>
                <a:lnTo>
                  <a:pt x="122567" y="201429"/>
                </a:lnTo>
                <a:lnTo>
                  <a:pt x="122645" y="200534"/>
                </a:lnTo>
                <a:lnTo>
                  <a:pt x="138547" y="200534"/>
                </a:lnTo>
                <a:lnTo>
                  <a:pt x="130401" y="163287"/>
                </a:lnTo>
                <a:lnTo>
                  <a:pt x="103096" y="101220"/>
                </a:lnTo>
                <a:lnTo>
                  <a:pt x="59839" y="47439"/>
                </a:lnTo>
                <a:lnTo>
                  <a:pt x="20001" y="8689"/>
                </a:lnTo>
                <a:lnTo>
                  <a:pt x="12901" y="1592"/>
                </a:lnTo>
                <a:lnTo>
                  <a:pt x="12036" y="1014"/>
                </a:lnTo>
                <a:lnTo>
                  <a:pt x="10076" y="203"/>
                </a:lnTo>
                <a:lnTo>
                  <a:pt x="905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738199" y="7206819"/>
            <a:ext cx="280670" cy="39370"/>
          </a:xfrm>
          <a:custGeom>
            <a:avLst/>
            <a:gdLst/>
            <a:ahLst/>
            <a:cxnLst/>
            <a:rect l="l" t="t" r="r" b="b"/>
            <a:pathLst>
              <a:path w="280669" h="39370">
                <a:moveTo>
                  <a:pt x="63030" y="0"/>
                </a:moveTo>
                <a:lnTo>
                  <a:pt x="6898" y="0"/>
                </a:lnTo>
                <a:lnTo>
                  <a:pt x="5915" y="195"/>
                </a:lnTo>
                <a:lnTo>
                  <a:pt x="0" y="6927"/>
                </a:lnTo>
                <a:lnTo>
                  <a:pt x="0" y="9048"/>
                </a:lnTo>
                <a:lnTo>
                  <a:pt x="6949" y="15986"/>
                </a:lnTo>
                <a:lnTo>
                  <a:pt x="62443" y="15986"/>
                </a:lnTo>
                <a:lnTo>
                  <a:pt x="118216" y="18522"/>
                </a:lnTo>
                <a:lnTo>
                  <a:pt x="155413" y="21365"/>
                </a:lnTo>
                <a:lnTo>
                  <a:pt x="222984" y="29889"/>
                </a:lnTo>
                <a:lnTo>
                  <a:pt x="242613" y="32750"/>
                </a:lnTo>
                <a:lnTo>
                  <a:pt x="271884" y="38928"/>
                </a:lnTo>
                <a:lnTo>
                  <a:pt x="272870" y="38928"/>
                </a:lnTo>
                <a:lnTo>
                  <a:pt x="280488" y="31487"/>
                </a:lnTo>
                <a:lnTo>
                  <a:pt x="280395" y="29889"/>
                </a:lnTo>
                <a:lnTo>
                  <a:pt x="225155" y="14042"/>
                </a:lnTo>
                <a:lnTo>
                  <a:pt x="156721" y="5416"/>
                </a:lnTo>
                <a:lnTo>
                  <a:pt x="118971" y="2542"/>
                </a:lnTo>
                <a:lnTo>
                  <a:pt x="6303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384011" y="7219530"/>
            <a:ext cx="443230" cy="26670"/>
          </a:xfrm>
          <a:custGeom>
            <a:avLst/>
            <a:gdLst/>
            <a:ahLst/>
            <a:cxnLst/>
            <a:rect l="l" t="t" r="r" b="b"/>
            <a:pathLst>
              <a:path w="443229" h="26670">
                <a:moveTo>
                  <a:pt x="370724" y="0"/>
                </a:moveTo>
                <a:lnTo>
                  <a:pt x="29569" y="0"/>
                </a:lnTo>
                <a:lnTo>
                  <a:pt x="28167" y="133"/>
                </a:lnTo>
                <a:lnTo>
                  <a:pt x="357" y="15847"/>
                </a:lnTo>
                <a:lnTo>
                  <a:pt x="257" y="16352"/>
                </a:lnTo>
                <a:lnTo>
                  <a:pt x="148" y="16897"/>
                </a:lnTo>
                <a:lnTo>
                  <a:pt x="76" y="17255"/>
                </a:lnTo>
                <a:lnTo>
                  <a:pt x="0" y="18674"/>
                </a:lnTo>
                <a:lnTo>
                  <a:pt x="209" y="19733"/>
                </a:lnTo>
                <a:lnTo>
                  <a:pt x="295" y="20166"/>
                </a:lnTo>
                <a:lnTo>
                  <a:pt x="7520" y="26211"/>
                </a:lnTo>
                <a:lnTo>
                  <a:pt x="8561" y="26211"/>
                </a:lnTo>
                <a:lnTo>
                  <a:pt x="10641" y="25800"/>
                </a:lnTo>
                <a:lnTo>
                  <a:pt x="11602" y="25403"/>
                </a:lnTo>
                <a:lnTo>
                  <a:pt x="20114" y="19733"/>
                </a:lnTo>
                <a:lnTo>
                  <a:pt x="22238" y="18674"/>
                </a:lnTo>
                <a:lnTo>
                  <a:pt x="24957" y="17255"/>
                </a:lnTo>
                <a:lnTo>
                  <a:pt x="24090" y="17255"/>
                </a:lnTo>
                <a:lnTo>
                  <a:pt x="26689" y="16352"/>
                </a:lnTo>
                <a:lnTo>
                  <a:pt x="28506" y="16352"/>
                </a:lnTo>
                <a:lnTo>
                  <a:pt x="30293" y="16012"/>
                </a:lnTo>
                <a:lnTo>
                  <a:pt x="29438" y="16012"/>
                </a:lnTo>
                <a:lnTo>
                  <a:pt x="31160" y="15847"/>
                </a:lnTo>
                <a:lnTo>
                  <a:pt x="442801" y="15847"/>
                </a:lnTo>
                <a:lnTo>
                  <a:pt x="443064" y="15021"/>
                </a:lnTo>
                <a:lnTo>
                  <a:pt x="443184" y="13967"/>
                </a:lnTo>
                <a:lnTo>
                  <a:pt x="443212" y="11877"/>
                </a:lnTo>
                <a:lnTo>
                  <a:pt x="442624" y="9839"/>
                </a:lnTo>
                <a:lnTo>
                  <a:pt x="402910" y="1404"/>
                </a:lnTo>
                <a:lnTo>
                  <a:pt x="404790" y="1404"/>
                </a:lnTo>
                <a:lnTo>
                  <a:pt x="370724" y="0"/>
                </a:lnTo>
                <a:close/>
              </a:path>
              <a:path w="443229" h="26670">
                <a:moveTo>
                  <a:pt x="442801" y="15847"/>
                </a:moveTo>
                <a:lnTo>
                  <a:pt x="31160" y="15847"/>
                </a:lnTo>
                <a:lnTo>
                  <a:pt x="30293" y="16012"/>
                </a:lnTo>
                <a:lnTo>
                  <a:pt x="370833" y="16012"/>
                </a:lnTo>
                <a:lnTo>
                  <a:pt x="400897" y="17255"/>
                </a:lnTo>
                <a:lnTo>
                  <a:pt x="400719" y="17255"/>
                </a:lnTo>
                <a:lnTo>
                  <a:pt x="434594" y="21052"/>
                </a:lnTo>
                <a:lnTo>
                  <a:pt x="436435" y="21052"/>
                </a:lnTo>
                <a:lnTo>
                  <a:pt x="442748" y="16012"/>
                </a:lnTo>
                <a:lnTo>
                  <a:pt x="442801" y="15847"/>
                </a:lnTo>
                <a:close/>
              </a:path>
              <a:path w="443229" h="26670">
                <a:moveTo>
                  <a:pt x="26689" y="16352"/>
                </a:moveTo>
                <a:lnTo>
                  <a:pt x="24090" y="17255"/>
                </a:lnTo>
                <a:lnTo>
                  <a:pt x="23765" y="17255"/>
                </a:lnTo>
                <a:lnTo>
                  <a:pt x="25643" y="16897"/>
                </a:lnTo>
                <a:lnTo>
                  <a:pt x="26689" y="16352"/>
                </a:lnTo>
                <a:close/>
              </a:path>
              <a:path w="443229" h="26670">
                <a:moveTo>
                  <a:pt x="25643" y="16897"/>
                </a:moveTo>
                <a:lnTo>
                  <a:pt x="23765" y="17255"/>
                </a:lnTo>
                <a:lnTo>
                  <a:pt x="24957" y="17255"/>
                </a:lnTo>
                <a:lnTo>
                  <a:pt x="25643" y="16897"/>
                </a:lnTo>
                <a:close/>
              </a:path>
              <a:path w="443229" h="26670">
                <a:moveTo>
                  <a:pt x="28506" y="16352"/>
                </a:moveTo>
                <a:lnTo>
                  <a:pt x="26689" y="16352"/>
                </a:lnTo>
                <a:lnTo>
                  <a:pt x="25643" y="16897"/>
                </a:lnTo>
                <a:lnTo>
                  <a:pt x="28506" y="16352"/>
                </a:lnTo>
                <a:close/>
              </a:path>
              <a:path w="443229" h="26670">
                <a:moveTo>
                  <a:pt x="31160" y="15847"/>
                </a:moveTo>
                <a:lnTo>
                  <a:pt x="29438" y="16012"/>
                </a:lnTo>
                <a:lnTo>
                  <a:pt x="30293" y="16012"/>
                </a:lnTo>
                <a:lnTo>
                  <a:pt x="31160" y="1584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164696" y="7194102"/>
            <a:ext cx="267970" cy="21590"/>
          </a:xfrm>
          <a:custGeom>
            <a:avLst/>
            <a:gdLst/>
            <a:ahLst/>
            <a:cxnLst/>
            <a:rect l="l" t="t" r="r" b="b"/>
            <a:pathLst>
              <a:path w="267970" h="21590">
                <a:moveTo>
                  <a:pt x="251972" y="18588"/>
                </a:moveTo>
                <a:lnTo>
                  <a:pt x="257745" y="20895"/>
                </a:lnTo>
                <a:lnTo>
                  <a:pt x="258768" y="21085"/>
                </a:lnTo>
                <a:lnTo>
                  <a:pt x="260762" y="21085"/>
                </a:lnTo>
                <a:lnTo>
                  <a:pt x="261664" y="20895"/>
                </a:lnTo>
                <a:lnTo>
                  <a:pt x="263855" y="20008"/>
                </a:lnTo>
                <a:lnTo>
                  <a:pt x="264713" y="19420"/>
                </a:lnTo>
                <a:lnTo>
                  <a:pt x="265386" y="18731"/>
                </a:lnTo>
                <a:lnTo>
                  <a:pt x="252785" y="18731"/>
                </a:lnTo>
                <a:lnTo>
                  <a:pt x="251972" y="18588"/>
                </a:lnTo>
                <a:close/>
              </a:path>
              <a:path w="267970" h="21590">
                <a:moveTo>
                  <a:pt x="251198" y="18279"/>
                </a:moveTo>
                <a:lnTo>
                  <a:pt x="251972" y="18588"/>
                </a:lnTo>
                <a:lnTo>
                  <a:pt x="252785" y="18731"/>
                </a:lnTo>
                <a:lnTo>
                  <a:pt x="251198" y="18279"/>
                </a:lnTo>
                <a:close/>
              </a:path>
              <a:path w="267970" h="21590">
                <a:moveTo>
                  <a:pt x="265827" y="18279"/>
                </a:moveTo>
                <a:lnTo>
                  <a:pt x="251198" y="18279"/>
                </a:lnTo>
                <a:lnTo>
                  <a:pt x="252785" y="18731"/>
                </a:lnTo>
                <a:lnTo>
                  <a:pt x="265386" y="18731"/>
                </a:lnTo>
                <a:lnTo>
                  <a:pt x="265827" y="18279"/>
                </a:lnTo>
                <a:close/>
              </a:path>
              <a:path w="267970" h="21590">
                <a:moveTo>
                  <a:pt x="216858" y="0"/>
                </a:moveTo>
                <a:lnTo>
                  <a:pt x="6909" y="0"/>
                </a:lnTo>
                <a:lnTo>
                  <a:pt x="5915" y="198"/>
                </a:lnTo>
                <a:lnTo>
                  <a:pt x="176" y="6046"/>
                </a:lnTo>
                <a:lnTo>
                  <a:pt x="63" y="6612"/>
                </a:lnTo>
                <a:lnTo>
                  <a:pt x="6948" y="15990"/>
                </a:lnTo>
                <a:lnTo>
                  <a:pt x="216377" y="15990"/>
                </a:lnTo>
                <a:lnTo>
                  <a:pt x="244754" y="17251"/>
                </a:lnTo>
                <a:lnTo>
                  <a:pt x="244357" y="17251"/>
                </a:lnTo>
                <a:lnTo>
                  <a:pt x="251972" y="18588"/>
                </a:lnTo>
                <a:lnTo>
                  <a:pt x="251198" y="18279"/>
                </a:lnTo>
                <a:lnTo>
                  <a:pt x="265827" y="18279"/>
                </a:lnTo>
                <a:lnTo>
                  <a:pt x="267714" y="12030"/>
                </a:lnTo>
                <a:lnTo>
                  <a:pt x="267498" y="10901"/>
                </a:lnTo>
                <a:lnTo>
                  <a:pt x="255943" y="3086"/>
                </a:lnTo>
                <a:lnTo>
                  <a:pt x="256186" y="3086"/>
                </a:lnTo>
                <a:lnTo>
                  <a:pt x="246491" y="1383"/>
                </a:lnTo>
                <a:lnTo>
                  <a:pt x="247980" y="1383"/>
                </a:lnTo>
                <a:lnTo>
                  <a:pt x="21685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0" name="object 9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44721" y="6823176"/>
            <a:ext cx="1419394" cy="783590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785042" y="6972441"/>
            <a:ext cx="142008" cy="125962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471868" y="7704805"/>
            <a:ext cx="768543" cy="401060"/>
          </a:xfrm>
          <a:prstGeom prst="rect">
            <a:avLst/>
          </a:prstGeom>
        </p:spPr>
      </p:pic>
      <p:sp>
        <p:nvSpPr>
          <p:cNvPr id="93" name="object 93"/>
          <p:cNvSpPr/>
          <p:nvPr/>
        </p:nvSpPr>
        <p:spPr>
          <a:xfrm>
            <a:off x="3514826" y="6957417"/>
            <a:ext cx="304165" cy="53975"/>
          </a:xfrm>
          <a:custGeom>
            <a:avLst/>
            <a:gdLst/>
            <a:ahLst/>
            <a:cxnLst/>
            <a:rect l="l" t="t" r="r" b="b"/>
            <a:pathLst>
              <a:path w="304164" h="53975">
                <a:moveTo>
                  <a:pt x="10121" y="27896"/>
                </a:moveTo>
                <a:lnTo>
                  <a:pt x="5833" y="27896"/>
                </a:lnTo>
                <a:lnTo>
                  <a:pt x="3884" y="28732"/>
                </a:lnTo>
                <a:lnTo>
                  <a:pt x="0" y="34701"/>
                </a:lnTo>
                <a:lnTo>
                  <a:pt x="30" y="36842"/>
                </a:lnTo>
                <a:lnTo>
                  <a:pt x="45475" y="53760"/>
                </a:lnTo>
                <a:lnTo>
                  <a:pt x="46099" y="53760"/>
                </a:lnTo>
                <a:lnTo>
                  <a:pt x="94435" y="52482"/>
                </a:lnTo>
                <a:lnTo>
                  <a:pt x="134920" y="49602"/>
                </a:lnTo>
                <a:lnTo>
                  <a:pt x="184838" y="43553"/>
                </a:lnTo>
                <a:lnTo>
                  <a:pt x="217404" y="37839"/>
                </a:lnTo>
                <a:lnTo>
                  <a:pt x="47002" y="37839"/>
                </a:lnTo>
                <a:lnTo>
                  <a:pt x="37031" y="36842"/>
                </a:lnTo>
                <a:lnTo>
                  <a:pt x="35560" y="36842"/>
                </a:lnTo>
                <a:lnTo>
                  <a:pt x="34445" y="36622"/>
                </a:lnTo>
                <a:lnTo>
                  <a:pt x="34824" y="36622"/>
                </a:lnTo>
                <a:lnTo>
                  <a:pt x="23263" y="33153"/>
                </a:lnTo>
                <a:lnTo>
                  <a:pt x="10121" y="27896"/>
                </a:lnTo>
                <a:close/>
              </a:path>
              <a:path w="304164" h="53975">
                <a:moveTo>
                  <a:pt x="297592" y="0"/>
                </a:moveTo>
                <a:lnTo>
                  <a:pt x="294292" y="0"/>
                </a:lnTo>
                <a:lnTo>
                  <a:pt x="264599" y="9585"/>
                </a:lnTo>
                <a:lnTo>
                  <a:pt x="236604" y="17216"/>
                </a:lnTo>
                <a:lnTo>
                  <a:pt x="209105" y="23277"/>
                </a:lnTo>
                <a:lnTo>
                  <a:pt x="181463" y="27896"/>
                </a:lnTo>
                <a:lnTo>
                  <a:pt x="181131" y="27896"/>
                </a:lnTo>
                <a:lnTo>
                  <a:pt x="132874" y="33721"/>
                </a:lnTo>
                <a:lnTo>
                  <a:pt x="91918" y="36622"/>
                </a:lnTo>
                <a:lnTo>
                  <a:pt x="89345" y="36622"/>
                </a:lnTo>
                <a:lnTo>
                  <a:pt x="43020" y="37839"/>
                </a:lnTo>
                <a:lnTo>
                  <a:pt x="217404" y="37839"/>
                </a:lnTo>
                <a:lnTo>
                  <a:pt x="240866" y="32647"/>
                </a:lnTo>
                <a:lnTo>
                  <a:pt x="299365" y="15168"/>
                </a:lnTo>
                <a:lnTo>
                  <a:pt x="303830" y="6435"/>
                </a:lnTo>
                <a:lnTo>
                  <a:pt x="303179" y="4417"/>
                </a:lnTo>
                <a:lnTo>
                  <a:pt x="302672" y="3509"/>
                </a:lnTo>
                <a:lnTo>
                  <a:pt x="301297" y="1894"/>
                </a:lnTo>
                <a:lnTo>
                  <a:pt x="300482" y="1249"/>
                </a:lnTo>
                <a:lnTo>
                  <a:pt x="298593" y="283"/>
                </a:lnTo>
                <a:lnTo>
                  <a:pt x="297592" y="0"/>
                </a:lnTo>
                <a:close/>
              </a:path>
              <a:path w="304164" h="53975">
                <a:moveTo>
                  <a:pt x="34824" y="36622"/>
                </a:moveTo>
                <a:lnTo>
                  <a:pt x="34445" y="36622"/>
                </a:lnTo>
                <a:lnTo>
                  <a:pt x="35560" y="36842"/>
                </a:lnTo>
                <a:lnTo>
                  <a:pt x="34824" y="36622"/>
                </a:lnTo>
                <a:close/>
              </a:path>
              <a:path w="304164" h="53975">
                <a:moveTo>
                  <a:pt x="34824" y="36622"/>
                </a:moveTo>
                <a:lnTo>
                  <a:pt x="35560" y="36842"/>
                </a:lnTo>
                <a:lnTo>
                  <a:pt x="37031" y="36842"/>
                </a:lnTo>
                <a:lnTo>
                  <a:pt x="34824" y="3662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181728" y="6957401"/>
            <a:ext cx="258445" cy="20955"/>
          </a:xfrm>
          <a:custGeom>
            <a:avLst/>
            <a:gdLst/>
            <a:ahLst/>
            <a:cxnLst/>
            <a:rect l="l" t="t" r="r" b="b"/>
            <a:pathLst>
              <a:path w="258445" h="20954">
                <a:moveTo>
                  <a:pt x="251844" y="0"/>
                </a:moveTo>
                <a:lnTo>
                  <a:pt x="248331" y="0"/>
                </a:lnTo>
                <a:lnTo>
                  <a:pt x="185252" y="3705"/>
                </a:lnTo>
                <a:lnTo>
                  <a:pt x="143918" y="4958"/>
                </a:lnTo>
                <a:lnTo>
                  <a:pt x="6727" y="4958"/>
                </a:lnTo>
                <a:lnTo>
                  <a:pt x="0" y="10872"/>
                </a:lnTo>
                <a:lnTo>
                  <a:pt x="0" y="15032"/>
                </a:lnTo>
                <a:lnTo>
                  <a:pt x="6739" y="20951"/>
                </a:lnTo>
                <a:lnTo>
                  <a:pt x="144278" y="20951"/>
                </a:lnTo>
                <a:lnTo>
                  <a:pt x="186298" y="19676"/>
                </a:lnTo>
                <a:lnTo>
                  <a:pt x="251753" y="15822"/>
                </a:lnTo>
                <a:lnTo>
                  <a:pt x="258127" y="9521"/>
                </a:lnTo>
                <a:lnTo>
                  <a:pt x="258040" y="5971"/>
                </a:lnTo>
                <a:lnTo>
                  <a:pt x="257883" y="5368"/>
                </a:lnTo>
                <a:lnTo>
                  <a:pt x="257077" y="3705"/>
                </a:lnTo>
                <a:lnTo>
                  <a:pt x="256957" y="3459"/>
                </a:lnTo>
                <a:lnTo>
                  <a:pt x="256330" y="2630"/>
                </a:lnTo>
                <a:lnTo>
                  <a:pt x="254745" y="1221"/>
                </a:lnTo>
                <a:lnTo>
                  <a:pt x="253847" y="694"/>
                </a:lnTo>
                <a:lnTo>
                  <a:pt x="25184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875301" y="7612922"/>
            <a:ext cx="146050" cy="393700"/>
          </a:xfrm>
          <a:custGeom>
            <a:avLst/>
            <a:gdLst/>
            <a:ahLst/>
            <a:cxnLst/>
            <a:rect l="l" t="t" r="r" b="b"/>
            <a:pathLst>
              <a:path w="146050" h="393700">
                <a:moveTo>
                  <a:pt x="123124" y="69048"/>
                </a:moveTo>
                <a:lnTo>
                  <a:pt x="122992" y="69048"/>
                </a:lnTo>
                <a:lnTo>
                  <a:pt x="122730" y="74034"/>
                </a:lnTo>
                <a:lnTo>
                  <a:pt x="122641" y="75525"/>
                </a:lnTo>
                <a:lnTo>
                  <a:pt x="120286" y="107337"/>
                </a:lnTo>
                <a:lnTo>
                  <a:pt x="120257" y="107740"/>
                </a:lnTo>
                <a:lnTo>
                  <a:pt x="120140" y="109310"/>
                </a:lnTo>
                <a:lnTo>
                  <a:pt x="120043" y="110097"/>
                </a:lnTo>
                <a:lnTo>
                  <a:pt x="114676" y="140718"/>
                </a:lnTo>
                <a:lnTo>
                  <a:pt x="110973" y="157130"/>
                </a:lnTo>
                <a:lnTo>
                  <a:pt x="111737" y="196800"/>
                </a:lnTo>
                <a:lnTo>
                  <a:pt x="116752" y="297366"/>
                </a:lnTo>
                <a:lnTo>
                  <a:pt x="122509" y="359161"/>
                </a:lnTo>
                <a:lnTo>
                  <a:pt x="135368" y="393071"/>
                </a:lnTo>
                <a:lnTo>
                  <a:pt x="135541" y="393071"/>
                </a:lnTo>
                <a:lnTo>
                  <a:pt x="136387" y="393255"/>
                </a:lnTo>
                <a:lnTo>
                  <a:pt x="138332" y="393255"/>
                </a:lnTo>
                <a:lnTo>
                  <a:pt x="139357" y="393071"/>
                </a:lnTo>
                <a:lnTo>
                  <a:pt x="145431" y="384326"/>
                </a:lnTo>
                <a:lnTo>
                  <a:pt x="145247" y="383302"/>
                </a:lnTo>
                <a:lnTo>
                  <a:pt x="141798" y="374528"/>
                </a:lnTo>
                <a:lnTo>
                  <a:pt x="141647" y="374528"/>
                </a:lnTo>
                <a:lnTo>
                  <a:pt x="141507" y="373788"/>
                </a:lnTo>
                <a:lnTo>
                  <a:pt x="141230" y="373082"/>
                </a:lnTo>
                <a:lnTo>
                  <a:pt x="141374" y="373082"/>
                </a:lnTo>
                <a:lnTo>
                  <a:pt x="138471" y="357661"/>
                </a:lnTo>
                <a:lnTo>
                  <a:pt x="138401" y="357290"/>
                </a:lnTo>
                <a:lnTo>
                  <a:pt x="138333" y="356929"/>
                </a:lnTo>
                <a:lnTo>
                  <a:pt x="132896" y="298867"/>
                </a:lnTo>
                <a:lnTo>
                  <a:pt x="132771" y="297544"/>
                </a:lnTo>
                <a:lnTo>
                  <a:pt x="127768" y="197502"/>
                </a:lnTo>
                <a:lnTo>
                  <a:pt x="127733" y="196800"/>
                </a:lnTo>
                <a:lnTo>
                  <a:pt x="126653" y="140718"/>
                </a:lnTo>
                <a:lnTo>
                  <a:pt x="126593" y="137575"/>
                </a:lnTo>
                <a:lnTo>
                  <a:pt x="126468" y="131083"/>
                </a:lnTo>
                <a:lnTo>
                  <a:pt x="124005" y="76925"/>
                </a:lnTo>
                <a:lnTo>
                  <a:pt x="123883" y="74853"/>
                </a:lnTo>
                <a:lnTo>
                  <a:pt x="123205" y="69663"/>
                </a:lnTo>
                <a:lnTo>
                  <a:pt x="123124" y="69048"/>
                </a:lnTo>
                <a:close/>
              </a:path>
              <a:path w="146050" h="393700">
                <a:moveTo>
                  <a:pt x="141507" y="373788"/>
                </a:moveTo>
                <a:lnTo>
                  <a:pt x="141647" y="374528"/>
                </a:lnTo>
                <a:lnTo>
                  <a:pt x="141798" y="374528"/>
                </a:lnTo>
                <a:lnTo>
                  <a:pt x="141507" y="373788"/>
                </a:lnTo>
                <a:close/>
              </a:path>
              <a:path w="146050" h="393700">
                <a:moveTo>
                  <a:pt x="141374" y="373082"/>
                </a:moveTo>
                <a:lnTo>
                  <a:pt x="141230" y="373082"/>
                </a:lnTo>
                <a:lnTo>
                  <a:pt x="141507" y="373788"/>
                </a:lnTo>
                <a:lnTo>
                  <a:pt x="141374" y="373082"/>
                </a:lnTo>
                <a:close/>
              </a:path>
              <a:path w="146050" h="393700">
                <a:moveTo>
                  <a:pt x="46811" y="0"/>
                </a:moveTo>
                <a:lnTo>
                  <a:pt x="43610" y="0"/>
                </a:lnTo>
                <a:lnTo>
                  <a:pt x="35837" y="2061"/>
                </a:lnTo>
                <a:lnTo>
                  <a:pt x="9762" y="63634"/>
                </a:lnTo>
                <a:lnTo>
                  <a:pt x="9597" y="64439"/>
                </a:lnTo>
                <a:lnTo>
                  <a:pt x="9532" y="64752"/>
                </a:lnTo>
                <a:lnTo>
                  <a:pt x="5745" y="93794"/>
                </a:lnTo>
                <a:lnTo>
                  <a:pt x="5697" y="94272"/>
                </a:lnTo>
                <a:lnTo>
                  <a:pt x="1895" y="148845"/>
                </a:lnTo>
                <a:lnTo>
                  <a:pt x="0" y="203525"/>
                </a:lnTo>
                <a:lnTo>
                  <a:pt x="442" y="220860"/>
                </a:lnTo>
                <a:lnTo>
                  <a:pt x="15468" y="259369"/>
                </a:lnTo>
                <a:lnTo>
                  <a:pt x="54981" y="270755"/>
                </a:lnTo>
                <a:lnTo>
                  <a:pt x="57187" y="270546"/>
                </a:lnTo>
                <a:lnTo>
                  <a:pt x="84020" y="254979"/>
                </a:lnTo>
                <a:lnTo>
                  <a:pt x="53501" y="254979"/>
                </a:lnTo>
                <a:lnTo>
                  <a:pt x="54364" y="254774"/>
                </a:lnTo>
                <a:lnTo>
                  <a:pt x="55707" y="254774"/>
                </a:lnTo>
                <a:lnTo>
                  <a:pt x="49906" y="254510"/>
                </a:lnTo>
                <a:lnTo>
                  <a:pt x="43879" y="254510"/>
                </a:lnTo>
                <a:lnTo>
                  <a:pt x="42087" y="254190"/>
                </a:lnTo>
                <a:lnTo>
                  <a:pt x="42873" y="254190"/>
                </a:lnTo>
                <a:lnTo>
                  <a:pt x="32512" y="250892"/>
                </a:lnTo>
                <a:lnTo>
                  <a:pt x="31743" y="250892"/>
                </a:lnTo>
                <a:lnTo>
                  <a:pt x="31403" y="250684"/>
                </a:lnTo>
                <a:lnTo>
                  <a:pt x="30630" y="250382"/>
                </a:lnTo>
                <a:lnTo>
                  <a:pt x="29991" y="250089"/>
                </a:lnTo>
                <a:lnTo>
                  <a:pt x="30433" y="250089"/>
                </a:lnTo>
                <a:lnTo>
                  <a:pt x="27546" y="248321"/>
                </a:lnTo>
                <a:lnTo>
                  <a:pt x="27035" y="248321"/>
                </a:lnTo>
                <a:lnTo>
                  <a:pt x="25430" y="247026"/>
                </a:lnTo>
                <a:lnTo>
                  <a:pt x="25799" y="247026"/>
                </a:lnTo>
                <a:lnTo>
                  <a:pt x="23507" y="244626"/>
                </a:lnTo>
                <a:lnTo>
                  <a:pt x="23166" y="244626"/>
                </a:lnTo>
                <a:lnTo>
                  <a:pt x="23020" y="244368"/>
                </a:lnTo>
                <a:lnTo>
                  <a:pt x="22867" y="244223"/>
                </a:lnTo>
                <a:lnTo>
                  <a:pt x="21985" y="243032"/>
                </a:lnTo>
                <a:lnTo>
                  <a:pt x="22266" y="243032"/>
                </a:lnTo>
                <a:lnTo>
                  <a:pt x="20258" y="239476"/>
                </a:lnTo>
                <a:lnTo>
                  <a:pt x="20052" y="239476"/>
                </a:lnTo>
                <a:lnTo>
                  <a:pt x="19799" y="238663"/>
                </a:lnTo>
                <a:lnTo>
                  <a:pt x="19377" y="237916"/>
                </a:lnTo>
                <a:lnTo>
                  <a:pt x="19567" y="237916"/>
                </a:lnTo>
                <a:lnTo>
                  <a:pt x="17969" y="232775"/>
                </a:lnTo>
                <a:lnTo>
                  <a:pt x="17830" y="232775"/>
                </a:lnTo>
                <a:lnTo>
                  <a:pt x="16635" y="222751"/>
                </a:lnTo>
                <a:lnTo>
                  <a:pt x="16547" y="222013"/>
                </a:lnTo>
                <a:lnTo>
                  <a:pt x="16453" y="221227"/>
                </a:lnTo>
                <a:lnTo>
                  <a:pt x="16409" y="220860"/>
                </a:lnTo>
                <a:lnTo>
                  <a:pt x="16002" y="204011"/>
                </a:lnTo>
                <a:lnTo>
                  <a:pt x="15989" y="203525"/>
                </a:lnTo>
                <a:lnTo>
                  <a:pt x="17872" y="149679"/>
                </a:lnTo>
                <a:lnTo>
                  <a:pt x="21621" y="95863"/>
                </a:lnTo>
                <a:lnTo>
                  <a:pt x="21654" y="95385"/>
                </a:lnTo>
                <a:lnTo>
                  <a:pt x="21815" y="94272"/>
                </a:lnTo>
                <a:lnTo>
                  <a:pt x="25024" y="69663"/>
                </a:lnTo>
                <a:lnTo>
                  <a:pt x="25104" y="69048"/>
                </a:lnTo>
                <a:lnTo>
                  <a:pt x="25214" y="68209"/>
                </a:lnTo>
                <a:lnTo>
                  <a:pt x="25315" y="67212"/>
                </a:lnTo>
                <a:lnTo>
                  <a:pt x="25395" y="66822"/>
                </a:lnTo>
                <a:lnTo>
                  <a:pt x="25542" y="66605"/>
                </a:lnTo>
                <a:lnTo>
                  <a:pt x="36527" y="27547"/>
                </a:lnTo>
                <a:lnTo>
                  <a:pt x="36835" y="27033"/>
                </a:lnTo>
                <a:lnTo>
                  <a:pt x="39498" y="20932"/>
                </a:lnTo>
                <a:lnTo>
                  <a:pt x="38993" y="20932"/>
                </a:lnTo>
                <a:lnTo>
                  <a:pt x="40499" y="18639"/>
                </a:lnTo>
                <a:lnTo>
                  <a:pt x="41119" y="18639"/>
                </a:lnTo>
                <a:lnTo>
                  <a:pt x="42339" y="17331"/>
                </a:lnTo>
                <a:lnTo>
                  <a:pt x="40663" y="17331"/>
                </a:lnTo>
                <a:lnTo>
                  <a:pt x="44464" y="15052"/>
                </a:lnTo>
                <a:lnTo>
                  <a:pt x="76215" y="15052"/>
                </a:lnTo>
                <a:lnTo>
                  <a:pt x="76101" y="14836"/>
                </a:lnTo>
                <a:lnTo>
                  <a:pt x="74759" y="13192"/>
                </a:lnTo>
                <a:lnTo>
                  <a:pt x="73958" y="12531"/>
                </a:lnTo>
                <a:lnTo>
                  <a:pt x="56610" y="3186"/>
                </a:lnTo>
                <a:lnTo>
                  <a:pt x="55181" y="2588"/>
                </a:lnTo>
                <a:lnTo>
                  <a:pt x="46811" y="0"/>
                </a:lnTo>
                <a:close/>
              </a:path>
              <a:path w="146050" h="393700">
                <a:moveTo>
                  <a:pt x="63927" y="252509"/>
                </a:moveTo>
                <a:lnTo>
                  <a:pt x="53501" y="254979"/>
                </a:lnTo>
                <a:lnTo>
                  <a:pt x="55707" y="254774"/>
                </a:lnTo>
                <a:lnTo>
                  <a:pt x="84126" y="254774"/>
                </a:lnTo>
                <a:lnTo>
                  <a:pt x="84811" y="253465"/>
                </a:lnTo>
                <a:lnTo>
                  <a:pt x="62620" y="253465"/>
                </a:lnTo>
                <a:lnTo>
                  <a:pt x="63927" y="252509"/>
                </a:lnTo>
                <a:close/>
              </a:path>
              <a:path w="146050" h="393700">
                <a:moveTo>
                  <a:pt x="84126" y="254774"/>
                </a:moveTo>
                <a:lnTo>
                  <a:pt x="55707" y="254774"/>
                </a:lnTo>
                <a:lnTo>
                  <a:pt x="53501" y="254979"/>
                </a:lnTo>
                <a:lnTo>
                  <a:pt x="84020" y="254979"/>
                </a:lnTo>
                <a:lnTo>
                  <a:pt x="84126" y="254774"/>
                </a:lnTo>
                <a:close/>
              </a:path>
              <a:path w="146050" h="393700">
                <a:moveTo>
                  <a:pt x="42873" y="254190"/>
                </a:moveTo>
                <a:lnTo>
                  <a:pt x="42087" y="254190"/>
                </a:lnTo>
                <a:lnTo>
                  <a:pt x="43879" y="254510"/>
                </a:lnTo>
                <a:lnTo>
                  <a:pt x="42873" y="254190"/>
                </a:lnTo>
                <a:close/>
              </a:path>
              <a:path w="146050" h="393700">
                <a:moveTo>
                  <a:pt x="42873" y="254190"/>
                </a:moveTo>
                <a:lnTo>
                  <a:pt x="43879" y="254510"/>
                </a:lnTo>
                <a:lnTo>
                  <a:pt x="49906" y="254510"/>
                </a:lnTo>
                <a:lnTo>
                  <a:pt x="42873" y="254190"/>
                </a:lnTo>
                <a:close/>
              </a:path>
              <a:path w="146050" h="393700">
                <a:moveTo>
                  <a:pt x="65496" y="252138"/>
                </a:moveTo>
                <a:lnTo>
                  <a:pt x="63927" y="252509"/>
                </a:lnTo>
                <a:lnTo>
                  <a:pt x="62620" y="253465"/>
                </a:lnTo>
                <a:lnTo>
                  <a:pt x="65496" y="252138"/>
                </a:lnTo>
                <a:close/>
              </a:path>
              <a:path w="146050" h="393700">
                <a:moveTo>
                  <a:pt x="85504" y="252138"/>
                </a:moveTo>
                <a:lnTo>
                  <a:pt x="65496" y="252138"/>
                </a:lnTo>
                <a:lnTo>
                  <a:pt x="62620" y="253465"/>
                </a:lnTo>
                <a:lnTo>
                  <a:pt x="84811" y="253465"/>
                </a:lnTo>
                <a:lnTo>
                  <a:pt x="85504" y="252138"/>
                </a:lnTo>
                <a:close/>
              </a:path>
              <a:path w="146050" h="393700">
                <a:moveTo>
                  <a:pt x="69322" y="248566"/>
                </a:moveTo>
                <a:lnTo>
                  <a:pt x="63927" y="252509"/>
                </a:lnTo>
                <a:lnTo>
                  <a:pt x="65496" y="252138"/>
                </a:lnTo>
                <a:lnTo>
                  <a:pt x="85504" y="252138"/>
                </a:lnTo>
                <a:lnTo>
                  <a:pt x="86156" y="250892"/>
                </a:lnTo>
                <a:lnTo>
                  <a:pt x="86395" y="250382"/>
                </a:lnTo>
                <a:lnTo>
                  <a:pt x="86465" y="250219"/>
                </a:lnTo>
                <a:lnTo>
                  <a:pt x="68458" y="250219"/>
                </a:lnTo>
                <a:lnTo>
                  <a:pt x="68569" y="250089"/>
                </a:lnTo>
                <a:lnTo>
                  <a:pt x="68786" y="249590"/>
                </a:lnTo>
                <a:lnTo>
                  <a:pt x="69322" y="248566"/>
                </a:lnTo>
                <a:close/>
              </a:path>
              <a:path w="146050" h="393700">
                <a:moveTo>
                  <a:pt x="30911" y="250382"/>
                </a:moveTo>
                <a:lnTo>
                  <a:pt x="31289" y="250684"/>
                </a:lnTo>
                <a:lnTo>
                  <a:pt x="31743" y="250892"/>
                </a:lnTo>
                <a:lnTo>
                  <a:pt x="32512" y="250892"/>
                </a:lnTo>
                <a:lnTo>
                  <a:pt x="30911" y="250382"/>
                </a:lnTo>
                <a:close/>
              </a:path>
              <a:path w="146050" h="393700">
                <a:moveTo>
                  <a:pt x="30398" y="250219"/>
                </a:moveTo>
                <a:lnTo>
                  <a:pt x="30630" y="250382"/>
                </a:lnTo>
                <a:lnTo>
                  <a:pt x="31289" y="250684"/>
                </a:lnTo>
                <a:lnTo>
                  <a:pt x="30911" y="250382"/>
                </a:lnTo>
                <a:lnTo>
                  <a:pt x="30398" y="250219"/>
                </a:lnTo>
                <a:close/>
              </a:path>
              <a:path w="146050" h="393700">
                <a:moveTo>
                  <a:pt x="30433" y="250089"/>
                </a:moveTo>
                <a:lnTo>
                  <a:pt x="29991" y="250089"/>
                </a:lnTo>
                <a:lnTo>
                  <a:pt x="30911" y="250382"/>
                </a:lnTo>
                <a:lnTo>
                  <a:pt x="30433" y="250089"/>
                </a:lnTo>
                <a:close/>
              </a:path>
              <a:path w="146050" h="393700">
                <a:moveTo>
                  <a:pt x="87435" y="247569"/>
                </a:moveTo>
                <a:lnTo>
                  <a:pt x="70738" y="247569"/>
                </a:lnTo>
                <a:lnTo>
                  <a:pt x="68999" y="249590"/>
                </a:lnTo>
                <a:lnTo>
                  <a:pt x="68525" y="250089"/>
                </a:lnTo>
                <a:lnTo>
                  <a:pt x="68458" y="250219"/>
                </a:lnTo>
                <a:lnTo>
                  <a:pt x="86465" y="250219"/>
                </a:lnTo>
                <a:lnTo>
                  <a:pt x="86737" y="249590"/>
                </a:lnTo>
                <a:lnTo>
                  <a:pt x="87435" y="247569"/>
                </a:lnTo>
                <a:close/>
              </a:path>
              <a:path w="146050" h="393700">
                <a:moveTo>
                  <a:pt x="70738" y="247569"/>
                </a:moveTo>
                <a:lnTo>
                  <a:pt x="69322" y="248566"/>
                </a:lnTo>
                <a:lnTo>
                  <a:pt x="68525" y="250089"/>
                </a:lnTo>
                <a:lnTo>
                  <a:pt x="68999" y="249590"/>
                </a:lnTo>
                <a:lnTo>
                  <a:pt x="70738" y="247569"/>
                </a:lnTo>
                <a:close/>
              </a:path>
              <a:path w="146050" h="393700">
                <a:moveTo>
                  <a:pt x="116663" y="60741"/>
                </a:moveTo>
                <a:lnTo>
                  <a:pt x="113411" y="60741"/>
                </a:lnTo>
                <a:lnTo>
                  <a:pt x="112744" y="60893"/>
                </a:lnTo>
                <a:lnTo>
                  <a:pt x="106710" y="74034"/>
                </a:lnTo>
                <a:lnTo>
                  <a:pt x="105249" y="93794"/>
                </a:lnTo>
                <a:lnTo>
                  <a:pt x="104286" y="107337"/>
                </a:lnTo>
                <a:lnTo>
                  <a:pt x="98995" y="137575"/>
                </a:lnTo>
                <a:lnTo>
                  <a:pt x="88016" y="186226"/>
                </a:lnTo>
                <a:lnTo>
                  <a:pt x="78377" y="222751"/>
                </a:lnTo>
                <a:lnTo>
                  <a:pt x="76193" y="231110"/>
                </a:lnTo>
                <a:lnTo>
                  <a:pt x="72078" y="243032"/>
                </a:lnTo>
                <a:lnTo>
                  <a:pt x="72089" y="243273"/>
                </a:lnTo>
                <a:lnTo>
                  <a:pt x="71666" y="244223"/>
                </a:lnTo>
                <a:lnTo>
                  <a:pt x="71516" y="244368"/>
                </a:lnTo>
                <a:lnTo>
                  <a:pt x="69322" y="248566"/>
                </a:lnTo>
                <a:lnTo>
                  <a:pt x="70686" y="247569"/>
                </a:lnTo>
                <a:lnTo>
                  <a:pt x="87435" y="247569"/>
                </a:lnTo>
                <a:lnTo>
                  <a:pt x="91314" y="236331"/>
                </a:lnTo>
                <a:lnTo>
                  <a:pt x="92466" y="232052"/>
                </a:lnTo>
                <a:lnTo>
                  <a:pt x="103550" y="190027"/>
                </a:lnTo>
                <a:lnTo>
                  <a:pt x="110973" y="157130"/>
                </a:lnTo>
                <a:lnTo>
                  <a:pt x="110657" y="140718"/>
                </a:lnTo>
                <a:lnTo>
                  <a:pt x="110596" y="137575"/>
                </a:lnTo>
                <a:lnTo>
                  <a:pt x="110481" y="131599"/>
                </a:lnTo>
                <a:lnTo>
                  <a:pt x="107992" y="76925"/>
                </a:lnTo>
                <a:lnTo>
                  <a:pt x="107961" y="76252"/>
                </a:lnTo>
                <a:lnTo>
                  <a:pt x="107838" y="75525"/>
                </a:lnTo>
                <a:lnTo>
                  <a:pt x="107073" y="69663"/>
                </a:lnTo>
                <a:lnTo>
                  <a:pt x="122992" y="69048"/>
                </a:lnTo>
                <a:lnTo>
                  <a:pt x="122908" y="67395"/>
                </a:lnTo>
                <a:lnTo>
                  <a:pt x="118549" y="61390"/>
                </a:lnTo>
                <a:lnTo>
                  <a:pt x="116663" y="60741"/>
                </a:lnTo>
                <a:close/>
              </a:path>
              <a:path w="146050" h="393700">
                <a:moveTo>
                  <a:pt x="25430" y="247026"/>
                </a:moveTo>
                <a:lnTo>
                  <a:pt x="27035" y="248321"/>
                </a:lnTo>
                <a:lnTo>
                  <a:pt x="26317" y="247569"/>
                </a:lnTo>
                <a:lnTo>
                  <a:pt x="25430" y="247026"/>
                </a:lnTo>
                <a:close/>
              </a:path>
              <a:path w="146050" h="393700">
                <a:moveTo>
                  <a:pt x="26317" y="247569"/>
                </a:moveTo>
                <a:lnTo>
                  <a:pt x="27035" y="248321"/>
                </a:lnTo>
                <a:lnTo>
                  <a:pt x="27546" y="248321"/>
                </a:lnTo>
                <a:lnTo>
                  <a:pt x="26317" y="247569"/>
                </a:lnTo>
                <a:close/>
              </a:path>
              <a:path w="146050" h="393700">
                <a:moveTo>
                  <a:pt x="25799" y="247026"/>
                </a:moveTo>
                <a:lnTo>
                  <a:pt x="25430" y="247026"/>
                </a:lnTo>
                <a:lnTo>
                  <a:pt x="26317" y="247569"/>
                </a:lnTo>
                <a:lnTo>
                  <a:pt x="25799" y="247026"/>
                </a:lnTo>
                <a:close/>
              </a:path>
              <a:path w="146050" h="393700">
                <a:moveTo>
                  <a:pt x="22723" y="243805"/>
                </a:moveTo>
                <a:lnTo>
                  <a:pt x="22938" y="244223"/>
                </a:lnTo>
                <a:lnTo>
                  <a:pt x="22975" y="244368"/>
                </a:lnTo>
                <a:lnTo>
                  <a:pt x="23166" y="244626"/>
                </a:lnTo>
                <a:lnTo>
                  <a:pt x="23507" y="244626"/>
                </a:lnTo>
                <a:lnTo>
                  <a:pt x="22723" y="243805"/>
                </a:lnTo>
                <a:close/>
              </a:path>
              <a:path w="146050" h="393700">
                <a:moveTo>
                  <a:pt x="22215" y="243273"/>
                </a:moveTo>
                <a:lnTo>
                  <a:pt x="22558" y="243805"/>
                </a:lnTo>
                <a:lnTo>
                  <a:pt x="22867" y="244223"/>
                </a:lnTo>
                <a:lnTo>
                  <a:pt x="22703" y="243805"/>
                </a:lnTo>
                <a:lnTo>
                  <a:pt x="22215" y="243273"/>
                </a:lnTo>
                <a:close/>
              </a:path>
              <a:path w="146050" h="393700">
                <a:moveTo>
                  <a:pt x="22266" y="243032"/>
                </a:moveTo>
                <a:lnTo>
                  <a:pt x="21985" y="243032"/>
                </a:lnTo>
                <a:lnTo>
                  <a:pt x="22723" y="243805"/>
                </a:lnTo>
                <a:lnTo>
                  <a:pt x="22266" y="243032"/>
                </a:lnTo>
                <a:close/>
              </a:path>
              <a:path w="146050" h="393700">
                <a:moveTo>
                  <a:pt x="19799" y="238663"/>
                </a:moveTo>
                <a:lnTo>
                  <a:pt x="20052" y="239476"/>
                </a:lnTo>
                <a:lnTo>
                  <a:pt x="20258" y="239476"/>
                </a:lnTo>
                <a:lnTo>
                  <a:pt x="19799" y="238663"/>
                </a:lnTo>
                <a:close/>
              </a:path>
              <a:path w="146050" h="393700">
                <a:moveTo>
                  <a:pt x="19567" y="237916"/>
                </a:moveTo>
                <a:lnTo>
                  <a:pt x="19377" y="237916"/>
                </a:lnTo>
                <a:lnTo>
                  <a:pt x="19799" y="238663"/>
                </a:lnTo>
                <a:lnTo>
                  <a:pt x="19567" y="237916"/>
                </a:lnTo>
                <a:close/>
              </a:path>
              <a:path w="146050" h="393700">
                <a:moveTo>
                  <a:pt x="17744" y="232052"/>
                </a:moveTo>
                <a:lnTo>
                  <a:pt x="17830" y="232775"/>
                </a:lnTo>
                <a:lnTo>
                  <a:pt x="17969" y="232775"/>
                </a:lnTo>
                <a:lnTo>
                  <a:pt x="17744" y="232052"/>
                </a:lnTo>
                <a:close/>
              </a:path>
              <a:path w="146050" h="393700">
                <a:moveTo>
                  <a:pt x="122992" y="69048"/>
                </a:moveTo>
                <a:lnTo>
                  <a:pt x="107073" y="69663"/>
                </a:lnTo>
                <a:lnTo>
                  <a:pt x="107644" y="74034"/>
                </a:lnTo>
                <a:lnTo>
                  <a:pt x="107751" y="74853"/>
                </a:lnTo>
                <a:lnTo>
                  <a:pt x="107838" y="75525"/>
                </a:lnTo>
                <a:lnTo>
                  <a:pt x="107961" y="76252"/>
                </a:lnTo>
                <a:lnTo>
                  <a:pt x="110454" y="131083"/>
                </a:lnTo>
                <a:lnTo>
                  <a:pt x="110478" y="131599"/>
                </a:lnTo>
                <a:lnTo>
                  <a:pt x="110973" y="157130"/>
                </a:lnTo>
                <a:lnTo>
                  <a:pt x="114676" y="140718"/>
                </a:lnTo>
                <a:lnTo>
                  <a:pt x="122537" y="76925"/>
                </a:lnTo>
                <a:lnTo>
                  <a:pt x="122959" y="69663"/>
                </a:lnTo>
                <a:lnTo>
                  <a:pt x="122992" y="69048"/>
                </a:lnTo>
                <a:close/>
              </a:path>
              <a:path w="146050" h="393700">
                <a:moveTo>
                  <a:pt x="49715" y="17642"/>
                </a:moveTo>
                <a:lnTo>
                  <a:pt x="66375" y="26611"/>
                </a:lnTo>
                <a:lnTo>
                  <a:pt x="67747" y="27033"/>
                </a:lnTo>
                <a:lnTo>
                  <a:pt x="70515" y="27033"/>
                </a:lnTo>
                <a:lnTo>
                  <a:pt x="77194" y="17871"/>
                </a:lnTo>
                <a:lnTo>
                  <a:pt x="50456" y="17871"/>
                </a:lnTo>
                <a:lnTo>
                  <a:pt x="49715" y="17642"/>
                </a:lnTo>
                <a:close/>
              </a:path>
              <a:path w="146050" h="393700">
                <a:moveTo>
                  <a:pt x="40499" y="18639"/>
                </a:moveTo>
                <a:lnTo>
                  <a:pt x="38993" y="20932"/>
                </a:lnTo>
                <a:lnTo>
                  <a:pt x="39952" y="19891"/>
                </a:lnTo>
                <a:lnTo>
                  <a:pt x="40499" y="18639"/>
                </a:lnTo>
                <a:close/>
              </a:path>
              <a:path w="146050" h="393700">
                <a:moveTo>
                  <a:pt x="39952" y="19891"/>
                </a:moveTo>
                <a:lnTo>
                  <a:pt x="38982" y="20932"/>
                </a:lnTo>
                <a:lnTo>
                  <a:pt x="39498" y="20932"/>
                </a:lnTo>
                <a:lnTo>
                  <a:pt x="39952" y="19891"/>
                </a:lnTo>
                <a:close/>
              </a:path>
              <a:path w="146050" h="393700">
                <a:moveTo>
                  <a:pt x="41119" y="18639"/>
                </a:moveTo>
                <a:lnTo>
                  <a:pt x="40499" y="18639"/>
                </a:lnTo>
                <a:lnTo>
                  <a:pt x="39952" y="19891"/>
                </a:lnTo>
                <a:lnTo>
                  <a:pt x="41119" y="18639"/>
                </a:lnTo>
                <a:close/>
              </a:path>
              <a:path w="146050" h="393700">
                <a:moveTo>
                  <a:pt x="49169" y="17331"/>
                </a:moveTo>
                <a:lnTo>
                  <a:pt x="49715" y="17642"/>
                </a:lnTo>
                <a:lnTo>
                  <a:pt x="50456" y="17871"/>
                </a:lnTo>
                <a:lnTo>
                  <a:pt x="49169" y="17331"/>
                </a:lnTo>
                <a:close/>
              </a:path>
              <a:path w="146050" h="393700">
                <a:moveTo>
                  <a:pt x="77060" y="17331"/>
                </a:moveTo>
                <a:lnTo>
                  <a:pt x="49169" y="17331"/>
                </a:lnTo>
                <a:lnTo>
                  <a:pt x="50456" y="17871"/>
                </a:lnTo>
                <a:lnTo>
                  <a:pt x="77222" y="17871"/>
                </a:lnTo>
                <a:lnTo>
                  <a:pt x="77153" y="17642"/>
                </a:lnTo>
                <a:lnTo>
                  <a:pt x="77060" y="17331"/>
                </a:lnTo>
                <a:close/>
              </a:path>
              <a:path w="146050" h="393700">
                <a:moveTo>
                  <a:pt x="76601" y="15803"/>
                </a:moveTo>
                <a:lnTo>
                  <a:pt x="46430" y="15803"/>
                </a:lnTo>
                <a:lnTo>
                  <a:pt x="44994" y="16183"/>
                </a:lnTo>
                <a:lnTo>
                  <a:pt x="49715" y="17642"/>
                </a:lnTo>
                <a:lnTo>
                  <a:pt x="49138" y="17331"/>
                </a:lnTo>
                <a:lnTo>
                  <a:pt x="77060" y="17331"/>
                </a:lnTo>
                <a:lnTo>
                  <a:pt x="76716" y="16183"/>
                </a:lnTo>
                <a:lnTo>
                  <a:pt x="76601" y="15803"/>
                </a:lnTo>
                <a:close/>
              </a:path>
              <a:path w="146050" h="393700">
                <a:moveTo>
                  <a:pt x="44464" y="15052"/>
                </a:moveTo>
                <a:lnTo>
                  <a:pt x="40663" y="17331"/>
                </a:lnTo>
                <a:lnTo>
                  <a:pt x="42889" y="16741"/>
                </a:lnTo>
                <a:lnTo>
                  <a:pt x="44464" y="15052"/>
                </a:lnTo>
                <a:close/>
              </a:path>
              <a:path w="146050" h="393700">
                <a:moveTo>
                  <a:pt x="42889" y="16741"/>
                </a:moveTo>
                <a:lnTo>
                  <a:pt x="40663" y="17331"/>
                </a:lnTo>
                <a:lnTo>
                  <a:pt x="42339" y="17331"/>
                </a:lnTo>
                <a:lnTo>
                  <a:pt x="42889" y="16741"/>
                </a:lnTo>
                <a:close/>
              </a:path>
              <a:path w="146050" h="393700">
                <a:moveTo>
                  <a:pt x="43763" y="15803"/>
                </a:moveTo>
                <a:lnTo>
                  <a:pt x="42889" y="16741"/>
                </a:lnTo>
                <a:lnTo>
                  <a:pt x="44994" y="16183"/>
                </a:lnTo>
                <a:lnTo>
                  <a:pt x="43763" y="15803"/>
                </a:lnTo>
                <a:close/>
              </a:path>
              <a:path w="146050" h="393700">
                <a:moveTo>
                  <a:pt x="76215" y="15052"/>
                </a:moveTo>
                <a:lnTo>
                  <a:pt x="44464" y="15052"/>
                </a:lnTo>
                <a:lnTo>
                  <a:pt x="43763" y="15803"/>
                </a:lnTo>
                <a:lnTo>
                  <a:pt x="44994" y="16183"/>
                </a:lnTo>
                <a:lnTo>
                  <a:pt x="46430" y="15803"/>
                </a:lnTo>
                <a:lnTo>
                  <a:pt x="76612" y="15803"/>
                </a:lnTo>
                <a:lnTo>
                  <a:pt x="76215" y="1505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6" name="object 9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209452" y="7679536"/>
            <a:ext cx="105403" cy="405225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3386046" y="7894287"/>
            <a:ext cx="213360" cy="342265"/>
          </a:xfrm>
          <a:custGeom>
            <a:avLst/>
            <a:gdLst/>
            <a:ahLst/>
            <a:cxnLst/>
            <a:rect l="l" t="t" r="r" b="b"/>
            <a:pathLst>
              <a:path w="213360" h="342265">
                <a:moveTo>
                  <a:pt x="208906" y="10154"/>
                </a:moveTo>
                <a:lnTo>
                  <a:pt x="192244" y="10154"/>
                </a:lnTo>
                <a:lnTo>
                  <a:pt x="205089" y="14020"/>
                </a:lnTo>
                <a:lnTo>
                  <a:pt x="202698" y="16045"/>
                </a:lnTo>
                <a:lnTo>
                  <a:pt x="201680" y="16963"/>
                </a:lnTo>
                <a:lnTo>
                  <a:pt x="195561" y="25744"/>
                </a:lnTo>
                <a:lnTo>
                  <a:pt x="195429" y="25902"/>
                </a:lnTo>
                <a:lnTo>
                  <a:pt x="194903" y="26832"/>
                </a:lnTo>
                <a:lnTo>
                  <a:pt x="195655" y="37663"/>
                </a:lnTo>
                <a:lnTo>
                  <a:pt x="195772" y="42475"/>
                </a:lnTo>
                <a:lnTo>
                  <a:pt x="196332" y="81654"/>
                </a:lnTo>
                <a:lnTo>
                  <a:pt x="196445" y="89498"/>
                </a:lnTo>
                <a:lnTo>
                  <a:pt x="196571" y="98353"/>
                </a:lnTo>
                <a:lnTo>
                  <a:pt x="196596" y="100089"/>
                </a:lnTo>
                <a:lnTo>
                  <a:pt x="196722" y="108926"/>
                </a:lnTo>
                <a:lnTo>
                  <a:pt x="196807" y="114874"/>
                </a:lnTo>
                <a:lnTo>
                  <a:pt x="196933" y="264709"/>
                </a:lnTo>
                <a:lnTo>
                  <a:pt x="195171" y="294921"/>
                </a:lnTo>
                <a:lnTo>
                  <a:pt x="189332" y="333535"/>
                </a:lnTo>
                <a:lnTo>
                  <a:pt x="189381" y="334573"/>
                </a:lnTo>
                <a:lnTo>
                  <a:pt x="197250" y="341746"/>
                </a:lnTo>
                <a:lnTo>
                  <a:pt x="198093" y="341746"/>
                </a:lnTo>
                <a:lnTo>
                  <a:pt x="210987" y="297315"/>
                </a:lnTo>
                <a:lnTo>
                  <a:pt x="212957" y="264709"/>
                </a:lnTo>
                <a:lnTo>
                  <a:pt x="212885" y="120572"/>
                </a:lnTo>
                <a:lnTo>
                  <a:pt x="211759" y="42475"/>
                </a:lnTo>
                <a:lnTo>
                  <a:pt x="210188" y="16045"/>
                </a:lnTo>
                <a:lnTo>
                  <a:pt x="210111" y="14935"/>
                </a:lnTo>
                <a:lnTo>
                  <a:pt x="209810" y="13252"/>
                </a:lnTo>
                <a:lnTo>
                  <a:pt x="208906" y="10154"/>
                </a:lnTo>
                <a:close/>
              </a:path>
              <a:path w="213360" h="342265">
                <a:moveTo>
                  <a:pt x="14672" y="7589"/>
                </a:moveTo>
                <a:lnTo>
                  <a:pt x="11464" y="7589"/>
                </a:lnTo>
                <a:lnTo>
                  <a:pt x="9513" y="8239"/>
                </a:lnTo>
                <a:lnTo>
                  <a:pt x="3261" y="17230"/>
                </a:lnTo>
                <a:lnTo>
                  <a:pt x="3154" y="17494"/>
                </a:lnTo>
                <a:lnTo>
                  <a:pt x="3058" y="17729"/>
                </a:lnTo>
                <a:lnTo>
                  <a:pt x="3004" y="17862"/>
                </a:lnTo>
                <a:lnTo>
                  <a:pt x="2895" y="18131"/>
                </a:lnTo>
                <a:lnTo>
                  <a:pt x="0" y="100089"/>
                </a:lnTo>
                <a:lnTo>
                  <a:pt x="190" y="101823"/>
                </a:lnTo>
                <a:lnTo>
                  <a:pt x="26596" y="149981"/>
                </a:lnTo>
                <a:lnTo>
                  <a:pt x="62936" y="182717"/>
                </a:lnTo>
                <a:lnTo>
                  <a:pt x="65188" y="183405"/>
                </a:lnTo>
                <a:lnTo>
                  <a:pt x="66523" y="183405"/>
                </a:lnTo>
                <a:lnTo>
                  <a:pt x="74486" y="183837"/>
                </a:lnTo>
                <a:lnTo>
                  <a:pt x="104025" y="168302"/>
                </a:lnTo>
                <a:lnTo>
                  <a:pt x="69893" y="168302"/>
                </a:lnTo>
                <a:lnTo>
                  <a:pt x="66932" y="167483"/>
                </a:lnTo>
                <a:lnTo>
                  <a:pt x="68340" y="167483"/>
                </a:lnTo>
                <a:lnTo>
                  <a:pt x="62201" y="164241"/>
                </a:lnTo>
                <a:lnTo>
                  <a:pt x="61666" y="164241"/>
                </a:lnTo>
                <a:lnTo>
                  <a:pt x="60029" y="163094"/>
                </a:lnTo>
                <a:lnTo>
                  <a:pt x="60401" y="163094"/>
                </a:lnTo>
                <a:lnTo>
                  <a:pt x="50697" y="154297"/>
                </a:lnTo>
                <a:lnTo>
                  <a:pt x="47789" y="150627"/>
                </a:lnTo>
                <a:lnTo>
                  <a:pt x="39428" y="140463"/>
                </a:lnTo>
                <a:lnTo>
                  <a:pt x="37567" y="137600"/>
                </a:lnTo>
                <a:lnTo>
                  <a:pt x="20966" y="112697"/>
                </a:lnTo>
                <a:lnTo>
                  <a:pt x="20072" y="110628"/>
                </a:lnTo>
                <a:lnTo>
                  <a:pt x="17848" y="105959"/>
                </a:lnTo>
                <a:lnTo>
                  <a:pt x="17733" y="105717"/>
                </a:lnTo>
                <a:lnTo>
                  <a:pt x="17632" y="105506"/>
                </a:lnTo>
                <a:lnTo>
                  <a:pt x="17394" y="105506"/>
                </a:lnTo>
                <a:lnTo>
                  <a:pt x="17186" y="104569"/>
                </a:lnTo>
                <a:lnTo>
                  <a:pt x="16797" y="103751"/>
                </a:lnTo>
                <a:lnTo>
                  <a:pt x="17004" y="103751"/>
                </a:lnTo>
                <a:lnTo>
                  <a:pt x="16190" y="100089"/>
                </a:lnTo>
                <a:lnTo>
                  <a:pt x="15995" y="100089"/>
                </a:lnTo>
                <a:lnTo>
                  <a:pt x="15995" y="99211"/>
                </a:lnTo>
                <a:lnTo>
                  <a:pt x="15805" y="98353"/>
                </a:lnTo>
                <a:lnTo>
                  <a:pt x="15995" y="98353"/>
                </a:lnTo>
                <a:lnTo>
                  <a:pt x="16072" y="33793"/>
                </a:lnTo>
                <a:lnTo>
                  <a:pt x="16459" y="28947"/>
                </a:lnTo>
                <a:lnTo>
                  <a:pt x="16256" y="28947"/>
                </a:lnTo>
                <a:lnTo>
                  <a:pt x="16528" y="28082"/>
                </a:lnTo>
                <a:lnTo>
                  <a:pt x="16601" y="27176"/>
                </a:lnTo>
                <a:lnTo>
                  <a:pt x="16815" y="27176"/>
                </a:lnTo>
                <a:lnTo>
                  <a:pt x="18149" y="22950"/>
                </a:lnTo>
                <a:lnTo>
                  <a:pt x="20667" y="18131"/>
                </a:lnTo>
                <a:lnTo>
                  <a:pt x="20781" y="17729"/>
                </a:lnTo>
                <a:lnTo>
                  <a:pt x="20845" y="17494"/>
                </a:lnTo>
                <a:lnTo>
                  <a:pt x="20969" y="14020"/>
                </a:lnTo>
                <a:lnTo>
                  <a:pt x="20299" y="11955"/>
                </a:lnTo>
                <a:lnTo>
                  <a:pt x="19784" y="11051"/>
                </a:lnTo>
                <a:lnTo>
                  <a:pt x="18394" y="9450"/>
                </a:lnTo>
                <a:lnTo>
                  <a:pt x="17572" y="8812"/>
                </a:lnTo>
                <a:lnTo>
                  <a:pt x="15675" y="7863"/>
                </a:lnTo>
                <a:lnTo>
                  <a:pt x="14672" y="7589"/>
                </a:lnTo>
                <a:close/>
              </a:path>
              <a:path w="213360" h="342265">
                <a:moveTo>
                  <a:pt x="68340" y="167483"/>
                </a:moveTo>
                <a:lnTo>
                  <a:pt x="66932" y="167483"/>
                </a:lnTo>
                <a:lnTo>
                  <a:pt x="69893" y="168302"/>
                </a:lnTo>
                <a:lnTo>
                  <a:pt x="68340" y="167483"/>
                </a:lnTo>
                <a:close/>
              </a:path>
              <a:path w="213360" h="342265">
                <a:moveTo>
                  <a:pt x="68340" y="167483"/>
                </a:moveTo>
                <a:lnTo>
                  <a:pt x="69893" y="168302"/>
                </a:lnTo>
                <a:lnTo>
                  <a:pt x="72265" y="168302"/>
                </a:lnTo>
                <a:lnTo>
                  <a:pt x="73528" y="167866"/>
                </a:lnTo>
                <a:lnTo>
                  <a:pt x="75420" y="167866"/>
                </a:lnTo>
                <a:lnTo>
                  <a:pt x="68340" y="167483"/>
                </a:lnTo>
                <a:close/>
              </a:path>
              <a:path w="213360" h="342265">
                <a:moveTo>
                  <a:pt x="79786" y="165700"/>
                </a:moveTo>
                <a:lnTo>
                  <a:pt x="72265" y="168302"/>
                </a:lnTo>
                <a:lnTo>
                  <a:pt x="75323" y="167866"/>
                </a:lnTo>
                <a:lnTo>
                  <a:pt x="104566" y="167866"/>
                </a:lnTo>
                <a:lnTo>
                  <a:pt x="105302" y="167192"/>
                </a:lnTo>
                <a:lnTo>
                  <a:pt x="106308" y="166147"/>
                </a:lnTo>
                <a:lnTo>
                  <a:pt x="79011" y="166147"/>
                </a:lnTo>
                <a:lnTo>
                  <a:pt x="79786" y="165700"/>
                </a:lnTo>
                <a:close/>
              </a:path>
              <a:path w="213360" h="342265">
                <a:moveTo>
                  <a:pt x="104566" y="167866"/>
                </a:moveTo>
                <a:lnTo>
                  <a:pt x="75323" y="167866"/>
                </a:lnTo>
                <a:lnTo>
                  <a:pt x="72211" y="168302"/>
                </a:lnTo>
                <a:lnTo>
                  <a:pt x="104025" y="168302"/>
                </a:lnTo>
                <a:lnTo>
                  <a:pt x="104566" y="167866"/>
                </a:lnTo>
                <a:close/>
              </a:path>
              <a:path w="213360" h="342265">
                <a:moveTo>
                  <a:pt x="80510" y="165450"/>
                </a:moveTo>
                <a:lnTo>
                  <a:pt x="79786" y="165700"/>
                </a:lnTo>
                <a:lnTo>
                  <a:pt x="79011" y="166147"/>
                </a:lnTo>
                <a:lnTo>
                  <a:pt x="80510" y="165450"/>
                </a:lnTo>
                <a:close/>
              </a:path>
              <a:path w="213360" h="342265">
                <a:moveTo>
                  <a:pt x="106980" y="165450"/>
                </a:moveTo>
                <a:lnTo>
                  <a:pt x="80510" y="165450"/>
                </a:lnTo>
                <a:lnTo>
                  <a:pt x="78980" y="166147"/>
                </a:lnTo>
                <a:lnTo>
                  <a:pt x="106308" y="166147"/>
                </a:lnTo>
                <a:lnTo>
                  <a:pt x="106980" y="165450"/>
                </a:lnTo>
                <a:close/>
              </a:path>
              <a:path w="213360" h="342265">
                <a:moveTo>
                  <a:pt x="110933" y="161345"/>
                </a:moveTo>
                <a:lnTo>
                  <a:pt x="87336" y="161345"/>
                </a:lnTo>
                <a:lnTo>
                  <a:pt x="86785" y="161664"/>
                </a:lnTo>
                <a:lnTo>
                  <a:pt x="86307" y="162049"/>
                </a:lnTo>
                <a:lnTo>
                  <a:pt x="86116" y="162049"/>
                </a:lnTo>
                <a:lnTo>
                  <a:pt x="79786" y="165700"/>
                </a:lnTo>
                <a:lnTo>
                  <a:pt x="80510" y="165450"/>
                </a:lnTo>
                <a:lnTo>
                  <a:pt x="106980" y="165450"/>
                </a:lnTo>
                <a:lnTo>
                  <a:pt x="110255" y="162049"/>
                </a:lnTo>
                <a:lnTo>
                  <a:pt x="86307" y="162049"/>
                </a:lnTo>
                <a:lnTo>
                  <a:pt x="86871" y="161664"/>
                </a:lnTo>
                <a:lnTo>
                  <a:pt x="110626" y="161664"/>
                </a:lnTo>
                <a:lnTo>
                  <a:pt x="110933" y="161345"/>
                </a:lnTo>
                <a:close/>
              </a:path>
              <a:path w="213360" h="342265">
                <a:moveTo>
                  <a:pt x="60029" y="163094"/>
                </a:moveTo>
                <a:lnTo>
                  <a:pt x="61666" y="164241"/>
                </a:lnTo>
                <a:lnTo>
                  <a:pt x="60919" y="163565"/>
                </a:lnTo>
                <a:lnTo>
                  <a:pt x="60029" y="163094"/>
                </a:lnTo>
                <a:close/>
              </a:path>
              <a:path w="213360" h="342265">
                <a:moveTo>
                  <a:pt x="60919" y="163565"/>
                </a:moveTo>
                <a:lnTo>
                  <a:pt x="61666" y="164241"/>
                </a:lnTo>
                <a:lnTo>
                  <a:pt x="62201" y="164241"/>
                </a:lnTo>
                <a:lnTo>
                  <a:pt x="60919" y="163565"/>
                </a:lnTo>
                <a:close/>
              </a:path>
              <a:path w="213360" h="342265">
                <a:moveTo>
                  <a:pt x="60401" y="163094"/>
                </a:moveTo>
                <a:lnTo>
                  <a:pt x="60029" y="163094"/>
                </a:lnTo>
                <a:lnTo>
                  <a:pt x="60919" y="163565"/>
                </a:lnTo>
                <a:lnTo>
                  <a:pt x="60401" y="163094"/>
                </a:lnTo>
                <a:close/>
              </a:path>
              <a:path w="213360" h="342265">
                <a:moveTo>
                  <a:pt x="201373" y="0"/>
                </a:moveTo>
                <a:lnTo>
                  <a:pt x="198516" y="0"/>
                </a:lnTo>
                <a:lnTo>
                  <a:pt x="197857" y="137"/>
                </a:lnTo>
                <a:lnTo>
                  <a:pt x="172221" y="34428"/>
                </a:lnTo>
                <a:lnTo>
                  <a:pt x="161218" y="57332"/>
                </a:lnTo>
                <a:lnTo>
                  <a:pt x="148941" y="81654"/>
                </a:lnTo>
                <a:lnTo>
                  <a:pt x="134656" y="104569"/>
                </a:lnTo>
                <a:lnTo>
                  <a:pt x="134092" y="105506"/>
                </a:lnTo>
                <a:lnTo>
                  <a:pt x="117955" y="127875"/>
                </a:lnTo>
                <a:lnTo>
                  <a:pt x="101987" y="147572"/>
                </a:lnTo>
                <a:lnTo>
                  <a:pt x="94699" y="155140"/>
                </a:lnTo>
                <a:lnTo>
                  <a:pt x="94514" y="155420"/>
                </a:lnTo>
                <a:lnTo>
                  <a:pt x="86785" y="161664"/>
                </a:lnTo>
                <a:lnTo>
                  <a:pt x="87336" y="161345"/>
                </a:lnTo>
                <a:lnTo>
                  <a:pt x="110933" y="161345"/>
                </a:lnTo>
                <a:lnTo>
                  <a:pt x="147060" y="114874"/>
                </a:lnTo>
                <a:lnTo>
                  <a:pt x="175569" y="64402"/>
                </a:lnTo>
                <a:lnTo>
                  <a:pt x="186069" y="42475"/>
                </a:lnTo>
                <a:lnTo>
                  <a:pt x="186178" y="42247"/>
                </a:lnTo>
                <a:lnTo>
                  <a:pt x="186302" y="41988"/>
                </a:lnTo>
                <a:lnTo>
                  <a:pt x="194903" y="26832"/>
                </a:lnTo>
                <a:lnTo>
                  <a:pt x="194298" y="18131"/>
                </a:lnTo>
                <a:lnTo>
                  <a:pt x="194217" y="16963"/>
                </a:lnTo>
                <a:lnTo>
                  <a:pt x="192244" y="10154"/>
                </a:lnTo>
                <a:lnTo>
                  <a:pt x="208906" y="10154"/>
                </a:lnTo>
                <a:lnTo>
                  <a:pt x="203081" y="513"/>
                </a:lnTo>
                <a:lnTo>
                  <a:pt x="201373" y="0"/>
                </a:lnTo>
                <a:close/>
              </a:path>
              <a:path w="213360" h="342265">
                <a:moveTo>
                  <a:pt x="17186" y="104569"/>
                </a:moveTo>
                <a:lnTo>
                  <a:pt x="17400" y="105506"/>
                </a:lnTo>
                <a:lnTo>
                  <a:pt x="17632" y="105506"/>
                </a:lnTo>
                <a:lnTo>
                  <a:pt x="17186" y="104569"/>
                </a:lnTo>
                <a:close/>
              </a:path>
              <a:path w="213360" h="342265">
                <a:moveTo>
                  <a:pt x="17004" y="103751"/>
                </a:moveTo>
                <a:lnTo>
                  <a:pt x="16797" y="103751"/>
                </a:lnTo>
                <a:lnTo>
                  <a:pt x="17186" y="104569"/>
                </a:lnTo>
                <a:lnTo>
                  <a:pt x="17004" y="103751"/>
                </a:lnTo>
                <a:close/>
              </a:path>
              <a:path w="213360" h="342265">
                <a:moveTo>
                  <a:pt x="15995" y="99211"/>
                </a:moveTo>
                <a:lnTo>
                  <a:pt x="15995" y="100089"/>
                </a:lnTo>
                <a:lnTo>
                  <a:pt x="16190" y="100089"/>
                </a:lnTo>
                <a:lnTo>
                  <a:pt x="15995" y="99211"/>
                </a:lnTo>
                <a:close/>
              </a:path>
              <a:path w="213360" h="342265">
                <a:moveTo>
                  <a:pt x="15995" y="98353"/>
                </a:moveTo>
                <a:lnTo>
                  <a:pt x="15805" y="98353"/>
                </a:lnTo>
                <a:lnTo>
                  <a:pt x="15995" y="99211"/>
                </a:lnTo>
                <a:lnTo>
                  <a:pt x="15995" y="98353"/>
                </a:lnTo>
                <a:close/>
              </a:path>
              <a:path w="213360" h="342265">
                <a:moveTo>
                  <a:pt x="16528" y="28082"/>
                </a:moveTo>
                <a:lnTo>
                  <a:pt x="16256" y="28947"/>
                </a:lnTo>
                <a:lnTo>
                  <a:pt x="16459" y="28947"/>
                </a:lnTo>
                <a:lnTo>
                  <a:pt x="16528" y="28082"/>
                </a:lnTo>
                <a:close/>
              </a:path>
              <a:path w="213360" h="342265">
                <a:moveTo>
                  <a:pt x="16815" y="27176"/>
                </a:moveTo>
                <a:lnTo>
                  <a:pt x="16601" y="27176"/>
                </a:lnTo>
                <a:lnTo>
                  <a:pt x="16528" y="28082"/>
                </a:lnTo>
                <a:lnTo>
                  <a:pt x="16815" y="27176"/>
                </a:lnTo>
                <a:close/>
              </a:path>
              <a:path w="213360" h="342265">
                <a:moveTo>
                  <a:pt x="194307" y="17230"/>
                </a:moveTo>
                <a:lnTo>
                  <a:pt x="194298" y="18131"/>
                </a:lnTo>
                <a:lnTo>
                  <a:pt x="194633" y="22950"/>
                </a:lnTo>
                <a:lnTo>
                  <a:pt x="194715" y="24128"/>
                </a:lnTo>
                <a:lnTo>
                  <a:pt x="194827" y="25744"/>
                </a:lnTo>
                <a:lnTo>
                  <a:pt x="194903" y="26832"/>
                </a:lnTo>
                <a:lnTo>
                  <a:pt x="195337" y="26064"/>
                </a:lnTo>
                <a:lnTo>
                  <a:pt x="195418" y="25902"/>
                </a:lnTo>
                <a:lnTo>
                  <a:pt x="196686" y="24128"/>
                </a:lnTo>
                <a:lnTo>
                  <a:pt x="201054" y="17862"/>
                </a:lnTo>
                <a:lnTo>
                  <a:pt x="201147" y="17729"/>
                </a:lnTo>
                <a:lnTo>
                  <a:pt x="194453" y="17729"/>
                </a:lnTo>
                <a:lnTo>
                  <a:pt x="194411" y="17494"/>
                </a:lnTo>
                <a:lnTo>
                  <a:pt x="194307" y="17230"/>
                </a:lnTo>
                <a:close/>
              </a:path>
              <a:path w="213360" h="342265">
                <a:moveTo>
                  <a:pt x="202302" y="16045"/>
                </a:moveTo>
                <a:lnTo>
                  <a:pt x="194153" y="16045"/>
                </a:lnTo>
                <a:lnTo>
                  <a:pt x="194317" y="16963"/>
                </a:lnTo>
                <a:lnTo>
                  <a:pt x="194364" y="17230"/>
                </a:lnTo>
                <a:lnTo>
                  <a:pt x="194453" y="17729"/>
                </a:lnTo>
                <a:lnTo>
                  <a:pt x="201147" y="17729"/>
                </a:lnTo>
                <a:lnTo>
                  <a:pt x="201310" y="17494"/>
                </a:lnTo>
                <a:lnTo>
                  <a:pt x="200986" y="17494"/>
                </a:lnTo>
                <a:lnTo>
                  <a:pt x="201298" y="17230"/>
                </a:lnTo>
                <a:lnTo>
                  <a:pt x="201468" y="16963"/>
                </a:lnTo>
                <a:lnTo>
                  <a:pt x="202302" y="16045"/>
                </a:lnTo>
                <a:close/>
              </a:path>
              <a:path w="213360" h="342265">
                <a:moveTo>
                  <a:pt x="201680" y="16963"/>
                </a:moveTo>
                <a:lnTo>
                  <a:pt x="201226" y="17230"/>
                </a:lnTo>
                <a:lnTo>
                  <a:pt x="200986" y="17494"/>
                </a:lnTo>
                <a:lnTo>
                  <a:pt x="201310" y="17494"/>
                </a:lnTo>
                <a:lnTo>
                  <a:pt x="201680" y="16963"/>
                </a:lnTo>
                <a:close/>
              </a:path>
              <a:path w="213360" h="342265">
                <a:moveTo>
                  <a:pt x="202320" y="16045"/>
                </a:moveTo>
                <a:lnTo>
                  <a:pt x="201226" y="17230"/>
                </a:lnTo>
                <a:lnTo>
                  <a:pt x="201613" y="16963"/>
                </a:lnTo>
                <a:lnTo>
                  <a:pt x="202320" y="16045"/>
                </a:lnTo>
                <a:close/>
              </a:path>
              <a:path w="213360" h="342265">
                <a:moveTo>
                  <a:pt x="192244" y="10154"/>
                </a:moveTo>
                <a:lnTo>
                  <a:pt x="194230" y="16963"/>
                </a:lnTo>
                <a:lnTo>
                  <a:pt x="194153" y="16045"/>
                </a:lnTo>
                <a:lnTo>
                  <a:pt x="202698" y="16045"/>
                </a:lnTo>
                <a:lnTo>
                  <a:pt x="205089" y="14020"/>
                </a:lnTo>
                <a:lnTo>
                  <a:pt x="192244" y="10154"/>
                </a:lnTo>
                <a:close/>
              </a:path>
              <a:path w="213360" h="342265">
                <a:moveTo>
                  <a:pt x="202698" y="16045"/>
                </a:moveTo>
                <a:lnTo>
                  <a:pt x="202320" y="16045"/>
                </a:lnTo>
                <a:lnTo>
                  <a:pt x="201680" y="16963"/>
                </a:lnTo>
                <a:lnTo>
                  <a:pt x="202698" y="1604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8" name="object 9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431530" y="7745214"/>
            <a:ext cx="243268" cy="235733"/>
          </a:xfrm>
          <a:prstGeom prst="rect">
            <a:avLst/>
          </a:prstGeom>
        </p:spPr>
      </p:pic>
      <p:sp>
        <p:nvSpPr>
          <p:cNvPr id="99" name="object 99"/>
          <p:cNvSpPr/>
          <p:nvPr/>
        </p:nvSpPr>
        <p:spPr>
          <a:xfrm>
            <a:off x="3868402" y="7833550"/>
            <a:ext cx="321945" cy="34290"/>
          </a:xfrm>
          <a:custGeom>
            <a:avLst/>
            <a:gdLst/>
            <a:ahLst/>
            <a:cxnLst/>
            <a:rect l="l" t="t" r="r" b="b"/>
            <a:pathLst>
              <a:path w="321945" h="34290">
                <a:moveTo>
                  <a:pt x="314035" y="0"/>
                </a:moveTo>
                <a:lnTo>
                  <a:pt x="312934" y="0"/>
                </a:lnTo>
                <a:lnTo>
                  <a:pt x="293903" y="4005"/>
                </a:lnTo>
                <a:lnTo>
                  <a:pt x="293311" y="4005"/>
                </a:lnTo>
                <a:lnTo>
                  <a:pt x="281167" y="5130"/>
                </a:lnTo>
                <a:lnTo>
                  <a:pt x="177550" y="11522"/>
                </a:lnTo>
                <a:lnTo>
                  <a:pt x="173442" y="11522"/>
                </a:lnTo>
                <a:lnTo>
                  <a:pt x="111164" y="12674"/>
                </a:lnTo>
                <a:lnTo>
                  <a:pt x="51944" y="12674"/>
                </a:lnTo>
                <a:lnTo>
                  <a:pt x="27140" y="13384"/>
                </a:lnTo>
                <a:lnTo>
                  <a:pt x="28944" y="13384"/>
                </a:lnTo>
                <a:lnTo>
                  <a:pt x="15687" y="15275"/>
                </a:lnTo>
                <a:lnTo>
                  <a:pt x="0" y="26897"/>
                </a:lnTo>
                <a:lnTo>
                  <a:pt x="504" y="28667"/>
                </a:lnTo>
                <a:lnTo>
                  <a:pt x="5601" y="33411"/>
                </a:lnTo>
                <a:lnTo>
                  <a:pt x="4884" y="33411"/>
                </a:lnTo>
                <a:lnTo>
                  <a:pt x="7359" y="33700"/>
                </a:lnTo>
                <a:lnTo>
                  <a:pt x="9156" y="33700"/>
                </a:lnTo>
                <a:lnTo>
                  <a:pt x="18211" y="31113"/>
                </a:lnTo>
                <a:lnTo>
                  <a:pt x="17948" y="31113"/>
                </a:lnTo>
                <a:lnTo>
                  <a:pt x="19015" y="30883"/>
                </a:lnTo>
                <a:lnTo>
                  <a:pt x="19557" y="30883"/>
                </a:lnTo>
                <a:lnTo>
                  <a:pt x="30665" y="29296"/>
                </a:lnTo>
                <a:lnTo>
                  <a:pt x="30304" y="29296"/>
                </a:lnTo>
                <a:lnTo>
                  <a:pt x="52268" y="28667"/>
                </a:lnTo>
                <a:lnTo>
                  <a:pt x="111666" y="28667"/>
                </a:lnTo>
                <a:lnTo>
                  <a:pt x="180181" y="27390"/>
                </a:lnTo>
                <a:lnTo>
                  <a:pt x="282718" y="21057"/>
                </a:lnTo>
                <a:lnTo>
                  <a:pt x="320070" y="12674"/>
                </a:lnTo>
                <a:lnTo>
                  <a:pt x="321599" y="8473"/>
                </a:lnTo>
                <a:lnTo>
                  <a:pt x="321588" y="7433"/>
                </a:lnTo>
                <a:lnTo>
                  <a:pt x="316059" y="378"/>
                </a:lnTo>
                <a:lnTo>
                  <a:pt x="314035" y="0"/>
                </a:lnTo>
                <a:close/>
              </a:path>
              <a:path w="321945" h="34290">
                <a:moveTo>
                  <a:pt x="19015" y="30883"/>
                </a:moveTo>
                <a:lnTo>
                  <a:pt x="17948" y="31113"/>
                </a:lnTo>
                <a:lnTo>
                  <a:pt x="18211" y="31113"/>
                </a:lnTo>
                <a:lnTo>
                  <a:pt x="19015" y="30883"/>
                </a:lnTo>
                <a:close/>
              </a:path>
              <a:path w="321945" h="34290">
                <a:moveTo>
                  <a:pt x="19557" y="30883"/>
                </a:moveTo>
                <a:lnTo>
                  <a:pt x="19015" y="30883"/>
                </a:lnTo>
                <a:lnTo>
                  <a:pt x="18211" y="31113"/>
                </a:lnTo>
                <a:lnTo>
                  <a:pt x="17948" y="31113"/>
                </a:lnTo>
                <a:lnTo>
                  <a:pt x="19557" y="3088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908847" y="7916882"/>
            <a:ext cx="170180" cy="24130"/>
          </a:xfrm>
          <a:custGeom>
            <a:avLst/>
            <a:gdLst/>
            <a:ahLst/>
            <a:cxnLst/>
            <a:rect l="l" t="t" r="r" b="b"/>
            <a:pathLst>
              <a:path w="170179" h="24129">
                <a:moveTo>
                  <a:pt x="162546" y="0"/>
                </a:moveTo>
                <a:lnTo>
                  <a:pt x="161479" y="0"/>
                </a:lnTo>
                <a:lnTo>
                  <a:pt x="150679" y="2087"/>
                </a:lnTo>
                <a:lnTo>
                  <a:pt x="148773" y="2087"/>
                </a:lnTo>
                <a:lnTo>
                  <a:pt x="137638" y="2580"/>
                </a:lnTo>
                <a:lnTo>
                  <a:pt x="94707" y="2580"/>
                </a:lnTo>
                <a:lnTo>
                  <a:pt x="37579" y="5126"/>
                </a:lnTo>
                <a:lnTo>
                  <a:pt x="0" y="14196"/>
                </a:lnTo>
                <a:lnTo>
                  <a:pt x="58" y="17343"/>
                </a:lnTo>
                <a:lnTo>
                  <a:pt x="6611" y="23594"/>
                </a:lnTo>
                <a:lnTo>
                  <a:pt x="8604" y="23594"/>
                </a:lnTo>
                <a:lnTo>
                  <a:pt x="38648" y="21088"/>
                </a:lnTo>
                <a:lnTo>
                  <a:pt x="95189" y="18571"/>
                </a:lnTo>
                <a:lnTo>
                  <a:pt x="138119" y="18571"/>
                </a:lnTo>
                <a:lnTo>
                  <a:pt x="152553" y="17932"/>
                </a:lnTo>
                <a:lnTo>
                  <a:pt x="170036" y="7567"/>
                </a:lnTo>
                <a:lnTo>
                  <a:pt x="169633" y="5486"/>
                </a:lnTo>
                <a:lnTo>
                  <a:pt x="164623" y="424"/>
                </a:lnTo>
                <a:lnTo>
                  <a:pt x="16254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204284" y="6358803"/>
            <a:ext cx="16510" cy="16510"/>
          </a:xfrm>
          <a:custGeom>
            <a:avLst/>
            <a:gdLst/>
            <a:ahLst/>
            <a:cxnLst/>
            <a:rect l="l" t="t" r="r" b="b"/>
            <a:pathLst>
              <a:path w="16510" h="16510">
                <a:moveTo>
                  <a:pt x="9057" y="0"/>
                </a:moveTo>
                <a:lnTo>
                  <a:pt x="6936" y="0"/>
                </a:lnTo>
                <a:lnTo>
                  <a:pt x="5915" y="203"/>
                </a:lnTo>
                <a:lnTo>
                  <a:pt x="0" y="6936"/>
                </a:lnTo>
                <a:lnTo>
                  <a:pt x="0" y="9057"/>
                </a:lnTo>
                <a:lnTo>
                  <a:pt x="6936" y="15993"/>
                </a:lnTo>
                <a:lnTo>
                  <a:pt x="9057" y="15993"/>
                </a:lnTo>
                <a:lnTo>
                  <a:pt x="15995" y="7997"/>
                </a:lnTo>
                <a:lnTo>
                  <a:pt x="15993" y="6936"/>
                </a:lnTo>
                <a:lnTo>
                  <a:pt x="905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441291" y="7716733"/>
            <a:ext cx="135890" cy="284480"/>
          </a:xfrm>
          <a:custGeom>
            <a:avLst/>
            <a:gdLst/>
            <a:ahLst/>
            <a:cxnLst/>
            <a:rect l="l" t="t" r="r" b="b"/>
            <a:pathLst>
              <a:path w="135889" h="284479">
                <a:moveTo>
                  <a:pt x="120177" y="83475"/>
                </a:moveTo>
                <a:lnTo>
                  <a:pt x="113376" y="83475"/>
                </a:lnTo>
                <a:lnTo>
                  <a:pt x="108397" y="87960"/>
                </a:lnTo>
                <a:lnTo>
                  <a:pt x="105543" y="92336"/>
                </a:lnTo>
                <a:lnTo>
                  <a:pt x="106865" y="109725"/>
                </a:lnTo>
                <a:lnTo>
                  <a:pt x="106935" y="110497"/>
                </a:lnTo>
                <a:lnTo>
                  <a:pt x="107957" y="159567"/>
                </a:lnTo>
                <a:lnTo>
                  <a:pt x="109214" y="223306"/>
                </a:lnTo>
                <a:lnTo>
                  <a:pt x="120124" y="279043"/>
                </a:lnTo>
                <a:lnTo>
                  <a:pt x="121846" y="281683"/>
                </a:lnTo>
                <a:lnTo>
                  <a:pt x="121961" y="281830"/>
                </a:lnTo>
                <a:lnTo>
                  <a:pt x="122751" y="282507"/>
                </a:lnTo>
                <a:lnTo>
                  <a:pt x="124600" y="283545"/>
                </a:lnTo>
                <a:lnTo>
                  <a:pt x="126112" y="284038"/>
                </a:lnTo>
                <a:lnTo>
                  <a:pt x="128732" y="284038"/>
                </a:lnTo>
                <a:lnTo>
                  <a:pt x="130489" y="283545"/>
                </a:lnTo>
                <a:lnTo>
                  <a:pt x="130617" y="283545"/>
                </a:lnTo>
                <a:lnTo>
                  <a:pt x="135576" y="274911"/>
                </a:lnTo>
                <a:lnTo>
                  <a:pt x="128098" y="248283"/>
                </a:lnTo>
                <a:lnTo>
                  <a:pt x="125405" y="225225"/>
                </a:lnTo>
                <a:lnTo>
                  <a:pt x="125308" y="224421"/>
                </a:lnTo>
                <a:lnTo>
                  <a:pt x="125223" y="223715"/>
                </a:lnTo>
                <a:lnTo>
                  <a:pt x="125173" y="223306"/>
                </a:lnTo>
                <a:lnTo>
                  <a:pt x="123601" y="142721"/>
                </a:lnTo>
                <a:lnTo>
                  <a:pt x="121624" y="92790"/>
                </a:lnTo>
                <a:lnTo>
                  <a:pt x="121560" y="91946"/>
                </a:lnTo>
                <a:lnTo>
                  <a:pt x="121469" y="90737"/>
                </a:lnTo>
                <a:lnTo>
                  <a:pt x="121359" y="89894"/>
                </a:lnTo>
                <a:lnTo>
                  <a:pt x="120177" y="83475"/>
                </a:lnTo>
                <a:close/>
              </a:path>
              <a:path w="135889" h="284479">
                <a:moveTo>
                  <a:pt x="21259" y="0"/>
                </a:moveTo>
                <a:lnTo>
                  <a:pt x="18174" y="0"/>
                </a:lnTo>
                <a:lnTo>
                  <a:pt x="17364" y="193"/>
                </a:lnTo>
                <a:lnTo>
                  <a:pt x="11461" y="12472"/>
                </a:lnTo>
                <a:lnTo>
                  <a:pt x="11353" y="14060"/>
                </a:lnTo>
                <a:lnTo>
                  <a:pt x="6837" y="69373"/>
                </a:lnTo>
                <a:lnTo>
                  <a:pt x="1059" y="137683"/>
                </a:lnTo>
                <a:lnTo>
                  <a:pt x="135" y="165406"/>
                </a:lnTo>
                <a:lnTo>
                  <a:pt x="124" y="165728"/>
                </a:lnTo>
                <a:lnTo>
                  <a:pt x="0" y="173711"/>
                </a:lnTo>
                <a:lnTo>
                  <a:pt x="1522" y="183451"/>
                </a:lnTo>
                <a:lnTo>
                  <a:pt x="12438" y="194237"/>
                </a:lnTo>
                <a:lnTo>
                  <a:pt x="12792" y="194237"/>
                </a:lnTo>
                <a:lnTo>
                  <a:pt x="16101" y="194598"/>
                </a:lnTo>
                <a:lnTo>
                  <a:pt x="18273" y="194598"/>
                </a:lnTo>
                <a:lnTo>
                  <a:pt x="23387" y="193099"/>
                </a:lnTo>
                <a:lnTo>
                  <a:pt x="25533" y="192105"/>
                </a:lnTo>
                <a:lnTo>
                  <a:pt x="36362" y="184983"/>
                </a:lnTo>
                <a:lnTo>
                  <a:pt x="37633" y="183970"/>
                </a:lnTo>
                <a:lnTo>
                  <a:pt x="41239" y="180449"/>
                </a:lnTo>
                <a:lnTo>
                  <a:pt x="17244" y="180449"/>
                </a:lnTo>
                <a:lnTo>
                  <a:pt x="16960" y="179689"/>
                </a:lnTo>
                <a:lnTo>
                  <a:pt x="16871" y="179451"/>
                </a:lnTo>
                <a:lnTo>
                  <a:pt x="17535" y="179451"/>
                </a:lnTo>
                <a:lnTo>
                  <a:pt x="13863" y="178090"/>
                </a:lnTo>
                <a:lnTo>
                  <a:pt x="15785" y="178090"/>
                </a:lnTo>
                <a:lnTo>
                  <a:pt x="15662" y="177962"/>
                </a:lnTo>
                <a:lnTo>
                  <a:pt x="16316" y="177962"/>
                </a:lnTo>
                <a:lnTo>
                  <a:pt x="16237" y="177749"/>
                </a:lnTo>
                <a:lnTo>
                  <a:pt x="16123" y="177445"/>
                </a:lnTo>
                <a:lnTo>
                  <a:pt x="16774" y="177445"/>
                </a:lnTo>
                <a:lnTo>
                  <a:pt x="16040" y="172745"/>
                </a:lnTo>
                <a:lnTo>
                  <a:pt x="15896" y="172745"/>
                </a:lnTo>
                <a:lnTo>
                  <a:pt x="15805" y="171240"/>
                </a:lnTo>
                <a:lnTo>
                  <a:pt x="15946" y="171240"/>
                </a:lnTo>
                <a:lnTo>
                  <a:pt x="16897" y="142721"/>
                </a:lnTo>
                <a:lnTo>
                  <a:pt x="16914" y="142185"/>
                </a:lnTo>
                <a:lnTo>
                  <a:pt x="17040" y="138421"/>
                </a:lnTo>
                <a:lnTo>
                  <a:pt x="22561" y="73270"/>
                </a:lnTo>
                <a:lnTo>
                  <a:pt x="25843" y="33129"/>
                </a:lnTo>
                <a:lnTo>
                  <a:pt x="20417" y="33129"/>
                </a:lnTo>
                <a:lnTo>
                  <a:pt x="18388" y="32517"/>
                </a:lnTo>
                <a:lnTo>
                  <a:pt x="12642" y="14843"/>
                </a:lnTo>
                <a:lnTo>
                  <a:pt x="11789" y="9093"/>
                </a:lnTo>
                <a:lnTo>
                  <a:pt x="27687" y="8305"/>
                </a:lnTo>
                <a:lnTo>
                  <a:pt x="27725" y="7505"/>
                </a:lnTo>
                <a:lnTo>
                  <a:pt x="27576" y="6515"/>
                </a:lnTo>
                <a:lnTo>
                  <a:pt x="27459" y="5737"/>
                </a:lnTo>
                <a:lnTo>
                  <a:pt x="23143" y="621"/>
                </a:lnTo>
                <a:lnTo>
                  <a:pt x="21259" y="0"/>
                </a:lnTo>
                <a:close/>
              </a:path>
              <a:path w="135889" h="284479">
                <a:moveTo>
                  <a:pt x="15785" y="178090"/>
                </a:moveTo>
                <a:lnTo>
                  <a:pt x="13863" y="178090"/>
                </a:lnTo>
                <a:lnTo>
                  <a:pt x="17535" y="179451"/>
                </a:lnTo>
                <a:lnTo>
                  <a:pt x="16871" y="179451"/>
                </a:lnTo>
                <a:lnTo>
                  <a:pt x="17244" y="180449"/>
                </a:lnTo>
                <a:lnTo>
                  <a:pt x="17125" y="179689"/>
                </a:lnTo>
                <a:lnTo>
                  <a:pt x="17088" y="179451"/>
                </a:lnTo>
                <a:lnTo>
                  <a:pt x="15785" y="178090"/>
                </a:lnTo>
                <a:close/>
              </a:path>
              <a:path w="135889" h="284479">
                <a:moveTo>
                  <a:pt x="17088" y="179451"/>
                </a:moveTo>
                <a:lnTo>
                  <a:pt x="17125" y="179689"/>
                </a:lnTo>
                <a:lnTo>
                  <a:pt x="17244" y="180449"/>
                </a:lnTo>
                <a:lnTo>
                  <a:pt x="18043" y="180449"/>
                </a:lnTo>
                <a:lnTo>
                  <a:pt x="17088" y="179451"/>
                </a:lnTo>
                <a:close/>
              </a:path>
              <a:path w="135889" h="284479">
                <a:moveTo>
                  <a:pt x="17720" y="178090"/>
                </a:moveTo>
                <a:lnTo>
                  <a:pt x="16875" y="178090"/>
                </a:lnTo>
                <a:lnTo>
                  <a:pt x="17088" y="179451"/>
                </a:lnTo>
                <a:lnTo>
                  <a:pt x="18043" y="180449"/>
                </a:lnTo>
                <a:lnTo>
                  <a:pt x="17377" y="179451"/>
                </a:lnTo>
                <a:lnTo>
                  <a:pt x="17832" y="179451"/>
                </a:lnTo>
                <a:lnTo>
                  <a:pt x="15850" y="178090"/>
                </a:lnTo>
                <a:lnTo>
                  <a:pt x="13076" y="179451"/>
                </a:lnTo>
                <a:lnTo>
                  <a:pt x="17720" y="178090"/>
                </a:lnTo>
                <a:close/>
              </a:path>
              <a:path w="135889" h="284479">
                <a:moveTo>
                  <a:pt x="17535" y="179451"/>
                </a:moveTo>
                <a:lnTo>
                  <a:pt x="17377" y="179451"/>
                </a:lnTo>
                <a:lnTo>
                  <a:pt x="18001" y="180449"/>
                </a:lnTo>
                <a:lnTo>
                  <a:pt x="41239" y="180449"/>
                </a:lnTo>
                <a:lnTo>
                  <a:pt x="42015" y="179689"/>
                </a:lnTo>
                <a:lnTo>
                  <a:pt x="18180" y="179689"/>
                </a:lnTo>
                <a:lnTo>
                  <a:pt x="17535" y="179451"/>
                </a:lnTo>
                <a:close/>
              </a:path>
              <a:path w="135889" h="284479">
                <a:moveTo>
                  <a:pt x="17832" y="179451"/>
                </a:moveTo>
                <a:lnTo>
                  <a:pt x="17535" y="179451"/>
                </a:lnTo>
                <a:lnTo>
                  <a:pt x="18180" y="179689"/>
                </a:lnTo>
                <a:lnTo>
                  <a:pt x="17832" y="179451"/>
                </a:lnTo>
                <a:close/>
              </a:path>
              <a:path w="135889" h="284479">
                <a:moveTo>
                  <a:pt x="43650" y="178090"/>
                </a:moveTo>
                <a:lnTo>
                  <a:pt x="24659" y="178090"/>
                </a:lnTo>
                <a:lnTo>
                  <a:pt x="9290" y="179451"/>
                </a:lnTo>
                <a:lnTo>
                  <a:pt x="17832" y="179451"/>
                </a:lnTo>
                <a:lnTo>
                  <a:pt x="18180" y="179689"/>
                </a:lnTo>
                <a:lnTo>
                  <a:pt x="42015" y="179689"/>
                </a:lnTo>
                <a:lnTo>
                  <a:pt x="43650" y="178090"/>
                </a:lnTo>
                <a:close/>
              </a:path>
              <a:path w="135889" h="284479">
                <a:moveTo>
                  <a:pt x="16316" y="177962"/>
                </a:moveTo>
                <a:lnTo>
                  <a:pt x="15662" y="177962"/>
                </a:lnTo>
                <a:lnTo>
                  <a:pt x="17832" y="179451"/>
                </a:lnTo>
                <a:lnTo>
                  <a:pt x="16871" y="179451"/>
                </a:lnTo>
                <a:lnTo>
                  <a:pt x="16364" y="178090"/>
                </a:lnTo>
                <a:lnTo>
                  <a:pt x="16316" y="177962"/>
                </a:lnTo>
                <a:close/>
              </a:path>
              <a:path w="135889" h="284479">
                <a:moveTo>
                  <a:pt x="16313" y="177749"/>
                </a:moveTo>
                <a:lnTo>
                  <a:pt x="16364" y="178090"/>
                </a:lnTo>
                <a:lnTo>
                  <a:pt x="16871" y="179451"/>
                </a:lnTo>
                <a:lnTo>
                  <a:pt x="17377" y="179451"/>
                </a:lnTo>
                <a:lnTo>
                  <a:pt x="16313" y="177749"/>
                </a:lnTo>
                <a:close/>
              </a:path>
              <a:path w="135889" h="284479">
                <a:moveTo>
                  <a:pt x="16774" y="177445"/>
                </a:moveTo>
                <a:lnTo>
                  <a:pt x="16123" y="177445"/>
                </a:lnTo>
                <a:lnTo>
                  <a:pt x="17377" y="179451"/>
                </a:lnTo>
                <a:lnTo>
                  <a:pt x="17088" y="179451"/>
                </a:lnTo>
                <a:lnTo>
                  <a:pt x="16875" y="178090"/>
                </a:lnTo>
                <a:lnTo>
                  <a:pt x="16774" y="177445"/>
                </a:lnTo>
                <a:close/>
              </a:path>
              <a:path w="135889" h="284479">
                <a:moveTo>
                  <a:pt x="17720" y="178090"/>
                </a:moveTo>
                <a:lnTo>
                  <a:pt x="13076" y="179451"/>
                </a:lnTo>
                <a:lnTo>
                  <a:pt x="15651" y="179451"/>
                </a:lnTo>
                <a:lnTo>
                  <a:pt x="17720" y="178090"/>
                </a:lnTo>
                <a:close/>
              </a:path>
              <a:path w="135889" h="284479">
                <a:moveTo>
                  <a:pt x="18887" y="177749"/>
                </a:moveTo>
                <a:lnTo>
                  <a:pt x="17720" y="178090"/>
                </a:lnTo>
                <a:lnTo>
                  <a:pt x="15651" y="179451"/>
                </a:lnTo>
                <a:lnTo>
                  <a:pt x="15204" y="179451"/>
                </a:lnTo>
                <a:lnTo>
                  <a:pt x="18887" y="177749"/>
                </a:lnTo>
                <a:close/>
              </a:path>
              <a:path w="135889" h="284479">
                <a:moveTo>
                  <a:pt x="43999" y="177749"/>
                </a:moveTo>
                <a:lnTo>
                  <a:pt x="18887" y="177749"/>
                </a:lnTo>
                <a:lnTo>
                  <a:pt x="15204" y="179451"/>
                </a:lnTo>
                <a:lnTo>
                  <a:pt x="9290" y="179451"/>
                </a:lnTo>
                <a:lnTo>
                  <a:pt x="24659" y="178090"/>
                </a:lnTo>
                <a:lnTo>
                  <a:pt x="43650" y="178090"/>
                </a:lnTo>
                <a:lnTo>
                  <a:pt x="43999" y="177749"/>
                </a:lnTo>
                <a:close/>
              </a:path>
              <a:path w="135889" h="284479">
                <a:moveTo>
                  <a:pt x="27013" y="171987"/>
                </a:moveTo>
                <a:lnTo>
                  <a:pt x="17720" y="178090"/>
                </a:lnTo>
                <a:lnTo>
                  <a:pt x="18887" y="177749"/>
                </a:lnTo>
                <a:lnTo>
                  <a:pt x="43999" y="177749"/>
                </a:lnTo>
                <a:lnTo>
                  <a:pt x="49355" y="172511"/>
                </a:lnTo>
                <a:lnTo>
                  <a:pt x="26476" y="172511"/>
                </a:lnTo>
                <a:lnTo>
                  <a:pt x="26849" y="172211"/>
                </a:lnTo>
                <a:lnTo>
                  <a:pt x="27013" y="171987"/>
                </a:lnTo>
                <a:close/>
              </a:path>
              <a:path w="135889" h="284479">
                <a:moveTo>
                  <a:pt x="50340" y="171547"/>
                </a:moveTo>
                <a:lnTo>
                  <a:pt x="27674" y="171547"/>
                </a:lnTo>
                <a:lnTo>
                  <a:pt x="27128" y="171987"/>
                </a:lnTo>
                <a:lnTo>
                  <a:pt x="26783" y="172211"/>
                </a:lnTo>
                <a:lnTo>
                  <a:pt x="26476" y="172511"/>
                </a:lnTo>
                <a:lnTo>
                  <a:pt x="49355" y="172511"/>
                </a:lnTo>
                <a:lnTo>
                  <a:pt x="50340" y="171547"/>
                </a:lnTo>
                <a:close/>
              </a:path>
              <a:path w="135889" h="284479">
                <a:moveTo>
                  <a:pt x="109485" y="69664"/>
                </a:moveTo>
                <a:lnTo>
                  <a:pt x="106358" y="69664"/>
                </a:lnTo>
                <a:lnTo>
                  <a:pt x="105552" y="69879"/>
                </a:lnTo>
                <a:lnTo>
                  <a:pt x="78355" y="104743"/>
                </a:lnTo>
                <a:lnTo>
                  <a:pt x="55766" y="138625"/>
                </a:lnTo>
                <a:lnTo>
                  <a:pt x="53426" y="142185"/>
                </a:lnTo>
                <a:lnTo>
                  <a:pt x="45533" y="152129"/>
                </a:lnTo>
                <a:lnTo>
                  <a:pt x="39711" y="159567"/>
                </a:lnTo>
                <a:lnTo>
                  <a:pt x="27013" y="171987"/>
                </a:lnTo>
                <a:lnTo>
                  <a:pt x="27674" y="171547"/>
                </a:lnTo>
                <a:lnTo>
                  <a:pt x="50340" y="171547"/>
                </a:lnTo>
                <a:lnTo>
                  <a:pt x="91709" y="113548"/>
                </a:lnTo>
                <a:lnTo>
                  <a:pt x="105543" y="92336"/>
                </a:lnTo>
                <a:lnTo>
                  <a:pt x="103911" y="83475"/>
                </a:lnTo>
                <a:lnTo>
                  <a:pt x="103868" y="83246"/>
                </a:lnTo>
                <a:lnTo>
                  <a:pt x="103146" y="82019"/>
                </a:lnTo>
                <a:lnTo>
                  <a:pt x="103642" y="82019"/>
                </a:lnTo>
                <a:lnTo>
                  <a:pt x="103612" y="81857"/>
                </a:lnTo>
                <a:lnTo>
                  <a:pt x="119879" y="81857"/>
                </a:lnTo>
                <a:lnTo>
                  <a:pt x="119345" y="78958"/>
                </a:lnTo>
                <a:lnTo>
                  <a:pt x="112440" y="70298"/>
                </a:lnTo>
                <a:lnTo>
                  <a:pt x="109485" y="69664"/>
                </a:lnTo>
                <a:close/>
              </a:path>
              <a:path w="135889" h="284479">
                <a:moveTo>
                  <a:pt x="103866" y="82538"/>
                </a:moveTo>
                <a:lnTo>
                  <a:pt x="104585" y="84465"/>
                </a:lnTo>
                <a:lnTo>
                  <a:pt x="104093" y="84465"/>
                </a:lnTo>
                <a:lnTo>
                  <a:pt x="105249" y="90737"/>
                </a:lnTo>
                <a:lnTo>
                  <a:pt x="105517" y="91946"/>
                </a:lnTo>
                <a:lnTo>
                  <a:pt x="105568" y="92336"/>
                </a:lnTo>
                <a:lnTo>
                  <a:pt x="105797" y="91946"/>
                </a:lnTo>
                <a:lnTo>
                  <a:pt x="107942" y="88657"/>
                </a:lnTo>
                <a:lnTo>
                  <a:pt x="107623" y="88657"/>
                </a:lnTo>
                <a:lnTo>
                  <a:pt x="108972" y="87078"/>
                </a:lnTo>
                <a:lnTo>
                  <a:pt x="109376" y="87078"/>
                </a:lnTo>
                <a:lnTo>
                  <a:pt x="110816" y="85782"/>
                </a:lnTo>
                <a:lnTo>
                  <a:pt x="108365" y="85782"/>
                </a:lnTo>
                <a:lnTo>
                  <a:pt x="106351" y="85351"/>
                </a:lnTo>
                <a:lnTo>
                  <a:pt x="107385" y="85075"/>
                </a:lnTo>
                <a:lnTo>
                  <a:pt x="106538" y="84465"/>
                </a:lnTo>
                <a:lnTo>
                  <a:pt x="104585" y="84465"/>
                </a:lnTo>
                <a:lnTo>
                  <a:pt x="104003" y="83475"/>
                </a:lnTo>
                <a:lnTo>
                  <a:pt x="105166" y="83475"/>
                </a:lnTo>
                <a:lnTo>
                  <a:pt x="103866" y="82538"/>
                </a:lnTo>
                <a:close/>
              </a:path>
              <a:path w="135889" h="284479">
                <a:moveTo>
                  <a:pt x="108972" y="87078"/>
                </a:moveTo>
                <a:lnTo>
                  <a:pt x="107623" y="88657"/>
                </a:lnTo>
                <a:lnTo>
                  <a:pt x="108397" y="87960"/>
                </a:lnTo>
                <a:lnTo>
                  <a:pt x="108972" y="87078"/>
                </a:lnTo>
                <a:close/>
              </a:path>
              <a:path w="135889" h="284479">
                <a:moveTo>
                  <a:pt x="108397" y="87960"/>
                </a:moveTo>
                <a:lnTo>
                  <a:pt x="107623" y="88657"/>
                </a:lnTo>
                <a:lnTo>
                  <a:pt x="107942" y="88657"/>
                </a:lnTo>
                <a:lnTo>
                  <a:pt x="108397" y="87960"/>
                </a:lnTo>
                <a:close/>
              </a:path>
              <a:path w="135889" h="284479">
                <a:moveTo>
                  <a:pt x="109376" y="87078"/>
                </a:moveTo>
                <a:lnTo>
                  <a:pt x="108972" y="87078"/>
                </a:lnTo>
                <a:lnTo>
                  <a:pt x="108397" y="87960"/>
                </a:lnTo>
                <a:lnTo>
                  <a:pt x="109376" y="87078"/>
                </a:lnTo>
                <a:close/>
              </a:path>
              <a:path w="135889" h="284479">
                <a:moveTo>
                  <a:pt x="107385" y="85075"/>
                </a:moveTo>
                <a:lnTo>
                  <a:pt x="106351" y="85351"/>
                </a:lnTo>
                <a:lnTo>
                  <a:pt x="108365" y="85782"/>
                </a:lnTo>
                <a:lnTo>
                  <a:pt x="107385" y="85075"/>
                </a:lnTo>
                <a:close/>
              </a:path>
              <a:path w="135889" h="284479">
                <a:moveTo>
                  <a:pt x="113376" y="83475"/>
                </a:moveTo>
                <a:lnTo>
                  <a:pt x="107385" y="85075"/>
                </a:lnTo>
                <a:lnTo>
                  <a:pt x="108365" y="85782"/>
                </a:lnTo>
                <a:lnTo>
                  <a:pt x="110816" y="85782"/>
                </a:lnTo>
                <a:lnTo>
                  <a:pt x="113376" y="83475"/>
                </a:lnTo>
                <a:close/>
              </a:path>
              <a:path w="135889" h="284479">
                <a:moveTo>
                  <a:pt x="119879" y="81857"/>
                </a:moveTo>
                <a:lnTo>
                  <a:pt x="103612" y="81857"/>
                </a:lnTo>
                <a:lnTo>
                  <a:pt x="103866" y="82538"/>
                </a:lnTo>
                <a:lnTo>
                  <a:pt x="107385" y="85075"/>
                </a:lnTo>
                <a:lnTo>
                  <a:pt x="113376" y="83475"/>
                </a:lnTo>
                <a:lnTo>
                  <a:pt x="120177" y="83475"/>
                </a:lnTo>
                <a:lnTo>
                  <a:pt x="120005" y="82538"/>
                </a:lnTo>
                <a:lnTo>
                  <a:pt x="119879" y="81857"/>
                </a:lnTo>
                <a:close/>
              </a:path>
              <a:path w="135889" h="284479">
                <a:moveTo>
                  <a:pt x="103673" y="82019"/>
                </a:moveTo>
                <a:lnTo>
                  <a:pt x="103738" y="82538"/>
                </a:lnTo>
                <a:lnTo>
                  <a:pt x="103868" y="83246"/>
                </a:lnTo>
                <a:lnTo>
                  <a:pt x="104585" y="84465"/>
                </a:lnTo>
                <a:lnTo>
                  <a:pt x="103673" y="82019"/>
                </a:lnTo>
                <a:close/>
              </a:path>
              <a:path w="135889" h="284479">
                <a:moveTo>
                  <a:pt x="103146" y="82019"/>
                </a:moveTo>
                <a:lnTo>
                  <a:pt x="103868" y="83246"/>
                </a:lnTo>
                <a:lnTo>
                  <a:pt x="103738" y="82538"/>
                </a:lnTo>
                <a:lnTo>
                  <a:pt x="103866" y="82538"/>
                </a:lnTo>
                <a:lnTo>
                  <a:pt x="103146" y="82019"/>
                </a:lnTo>
                <a:close/>
              </a:path>
              <a:path w="135889" h="284479">
                <a:moveTo>
                  <a:pt x="103642" y="82019"/>
                </a:moveTo>
                <a:lnTo>
                  <a:pt x="103146" y="82019"/>
                </a:lnTo>
                <a:lnTo>
                  <a:pt x="103866" y="82538"/>
                </a:lnTo>
                <a:lnTo>
                  <a:pt x="103738" y="82538"/>
                </a:lnTo>
                <a:lnTo>
                  <a:pt x="103642" y="82019"/>
                </a:lnTo>
                <a:close/>
              </a:path>
              <a:path w="135889" h="284479">
                <a:moveTo>
                  <a:pt x="27687" y="8305"/>
                </a:moveTo>
                <a:lnTo>
                  <a:pt x="11789" y="9093"/>
                </a:lnTo>
                <a:lnTo>
                  <a:pt x="12296" y="12472"/>
                </a:lnTo>
                <a:lnTo>
                  <a:pt x="12414" y="13260"/>
                </a:lnTo>
                <a:lnTo>
                  <a:pt x="12534" y="14060"/>
                </a:lnTo>
                <a:lnTo>
                  <a:pt x="12642" y="14843"/>
                </a:lnTo>
                <a:lnTo>
                  <a:pt x="13806" y="26462"/>
                </a:lnTo>
                <a:lnTo>
                  <a:pt x="13862" y="27017"/>
                </a:lnTo>
                <a:lnTo>
                  <a:pt x="14165" y="28013"/>
                </a:lnTo>
                <a:lnTo>
                  <a:pt x="20417" y="33129"/>
                </a:lnTo>
                <a:lnTo>
                  <a:pt x="23201" y="33129"/>
                </a:lnTo>
                <a:lnTo>
                  <a:pt x="27647" y="9093"/>
                </a:lnTo>
                <a:lnTo>
                  <a:pt x="27687" y="8305"/>
                </a:lnTo>
                <a:close/>
              </a:path>
              <a:path w="135889" h="284479">
                <a:moveTo>
                  <a:pt x="25933" y="32028"/>
                </a:moveTo>
                <a:lnTo>
                  <a:pt x="24557" y="32715"/>
                </a:lnTo>
                <a:lnTo>
                  <a:pt x="23201" y="33129"/>
                </a:lnTo>
                <a:lnTo>
                  <a:pt x="25843" y="33129"/>
                </a:lnTo>
                <a:lnTo>
                  <a:pt x="25933" y="32028"/>
                </a:lnTo>
                <a:close/>
              </a:path>
              <a:path w="135889" h="284479">
                <a:moveTo>
                  <a:pt x="27845" y="8305"/>
                </a:moveTo>
                <a:lnTo>
                  <a:pt x="27687" y="8305"/>
                </a:lnTo>
                <a:lnTo>
                  <a:pt x="27478" y="12472"/>
                </a:lnTo>
                <a:lnTo>
                  <a:pt x="27445" y="13132"/>
                </a:lnTo>
                <a:lnTo>
                  <a:pt x="27335" y="14843"/>
                </a:lnTo>
                <a:lnTo>
                  <a:pt x="26387" y="26462"/>
                </a:lnTo>
                <a:lnTo>
                  <a:pt x="26260" y="28013"/>
                </a:lnTo>
                <a:lnTo>
                  <a:pt x="26146" y="29410"/>
                </a:lnTo>
                <a:lnTo>
                  <a:pt x="26042" y="30685"/>
                </a:lnTo>
                <a:lnTo>
                  <a:pt x="25933" y="32028"/>
                </a:lnTo>
                <a:lnTo>
                  <a:pt x="26427" y="31713"/>
                </a:lnTo>
                <a:lnTo>
                  <a:pt x="27230" y="31051"/>
                </a:lnTo>
                <a:lnTo>
                  <a:pt x="28572" y="29410"/>
                </a:lnTo>
                <a:lnTo>
                  <a:pt x="29061" y="28492"/>
                </a:lnTo>
                <a:lnTo>
                  <a:pt x="29674" y="26462"/>
                </a:lnTo>
                <a:lnTo>
                  <a:pt x="29671" y="24372"/>
                </a:lnTo>
                <a:lnTo>
                  <a:pt x="28711" y="14843"/>
                </a:lnTo>
                <a:lnTo>
                  <a:pt x="28632" y="14060"/>
                </a:lnTo>
                <a:lnTo>
                  <a:pt x="28538" y="13132"/>
                </a:lnTo>
                <a:lnTo>
                  <a:pt x="28472" y="12472"/>
                </a:lnTo>
                <a:lnTo>
                  <a:pt x="27964" y="9093"/>
                </a:lnTo>
                <a:lnTo>
                  <a:pt x="27845" y="830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3" name="object 10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673417" y="7701790"/>
            <a:ext cx="174956" cy="318844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15136" y="8678514"/>
            <a:ext cx="239192" cy="533165"/>
          </a:xfrm>
          <a:prstGeom prst="rect">
            <a:avLst/>
          </a:prstGeom>
        </p:spPr>
      </p:pic>
      <p:sp>
        <p:nvSpPr>
          <p:cNvPr id="105" name="object 105"/>
          <p:cNvSpPr/>
          <p:nvPr/>
        </p:nvSpPr>
        <p:spPr>
          <a:xfrm>
            <a:off x="581136" y="8624949"/>
            <a:ext cx="186055" cy="617220"/>
          </a:xfrm>
          <a:custGeom>
            <a:avLst/>
            <a:gdLst/>
            <a:ahLst/>
            <a:cxnLst/>
            <a:rect l="l" t="t" r="r" b="b"/>
            <a:pathLst>
              <a:path w="186054" h="617220">
                <a:moveTo>
                  <a:pt x="9600" y="0"/>
                </a:moveTo>
                <a:lnTo>
                  <a:pt x="6336" y="0"/>
                </a:lnTo>
                <a:lnTo>
                  <a:pt x="4437" y="621"/>
                </a:lnTo>
                <a:lnTo>
                  <a:pt x="0" y="9368"/>
                </a:lnTo>
                <a:lnTo>
                  <a:pt x="658" y="11384"/>
                </a:lnTo>
                <a:lnTo>
                  <a:pt x="1168" y="12291"/>
                </a:lnTo>
                <a:lnTo>
                  <a:pt x="10530" y="23201"/>
                </a:lnTo>
                <a:lnTo>
                  <a:pt x="19070" y="34187"/>
                </a:lnTo>
                <a:lnTo>
                  <a:pt x="27934" y="47848"/>
                </a:lnTo>
                <a:lnTo>
                  <a:pt x="60558" y="99752"/>
                </a:lnTo>
                <a:lnTo>
                  <a:pt x="84530" y="139923"/>
                </a:lnTo>
                <a:lnTo>
                  <a:pt x="105756" y="180159"/>
                </a:lnTo>
                <a:lnTo>
                  <a:pt x="109218" y="186682"/>
                </a:lnTo>
                <a:lnTo>
                  <a:pt x="130004" y="233207"/>
                </a:lnTo>
                <a:lnTo>
                  <a:pt x="132402" y="238505"/>
                </a:lnTo>
                <a:lnTo>
                  <a:pt x="150501" y="290071"/>
                </a:lnTo>
                <a:lnTo>
                  <a:pt x="151899" y="293950"/>
                </a:lnTo>
                <a:lnTo>
                  <a:pt x="158915" y="322014"/>
                </a:lnTo>
                <a:lnTo>
                  <a:pt x="159566" y="324484"/>
                </a:lnTo>
                <a:lnTo>
                  <a:pt x="164758" y="357717"/>
                </a:lnTo>
                <a:lnTo>
                  <a:pt x="165076" y="359614"/>
                </a:lnTo>
                <a:lnTo>
                  <a:pt x="168312" y="398449"/>
                </a:lnTo>
                <a:lnTo>
                  <a:pt x="168409" y="399779"/>
                </a:lnTo>
                <a:lnTo>
                  <a:pt x="169520" y="443349"/>
                </a:lnTo>
                <a:lnTo>
                  <a:pt x="167376" y="487963"/>
                </a:lnTo>
                <a:lnTo>
                  <a:pt x="160881" y="529722"/>
                </a:lnTo>
                <a:lnTo>
                  <a:pt x="149960" y="568897"/>
                </a:lnTo>
                <a:lnTo>
                  <a:pt x="142909" y="587319"/>
                </a:lnTo>
                <a:lnTo>
                  <a:pt x="134100" y="606480"/>
                </a:lnTo>
                <a:lnTo>
                  <a:pt x="133858" y="607493"/>
                </a:lnTo>
                <a:lnTo>
                  <a:pt x="140443" y="616808"/>
                </a:lnTo>
                <a:lnTo>
                  <a:pt x="143366" y="616808"/>
                </a:lnTo>
                <a:lnTo>
                  <a:pt x="164895" y="574628"/>
                </a:lnTo>
                <a:lnTo>
                  <a:pt x="176287" y="534032"/>
                </a:lnTo>
                <a:lnTo>
                  <a:pt x="183180" y="490444"/>
                </a:lnTo>
                <a:lnTo>
                  <a:pt x="185498" y="444134"/>
                </a:lnTo>
                <a:lnTo>
                  <a:pt x="185500" y="443349"/>
                </a:lnTo>
                <a:lnTo>
                  <a:pt x="184411" y="399779"/>
                </a:lnTo>
                <a:lnTo>
                  <a:pt x="184364" y="398449"/>
                </a:lnTo>
                <a:lnTo>
                  <a:pt x="181176" y="360185"/>
                </a:lnTo>
                <a:lnTo>
                  <a:pt x="181128" y="359614"/>
                </a:lnTo>
                <a:lnTo>
                  <a:pt x="181017" y="358288"/>
                </a:lnTo>
                <a:lnTo>
                  <a:pt x="167418" y="290071"/>
                </a:lnTo>
                <a:lnTo>
                  <a:pt x="147496" y="233207"/>
                </a:lnTo>
                <a:lnTo>
                  <a:pt x="123823" y="180159"/>
                </a:lnTo>
                <a:lnTo>
                  <a:pt x="98678" y="132459"/>
                </a:lnTo>
                <a:lnTo>
                  <a:pt x="74203" y="91399"/>
                </a:lnTo>
                <a:lnTo>
                  <a:pt x="41416" y="39240"/>
                </a:lnTo>
                <a:lnTo>
                  <a:pt x="13311" y="1883"/>
                </a:lnTo>
                <a:lnTo>
                  <a:pt x="10602" y="280"/>
                </a:lnTo>
                <a:lnTo>
                  <a:pt x="960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084273" y="8993134"/>
            <a:ext cx="401955" cy="39370"/>
          </a:xfrm>
          <a:custGeom>
            <a:avLst/>
            <a:gdLst/>
            <a:ahLst/>
            <a:cxnLst/>
            <a:rect l="l" t="t" r="r" b="b"/>
            <a:pathLst>
              <a:path w="401954" h="39370">
                <a:moveTo>
                  <a:pt x="394341" y="0"/>
                </a:moveTo>
                <a:lnTo>
                  <a:pt x="392736" y="0"/>
                </a:lnTo>
                <a:lnTo>
                  <a:pt x="374559" y="2317"/>
                </a:lnTo>
                <a:lnTo>
                  <a:pt x="369856" y="2317"/>
                </a:lnTo>
                <a:lnTo>
                  <a:pt x="239610" y="5929"/>
                </a:lnTo>
                <a:lnTo>
                  <a:pt x="240279" y="5929"/>
                </a:lnTo>
                <a:lnTo>
                  <a:pt x="184888" y="8032"/>
                </a:lnTo>
                <a:lnTo>
                  <a:pt x="119334" y="8840"/>
                </a:lnTo>
                <a:lnTo>
                  <a:pt x="54857" y="8840"/>
                </a:lnTo>
                <a:lnTo>
                  <a:pt x="42448" y="10666"/>
                </a:lnTo>
                <a:lnTo>
                  <a:pt x="3983" y="24269"/>
                </a:lnTo>
                <a:lnTo>
                  <a:pt x="0" y="33233"/>
                </a:lnTo>
                <a:lnTo>
                  <a:pt x="762" y="35213"/>
                </a:lnTo>
                <a:lnTo>
                  <a:pt x="1316" y="36092"/>
                </a:lnTo>
                <a:lnTo>
                  <a:pt x="2777" y="37630"/>
                </a:lnTo>
                <a:lnTo>
                  <a:pt x="3628" y="38229"/>
                </a:lnTo>
                <a:lnTo>
                  <a:pt x="6079" y="39319"/>
                </a:lnTo>
                <a:lnTo>
                  <a:pt x="9408" y="39319"/>
                </a:lnTo>
                <a:lnTo>
                  <a:pt x="29331" y="31657"/>
                </a:lnTo>
                <a:lnTo>
                  <a:pt x="45141" y="26492"/>
                </a:lnTo>
                <a:lnTo>
                  <a:pt x="44776" y="26492"/>
                </a:lnTo>
                <a:lnTo>
                  <a:pt x="56098" y="24825"/>
                </a:lnTo>
                <a:lnTo>
                  <a:pt x="120274" y="24825"/>
                </a:lnTo>
                <a:lnTo>
                  <a:pt x="185529" y="24014"/>
                </a:lnTo>
                <a:lnTo>
                  <a:pt x="342338" y="18911"/>
                </a:lnTo>
                <a:lnTo>
                  <a:pt x="376281" y="18178"/>
                </a:lnTo>
                <a:lnTo>
                  <a:pt x="376645" y="18178"/>
                </a:lnTo>
                <a:lnTo>
                  <a:pt x="395328" y="15791"/>
                </a:lnTo>
                <a:lnTo>
                  <a:pt x="401330" y="8032"/>
                </a:lnTo>
                <a:lnTo>
                  <a:pt x="401062" y="5929"/>
                </a:lnTo>
                <a:lnTo>
                  <a:pt x="396387" y="556"/>
                </a:lnTo>
                <a:lnTo>
                  <a:pt x="39434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7" name="object 10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82986" y="8560696"/>
            <a:ext cx="1875574" cy="835659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375507" y="9516076"/>
            <a:ext cx="457382" cy="337312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914301" y="9641792"/>
            <a:ext cx="193587" cy="190877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299818" y="9499186"/>
            <a:ext cx="184157" cy="191630"/>
          </a:xfrm>
          <a:prstGeom prst="rect">
            <a:avLst/>
          </a:prstGeom>
        </p:spPr>
      </p:pic>
      <p:sp>
        <p:nvSpPr>
          <p:cNvPr id="111" name="object 111"/>
          <p:cNvSpPr/>
          <p:nvPr/>
        </p:nvSpPr>
        <p:spPr>
          <a:xfrm>
            <a:off x="1441724" y="8364997"/>
            <a:ext cx="16510" cy="16510"/>
          </a:xfrm>
          <a:custGeom>
            <a:avLst/>
            <a:gdLst/>
            <a:ahLst/>
            <a:cxnLst/>
            <a:rect l="l" t="t" r="r" b="b"/>
            <a:pathLst>
              <a:path w="16509" h="16509">
                <a:moveTo>
                  <a:pt x="9056" y="0"/>
                </a:moveTo>
                <a:lnTo>
                  <a:pt x="6935" y="0"/>
                </a:lnTo>
                <a:lnTo>
                  <a:pt x="5915" y="203"/>
                </a:lnTo>
                <a:lnTo>
                  <a:pt x="0" y="6935"/>
                </a:lnTo>
                <a:lnTo>
                  <a:pt x="0" y="9056"/>
                </a:lnTo>
                <a:lnTo>
                  <a:pt x="6935" y="15993"/>
                </a:lnTo>
                <a:lnTo>
                  <a:pt x="9056" y="15993"/>
                </a:lnTo>
                <a:lnTo>
                  <a:pt x="15994" y="7995"/>
                </a:lnTo>
                <a:lnTo>
                  <a:pt x="15993" y="6935"/>
                </a:lnTo>
                <a:lnTo>
                  <a:pt x="905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2" name="object 11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853867" y="9383770"/>
            <a:ext cx="540158" cy="403458"/>
          </a:xfrm>
          <a:prstGeom prst="rect">
            <a:avLst/>
          </a:prstGeom>
        </p:spPr>
      </p:pic>
      <p:sp>
        <p:nvSpPr>
          <p:cNvPr id="113" name="object 113"/>
          <p:cNvSpPr/>
          <p:nvPr/>
        </p:nvSpPr>
        <p:spPr>
          <a:xfrm>
            <a:off x="3492589" y="9517989"/>
            <a:ext cx="197485" cy="88265"/>
          </a:xfrm>
          <a:custGeom>
            <a:avLst/>
            <a:gdLst/>
            <a:ahLst/>
            <a:cxnLst/>
            <a:rect l="l" t="t" r="r" b="b"/>
            <a:pathLst>
              <a:path w="197485" h="88265">
                <a:moveTo>
                  <a:pt x="197370" y="7023"/>
                </a:moveTo>
                <a:lnTo>
                  <a:pt x="190525" y="0"/>
                </a:lnTo>
                <a:lnTo>
                  <a:pt x="188252" y="0"/>
                </a:lnTo>
                <a:lnTo>
                  <a:pt x="187083" y="215"/>
                </a:lnTo>
                <a:lnTo>
                  <a:pt x="187236" y="215"/>
                </a:lnTo>
                <a:lnTo>
                  <a:pt x="185242" y="1054"/>
                </a:lnTo>
                <a:lnTo>
                  <a:pt x="184531" y="1511"/>
                </a:lnTo>
                <a:lnTo>
                  <a:pt x="175831" y="9982"/>
                </a:lnTo>
                <a:lnTo>
                  <a:pt x="170522" y="12331"/>
                </a:lnTo>
                <a:lnTo>
                  <a:pt x="49225" y="17043"/>
                </a:lnTo>
                <a:lnTo>
                  <a:pt x="49593" y="17043"/>
                </a:lnTo>
                <a:lnTo>
                  <a:pt x="24511" y="25628"/>
                </a:lnTo>
                <a:lnTo>
                  <a:pt x="24638" y="28778"/>
                </a:lnTo>
                <a:lnTo>
                  <a:pt x="31216" y="34848"/>
                </a:lnTo>
                <a:lnTo>
                  <a:pt x="33159" y="34848"/>
                </a:lnTo>
                <a:lnTo>
                  <a:pt x="50914" y="32981"/>
                </a:lnTo>
                <a:lnTo>
                  <a:pt x="172618" y="28257"/>
                </a:lnTo>
                <a:lnTo>
                  <a:pt x="196761" y="10985"/>
                </a:lnTo>
                <a:lnTo>
                  <a:pt x="197116" y="10172"/>
                </a:lnTo>
                <a:lnTo>
                  <a:pt x="197154" y="9982"/>
                </a:lnTo>
                <a:lnTo>
                  <a:pt x="197281" y="9398"/>
                </a:lnTo>
                <a:lnTo>
                  <a:pt x="197370" y="7023"/>
                </a:lnTo>
                <a:close/>
              </a:path>
              <a:path w="197485" h="88265">
                <a:moveTo>
                  <a:pt x="197396" y="71640"/>
                </a:moveTo>
                <a:lnTo>
                  <a:pt x="197027" y="69862"/>
                </a:lnTo>
                <a:lnTo>
                  <a:pt x="196964" y="69570"/>
                </a:lnTo>
                <a:lnTo>
                  <a:pt x="196799" y="69189"/>
                </a:lnTo>
                <a:lnTo>
                  <a:pt x="196684" y="68910"/>
                </a:lnTo>
                <a:lnTo>
                  <a:pt x="196557" y="68618"/>
                </a:lnTo>
                <a:lnTo>
                  <a:pt x="196265" y="68173"/>
                </a:lnTo>
                <a:lnTo>
                  <a:pt x="195694" y="67348"/>
                </a:lnTo>
                <a:lnTo>
                  <a:pt x="195364" y="66865"/>
                </a:lnTo>
                <a:lnTo>
                  <a:pt x="194614" y="66128"/>
                </a:lnTo>
                <a:lnTo>
                  <a:pt x="192951" y="65049"/>
                </a:lnTo>
                <a:lnTo>
                  <a:pt x="192011" y="64630"/>
                </a:lnTo>
                <a:lnTo>
                  <a:pt x="192151" y="64630"/>
                </a:lnTo>
                <a:lnTo>
                  <a:pt x="190449" y="64312"/>
                </a:lnTo>
                <a:lnTo>
                  <a:pt x="188214" y="64312"/>
                </a:lnTo>
                <a:lnTo>
                  <a:pt x="186677" y="64630"/>
                </a:lnTo>
                <a:lnTo>
                  <a:pt x="185724" y="65049"/>
                </a:lnTo>
                <a:lnTo>
                  <a:pt x="181978" y="67589"/>
                </a:lnTo>
                <a:lnTo>
                  <a:pt x="182664" y="67348"/>
                </a:lnTo>
                <a:lnTo>
                  <a:pt x="181978" y="67589"/>
                </a:lnTo>
                <a:lnTo>
                  <a:pt x="178257" y="68910"/>
                </a:lnTo>
                <a:lnTo>
                  <a:pt x="162801" y="70929"/>
                </a:lnTo>
                <a:lnTo>
                  <a:pt x="160274" y="70929"/>
                </a:lnTo>
                <a:lnTo>
                  <a:pt x="116116" y="71818"/>
                </a:lnTo>
                <a:lnTo>
                  <a:pt x="63119" y="71818"/>
                </a:lnTo>
                <a:lnTo>
                  <a:pt x="45605" y="70929"/>
                </a:lnTo>
                <a:lnTo>
                  <a:pt x="41630" y="70929"/>
                </a:lnTo>
                <a:lnTo>
                  <a:pt x="25374" y="67589"/>
                </a:lnTo>
                <a:lnTo>
                  <a:pt x="24282" y="67386"/>
                </a:lnTo>
                <a:lnTo>
                  <a:pt x="25006" y="67589"/>
                </a:lnTo>
                <a:lnTo>
                  <a:pt x="24282" y="67386"/>
                </a:lnTo>
                <a:lnTo>
                  <a:pt x="9486" y="62458"/>
                </a:lnTo>
                <a:lnTo>
                  <a:pt x="6273" y="62458"/>
                </a:lnTo>
                <a:lnTo>
                  <a:pt x="5270" y="62725"/>
                </a:lnTo>
                <a:lnTo>
                  <a:pt x="0" y="71983"/>
                </a:lnTo>
                <a:lnTo>
                  <a:pt x="190" y="72682"/>
                </a:lnTo>
                <a:lnTo>
                  <a:pt x="37719" y="86461"/>
                </a:lnTo>
                <a:lnTo>
                  <a:pt x="62560" y="87807"/>
                </a:lnTo>
                <a:lnTo>
                  <a:pt x="116751" y="87807"/>
                </a:lnTo>
                <a:lnTo>
                  <a:pt x="163995" y="86855"/>
                </a:lnTo>
                <a:lnTo>
                  <a:pt x="164401" y="86855"/>
                </a:lnTo>
                <a:lnTo>
                  <a:pt x="197396" y="71818"/>
                </a:lnTo>
                <a:lnTo>
                  <a:pt x="197396" y="7164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4" name="object 114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3951169" y="9378782"/>
            <a:ext cx="414589" cy="2527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object 18">
            <a:extLst>
              <a:ext uri="{FF2B5EF4-FFF2-40B4-BE49-F238E27FC236}">
                <a16:creationId xmlns:a16="http://schemas.microsoft.com/office/drawing/2014/main" id="{E362389E-EB3E-D695-4AEA-9DCFA8603D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850" y="546100"/>
            <a:ext cx="7162800" cy="1157673"/>
          </a:xfrm>
          <a:prstGeom prst="rect">
            <a:avLst/>
          </a:prstGeom>
        </p:spPr>
      </p:pic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5B4F5DD-ECEC-02E6-0573-180D33679D2B}"/>
              </a:ext>
            </a:extLst>
          </p:cNvPr>
          <p:cNvGrpSpPr/>
          <p:nvPr/>
        </p:nvGrpSpPr>
        <p:grpSpPr>
          <a:xfrm>
            <a:off x="920360" y="1531440"/>
            <a:ext cx="6633720" cy="6783600"/>
            <a:chOff x="920360" y="1531440"/>
            <a:chExt cx="6633720" cy="67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134FACB-094E-5ED9-D71B-9AD8A7039286}"/>
                    </a:ext>
                  </a:extLst>
                </p14:cNvPr>
                <p14:cNvContentPartPr/>
                <p14:nvPr/>
              </p14:nvContentPartPr>
              <p14:xfrm>
                <a:off x="2091440" y="2802960"/>
                <a:ext cx="529200" cy="38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134FACB-094E-5ED9-D71B-9AD8A703928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85320" y="2796840"/>
                  <a:ext cx="541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1289E0B-1D1E-4096-DC76-032B535B9AB4}"/>
                    </a:ext>
                  </a:extLst>
                </p14:cNvPr>
                <p14:cNvContentPartPr/>
                <p14:nvPr/>
              </p14:nvContentPartPr>
              <p14:xfrm>
                <a:off x="3308600" y="2812320"/>
                <a:ext cx="699120" cy="42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1289E0B-1D1E-4096-DC76-032B535B9AB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02480" y="2806200"/>
                  <a:ext cx="711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B475700-52A9-1224-F34E-BE68EF0ACEA6}"/>
                    </a:ext>
                  </a:extLst>
                </p14:cNvPr>
                <p14:cNvContentPartPr/>
                <p14:nvPr/>
              </p14:nvContentPartPr>
              <p14:xfrm>
                <a:off x="4521440" y="2812320"/>
                <a:ext cx="606600" cy="32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B475700-52A9-1224-F34E-BE68EF0ACEA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15320" y="2806200"/>
                  <a:ext cx="618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C91AB9E-4D70-1481-18FB-70F7F9EA7524}"/>
                    </a:ext>
                  </a:extLst>
                </p14:cNvPr>
                <p14:cNvContentPartPr/>
                <p14:nvPr/>
              </p14:nvContentPartPr>
              <p14:xfrm>
                <a:off x="5866040" y="2783520"/>
                <a:ext cx="438120" cy="60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C91AB9E-4D70-1481-18FB-70F7F9EA752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59920" y="2777400"/>
                  <a:ext cx="450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D435114-E878-9624-812B-130BCDBAB218}"/>
                    </a:ext>
                  </a:extLst>
                </p14:cNvPr>
                <p14:cNvContentPartPr/>
                <p14:nvPr/>
              </p14:nvContentPartPr>
              <p14:xfrm>
                <a:off x="6700880" y="2830320"/>
                <a:ext cx="480240" cy="23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D435114-E878-9624-812B-130BCDBAB21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94760" y="2824200"/>
                  <a:ext cx="492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4F32309-8C56-26A9-871A-43CA2958ACFC}"/>
                    </a:ext>
                  </a:extLst>
                </p14:cNvPr>
                <p14:cNvContentPartPr/>
                <p14:nvPr/>
              </p14:nvContentPartPr>
              <p14:xfrm>
                <a:off x="5937680" y="2288160"/>
                <a:ext cx="60840" cy="315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4F32309-8C56-26A9-871A-43CA2958ACF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31560" y="2282040"/>
                  <a:ext cx="730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D4E2A64-A7B0-FA22-DF84-53BDCC871C44}"/>
                    </a:ext>
                  </a:extLst>
                </p14:cNvPr>
                <p14:cNvContentPartPr/>
                <p14:nvPr/>
              </p14:nvContentPartPr>
              <p14:xfrm>
                <a:off x="5926520" y="2347920"/>
                <a:ext cx="38880" cy="110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D4E2A64-A7B0-FA22-DF84-53BDCC871C4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20400" y="2341800"/>
                  <a:ext cx="51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7D2B63F-AAC4-0C9B-8F44-29C886EB8E73}"/>
                    </a:ext>
                  </a:extLst>
                </p14:cNvPr>
                <p14:cNvContentPartPr/>
                <p14:nvPr/>
              </p14:nvContentPartPr>
              <p14:xfrm>
                <a:off x="5930120" y="2187000"/>
                <a:ext cx="201240" cy="214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7D2B63F-AAC4-0C9B-8F44-29C886EB8E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24000" y="2180880"/>
                  <a:ext cx="213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6E04389-669D-4ECC-612E-069CE4720265}"/>
                    </a:ext>
                  </a:extLst>
                </p14:cNvPr>
                <p14:cNvContentPartPr/>
                <p14:nvPr/>
              </p14:nvContentPartPr>
              <p14:xfrm>
                <a:off x="6789440" y="2102040"/>
                <a:ext cx="48600" cy="401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6E04389-669D-4ECC-612E-069CE47202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3320" y="2095920"/>
                  <a:ext cx="608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D226FF0-515D-2B50-0A0E-5F134A2DFFED}"/>
                    </a:ext>
                  </a:extLst>
                </p14:cNvPr>
                <p14:cNvContentPartPr/>
                <p14:nvPr/>
              </p14:nvContentPartPr>
              <p14:xfrm>
                <a:off x="6787640" y="2034000"/>
                <a:ext cx="287280" cy="196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D226FF0-515D-2B50-0A0E-5F134A2DFFE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81520" y="2027880"/>
                  <a:ext cx="299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F7B4ED3-F1EE-2511-D9D3-87A8D635A141}"/>
                    </a:ext>
                  </a:extLst>
                </p14:cNvPr>
                <p14:cNvContentPartPr/>
                <p14:nvPr/>
              </p14:nvContentPartPr>
              <p14:xfrm>
                <a:off x="2182880" y="2319840"/>
                <a:ext cx="459720" cy="421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F7B4ED3-F1EE-2511-D9D3-87A8D635A14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76760" y="2313720"/>
                  <a:ext cx="4719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7B8A134-0B7E-91AC-A8B6-0779F9C38FB9}"/>
                    </a:ext>
                  </a:extLst>
                </p14:cNvPr>
                <p14:cNvContentPartPr/>
                <p14:nvPr/>
              </p14:nvContentPartPr>
              <p14:xfrm>
                <a:off x="3523520" y="2302200"/>
                <a:ext cx="495000" cy="369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7B8A134-0B7E-91AC-A8B6-0779F9C38FB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17400" y="2296080"/>
                  <a:ext cx="5072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5121343-901A-764E-2F20-FAA75633680C}"/>
                    </a:ext>
                  </a:extLst>
                </p14:cNvPr>
                <p14:cNvContentPartPr/>
                <p14:nvPr/>
              </p14:nvContentPartPr>
              <p14:xfrm>
                <a:off x="4577240" y="2291400"/>
                <a:ext cx="487440" cy="383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5121343-901A-764E-2F20-FAA75633680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71120" y="2285280"/>
                  <a:ext cx="4996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39E6F7A-77FF-C76A-BEB2-2F8F2FE7C17C}"/>
                    </a:ext>
                  </a:extLst>
                </p14:cNvPr>
                <p14:cNvContentPartPr/>
                <p14:nvPr/>
              </p14:nvContentPartPr>
              <p14:xfrm>
                <a:off x="3122840" y="2129400"/>
                <a:ext cx="186120" cy="1113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39E6F7A-77FF-C76A-BEB2-2F8F2FE7C17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116720" y="2123280"/>
                  <a:ext cx="198360" cy="11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0EE2C51-6F30-D3DA-0579-116FB3BF8D45}"/>
                    </a:ext>
                  </a:extLst>
                </p14:cNvPr>
                <p14:cNvContentPartPr/>
                <p14:nvPr/>
              </p14:nvContentPartPr>
              <p14:xfrm>
                <a:off x="2961920" y="1848240"/>
                <a:ext cx="2684520" cy="1432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0EE2C51-6F30-D3DA-0579-116FB3BF8D4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55800" y="1842120"/>
                  <a:ext cx="2696760" cy="14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451B7AB-D33B-F548-017F-80C9CF187568}"/>
                    </a:ext>
                  </a:extLst>
                </p14:cNvPr>
                <p14:cNvContentPartPr/>
                <p14:nvPr/>
              </p14:nvContentPartPr>
              <p14:xfrm>
                <a:off x="4003400" y="2641320"/>
                <a:ext cx="51120" cy="218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451B7AB-D33B-F548-017F-80C9CF18756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97280" y="2635200"/>
                  <a:ext cx="633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DF67342-4D03-08B8-7A7F-69B0896C28DC}"/>
                    </a:ext>
                  </a:extLst>
                </p14:cNvPr>
                <p14:cNvContentPartPr/>
                <p14:nvPr/>
              </p14:nvContentPartPr>
              <p14:xfrm>
                <a:off x="5135240" y="2577240"/>
                <a:ext cx="254520" cy="194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DF67342-4D03-08B8-7A7F-69B0896C28D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29120" y="2571120"/>
                  <a:ext cx="266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B2D6A7E-EC7D-1987-A7FF-560D67A77265}"/>
                    </a:ext>
                  </a:extLst>
                </p14:cNvPr>
                <p14:cNvContentPartPr/>
                <p14:nvPr/>
              </p14:nvContentPartPr>
              <p14:xfrm>
                <a:off x="2313200" y="1812600"/>
                <a:ext cx="108000" cy="254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B2D6A7E-EC7D-1987-A7FF-560D67A7726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07080" y="1806480"/>
                  <a:ext cx="1202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6727BCE-C98E-2004-4C79-90BA17E0E9AE}"/>
                    </a:ext>
                  </a:extLst>
                </p14:cNvPr>
                <p14:cNvContentPartPr/>
                <p14:nvPr/>
              </p14:nvContentPartPr>
              <p14:xfrm>
                <a:off x="4123640" y="1635120"/>
                <a:ext cx="653040" cy="1508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6727BCE-C98E-2004-4C79-90BA17E0E9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117520" y="1629000"/>
                  <a:ext cx="665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B9AD545-529C-DBA1-D75C-3297006187AF}"/>
                    </a:ext>
                  </a:extLst>
                </p14:cNvPr>
                <p14:cNvContentPartPr/>
                <p14:nvPr/>
              </p14:nvContentPartPr>
              <p14:xfrm>
                <a:off x="5876480" y="1635120"/>
                <a:ext cx="260640" cy="219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B9AD545-529C-DBA1-D75C-3297006187A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870360" y="1629000"/>
                  <a:ext cx="2728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6F07E14-BD87-9812-D338-D32C6C27CE46}"/>
                    </a:ext>
                  </a:extLst>
                </p14:cNvPr>
                <p14:cNvContentPartPr/>
                <p14:nvPr/>
              </p14:nvContentPartPr>
              <p14:xfrm>
                <a:off x="6604040" y="1531440"/>
                <a:ext cx="342720" cy="4158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6F07E14-BD87-9812-D338-D32C6C27CE4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97920" y="1525320"/>
                  <a:ext cx="3549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BD436BB-E603-0576-5BDE-FDDB0DF8FECC}"/>
                    </a:ext>
                  </a:extLst>
                </p14:cNvPr>
                <p14:cNvContentPartPr/>
                <p14:nvPr/>
              </p14:nvContentPartPr>
              <p14:xfrm>
                <a:off x="1829360" y="3631320"/>
                <a:ext cx="340920" cy="534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BD436BB-E603-0576-5BDE-FDDB0DF8FEC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823240" y="3625200"/>
                  <a:ext cx="35316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AC14B6B-4603-2B44-8F70-AC11A6F7ED95}"/>
                    </a:ext>
                  </a:extLst>
                </p14:cNvPr>
                <p14:cNvContentPartPr/>
                <p14:nvPr/>
              </p14:nvContentPartPr>
              <p14:xfrm>
                <a:off x="2305280" y="3548880"/>
                <a:ext cx="224280" cy="514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AC14B6B-4603-2B44-8F70-AC11A6F7ED9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99160" y="3542760"/>
                  <a:ext cx="23652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7ECD4B4-2F8D-E300-E3D7-0587336EC973}"/>
                    </a:ext>
                  </a:extLst>
                </p14:cNvPr>
                <p14:cNvContentPartPr/>
                <p14:nvPr/>
              </p14:nvContentPartPr>
              <p14:xfrm>
                <a:off x="2666720" y="3800880"/>
                <a:ext cx="369360" cy="676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7ECD4B4-2F8D-E300-E3D7-0587336EC97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660600" y="3794760"/>
                  <a:ext cx="38160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5D9A19A-7431-55E6-1D66-39D2575FF328}"/>
                    </a:ext>
                  </a:extLst>
                </p14:cNvPr>
                <p14:cNvContentPartPr/>
                <p14:nvPr/>
              </p14:nvContentPartPr>
              <p14:xfrm>
                <a:off x="6339080" y="5471640"/>
                <a:ext cx="759600" cy="130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5D9A19A-7431-55E6-1D66-39D2575FF32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32960" y="5465520"/>
                  <a:ext cx="771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4BACE6C-6330-AA74-75F4-C98AE5B62848}"/>
                    </a:ext>
                  </a:extLst>
                </p14:cNvPr>
                <p14:cNvContentPartPr/>
                <p14:nvPr/>
              </p14:nvContentPartPr>
              <p14:xfrm>
                <a:off x="6310280" y="4857480"/>
                <a:ext cx="267480" cy="518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4BACE6C-6330-AA74-75F4-C98AE5B6284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304160" y="4851360"/>
                  <a:ext cx="27972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778B98E-75EB-1496-3B42-CB24132D00F7}"/>
                    </a:ext>
                  </a:extLst>
                </p14:cNvPr>
                <p14:cNvContentPartPr/>
                <p14:nvPr/>
              </p14:nvContentPartPr>
              <p14:xfrm>
                <a:off x="1196840" y="5616360"/>
                <a:ext cx="668520" cy="53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778B98E-75EB-1496-3B42-CB24132D00F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90720" y="5610240"/>
                  <a:ext cx="6807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B44B1EB-264E-792A-51FD-AB283BAB80F2}"/>
                    </a:ext>
                  </a:extLst>
                </p14:cNvPr>
                <p14:cNvContentPartPr/>
                <p14:nvPr/>
              </p14:nvContentPartPr>
              <p14:xfrm>
                <a:off x="2412920" y="5616360"/>
                <a:ext cx="506160" cy="17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B44B1EB-264E-792A-51FD-AB283BAB80F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06800" y="5610240"/>
                  <a:ext cx="518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4D57BAE-0FF3-6731-BDF1-0F418356153E}"/>
                    </a:ext>
                  </a:extLst>
                </p14:cNvPr>
                <p14:cNvContentPartPr/>
                <p14:nvPr/>
              </p14:nvContentPartPr>
              <p14:xfrm>
                <a:off x="3830960" y="5583240"/>
                <a:ext cx="394920" cy="35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4D57BAE-0FF3-6731-BDF1-0F418356153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824840" y="5577120"/>
                  <a:ext cx="407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B259AAC-9A8C-E15A-226D-30CC98F83058}"/>
                    </a:ext>
                  </a:extLst>
                </p14:cNvPr>
                <p14:cNvContentPartPr/>
                <p14:nvPr/>
              </p14:nvContentPartPr>
              <p14:xfrm>
                <a:off x="5165120" y="5566320"/>
                <a:ext cx="301680" cy="36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B259AAC-9A8C-E15A-226D-30CC98F8305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59000" y="5560200"/>
                  <a:ext cx="313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92FDB32-2589-BC30-1A14-2804F8112227}"/>
                    </a:ext>
                  </a:extLst>
                </p14:cNvPr>
                <p14:cNvContentPartPr/>
                <p14:nvPr/>
              </p14:nvContentPartPr>
              <p14:xfrm>
                <a:off x="1137440" y="5064840"/>
                <a:ext cx="360000" cy="317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92FDB32-2589-BC30-1A14-2804F811222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31320" y="5058720"/>
                  <a:ext cx="3722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4621217-E3F6-FDAA-5867-3A83D7E6B98B}"/>
                    </a:ext>
                  </a:extLst>
                </p14:cNvPr>
                <p14:cNvContentPartPr/>
                <p14:nvPr/>
              </p14:nvContentPartPr>
              <p14:xfrm>
                <a:off x="2465120" y="5085000"/>
                <a:ext cx="384120" cy="314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4621217-E3F6-FDAA-5867-3A83D7E6B98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459000" y="5078880"/>
                  <a:ext cx="3963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E03422D-25FC-15C5-1AB8-89C5727C33EF}"/>
                    </a:ext>
                  </a:extLst>
                </p14:cNvPr>
                <p14:cNvContentPartPr/>
                <p14:nvPr/>
              </p14:nvContentPartPr>
              <p14:xfrm>
                <a:off x="3810080" y="5173920"/>
                <a:ext cx="385920" cy="273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E03422D-25FC-15C5-1AB8-89C5727C33E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803960" y="5167800"/>
                  <a:ext cx="3981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5845D78-3579-95F2-317E-D37680E60B04}"/>
                    </a:ext>
                  </a:extLst>
                </p14:cNvPr>
                <p14:cNvContentPartPr/>
                <p14:nvPr/>
              </p14:nvContentPartPr>
              <p14:xfrm>
                <a:off x="5292560" y="5010480"/>
                <a:ext cx="184680" cy="456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5845D78-3579-95F2-317E-D37680E60B0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86440" y="5004360"/>
                  <a:ext cx="19692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7471519-D735-8DD1-67AB-1744ECB6B700}"/>
                    </a:ext>
                  </a:extLst>
                </p14:cNvPr>
                <p14:cNvContentPartPr/>
                <p14:nvPr/>
              </p14:nvContentPartPr>
              <p14:xfrm>
                <a:off x="970040" y="4687560"/>
                <a:ext cx="216000" cy="1082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7471519-D735-8DD1-67AB-1744ECB6B70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3920" y="4681440"/>
                  <a:ext cx="228240" cy="10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9D22D7F-FC10-527D-A061-6C54C415C211}"/>
                    </a:ext>
                  </a:extLst>
                </p14:cNvPr>
                <p14:cNvContentPartPr/>
                <p14:nvPr/>
              </p14:nvContentPartPr>
              <p14:xfrm>
                <a:off x="920360" y="4440240"/>
                <a:ext cx="3984120" cy="1804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9D22D7F-FC10-527D-A061-6C54C415C21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14240" y="4434120"/>
                  <a:ext cx="3996360" cy="18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9CB3B96-AAED-B1D1-7A0B-69C0F5DFC331}"/>
                    </a:ext>
                  </a:extLst>
                </p14:cNvPr>
                <p14:cNvContentPartPr/>
                <p14:nvPr/>
              </p14:nvContentPartPr>
              <p14:xfrm>
                <a:off x="2561600" y="6382080"/>
                <a:ext cx="459000" cy="551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9CB3B96-AAED-B1D1-7A0B-69C0F5DFC33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555480" y="6375960"/>
                  <a:ext cx="47124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D27456E-A7BD-2BA1-3111-AA4696D647CC}"/>
                    </a:ext>
                  </a:extLst>
                </p14:cNvPr>
                <p14:cNvContentPartPr/>
                <p14:nvPr/>
              </p14:nvContentPartPr>
              <p14:xfrm>
                <a:off x="3258560" y="6277320"/>
                <a:ext cx="222120" cy="500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D27456E-A7BD-2BA1-3111-AA4696D647C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252440" y="6271200"/>
                  <a:ext cx="2343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554D06B-12A1-DEFE-57C3-932FF442B42E}"/>
                    </a:ext>
                  </a:extLst>
                </p14:cNvPr>
                <p14:cNvContentPartPr/>
                <p14:nvPr/>
              </p14:nvContentPartPr>
              <p14:xfrm>
                <a:off x="3459440" y="6335280"/>
                <a:ext cx="487080" cy="423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554D06B-12A1-DEFE-57C3-932FF442B42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453320" y="6329160"/>
                  <a:ext cx="4993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72B9A10-E59C-A0CB-B441-E9D533C9602A}"/>
                    </a:ext>
                  </a:extLst>
                </p14:cNvPr>
                <p14:cNvContentPartPr/>
                <p14:nvPr/>
              </p14:nvContentPartPr>
              <p14:xfrm>
                <a:off x="5724920" y="3796200"/>
                <a:ext cx="373680" cy="1490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72B9A10-E59C-A0CB-B441-E9D533C9602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718800" y="3790080"/>
                  <a:ext cx="385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85A7E0D-003E-7DB6-5D58-DFBFCEF3F711}"/>
                    </a:ext>
                  </a:extLst>
                </p14:cNvPr>
                <p14:cNvContentPartPr/>
                <p14:nvPr/>
              </p14:nvContentPartPr>
              <p14:xfrm>
                <a:off x="5943800" y="4047840"/>
                <a:ext cx="198000" cy="24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85A7E0D-003E-7DB6-5D58-DFBFCEF3F71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937680" y="4041720"/>
                  <a:ext cx="210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7E1081B-05B3-4259-FA5C-592925E2FCC2}"/>
                    </a:ext>
                  </a:extLst>
                </p14:cNvPr>
                <p14:cNvContentPartPr/>
                <p14:nvPr/>
              </p14:nvContentPartPr>
              <p14:xfrm>
                <a:off x="6840200" y="4025160"/>
                <a:ext cx="189360" cy="179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7E1081B-05B3-4259-FA5C-592925E2FCC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834080" y="4019040"/>
                  <a:ext cx="2016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E3BB747-D0B1-E975-EDE7-9A8ABF815B4E}"/>
                    </a:ext>
                  </a:extLst>
                </p14:cNvPr>
                <p14:cNvContentPartPr/>
                <p14:nvPr/>
              </p14:nvContentPartPr>
              <p14:xfrm>
                <a:off x="6571280" y="3554640"/>
                <a:ext cx="452520" cy="7110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E3BB747-D0B1-E975-EDE7-9A8ABF815B4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565160" y="3548520"/>
                  <a:ext cx="46476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A75707A-4735-0154-C408-3AC2CBE37F24}"/>
                    </a:ext>
                  </a:extLst>
                </p14:cNvPr>
                <p14:cNvContentPartPr/>
                <p14:nvPr/>
              </p14:nvContentPartPr>
              <p14:xfrm>
                <a:off x="6972680" y="3461760"/>
                <a:ext cx="581400" cy="763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A75707A-4735-0154-C408-3AC2CBE37F2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966560" y="3455640"/>
                  <a:ext cx="593640" cy="77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6CFCCF1-7A0F-09AB-3E9C-767B342A5936}"/>
                    </a:ext>
                  </a:extLst>
                </p14:cNvPr>
                <p14:cNvContentPartPr/>
                <p14:nvPr/>
              </p14:nvContentPartPr>
              <p14:xfrm>
                <a:off x="3895760" y="3656520"/>
                <a:ext cx="352800" cy="355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6CFCCF1-7A0F-09AB-3E9C-767B342A593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889640" y="3650400"/>
                  <a:ext cx="3650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35598CA-B803-1738-3A44-A4CBDE25FD81}"/>
                    </a:ext>
                  </a:extLst>
                </p14:cNvPr>
                <p14:cNvContentPartPr/>
                <p14:nvPr/>
              </p14:nvContentPartPr>
              <p14:xfrm>
                <a:off x="4268000" y="3643200"/>
                <a:ext cx="232920" cy="425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35598CA-B803-1738-3A44-A4CBDE25FD8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261880" y="3637080"/>
                  <a:ext cx="2451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7544EB8-97A0-6C13-21D0-1CA97EB5257C}"/>
                    </a:ext>
                  </a:extLst>
                </p14:cNvPr>
                <p14:cNvContentPartPr/>
                <p14:nvPr/>
              </p14:nvContentPartPr>
              <p14:xfrm>
                <a:off x="4517120" y="3809520"/>
                <a:ext cx="394920" cy="324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7544EB8-97A0-6C13-21D0-1CA97EB5257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511000" y="3803400"/>
                  <a:ext cx="4071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24B7A55-2859-0ADF-4920-94A0993C52EC}"/>
                    </a:ext>
                  </a:extLst>
                </p14:cNvPr>
                <p14:cNvContentPartPr/>
                <p14:nvPr/>
              </p14:nvContentPartPr>
              <p14:xfrm>
                <a:off x="3305720" y="3679560"/>
                <a:ext cx="367920" cy="177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24B7A55-2859-0ADF-4920-94A0993C52E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99600" y="3673440"/>
                  <a:ext cx="380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455ADA1-DCB3-50E9-53D5-5587567D627E}"/>
                    </a:ext>
                  </a:extLst>
                </p14:cNvPr>
                <p14:cNvContentPartPr/>
                <p14:nvPr/>
              </p14:nvContentPartPr>
              <p14:xfrm>
                <a:off x="3184760" y="3722400"/>
                <a:ext cx="496800" cy="286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455ADA1-DCB3-50E9-53D5-5587567D627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178640" y="3716280"/>
                  <a:ext cx="509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E9E1001-4B02-DDD0-6662-834B9191EA27}"/>
                    </a:ext>
                  </a:extLst>
                </p14:cNvPr>
                <p14:cNvContentPartPr/>
                <p14:nvPr/>
              </p14:nvContentPartPr>
              <p14:xfrm>
                <a:off x="4027520" y="4146480"/>
                <a:ext cx="64800" cy="2001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E9E1001-4B02-DDD0-6662-834B9191EA2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021400" y="4140360"/>
                  <a:ext cx="770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494C36A-BE34-4DB4-C89F-14CE312179DF}"/>
                    </a:ext>
                  </a:extLst>
                </p14:cNvPr>
                <p14:cNvContentPartPr/>
                <p14:nvPr/>
              </p14:nvContentPartPr>
              <p14:xfrm>
                <a:off x="5062520" y="4254120"/>
                <a:ext cx="344880" cy="327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494C36A-BE34-4DB4-C89F-14CE312179D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56400" y="4248000"/>
                  <a:ext cx="3571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2D3B7D9-5A62-20A6-246A-8D79FF956064}"/>
                    </a:ext>
                  </a:extLst>
                </p14:cNvPr>
                <p14:cNvContentPartPr/>
                <p14:nvPr/>
              </p14:nvContentPartPr>
              <p14:xfrm>
                <a:off x="5922560" y="4227480"/>
                <a:ext cx="646920" cy="5778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2D3B7D9-5A62-20A6-246A-8D79FF95606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916440" y="4221360"/>
                  <a:ext cx="65916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E59A181-515A-5821-8DE7-63B6BB3D1421}"/>
                    </a:ext>
                  </a:extLst>
                </p14:cNvPr>
                <p14:cNvContentPartPr/>
                <p14:nvPr/>
              </p14:nvContentPartPr>
              <p14:xfrm>
                <a:off x="4775240" y="6401880"/>
                <a:ext cx="359280" cy="298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E59A181-515A-5821-8DE7-63B6BB3D142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769120" y="6395760"/>
                  <a:ext cx="3715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92F0AD5-88C5-99F3-6E74-9E75C7851246}"/>
                    </a:ext>
                  </a:extLst>
                </p14:cNvPr>
                <p14:cNvContentPartPr/>
                <p14:nvPr/>
              </p14:nvContentPartPr>
              <p14:xfrm>
                <a:off x="4912760" y="6503040"/>
                <a:ext cx="293040" cy="209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92F0AD5-88C5-99F3-6E74-9E75C785124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906640" y="6496920"/>
                  <a:ext cx="305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5FEEED7-7B7E-036D-95C7-1578317E52FC}"/>
                    </a:ext>
                  </a:extLst>
                </p14:cNvPr>
                <p14:cNvContentPartPr/>
                <p14:nvPr/>
              </p14:nvContentPartPr>
              <p14:xfrm>
                <a:off x="5564000" y="6188040"/>
                <a:ext cx="448560" cy="511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5FEEED7-7B7E-036D-95C7-1578317E52F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557880" y="6181920"/>
                  <a:ext cx="46080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07F7468-A5FE-D02D-5324-8D80E88B8490}"/>
                    </a:ext>
                  </a:extLst>
                </p14:cNvPr>
                <p14:cNvContentPartPr/>
                <p14:nvPr/>
              </p14:nvContentPartPr>
              <p14:xfrm>
                <a:off x="6262760" y="6047640"/>
                <a:ext cx="257760" cy="491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07F7468-A5FE-D02D-5324-8D80E88B849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256640" y="6041520"/>
                  <a:ext cx="27000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1F8521C-0C71-E3CE-8289-7CD05CF72162}"/>
                    </a:ext>
                  </a:extLst>
                </p14:cNvPr>
                <p14:cNvContentPartPr/>
                <p14:nvPr/>
              </p14:nvContentPartPr>
              <p14:xfrm>
                <a:off x="6653720" y="6256800"/>
                <a:ext cx="380880" cy="388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1F8521C-0C71-E3CE-8289-7CD05CF7216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647600" y="6250680"/>
                  <a:ext cx="3931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0970B88-6B6C-074A-23BA-FE476ABB07C8}"/>
                    </a:ext>
                  </a:extLst>
                </p14:cNvPr>
                <p14:cNvContentPartPr/>
                <p14:nvPr/>
              </p14:nvContentPartPr>
              <p14:xfrm>
                <a:off x="2879480" y="7678920"/>
                <a:ext cx="306720" cy="82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0970B88-6B6C-074A-23BA-FE476ABB07C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873360" y="7672800"/>
                  <a:ext cx="318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6E59B54-52BC-B7B6-D9FA-4F6C9E5B1076}"/>
                    </a:ext>
                  </a:extLst>
                </p14:cNvPr>
                <p14:cNvContentPartPr/>
                <p14:nvPr/>
              </p14:nvContentPartPr>
              <p14:xfrm>
                <a:off x="2908280" y="7939560"/>
                <a:ext cx="361440" cy="77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6E59B54-52BC-B7B6-D9FA-4F6C9E5B107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902160" y="7933440"/>
                  <a:ext cx="373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399EF38-1DD2-197C-620F-DB500EDD1B6F}"/>
                    </a:ext>
                  </a:extLst>
                </p14:cNvPr>
                <p14:cNvContentPartPr/>
                <p14:nvPr/>
              </p14:nvContentPartPr>
              <p14:xfrm>
                <a:off x="3591920" y="7616280"/>
                <a:ext cx="449640" cy="491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399EF38-1DD2-197C-620F-DB500EDD1B6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85800" y="7610160"/>
                  <a:ext cx="46188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87FB277-1155-D783-C194-679F908D786C}"/>
                    </a:ext>
                  </a:extLst>
                </p14:cNvPr>
                <p14:cNvContentPartPr/>
                <p14:nvPr/>
              </p14:nvContentPartPr>
              <p14:xfrm>
                <a:off x="4057400" y="7564080"/>
                <a:ext cx="572040" cy="750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87FB277-1155-D783-C194-679F908D786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051280" y="7557960"/>
                  <a:ext cx="58428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CCACEFE-E149-61DD-9DD0-C5E67E12B85D}"/>
                    </a:ext>
                  </a:extLst>
                </p14:cNvPr>
                <p14:cNvContentPartPr/>
                <p14:nvPr/>
              </p14:nvContentPartPr>
              <p14:xfrm>
                <a:off x="2428760" y="6837240"/>
                <a:ext cx="2592720" cy="13852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CCACEFE-E149-61DD-9DD0-C5E67E12B85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422640" y="6831120"/>
                  <a:ext cx="2604960" cy="139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1000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117" y="6670407"/>
            <a:ext cx="6919092" cy="5721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163" y="46682"/>
            <a:ext cx="639323" cy="3811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674" y="62492"/>
            <a:ext cx="1146492" cy="37549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33303" y="538100"/>
            <a:ext cx="1997075" cy="16510"/>
          </a:xfrm>
          <a:custGeom>
            <a:avLst/>
            <a:gdLst/>
            <a:ahLst/>
            <a:cxnLst/>
            <a:rect l="l" t="t" r="r" b="b"/>
            <a:pathLst>
              <a:path w="1997075" h="16509">
                <a:moveTo>
                  <a:pt x="1989624" y="3"/>
                </a:moveTo>
                <a:lnTo>
                  <a:pt x="7996" y="0"/>
                </a:lnTo>
                <a:lnTo>
                  <a:pt x="0" y="6939"/>
                </a:lnTo>
                <a:lnTo>
                  <a:pt x="202" y="10079"/>
                </a:lnTo>
                <a:lnTo>
                  <a:pt x="1592" y="12904"/>
                </a:lnTo>
                <a:lnTo>
                  <a:pt x="3956" y="14982"/>
                </a:lnTo>
                <a:lnTo>
                  <a:pt x="5915" y="15793"/>
                </a:lnTo>
                <a:lnTo>
                  <a:pt x="7996" y="15999"/>
                </a:lnTo>
                <a:lnTo>
                  <a:pt x="1988563" y="15999"/>
                </a:lnTo>
                <a:lnTo>
                  <a:pt x="1990644" y="15793"/>
                </a:lnTo>
                <a:lnTo>
                  <a:pt x="1993468" y="14404"/>
                </a:lnTo>
                <a:lnTo>
                  <a:pt x="1995546" y="12039"/>
                </a:lnTo>
                <a:lnTo>
                  <a:pt x="1996559" y="9060"/>
                </a:lnTo>
                <a:lnTo>
                  <a:pt x="1996357" y="5919"/>
                </a:lnTo>
                <a:lnTo>
                  <a:pt x="1994967" y="3094"/>
                </a:lnTo>
                <a:lnTo>
                  <a:pt x="1992603" y="1017"/>
                </a:lnTo>
                <a:lnTo>
                  <a:pt x="1989624" y="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7970" y="708863"/>
            <a:ext cx="765793" cy="3693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7043" y="757281"/>
            <a:ext cx="246841" cy="2973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4740" y="891585"/>
            <a:ext cx="130106" cy="14887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888108" y="726324"/>
            <a:ext cx="306070" cy="343535"/>
            <a:chOff x="1888108" y="726324"/>
            <a:chExt cx="306070" cy="343535"/>
          </a:xfrm>
        </p:grpSpPr>
        <p:sp>
          <p:nvSpPr>
            <p:cNvPr id="10" name="object 10"/>
            <p:cNvSpPr/>
            <p:nvPr/>
          </p:nvSpPr>
          <p:spPr>
            <a:xfrm>
              <a:off x="1888108" y="726324"/>
              <a:ext cx="144145" cy="305435"/>
            </a:xfrm>
            <a:custGeom>
              <a:avLst/>
              <a:gdLst/>
              <a:ahLst/>
              <a:cxnLst/>
              <a:rect l="l" t="t" r="r" b="b"/>
              <a:pathLst>
                <a:path w="144144" h="305434">
                  <a:moveTo>
                    <a:pt x="115158" y="302078"/>
                  </a:moveTo>
                  <a:lnTo>
                    <a:pt x="62531" y="302078"/>
                  </a:lnTo>
                  <a:lnTo>
                    <a:pt x="79193" y="303913"/>
                  </a:lnTo>
                  <a:lnTo>
                    <a:pt x="103423" y="304937"/>
                  </a:lnTo>
                  <a:lnTo>
                    <a:pt x="105908" y="304651"/>
                  </a:lnTo>
                  <a:lnTo>
                    <a:pt x="115158" y="302078"/>
                  </a:lnTo>
                  <a:close/>
                </a:path>
                <a:path w="144144" h="305434">
                  <a:moveTo>
                    <a:pt x="129417" y="0"/>
                  </a:moveTo>
                  <a:lnTo>
                    <a:pt x="120456" y="0"/>
                  </a:lnTo>
                  <a:lnTo>
                    <a:pt x="118658" y="260"/>
                  </a:lnTo>
                  <a:lnTo>
                    <a:pt x="110442" y="2692"/>
                  </a:lnTo>
                  <a:lnTo>
                    <a:pt x="110663" y="2692"/>
                  </a:lnTo>
                  <a:lnTo>
                    <a:pt x="109645" y="3252"/>
                  </a:lnTo>
                  <a:lnTo>
                    <a:pt x="81220" y="33554"/>
                  </a:lnTo>
                  <a:lnTo>
                    <a:pt x="42839" y="99082"/>
                  </a:lnTo>
                  <a:lnTo>
                    <a:pt x="26382" y="140388"/>
                  </a:lnTo>
                  <a:lnTo>
                    <a:pt x="12578" y="185997"/>
                  </a:lnTo>
                  <a:lnTo>
                    <a:pt x="3223" y="225809"/>
                  </a:lnTo>
                  <a:lnTo>
                    <a:pt x="0" y="252369"/>
                  </a:lnTo>
                  <a:lnTo>
                    <a:pt x="711" y="259674"/>
                  </a:lnTo>
                  <a:lnTo>
                    <a:pt x="27318" y="291438"/>
                  </a:lnTo>
                  <a:lnTo>
                    <a:pt x="62347" y="302078"/>
                  </a:lnTo>
                  <a:lnTo>
                    <a:pt x="115449" y="302078"/>
                  </a:lnTo>
                  <a:lnTo>
                    <a:pt x="136088" y="289241"/>
                  </a:lnTo>
                  <a:lnTo>
                    <a:pt x="101617" y="289241"/>
                  </a:lnTo>
                  <a:lnTo>
                    <a:pt x="102637" y="288956"/>
                  </a:lnTo>
                  <a:lnTo>
                    <a:pt x="104103" y="288956"/>
                  </a:lnTo>
                  <a:lnTo>
                    <a:pt x="80884" y="287969"/>
                  </a:lnTo>
                  <a:lnTo>
                    <a:pt x="80554" y="287969"/>
                  </a:lnTo>
                  <a:lnTo>
                    <a:pt x="66486" y="286420"/>
                  </a:lnTo>
                  <a:lnTo>
                    <a:pt x="65635" y="286420"/>
                  </a:lnTo>
                  <a:lnTo>
                    <a:pt x="50604" y="283295"/>
                  </a:lnTo>
                  <a:lnTo>
                    <a:pt x="50174" y="283295"/>
                  </a:lnTo>
                  <a:lnTo>
                    <a:pt x="49460" y="283091"/>
                  </a:lnTo>
                  <a:lnTo>
                    <a:pt x="49624" y="283091"/>
                  </a:lnTo>
                  <a:lnTo>
                    <a:pt x="37455" y="278582"/>
                  </a:lnTo>
                  <a:lnTo>
                    <a:pt x="36892" y="278582"/>
                  </a:lnTo>
                  <a:lnTo>
                    <a:pt x="35459" y="277862"/>
                  </a:lnTo>
                  <a:lnTo>
                    <a:pt x="35785" y="277862"/>
                  </a:lnTo>
                  <a:lnTo>
                    <a:pt x="25778" y="271357"/>
                  </a:lnTo>
                  <a:lnTo>
                    <a:pt x="25429" y="271357"/>
                  </a:lnTo>
                  <a:lnTo>
                    <a:pt x="24081" y="270253"/>
                  </a:lnTo>
                  <a:lnTo>
                    <a:pt x="24346" y="270253"/>
                  </a:lnTo>
                  <a:lnTo>
                    <a:pt x="21679" y="267536"/>
                  </a:lnTo>
                  <a:lnTo>
                    <a:pt x="21388" y="267536"/>
                  </a:lnTo>
                  <a:lnTo>
                    <a:pt x="20273" y="266104"/>
                  </a:lnTo>
                  <a:lnTo>
                    <a:pt x="20512" y="266104"/>
                  </a:lnTo>
                  <a:lnTo>
                    <a:pt x="18741" y="263208"/>
                  </a:lnTo>
                  <a:lnTo>
                    <a:pt x="18488" y="263208"/>
                  </a:lnTo>
                  <a:lnTo>
                    <a:pt x="18199" y="262323"/>
                  </a:lnTo>
                  <a:lnTo>
                    <a:pt x="17705" y="261515"/>
                  </a:lnTo>
                  <a:lnTo>
                    <a:pt x="17936" y="261515"/>
                  </a:lnTo>
                  <a:lnTo>
                    <a:pt x="16831" y="258123"/>
                  </a:lnTo>
                  <a:lnTo>
                    <a:pt x="16633" y="258123"/>
                  </a:lnTo>
                  <a:lnTo>
                    <a:pt x="16549" y="257256"/>
                  </a:lnTo>
                  <a:lnTo>
                    <a:pt x="16278" y="256424"/>
                  </a:lnTo>
                  <a:lnTo>
                    <a:pt x="16468" y="256424"/>
                  </a:lnTo>
                  <a:lnTo>
                    <a:pt x="16073" y="252369"/>
                  </a:lnTo>
                  <a:lnTo>
                    <a:pt x="15868" y="252369"/>
                  </a:lnTo>
                  <a:lnTo>
                    <a:pt x="15897" y="250564"/>
                  </a:lnTo>
                  <a:lnTo>
                    <a:pt x="16102" y="250564"/>
                  </a:lnTo>
                  <a:lnTo>
                    <a:pt x="18839" y="229462"/>
                  </a:lnTo>
                  <a:lnTo>
                    <a:pt x="18942" y="228668"/>
                  </a:lnTo>
                  <a:lnTo>
                    <a:pt x="19466" y="226609"/>
                  </a:lnTo>
                  <a:lnTo>
                    <a:pt x="27908" y="190618"/>
                  </a:lnTo>
                  <a:lnTo>
                    <a:pt x="28021" y="190134"/>
                  </a:lnTo>
                  <a:lnTo>
                    <a:pt x="29140" y="186481"/>
                  </a:lnTo>
                  <a:lnTo>
                    <a:pt x="41276" y="146297"/>
                  </a:lnTo>
                  <a:lnTo>
                    <a:pt x="41368" y="145993"/>
                  </a:lnTo>
                  <a:lnTo>
                    <a:pt x="41471" y="145653"/>
                  </a:lnTo>
                  <a:lnTo>
                    <a:pt x="43342" y="141027"/>
                  </a:lnTo>
                  <a:lnTo>
                    <a:pt x="57389" y="105686"/>
                  </a:lnTo>
                  <a:lnTo>
                    <a:pt x="60459" y="99777"/>
                  </a:lnTo>
                  <a:lnTo>
                    <a:pt x="75137" y="71146"/>
                  </a:lnTo>
                  <a:lnTo>
                    <a:pt x="80103" y="63847"/>
                  </a:lnTo>
                  <a:lnTo>
                    <a:pt x="94006" y="43129"/>
                  </a:lnTo>
                  <a:lnTo>
                    <a:pt x="109404" y="24718"/>
                  </a:lnTo>
                  <a:lnTo>
                    <a:pt x="109275" y="24718"/>
                  </a:lnTo>
                  <a:lnTo>
                    <a:pt x="109747" y="24306"/>
                  </a:lnTo>
                  <a:lnTo>
                    <a:pt x="110164" y="23806"/>
                  </a:lnTo>
                  <a:lnTo>
                    <a:pt x="110321" y="23806"/>
                  </a:lnTo>
                  <a:lnTo>
                    <a:pt x="117382" y="17649"/>
                  </a:lnTo>
                  <a:lnTo>
                    <a:pt x="116284" y="17649"/>
                  </a:lnTo>
                  <a:lnTo>
                    <a:pt x="119267" y="16005"/>
                  </a:lnTo>
                  <a:lnTo>
                    <a:pt x="120368" y="16005"/>
                  </a:lnTo>
                  <a:lnTo>
                    <a:pt x="123202" y="15595"/>
                  </a:lnTo>
                  <a:lnTo>
                    <a:pt x="140524" y="15595"/>
                  </a:lnTo>
                  <a:lnTo>
                    <a:pt x="144113" y="8958"/>
                  </a:lnTo>
                  <a:lnTo>
                    <a:pt x="144047" y="7920"/>
                  </a:lnTo>
                  <a:lnTo>
                    <a:pt x="138155" y="1167"/>
                  </a:lnTo>
                  <a:lnTo>
                    <a:pt x="129417" y="0"/>
                  </a:lnTo>
                  <a:close/>
                </a:path>
                <a:path w="144144" h="305434">
                  <a:moveTo>
                    <a:pt x="111737" y="286420"/>
                  </a:moveTo>
                  <a:lnTo>
                    <a:pt x="101617" y="289241"/>
                  </a:lnTo>
                  <a:lnTo>
                    <a:pt x="104103" y="288956"/>
                  </a:lnTo>
                  <a:lnTo>
                    <a:pt x="136258" y="288956"/>
                  </a:lnTo>
                  <a:lnTo>
                    <a:pt x="136758" y="287163"/>
                  </a:lnTo>
                  <a:lnTo>
                    <a:pt x="109954" y="287163"/>
                  </a:lnTo>
                  <a:lnTo>
                    <a:pt x="110603" y="286797"/>
                  </a:lnTo>
                  <a:lnTo>
                    <a:pt x="110832" y="286797"/>
                  </a:lnTo>
                  <a:lnTo>
                    <a:pt x="111737" y="286420"/>
                  </a:lnTo>
                  <a:close/>
                </a:path>
                <a:path w="144144" h="305434">
                  <a:moveTo>
                    <a:pt x="136232" y="288956"/>
                  </a:moveTo>
                  <a:lnTo>
                    <a:pt x="104103" y="288956"/>
                  </a:lnTo>
                  <a:lnTo>
                    <a:pt x="101617" y="289241"/>
                  </a:lnTo>
                  <a:lnTo>
                    <a:pt x="136088" y="289241"/>
                  </a:lnTo>
                  <a:lnTo>
                    <a:pt x="136232" y="288956"/>
                  </a:lnTo>
                  <a:close/>
                </a:path>
                <a:path w="144144" h="305434">
                  <a:moveTo>
                    <a:pt x="130631" y="277862"/>
                  </a:moveTo>
                  <a:lnTo>
                    <a:pt x="126855" y="277862"/>
                  </a:lnTo>
                  <a:lnTo>
                    <a:pt x="125748" y="278254"/>
                  </a:lnTo>
                  <a:lnTo>
                    <a:pt x="109954" y="287163"/>
                  </a:lnTo>
                  <a:lnTo>
                    <a:pt x="110832" y="286797"/>
                  </a:lnTo>
                  <a:lnTo>
                    <a:pt x="110384" y="286797"/>
                  </a:lnTo>
                  <a:lnTo>
                    <a:pt x="111737" y="286420"/>
                  </a:lnTo>
                  <a:lnTo>
                    <a:pt x="136852" y="286420"/>
                  </a:lnTo>
                  <a:lnTo>
                    <a:pt x="136812" y="284708"/>
                  </a:lnTo>
                  <a:lnTo>
                    <a:pt x="132041" y="278254"/>
                  </a:lnTo>
                  <a:lnTo>
                    <a:pt x="130631" y="277862"/>
                  </a:lnTo>
                  <a:close/>
                </a:path>
                <a:path w="144144" h="305434">
                  <a:moveTo>
                    <a:pt x="136852" y="286420"/>
                  </a:moveTo>
                  <a:lnTo>
                    <a:pt x="111737" y="286420"/>
                  </a:lnTo>
                  <a:lnTo>
                    <a:pt x="109954" y="287163"/>
                  </a:lnTo>
                  <a:lnTo>
                    <a:pt x="136758" y="287163"/>
                  </a:lnTo>
                  <a:lnTo>
                    <a:pt x="136852" y="286420"/>
                  </a:lnTo>
                  <a:close/>
                </a:path>
                <a:path w="144144" h="305434">
                  <a:moveTo>
                    <a:pt x="49624" y="283091"/>
                  </a:moveTo>
                  <a:lnTo>
                    <a:pt x="49460" y="283091"/>
                  </a:lnTo>
                  <a:lnTo>
                    <a:pt x="50174" y="283295"/>
                  </a:lnTo>
                  <a:lnTo>
                    <a:pt x="49624" y="283091"/>
                  </a:lnTo>
                  <a:close/>
                </a:path>
                <a:path w="144144" h="305434">
                  <a:moveTo>
                    <a:pt x="49624" y="283091"/>
                  </a:moveTo>
                  <a:lnTo>
                    <a:pt x="50174" y="283295"/>
                  </a:lnTo>
                  <a:lnTo>
                    <a:pt x="50604" y="283295"/>
                  </a:lnTo>
                  <a:lnTo>
                    <a:pt x="49624" y="283091"/>
                  </a:lnTo>
                  <a:close/>
                </a:path>
                <a:path w="144144" h="305434">
                  <a:moveTo>
                    <a:pt x="35785" y="277862"/>
                  </a:moveTo>
                  <a:lnTo>
                    <a:pt x="35511" y="277862"/>
                  </a:lnTo>
                  <a:lnTo>
                    <a:pt x="36570" y="278254"/>
                  </a:lnTo>
                  <a:lnTo>
                    <a:pt x="36240" y="278254"/>
                  </a:lnTo>
                  <a:lnTo>
                    <a:pt x="36892" y="278582"/>
                  </a:lnTo>
                  <a:lnTo>
                    <a:pt x="36388" y="278254"/>
                  </a:lnTo>
                  <a:lnTo>
                    <a:pt x="36570" y="278254"/>
                  </a:lnTo>
                  <a:lnTo>
                    <a:pt x="35511" y="277862"/>
                  </a:lnTo>
                  <a:lnTo>
                    <a:pt x="35785" y="277862"/>
                  </a:lnTo>
                  <a:close/>
                </a:path>
                <a:path w="144144" h="305434">
                  <a:moveTo>
                    <a:pt x="36570" y="278254"/>
                  </a:moveTo>
                  <a:lnTo>
                    <a:pt x="36388" y="278254"/>
                  </a:lnTo>
                  <a:lnTo>
                    <a:pt x="36892" y="278582"/>
                  </a:lnTo>
                  <a:lnTo>
                    <a:pt x="37455" y="278582"/>
                  </a:lnTo>
                  <a:lnTo>
                    <a:pt x="36570" y="278254"/>
                  </a:lnTo>
                  <a:close/>
                </a:path>
                <a:path w="144144" h="305434">
                  <a:moveTo>
                    <a:pt x="24081" y="270253"/>
                  </a:moveTo>
                  <a:lnTo>
                    <a:pt x="25429" y="271357"/>
                  </a:lnTo>
                  <a:lnTo>
                    <a:pt x="24814" y="270730"/>
                  </a:lnTo>
                  <a:lnTo>
                    <a:pt x="24081" y="270253"/>
                  </a:lnTo>
                  <a:close/>
                </a:path>
                <a:path w="144144" h="305434">
                  <a:moveTo>
                    <a:pt x="24814" y="270730"/>
                  </a:moveTo>
                  <a:lnTo>
                    <a:pt x="25429" y="271357"/>
                  </a:lnTo>
                  <a:lnTo>
                    <a:pt x="25778" y="271357"/>
                  </a:lnTo>
                  <a:lnTo>
                    <a:pt x="24814" y="270730"/>
                  </a:lnTo>
                  <a:close/>
                </a:path>
                <a:path w="144144" h="305434">
                  <a:moveTo>
                    <a:pt x="24346" y="270253"/>
                  </a:moveTo>
                  <a:lnTo>
                    <a:pt x="24081" y="270253"/>
                  </a:lnTo>
                  <a:lnTo>
                    <a:pt x="24814" y="270730"/>
                  </a:lnTo>
                  <a:lnTo>
                    <a:pt x="24346" y="270253"/>
                  </a:lnTo>
                  <a:close/>
                </a:path>
                <a:path w="144144" h="305434">
                  <a:moveTo>
                    <a:pt x="20273" y="266104"/>
                  </a:moveTo>
                  <a:lnTo>
                    <a:pt x="21388" y="267536"/>
                  </a:lnTo>
                  <a:lnTo>
                    <a:pt x="20907" y="266749"/>
                  </a:lnTo>
                  <a:lnTo>
                    <a:pt x="20273" y="266104"/>
                  </a:lnTo>
                  <a:close/>
                </a:path>
                <a:path w="144144" h="305434">
                  <a:moveTo>
                    <a:pt x="20907" y="266749"/>
                  </a:moveTo>
                  <a:lnTo>
                    <a:pt x="21388" y="267536"/>
                  </a:lnTo>
                  <a:lnTo>
                    <a:pt x="21679" y="267536"/>
                  </a:lnTo>
                  <a:lnTo>
                    <a:pt x="20907" y="266749"/>
                  </a:lnTo>
                  <a:close/>
                </a:path>
                <a:path w="144144" h="305434">
                  <a:moveTo>
                    <a:pt x="20512" y="266104"/>
                  </a:moveTo>
                  <a:lnTo>
                    <a:pt x="20273" y="266104"/>
                  </a:lnTo>
                  <a:lnTo>
                    <a:pt x="20907" y="266749"/>
                  </a:lnTo>
                  <a:lnTo>
                    <a:pt x="20512" y="266104"/>
                  </a:lnTo>
                  <a:close/>
                </a:path>
                <a:path w="144144" h="305434">
                  <a:moveTo>
                    <a:pt x="18199" y="262323"/>
                  </a:moveTo>
                  <a:lnTo>
                    <a:pt x="18488" y="263208"/>
                  </a:lnTo>
                  <a:lnTo>
                    <a:pt x="18741" y="263208"/>
                  </a:lnTo>
                  <a:lnTo>
                    <a:pt x="18199" y="262323"/>
                  </a:lnTo>
                  <a:close/>
                </a:path>
                <a:path w="144144" h="305434">
                  <a:moveTo>
                    <a:pt x="17936" y="261515"/>
                  </a:moveTo>
                  <a:lnTo>
                    <a:pt x="17705" y="261515"/>
                  </a:lnTo>
                  <a:lnTo>
                    <a:pt x="18199" y="262323"/>
                  </a:lnTo>
                  <a:lnTo>
                    <a:pt x="17936" y="261515"/>
                  </a:lnTo>
                  <a:close/>
                </a:path>
                <a:path w="144144" h="305434">
                  <a:moveTo>
                    <a:pt x="16549" y="257256"/>
                  </a:moveTo>
                  <a:lnTo>
                    <a:pt x="16633" y="258123"/>
                  </a:lnTo>
                  <a:lnTo>
                    <a:pt x="16831" y="258123"/>
                  </a:lnTo>
                  <a:lnTo>
                    <a:pt x="16549" y="257256"/>
                  </a:lnTo>
                  <a:close/>
                </a:path>
                <a:path w="144144" h="305434">
                  <a:moveTo>
                    <a:pt x="16468" y="256424"/>
                  </a:moveTo>
                  <a:lnTo>
                    <a:pt x="16278" y="256424"/>
                  </a:lnTo>
                  <a:lnTo>
                    <a:pt x="16549" y="257256"/>
                  </a:lnTo>
                  <a:lnTo>
                    <a:pt x="16468" y="256424"/>
                  </a:lnTo>
                  <a:close/>
                </a:path>
                <a:path w="144144" h="305434">
                  <a:moveTo>
                    <a:pt x="109747" y="24306"/>
                  </a:moveTo>
                  <a:lnTo>
                    <a:pt x="109275" y="24718"/>
                  </a:lnTo>
                  <a:lnTo>
                    <a:pt x="109404" y="24718"/>
                  </a:lnTo>
                  <a:lnTo>
                    <a:pt x="109747" y="24306"/>
                  </a:lnTo>
                  <a:close/>
                </a:path>
                <a:path w="144144" h="305434">
                  <a:moveTo>
                    <a:pt x="110321" y="23806"/>
                  </a:moveTo>
                  <a:lnTo>
                    <a:pt x="110164" y="23806"/>
                  </a:lnTo>
                  <a:lnTo>
                    <a:pt x="109747" y="24306"/>
                  </a:lnTo>
                  <a:lnTo>
                    <a:pt x="110321" y="23806"/>
                  </a:lnTo>
                  <a:close/>
                </a:path>
                <a:path w="144144" h="305434">
                  <a:moveTo>
                    <a:pt x="119267" y="16005"/>
                  </a:moveTo>
                  <a:lnTo>
                    <a:pt x="116284" y="17649"/>
                  </a:lnTo>
                  <a:lnTo>
                    <a:pt x="117949" y="17154"/>
                  </a:lnTo>
                  <a:lnTo>
                    <a:pt x="119267" y="16005"/>
                  </a:lnTo>
                  <a:close/>
                </a:path>
                <a:path w="144144" h="305434">
                  <a:moveTo>
                    <a:pt x="117949" y="17154"/>
                  </a:moveTo>
                  <a:lnTo>
                    <a:pt x="116284" y="17649"/>
                  </a:lnTo>
                  <a:lnTo>
                    <a:pt x="117382" y="17649"/>
                  </a:lnTo>
                  <a:lnTo>
                    <a:pt x="117949" y="17154"/>
                  </a:lnTo>
                  <a:close/>
                </a:path>
                <a:path w="144144" h="305434">
                  <a:moveTo>
                    <a:pt x="123202" y="15595"/>
                  </a:moveTo>
                  <a:lnTo>
                    <a:pt x="120368" y="16005"/>
                  </a:lnTo>
                  <a:lnTo>
                    <a:pt x="119267" y="16005"/>
                  </a:lnTo>
                  <a:lnTo>
                    <a:pt x="117949" y="17154"/>
                  </a:lnTo>
                  <a:lnTo>
                    <a:pt x="123202" y="15595"/>
                  </a:lnTo>
                  <a:close/>
                </a:path>
                <a:path w="144144" h="305434">
                  <a:moveTo>
                    <a:pt x="140524" y="15595"/>
                  </a:moveTo>
                  <a:lnTo>
                    <a:pt x="123202" y="15595"/>
                  </a:lnTo>
                  <a:lnTo>
                    <a:pt x="121820" y="16005"/>
                  </a:lnTo>
                  <a:lnTo>
                    <a:pt x="128420" y="16005"/>
                  </a:lnTo>
                  <a:lnTo>
                    <a:pt x="136041" y="17019"/>
                  </a:lnTo>
                  <a:lnTo>
                    <a:pt x="136831" y="17019"/>
                  </a:lnTo>
                  <a:lnTo>
                    <a:pt x="139129" y="16407"/>
                  </a:lnTo>
                  <a:lnTo>
                    <a:pt x="139946" y="16005"/>
                  </a:lnTo>
                  <a:lnTo>
                    <a:pt x="140524" y="15595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68644" y="934275"/>
              <a:ext cx="125241" cy="135467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2279489" y="900497"/>
            <a:ext cx="157480" cy="21590"/>
          </a:xfrm>
          <a:custGeom>
            <a:avLst/>
            <a:gdLst/>
            <a:ahLst/>
            <a:cxnLst/>
            <a:rect l="l" t="t" r="r" b="b"/>
            <a:pathLst>
              <a:path w="157480" h="21590">
                <a:moveTo>
                  <a:pt x="122300" y="0"/>
                </a:moveTo>
                <a:lnTo>
                  <a:pt x="82424" y="0"/>
                </a:lnTo>
                <a:lnTo>
                  <a:pt x="46818" y="533"/>
                </a:lnTo>
                <a:lnTo>
                  <a:pt x="48346" y="533"/>
                </a:lnTo>
                <a:lnTo>
                  <a:pt x="18809" y="3168"/>
                </a:lnTo>
                <a:lnTo>
                  <a:pt x="19046" y="3168"/>
                </a:lnTo>
                <a:lnTo>
                  <a:pt x="5702" y="5397"/>
                </a:lnTo>
                <a:lnTo>
                  <a:pt x="4728" y="5764"/>
                </a:lnTo>
                <a:lnTo>
                  <a:pt x="2929" y="6887"/>
                </a:lnTo>
                <a:lnTo>
                  <a:pt x="2171" y="7599"/>
                </a:lnTo>
                <a:lnTo>
                  <a:pt x="1044" y="9177"/>
                </a:lnTo>
                <a:lnTo>
                  <a:pt x="938" y="9325"/>
                </a:lnTo>
                <a:lnTo>
                  <a:pt x="510" y="10274"/>
                </a:lnTo>
                <a:lnTo>
                  <a:pt x="33" y="12339"/>
                </a:lnTo>
                <a:lnTo>
                  <a:pt x="0" y="13379"/>
                </a:lnTo>
                <a:lnTo>
                  <a:pt x="349" y="15471"/>
                </a:lnTo>
                <a:lnTo>
                  <a:pt x="543" y="15986"/>
                </a:lnTo>
                <a:lnTo>
                  <a:pt x="651" y="16271"/>
                </a:lnTo>
                <a:lnTo>
                  <a:pt x="7428" y="21172"/>
                </a:lnTo>
                <a:lnTo>
                  <a:pt x="8331" y="21172"/>
                </a:lnTo>
                <a:lnTo>
                  <a:pt x="21234" y="19024"/>
                </a:lnTo>
                <a:lnTo>
                  <a:pt x="21071" y="19024"/>
                </a:lnTo>
                <a:lnTo>
                  <a:pt x="49427" y="16494"/>
                </a:lnTo>
                <a:lnTo>
                  <a:pt x="49176" y="16494"/>
                </a:lnTo>
                <a:lnTo>
                  <a:pt x="83392" y="15986"/>
                </a:lnTo>
                <a:lnTo>
                  <a:pt x="156540" y="15986"/>
                </a:lnTo>
                <a:lnTo>
                  <a:pt x="156809" y="15471"/>
                </a:lnTo>
                <a:lnTo>
                  <a:pt x="157449" y="13379"/>
                </a:lnTo>
                <a:lnTo>
                  <a:pt x="157344" y="10274"/>
                </a:lnTo>
                <a:lnTo>
                  <a:pt x="157067" y="9325"/>
                </a:lnTo>
                <a:lnTo>
                  <a:pt x="139468" y="1028"/>
                </a:lnTo>
                <a:lnTo>
                  <a:pt x="122300" y="0"/>
                </a:lnTo>
                <a:close/>
              </a:path>
              <a:path w="157480" h="21590">
                <a:moveTo>
                  <a:pt x="136744" y="16686"/>
                </a:moveTo>
                <a:lnTo>
                  <a:pt x="148268" y="20058"/>
                </a:lnTo>
                <a:lnTo>
                  <a:pt x="150975" y="20058"/>
                </a:lnTo>
                <a:lnTo>
                  <a:pt x="152405" y="19610"/>
                </a:lnTo>
                <a:lnTo>
                  <a:pt x="154265" y="18591"/>
                </a:lnTo>
                <a:lnTo>
                  <a:pt x="155063" y="17923"/>
                </a:lnTo>
                <a:lnTo>
                  <a:pt x="155807" y="16997"/>
                </a:lnTo>
                <a:lnTo>
                  <a:pt x="138515" y="16997"/>
                </a:lnTo>
                <a:lnTo>
                  <a:pt x="136744" y="16686"/>
                </a:lnTo>
                <a:close/>
              </a:path>
              <a:path w="157480" h="21590">
                <a:moveTo>
                  <a:pt x="156540" y="15986"/>
                </a:moveTo>
                <a:lnTo>
                  <a:pt x="121666" y="15986"/>
                </a:lnTo>
                <a:lnTo>
                  <a:pt x="138515" y="16997"/>
                </a:lnTo>
                <a:lnTo>
                  <a:pt x="137808" y="16997"/>
                </a:lnTo>
                <a:lnTo>
                  <a:pt x="136744" y="16686"/>
                </a:lnTo>
                <a:lnTo>
                  <a:pt x="156057" y="16686"/>
                </a:lnTo>
                <a:lnTo>
                  <a:pt x="156391" y="16271"/>
                </a:lnTo>
                <a:lnTo>
                  <a:pt x="156540" y="15986"/>
                </a:lnTo>
                <a:close/>
              </a:path>
              <a:path w="157480" h="21590">
                <a:moveTo>
                  <a:pt x="156057" y="16686"/>
                </a:moveTo>
                <a:lnTo>
                  <a:pt x="136744" y="16686"/>
                </a:lnTo>
                <a:lnTo>
                  <a:pt x="138515" y="16997"/>
                </a:lnTo>
                <a:lnTo>
                  <a:pt x="155807" y="16997"/>
                </a:lnTo>
                <a:lnTo>
                  <a:pt x="156057" y="1668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1622" y="971203"/>
            <a:ext cx="106680" cy="20320"/>
          </a:xfrm>
          <a:custGeom>
            <a:avLst/>
            <a:gdLst/>
            <a:ahLst/>
            <a:cxnLst/>
            <a:rect l="l" t="t" r="r" b="b"/>
            <a:pathLst>
              <a:path w="106680" h="20319">
                <a:moveTo>
                  <a:pt x="99142" y="0"/>
                </a:moveTo>
                <a:lnTo>
                  <a:pt x="97966" y="0"/>
                </a:lnTo>
                <a:lnTo>
                  <a:pt x="74181" y="520"/>
                </a:lnTo>
                <a:lnTo>
                  <a:pt x="24498" y="3081"/>
                </a:lnTo>
                <a:lnTo>
                  <a:pt x="12862" y="3620"/>
                </a:lnTo>
                <a:lnTo>
                  <a:pt x="0" y="10730"/>
                </a:lnTo>
                <a:lnTo>
                  <a:pt x="82" y="13877"/>
                </a:lnTo>
                <a:lnTo>
                  <a:pt x="6632" y="20062"/>
                </a:lnTo>
                <a:lnTo>
                  <a:pt x="8645" y="20062"/>
                </a:lnTo>
                <a:lnTo>
                  <a:pt x="14029" y="19577"/>
                </a:lnTo>
                <a:lnTo>
                  <a:pt x="25317" y="19055"/>
                </a:lnTo>
                <a:lnTo>
                  <a:pt x="74822" y="16507"/>
                </a:lnTo>
                <a:lnTo>
                  <a:pt x="99374" y="15968"/>
                </a:lnTo>
                <a:lnTo>
                  <a:pt x="100389" y="15744"/>
                </a:lnTo>
                <a:lnTo>
                  <a:pt x="106158" y="8883"/>
                </a:lnTo>
                <a:lnTo>
                  <a:pt x="106112" y="6764"/>
                </a:lnTo>
                <a:lnTo>
                  <a:pt x="100051" y="160"/>
                </a:lnTo>
                <a:lnTo>
                  <a:pt x="9914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40777" y="705758"/>
            <a:ext cx="930910" cy="672465"/>
            <a:chOff x="2540777" y="705758"/>
            <a:chExt cx="930910" cy="67246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05323" y="845089"/>
              <a:ext cx="106174" cy="1563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40777" y="705758"/>
              <a:ext cx="930320" cy="671897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4804" y="1754366"/>
            <a:ext cx="371589" cy="35426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0399" y="1798708"/>
            <a:ext cx="1076711" cy="33567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98159" y="1886380"/>
            <a:ext cx="526707" cy="23654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81083" y="1893456"/>
            <a:ext cx="516885" cy="22436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588904" y="1830708"/>
            <a:ext cx="757335" cy="28949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570079" y="1889956"/>
            <a:ext cx="773557" cy="24873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588575" y="1897603"/>
            <a:ext cx="548551" cy="21919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229722" y="1999302"/>
            <a:ext cx="272535" cy="29317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686593" y="1871858"/>
            <a:ext cx="612325" cy="26410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44437" y="2416102"/>
            <a:ext cx="1025268" cy="36021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43247" y="3435803"/>
            <a:ext cx="178887" cy="30334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24949" y="3545451"/>
            <a:ext cx="836626" cy="20691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64506" y="3446779"/>
            <a:ext cx="436422" cy="29240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464381" y="3554356"/>
            <a:ext cx="546728" cy="170507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258703" y="3485583"/>
            <a:ext cx="4199890" cy="406400"/>
            <a:chOff x="258703" y="3485583"/>
            <a:chExt cx="4199890" cy="406400"/>
          </a:xfrm>
        </p:grpSpPr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73356" y="3485583"/>
              <a:ext cx="1023992" cy="4064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58703" y="3776600"/>
              <a:ext cx="4199890" cy="16510"/>
            </a:xfrm>
            <a:custGeom>
              <a:avLst/>
              <a:gdLst/>
              <a:ahLst/>
              <a:cxnLst/>
              <a:rect l="l" t="t" r="r" b="b"/>
              <a:pathLst>
                <a:path w="4199890" h="16510">
                  <a:moveTo>
                    <a:pt x="4192468" y="3"/>
                  </a:moveTo>
                  <a:lnTo>
                    <a:pt x="7996" y="0"/>
                  </a:lnTo>
                  <a:lnTo>
                    <a:pt x="0" y="6939"/>
                  </a:lnTo>
                  <a:lnTo>
                    <a:pt x="202" y="10079"/>
                  </a:lnTo>
                  <a:lnTo>
                    <a:pt x="1592" y="12904"/>
                  </a:lnTo>
                  <a:lnTo>
                    <a:pt x="3956" y="14982"/>
                  </a:lnTo>
                  <a:lnTo>
                    <a:pt x="5915" y="15793"/>
                  </a:lnTo>
                  <a:lnTo>
                    <a:pt x="7996" y="15999"/>
                  </a:lnTo>
                  <a:lnTo>
                    <a:pt x="4191408" y="15999"/>
                  </a:lnTo>
                  <a:lnTo>
                    <a:pt x="4193488" y="15793"/>
                  </a:lnTo>
                  <a:lnTo>
                    <a:pt x="4196312" y="14404"/>
                  </a:lnTo>
                  <a:lnTo>
                    <a:pt x="4198390" y="12039"/>
                  </a:lnTo>
                  <a:lnTo>
                    <a:pt x="4199404" y="9060"/>
                  </a:lnTo>
                  <a:lnTo>
                    <a:pt x="4199202" y="5919"/>
                  </a:lnTo>
                  <a:lnTo>
                    <a:pt x="4197812" y="3094"/>
                  </a:lnTo>
                  <a:lnTo>
                    <a:pt x="4195448" y="1017"/>
                  </a:lnTo>
                  <a:lnTo>
                    <a:pt x="4192468" y="3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279793" y="3930281"/>
            <a:ext cx="127000" cy="338455"/>
          </a:xfrm>
          <a:custGeom>
            <a:avLst/>
            <a:gdLst/>
            <a:ahLst/>
            <a:cxnLst/>
            <a:rect l="l" t="t" r="r" b="b"/>
            <a:pathLst>
              <a:path w="127000" h="338454">
                <a:moveTo>
                  <a:pt x="20967" y="284149"/>
                </a:moveTo>
                <a:lnTo>
                  <a:pt x="20955" y="283108"/>
                </a:lnTo>
                <a:lnTo>
                  <a:pt x="18275" y="270700"/>
                </a:lnTo>
                <a:lnTo>
                  <a:pt x="17868" y="259219"/>
                </a:lnTo>
                <a:lnTo>
                  <a:pt x="17830" y="258495"/>
                </a:lnTo>
                <a:lnTo>
                  <a:pt x="17538" y="230657"/>
                </a:lnTo>
                <a:lnTo>
                  <a:pt x="16611" y="179362"/>
                </a:lnTo>
                <a:lnTo>
                  <a:pt x="15989" y="114719"/>
                </a:lnTo>
                <a:lnTo>
                  <a:pt x="16040" y="70446"/>
                </a:lnTo>
                <a:lnTo>
                  <a:pt x="16116" y="69519"/>
                </a:lnTo>
                <a:lnTo>
                  <a:pt x="15963" y="69519"/>
                </a:lnTo>
                <a:lnTo>
                  <a:pt x="20307" y="61417"/>
                </a:lnTo>
                <a:lnTo>
                  <a:pt x="19862" y="59664"/>
                </a:lnTo>
                <a:lnTo>
                  <a:pt x="10553" y="54051"/>
                </a:lnTo>
                <a:lnTo>
                  <a:pt x="9448" y="54051"/>
                </a:lnTo>
                <a:lnTo>
                  <a:pt x="0" y="114719"/>
                </a:lnTo>
                <a:lnTo>
                  <a:pt x="609" y="179146"/>
                </a:lnTo>
                <a:lnTo>
                  <a:pt x="1536" y="230428"/>
                </a:lnTo>
                <a:lnTo>
                  <a:pt x="1841" y="258495"/>
                </a:lnTo>
                <a:lnTo>
                  <a:pt x="1854" y="259219"/>
                </a:lnTo>
                <a:lnTo>
                  <a:pt x="2374" y="270700"/>
                </a:lnTo>
                <a:lnTo>
                  <a:pt x="2463" y="272745"/>
                </a:lnTo>
                <a:lnTo>
                  <a:pt x="2641" y="274078"/>
                </a:lnTo>
                <a:lnTo>
                  <a:pt x="5270" y="286232"/>
                </a:lnTo>
                <a:lnTo>
                  <a:pt x="5321" y="286486"/>
                </a:lnTo>
                <a:lnTo>
                  <a:pt x="5638" y="287197"/>
                </a:lnTo>
                <a:lnTo>
                  <a:pt x="5740" y="287439"/>
                </a:lnTo>
                <a:lnTo>
                  <a:pt x="6946" y="289179"/>
                </a:lnTo>
                <a:lnTo>
                  <a:pt x="7696" y="289902"/>
                </a:lnTo>
                <a:lnTo>
                  <a:pt x="9474" y="291058"/>
                </a:lnTo>
                <a:lnTo>
                  <a:pt x="10439" y="291439"/>
                </a:lnTo>
                <a:lnTo>
                  <a:pt x="12534" y="291820"/>
                </a:lnTo>
                <a:lnTo>
                  <a:pt x="13487" y="291820"/>
                </a:lnTo>
                <a:lnTo>
                  <a:pt x="15240" y="291439"/>
                </a:lnTo>
                <a:lnTo>
                  <a:pt x="15443" y="291439"/>
                </a:lnTo>
                <a:lnTo>
                  <a:pt x="20599" y="286232"/>
                </a:lnTo>
                <a:lnTo>
                  <a:pt x="20967" y="284149"/>
                </a:lnTo>
                <a:close/>
              </a:path>
              <a:path w="127000" h="338454">
                <a:moveTo>
                  <a:pt x="92849" y="20815"/>
                </a:moveTo>
                <a:lnTo>
                  <a:pt x="92443" y="20370"/>
                </a:lnTo>
                <a:lnTo>
                  <a:pt x="89700" y="17297"/>
                </a:lnTo>
                <a:lnTo>
                  <a:pt x="89192" y="16738"/>
                </a:lnTo>
                <a:lnTo>
                  <a:pt x="88671" y="16154"/>
                </a:lnTo>
                <a:lnTo>
                  <a:pt x="88150" y="15671"/>
                </a:lnTo>
                <a:lnTo>
                  <a:pt x="87591" y="15151"/>
                </a:lnTo>
                <a:lnTo>
                  <a:pt x="58572" y="0"/>
                </a:lnTo>
                <a:lnTo>
                  <a:pt x="55003" y="0"/>
                </a:lnTo>
                <a:lnTo>
                  <a:pt x="38201" y="9817"/>
                </a:lnTo>
                <a:lnTo>
                  <a:pt x="38227" y="12966"/>
                </a:lnTo>
                <a:lnTo>
                  <a:pt x="38493" y="13970"/>
                </a:lnTo>
                <a:lnTo>
                  <a:pt x="39090" y="15151"/>
                </a:lnTo>
                <a:lnTo>
                  <a:pt x="39293" y="15671"/>
                </a:lnTo>
                <a:lnTo>
                  <a:pt x="40144" y="16738"/>
                </a:lnTo>
                <a:lnTo>
                  <a:pt x="41681" y="18072"/>
                </a:lnTo>
                <a:lnTo>
                  <a:pt x="42583" y="18592"/>
                </a:lnTo>
                <a:lnTo>
                  <a:pt x="44983" y="19392"/>
                </a:lnTo>
                <a:lnTo>
                  <a:pt x="47205" y="19392"/>
                </a:lnTo>
                <a:lnTo>
                  <a:pt x="48755" y="18961"/>
                </a:lnTo>
                <a:lnTo>
                  <a:pt x="53200" y="16738"/>
                </a:lnTo>
                <a:lnTo>
                  <a:pt x="52514" y="16738"/>
                </a:lnTo>
                <a:lnTo>
                  <a:pt x="54267" y="16154"/>
                </a:lnTo>
                <a:lnTo>
                  <a:pt x="52514" y="16738"/>
                </a:lnTo>
                <a:lnTo>
                  <a:pt x="53606" y="16548"/>
                </a:lnTo>
                <a:lnTo>
                  <a:pt x="55664" y="16154"/>
                </a:lnTo>
                <a:lnTo>
                  <a:pt x="57442" y="16154"/>
                </a:lnTo>
                <a:lnTo>
                  <a:pt x="61506" y="17068"/>
                </a:lnTo>
                <a:lnTo>
                  <a:pt x="60871" y="16738"/>
                </a:lnTo>
                <a:lnTo>
                  <a:pt x="61506" y="17068"/>
                </a:lnTo>
                <a:lnTo>
                  <a:pt x="68732" y="20815"/>
                </a:lnTo>
                <a:lnTo>
                  <a:pt x="69354" y="21132"/>
                </a:lnTo>
                <a:lnTo>
                  <a:pt x="68846" y="20815"/>
                </a:lnTo>
                <a:lnTo>
                  <a:pt x="92849" y="20815"/>
                </a:lnTo>
                <a:close/>
              </a:path>
              <a:path w="127000" h="338454">
                <a:moveTo>
                  <a:pt x="98717" y="27368"/>
                </a:moveTo>
                <a:lnTo>
                  <a:pt x="98234" y="26822"/>
                </a:lnTo>
                <a:lnTo>
                  <a:pt x="93141" y="21132"/>
                </a:lnTo>
                <a:lnTo>
                  <a:pt x="69354" y="21132"/>
                </a:lnTo>
                <a:lnTo>
                  <a:pt x="69151" y="21132"/>
                </a:lnTo>
                <a:lnTo>
                  <a:pt x="77241" y="27368"/>
                </a:lnTo>
                <a:lnTo>
                  <a:pt x="77838" y="27825"/>
                </a:lnTo>
                <a:lnTo>
                  <a:pt x="77343" y="27368"/>
                </a:lnTo>
                <a:lnTo>
                  <a:pt x="98717" y="27368"/>
                </a:lnTo>
                <a:close/>
              </a:path>
              <a:path w="127000" h="338454">
                <a:moveTo>
                  <a:pt x="126923" y="97637"/>
                </a:moveTo>
                <a:lnTo>
                  <a:pt x="117754" y="58991"/>
                </a:lnTo>
                <a:lnTo>
                  <a:pt x="99123" y="27825"/>
                </a:lnTo>
                <a:lnTo>
                  <a:pt x="77838" y="27825"/>
                </a:lnTo>
                <a:lnTo>
                  <a:pt x="77647" y="27825"/>
                </a:lnTo>
                <a:lnTo>
                  <a:pt x="86626" y="37693"/>
                </a:lnTo>
                <a:lnTo>
                  <a:pt x="92964" y="47409"/>
                </a:lnTo>
                <a:lnTo>
                  <a:pt x="97701" y="54597"/>
                </a:lnTo>
                <a:lnTo>
                  <a:pt x="99910" y="58991"/>
                </a:lnTo>
                <a:lnTo>
                  <a:pt x="102704" y="64414"/>
                </a:lnTo>
                <a:lnTo>
                  <a:pt x="105219" y="71374"/>
                </a:lnTo>
                <a:lnTo>
                  <a:pt x="106603" y="75057"/>
                </a:lnTo>
                <a:lnTo>
                  <a:pt x="108839" y="84505"/>
                </a:lnTo>
                <a:lnTo>
                  <a:pt x="109372" y="86563"/>
                </a:lnTo>
                <a:lnTo>
                  <a:pt x="110794" y="97637"/>
                </a:lnTo>
                <a:lnTo>
                  <a:pt x="110909" y="113347"/>
                </a:lnTo>
                <a:lnTo>
                  <a:pt x="108966" y="128638"/>
                </a:lnTo>
                <a:lnTo>
                  <a:pt x="98259" y="168770"/>
                </a:lnTo>
                <a:lnTo>
                  <a:pt x="83693" y="208508"/>
                </a:lnTo>
                <a:lnTo>
                  <a:pt x="45720" y="278257"/>
                </a:lnTo>
                <a:lnTo>
                  <a:pt x="18338" y="316344"/>
                </a:lnTo>
                <a:lnTo>
                  <a:pt x="15671" y="319811"/>
                </a:lnTo>
                <a:lnTo>
                  <a:pt x="10655" y="325196"/>
                </a:lnTo>
                <a:lnTo>
                  <a:pt x="10109" y="326085"/>
                </a:lnTo>
                <a:lnTo>
                  <a:pt x="9359" y="328066"/>
                </a:lnTo>
                <a:lnTo>
                  <a:pt x="9271" y="331216"/>
                </a:lnTo>
                <a:lnTo>
                  <a:pt x="9499" y="332232"/>
                </a:lnTo>
                <a:lnTo>
                  <a:pt x="15024" y="337604"/>
                </a:lnTo>
                <a:lnTo>
                  <a:pt x="14528" y="337604"/>
                </a:lnTo>
                <a:lnTo>
                  <a:pt x="16433" y="337908"/>
                </a:lnTo>
                <a:lnTo>
                  <a:pt x="18237" y="337908"/>
                </a:lnTo>
                <a:lnTo>
                  <a:pt x="58826" y="287426"/>
                </a:lnTo>
                <a:lnTo>
                  <a:pt x="84035" y="245440"/>
                </a:lnTo>
                <a:lnTo>
                  <a:pt x="113284" y="174294"/>
                </a:lnTo>
                <a:lnTo>
                  <a:pt x="124561" y="132181"/>
                </a:lnTo>
                <a:lnTo>
                  <a:pt x="126911" y="114388"/>
                </a:lnTo>
                <a:lnTo>
                  <a:pt x="126923" y="9763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17795" y="4059035"/>
            <a:ext cx="238961" cy="17869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53389" y="3916996"/>
            <a:ext cx="1036136" cy="32290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18864" y="4549314"/>
            <a:ext cx="190008" cy="34214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82219" y="4524209"/>
            <a:ext cx="454431" cy="29153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56346" y="4528091"/>
            <a:ext cx="1107952" cy="31447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34934" y="5039385"/>
            <a:ext cx="866744" cy="37136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313407" y="5034545"/>
            <a:ext cx="1043687" cy="311116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33235" y="6101859"/>
            <a:ext cx="899234" cy="305017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182503" y="6070116"/>
            <a:ext cx="3085465" cy="427990"/>
            <a:chOff x="182503" y="6070116"/>
            <a:chExt cx="3085465" cy="427990"/>
          </a:xfrm>
        </p:grpSpPr>
        <p:sp>
          <p:nvSpPr>
            <p:cNvPr id="44" name="object 44"/>
            <p:cNvSpPr/>
            <p:nvPr/>
          </p:nvSpPr>
          <p:spPr>
            <a:xfrm>
              <a:off x="1389274" y="6074269"/>
              <a:ext cx="46990" cy="351155"/>
            </a:xfrm>
            <a:custGeom>
              <a:avLst/>
              <a:gdLst/>
              <a:ahLst/>
              <a:cxnLst/>
              <a:rect l="l" t="t" r="r" b="b"/>
              <a:pathLst>
                <a:path w="46990" h="351154">
                  <a:moveTo>
                    <a:pt x="45032" y="12943"/>
                  </a:moveTo>
                  <a:lnTo>
                    <a:pt x="29009" y="12943"/>
                  </a:lnTo>
                  <a:lnTo>
                    <a:pt x="29406" y="15008"/>
                  </a:lnTo>
                  <a:lnTo>
                    <a:pt x="29128" y="15008"/>
                  </a:lnTo>
                  <a:lnTo>
                    <a:pt x="30535" y="38492"/>
                  </a:lnTo>
                  <a:lnTo>
                    <a:pt x="29053" y="65337"/>
                  </a:lnTo>
                  <a:lnTo>
                    <a:pt x="24494" y="103456"/>
                  </a:lnTo>
                  <a:lnTo>
                    <a:pt x="11757" y="193144"/>
                  </a:lnTo>
                  <a:lnTo>
                    <a:pt x="6126" y="238381"/>
                  </a:lnTo>
                  <a:lnTo>
                    <a:pt x="2543" y="281826"/>
                  </a:lnTo>
                  <a:lnTo>
                    <a:pt x="0" y="342379"/>
                  </a:lnTo>
                  <a:lnTo>
                    <a:pt x="116" y="344467"/>
                  </a:lnTo>
                  <a:lnTo>
                    <a:pt x="6596" y="350659"/>
                  </a:lnTo>
                  <a:lnTo>
                    <a:pt x="9547" y="350659"/>
                  </a:lnTo>
                  <a:lnTo>
                    <a:pt x="18512" y="282825"/>
                  </a:lnTo>
                  <a:lnTo>
                    <a:pt x="22041" y="240031"/>
                  </a:lnTo>
                  <a:lnTo>
                    <a:pt x="27614" y="195258"/>
                  </a:lnTo>
                  <a:lnTo>
                    <a:pt x="40356" y="105526"/>
                  </a:lnTo>
                  <a:lnTo>
                    <a:pt x="44936" y="67241"/>
                  </a:lnTo>
                  <a:lnTo>
                    <a:pt x="45058" y="65337"/>
                  </a:lnTo>
                  <a:lnTo>
                    <a:pt x="46506" y="39397"/>
                  </a:lnTo>
                  <a:lnTo>
                    <a:pt x="46506" y="38492"/>
                  </a:lnTo>
                  <a:lnTo>
                    <a:pt x="45151" y="15008"/>
                  </a:lnTo>
                  <a:lnTo>
                    <a:pt x="29406" y="15008"/>
                  </a:lnTo>
                  <a:lnTo>
                    <a:pt x="29070" y="14000"/>
                  </a:lnTo>
                  <a:lnTo>
                    <a:pt x="45093" y="14000"/>
                  </a:lnTo>
                  <a:lnTo>
                    <a:pt x="45032" y="12943"/>
                  </a:lnTo>
                  <a:close/>
                </a:path>
                <a:path w="46990" h="351154">
                  <a:moveTo>
                    <a:pt x="29009" y="12943"/>
                  </a:moveTo>
                  <a:lnTo>
                    <a:pt x="29070" y="14000"/>
                  </a:lnTo>
                  <a:lnTo>
                    <a:pt x="29406" y="15008"/>
                  </a:lnTo>
                  <a:lnTo>
                    <a:pt x="29009" y="12943"/>
                  </a:lnTo>
                  <a:close/>
                </a:path>
                <a:path w="46990" h="351154">
                  <a:moveTo>
                    <a:pt x="37092" y="0"/>
                  </a:moveTo>
                  <a:lnTo>
                    <a:pt x="33884" y="0"/>
                  </a:lnTo>
                  <a:lnTo>
                    <a:pt x="31934" y="650"/>
                  </a:lnTo>
                  <a:lnTo>
                    <a:pt x="27547" y="9423"/>
                  </a:lnTo>
                  <a:lnTo>
                    <a:pt x="29070" y="14000"/>
                  </a:lnTo>
                  <a:lnTo>
                    <a:pt x="29009" y="12943"/>
                  </a:lnTo>
                  <a:lnTo>
                    <a:pt x="45032" y="12943"/>
                  </a:lnTo>
                  <a:lnTo>
                    <a:pt x="44979" y="12020"/>
                  </a:lnTo>
                  <a:lnTo>
                    <a:pt x="44675" y="10433"/>
                  </a:lnTo>
                  <a:lnTo>
                    <a:pt x="44583" y="9949"/>
                  </a:lnTo>
                  <a:lnTo>
                    <a:pt x="38096" y="274"/>
                  </a:lnTo>
                  <a:lnTo>
                    <a:pt x="37092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82503" y="6070116"/>
              <a:ext cx="3085103" cy="427583"/>
            </a:xfrm>
            <a:prstGeom prst="rect">
              <a:avLst/>
            </a:prstGeom>
          </p:spPr>
        </p:pic>
      </p:grpSp>
      <p:sp>
        <p:nvSpPr>
          <p:cNvPr id="46" name="object 46"/>
          <p:cNvSpPr/>
          <p:nvPr/>
        </p:nvSpPr>
        <p:spPr>
          <a:xfrm>
            <a:off x="6807023" y="6918034"/>
            <a:ext cx="443230" cy="596900"/>
          </a:xfrm>
          <a:custGeom>
            <a:avLst/>
            <a:gdLst/>
            <a:ahLst/>
            <a:cxnLst/>
            <a:rect l="l" t="t" r="r" b="b"/>
            <a:pathLst>
              <a:path w="443229" h="596900">
                <a:moveTo>
                  <a:pt x="79724" y="566419"/>
                </a:moveTo>
                <a:lnTo>
                  <a:pt x="49461" y="566419"/>
                </a:lnTo>
                <a:lnTo>
                  <a:pt x="68464" y="577849"/>
                </a:lnTo>
                <a:lnTo>
                  <a:pt x="72833" y="580552"/>
                </a:lnTo>
                <a:lnTo>
                  <a:pt x="73828" y="581659"/>
                </a:lnTo>
                <a:lnTo>
                  <a:pt x="97910" y="590549"/>
                </a:lnTo>
                <a:lnTo>
                  <a:pt x="99203" y="590549"/>
                </a:lnTo>
                <a:lnTo>
                  <a:pt x="124138" y="596899"/>
                </a:lnTo>
                <a:lnTo>
                  <a:pt x="152363" y="596899"/>
                </a:lnTo>
                <a:lnTo>
                  <a:pt x="165470" y="595629"/>
                </a:lnTo>
                <a:lnTo>
                  <a:pt x="166310" y="595629"/>
                </a:lnTo>
                <a:lnTo>
                  <a:pt x="179419" y="593089"/>
                </a:lnTo>
                <a:lnTo>
                  <a:pt x="180205" y="593089"/>
                </a:lnTo>
                <a:lnTo>
                  <a:pt x="193315" y="589279"/>
                </a:lnTo>
                <a:lnTo>
                  <a:pt x="194031" y="589279"/>
                </a:lnTo>
                <a:lnTo>
                  <a:pt x="207140" y="582929"/>
                </a:lnTo>
                <a:lnTo>
                  <a:pt x="208067" y="582929"/>
                </a:lnTo>
                <a:lnTo>
                  <a:pt x="210252" y="581659"/>
                </a:lnTo>
                <a:lnTo>
                  <a:pt x="151893" y="581659"/>
                </a:lnTo>
                <a:lnTo>
                  <a:pt x="129400" y="580552"/>
                </a:lnTo>
                <a:lnTo>
                  <a:pt x="128245" y="580552"/>
                </a:lnTo>
                <a:lnTo>
                  <a:pt x="102511" y="575309"/>
                </a:lnTo>
                <a:lnTo>
                  <a:pt x="103804" y="575309"/>
                </a:lnTo>
                <a:lnTo>
                  <a:pt x="79724" y="566419"/>
                </a:lnTo>
                <a:close/>
              </a:path>
              <a:path w="443229" h="596900">
                <a:moveTo>
                  <a:pt x="276321" y="507999"/>
                </a:moveTo>
                <a:lnTo>
                  <a:pt x="250816" y="533399"/>
                </a:lnTo>
                <a:lnTo>
                  <a:pt x="251442" y="533399"/>
                </a:lnTo>
                <a:lnTo>
                  <a:pt x="225224" y="553719"/>
                </a:lnTo>
                <a:lnTo>
                  <a:pt x="226189" y="553719"/>
                </a:lnTo>
                <a:lnTo>
                  <a:pt x="199970" y="568959"/>
                </a:lnTo>
                <a:lnTo>
                  <a:pt x="200897" y="568959"/>
                </a:lnTo>
                <a:lnTo>
                  <a:pt x="187788" y="574039"/>
                </a:lnTo>
                <a:lnTo>
                  <a:pt x="188506" y="574039"/>
                </a:lnTo>
                <a:lnTo>
                  <a:pt x="175397" y="577849"/>
                </a:lnTo>
                <a:lnTo>
                  <a:pt x="176183" y="577849"/>
                </a:lnTo>
                <a:lnTo>
                  <a:pt x="162237" y="580552"/>
                </a:lnTo>
                <a:lnTo>
                  <a:pt x="150804" y="581659"/>
                </a:lnTo>
                <a:lnTo>
                  <a:pt x="210252" y="581659"/>
                </a:lnTo>
                <a:lnTo>
                  <a:pt x="234285" y="567689"/>
                </a:lnTo>
                <a:lnTo>
                  <a:pt x="235250" y="566419"/>
                </a:lnTo>
                <a:lnTo>
                  <a:pt x="261468" y="546099"/>
                </a:lnTo>
                <a:lnTo>
                  <a:pt x="262094" y="544829"/>
                </a:lnTo>
                <a:lnTo>
                  <a:pt x="287600" y="519429"/>
                </a:lnTo>
                <a:lnTo>
                  <a:pt x="288044" y="519429"/>
                </a:lnTo>
                <a:lnTo>
                  <a:pt x="296801" y="509269"/>
                </a:lnTo>
                <a:lnTo>
                  <a:pt x="275877" y="509269"/>
                </a:lnTo>
                <a:lnTo>
                  <a:pt x="276321" y="507999"/>
                </a:lnTo>
                <a:close/>
              </a:path>
              <a:path w="443229" h="596900">
                <a:moveTo>
                  <a:pt x="160143" y="29209"/>
                </a:moveTo>
                <a:lnTo>
                  <a:pt x="134650" y="29209"/>
                </a:lnTo>
                <a:lnTo>
                  <a:pt x="107292" y="55879"/>
                </a:lnTo>
                <a:lnTo>
                  <a:pt x="106693" y="57149"/>
                </a:lnTo>
                <a:lnTo>
                  <a:pt x="96433" y="68579"/>
                </a:lnTo>
                <a:lnTo>
                  <a:pt x="95962" y="69849"/>
                </a:lnTo>
                <a:lnTo>
                  <a:pt x="87983" y="81279"/>
                </a:lnTo>
                <a:lnTo>
                  <a:pt x="87115" y="82549"/>
                </a:lnTo>
                <a:lnTo>
                  <a:pt x="78850" y="104139"/>
                </a:lnTo>
                <a:lnTo>
                  <a:pt x="78590" y="105409"/>
                </a:lnTo>
                <a:lnTo>
                  <a:pt x="67402" y="147319"/>
                </a:lnTo>
                <a:lnTo>
                  <a:pt x="53406" y="210819"/>
                </a:lnTo>
                <a:lnTo>
                  <a:pt x="36570" y="293369"/>
                </a:lnTo>
                <a:lnTo>
                  <a:pt x="9178" y="440689"/>
                </a:lnTo>
                <a:lnTo>
                  <a:pt x="2279" y="482599"/>
                </a:lnTo>
                <a:lnTo>
                  <a:pt x="0" y="504189"/>
                </a:lnTo>
                <a:lnTo>
                  <a:pt x="15" y="506729"/>
                </a:lnTo>
                <a:lnTo>
                  <a:pt x="27946" y="549909"/>
                </a:lnTo>
                <a:lnTo>
                  <a:pt x="28717" y="551179"/>
                </a:lnTo>
                <a:lnTo>
                  <a:pt x="48666" y="566419"/>
                </a:lnTo>
                <a:lnTo>
                  <a:pt x="80867" y="566419"/>
                </a:lnTo>
                <a:lnTo>
                  <a:pt x="59752" y="553719"/>
                </a:lnTo>
                <a:lnTo>
                  <a:pt x="58436" y="553719"/>
                </a:lnTo>
                <a:lnTo>
                  <a:pt x="38488" y="538479"/>
                </a:lnTo>
                <a:lnTo>
                  <a:pt x="39258" y="538479"/>
                </a:lnTo>
                <a:lnTo>
                  <a:pt x="26304" y="525779"/>
                </a:lnTo>
                <a:lnTo>
                  <a:pt x="26052" y="525779"/>
                </a:lnTo>
                <a:lnTo>
                  <a:pt x="25564" y="525055"/>
                </a:lnTo>
                <a:lnTo>
                  <a:pt x="25008" y="524509"/>
                </a:lnTo>
                <a:lnTo>
                  <a:pt x="25197" y="524509"/>
                </a:lnTo>
                <a:lnTo>
                  <a:pt x="17504" y="513079"/>
                </a:lnTo>
                <a:lnTo>
                  <a:pt x="17929" y="513079"/>
                </a:lnTo>
                <a:lnTo>
                  <a:pt x="17074" y="510539"/>
                </a:lnTo>
                <a:lnTo>
                  <a:pt x="16606" y="510539"/>
                </a:lnTo>
                <a:lnTo>
                  <a:pt x="16464" y="509269"/>
                </a:lnTo>
                <a:lnTo>
                  <a:pt x="16288" y="508456"/>
                </a:lnTo>
                <a:lnTo>
                  <a:pt x="16179" y="506729"/>
                </a:lnTo>
                <a:lnTo>
                  <a:pt x="16036" y="505459"/>
                </a:lnTo>
                <a:lnTo>
                  <a:pt x="15909" y="505459"/>
                </a:lnTo>
                <a:lnTo>
                  <a:pt x="15894" y="504189"/>
                </a:lnTo>
                <a:lnTo>
                  <a:pt x="16043" y="504189"/>
                </a:lnTo>
                <a:lnTo>
                  <a:pt x="17918" y="486431"/>
                </a:lnTo>
                <a:lnTo>
                  <a:pt x="18128" y="485144"/>
                </a:lnTo>
                <a:lnTo>
                  <a:pt x="18188" y="483869"/>
                </a:lnTo>
                <a:lnTo>
                  <a:pt x="18336" y="483869"/>
                </a:lnTo>
                <a:lnTo>
                  <a:pt x="24968" y="443229"/>
                </a:lnTo>
                <a:lnTo>
                  <a:pt x="52271" y="297179"/>
                </a:lnTo>
                <a:lnTo>
                  <a:pt x="69085" y="213359"/>
                </a:lnTo>
                <a:lnTo>
                  <a:pt x="83016" y="151129"/>
                </a:lnTo>
                <a:lnTo>
                  <a:pt x="93561" y="111101"/>
                </a:lnTo>
                <a:lnTo>
                  <a:pt x="93793" y="110497"/>
                </a:lnTo>
                <a:lnTo>
                  <a:pt x="94057" y="109219"/>
                </a:lnTo>
                <a:lnTo>
                  <a:pt x="94282" y="109219"/>
                </a:lnTo>
                <a:lnTo>
                  <a:pt x="101574" y="90169"/>
                </a:lnTo>
                <a:lnTo>
                  <a:pt x="101192" y="90169"/>
                </a:lnTo>
                <a:lnTo>
                  <a:pt x="109171" y="78739"/>
                </a:lnTo>
                <a:lnTo>
                  <a:pt x="108700" y="78739"/>
                </a:lnTo>
                <a:lnTo>
                  <a:pt x="118959" y="67309"/>
                </a:lnTo>
                <a:lnTo>
                  <a:pt x="118360" y="67309"/>
                </a:lnTo>
                <a:lnTo>
                  <a:pt x="145718" y="41909"/>
                </a:lnTo>
                <a:lnTo>
                  <a:pt x="145181" y="41909"/>
                </a:lnTo>
                <a:lnTo>
                  <a:pt x="160143" y="29209"/>
                </a:lnTo>
                <a:close/>
              </a:path>
              <a:path w="443229" h="596900">
                <a:moveTo>
                  <a:pt x="57641" y="552449"/>
                </a:moveTo>
                <a:lnTo>
                  <a:pt x="58436" y="553719"/>
                </a:lnTo>
                <a:lnTo>
                  <a:pt x="59752" y="553719"/>
                </a:lnTo>
                <a:lnTo>
                  <a:pt x="57641" y="552449"/>
                </a:lnTo>
                <a:close/>
              </a:path>
              <a:path w="443229" h="596900">
                <a:moveTo>
                  <a:pt x="25564" y="525055"/>
                </a:moveTo>
                <a:lnTo>
                  <a:pt x="26052" y="525779"/>
                </a:lnTo>
                <a:lnTo>
                  <a:pt x="26304" y="525779"/>
                </a:lnTo>
                <a:lnTo>
                  <a:pt x="25564" y="525055"/>
                </a:lnTo>
                <a:close/>
              </a:path>
              <a:path w="443229" h="596900">
                <a:moveTo>
                  <a:pt x="25197" y="524509"/>
                </a:moveTo>
                <a:lnTo>
                  <a:pt x="25008" y="524509"/>
                </a:lnTo>
                <a:lnTo>
                  <a:pt x="25564" y="525055"/>
                </a:lnTo>
                <a:lnTo>
                  <a:pt x="25197" y="524509"/>
                </a:lnTo>
                <a:close/>
              </a:path>
              <a:path w="443229" h="596900">
                <a:moveTo>
                  <a:pt x="17929" y="513079"/>
                </a:moveTo>
                <a:lnTo>
                  <a:pt x="17504" y="513079"/>
                </a:lnTo>
                <a:lnTo>
                  <a:pt x="18359" y="514349"/>
                </a:lnTo>
                <a:lnTo>
                  <a:pt x="17929" y="513079"/>
                </a:lnTo>
                <a:close/>
              </a:path>
              <a:path w="443229" h="596900">
                <a:moveTo>
                  <a:pt x="16372" y="508456"/>
                </a:moveTo>
                <a:lnTo>
                  <a:pt x="16412" y="509269"/>
                </a:lnTo>
                <a:lnTo>
                  <a:pt x="16606" y="510539"/>
                </a:lnTo>
                <a:lnTo>
                  <a:pt x="17074" y="510539"/>
                </a:lnTo>
                <a:lnTo>
                  <a:pt x="16372" y="508456"/>
                </a:lnTo>
                <a:close/>
              </a:path>
              <a:path w="443229" h="596900">
                <a:moveTo>
                  <a:pt x="299958" y="480059"/>
                </a:moveTo>
                <a:lnTo>
                  <a:pt x="275877" y="509269"/>
                </a:lnTo>
                <a:lnTo>
                  <a:pt x="296801" y="509269"/>
                </a:lnTo>
                <a:lnTo>
                  <a:pt x="312125" y="491489"/>
                </a:lnTo>
                <a:lnTo>
                  <a:pt x="312503" y="490219"/>
                </a:lnTo>
                <a:lnTo>
                  <a:pt x="319111" y="481329"/>
                </a:lnTo>
                <a:lnTo>
                  <a:pt x="299580" y="481329"/>
                </a:lnTo>
                <a:lnTo>
                  <a:pt x="299958" y="480059"/>
                </a:lnTo>
                <a:close/>
              </a:path>
              <a:path w="443229" h="596900">
                <a:moveTo>
                  <a:pt x="18336" y="483869"/>
                </a:moveTo>
                <a:lnTo>
                  <a:pt x="18188" y="483869"/>
                </a:lnTo>
                <a:lnTo>
                  <a:pt x="18054" y="485144"/>
                </a:lnTo>
                <a:lnTo>
                  <a:pt x="18336" y="483869"/>
                </a:lnTo>
                <a:close/>
              </a:path>
              <a:path w="443229" h="596900">
                <a:moveTo>
                  <a:pt x="322234" y="449579"/>
                </a:moveTo>
                <a:lnTo>
                  <a:pt x="299580" y="481329"/>
                </a:lnTo>
                <a:lnTo>
                  <a:pt x="319111" y="481329"/>
                </a:lnTo>
                <a:lnTo>
                  <a:pt x="335159" y="459739"/>
                </a:lnTo>
                <a:lnTo>
                  <a:pt x="335476" y="458469"/>
                </a:lnTo>
                <a:lnTo>
                  <a:pt x="340376" y="450849"/>
                </a:lnTo>
                <a:lnTo>
                  <a:pt x="321918" y="450849"/>
                </a:lnTo>
                <a:lnTo>
                  <a:pt x="322234" y="449579"/>
                </a:lnTo>
                <a:close/>
              </a:path>
              <a:path w="443229" h="596900">
                <a:moveTo>
                  <a:pt x="395935" y="350519"/>
                </a:moveTo>
                <a:lnTo>
                  <a:pt x="378706" y="350519"/>
                </a:lnTo>
                <a:lnTo>
                  <a:pt x="359941" y="386260"/>
                </a:lnTo>
                <a:lnTo>
                  <a:pt x="342943" y="416559"/>
                </a:lnTo>
                <a:lnTo>
                  <a:pt x="343148" y="416559"/>
                </a:lnTo>
                <a:lnTo>
                  <a:pt x="321918" y="450849"/>
                </a:lnTo>
                <a:lnTo>
                  <a:pt x="340376" y="450849"/>
                </a:lnTo>
                <a:lnTo>
                  <a:pt x="356707" y="425449"/>
                </a:lnTo>
                <a:lnTo>
                  <a:pt x="376149" y="389889"/>
                </a:lnTo>
                <a:lnTo>
                  <a:pt x="392964" y="356869"/>
                </a:lnTo>
                <a:lnTo>
                  <a:pt x="395935" y="350519"/>
                </a:lnTo>
                <a:close/>
              </a:path>
              <a:path w="443229" h="596900">
                <a:moveTo>
                  <a:pt x="392659" y="318769"/>
                </a:moveTo>
                <a:lnTo>
                  <a:pt x="377666" y="352516"/>
                </a:lnTo>
                <a:lnTo>
                  <a:pt x="378706" y="350519"/>
                </a:lnTo>
                <a:lnTo>
                  <a:pt x="395935" y="350519"/>
                </a:lnTo>
                <a:lnTo>
                  <a:pt x="407224" y="326389"/>
                </a:lnTo>
                <a:lnTo>
                  <a:pt x="409662" y="320039"/>
                </a:lnTo>
                <a:lnTo>
                  <a:pt x="392498" y="320039"/>
                </a:lnTo>
                <a:lnTo>
                  <a:pt x="392659" y="318769"/>
                </a:lnTo>
                <a:close/>
              </a:path>
              <a:path w="443229" h="596900">
                <a:moveTo>
                  <a:pt x="438388" y="121919"/>
                </a:moveTo>
                <a:lnTo>
                  <a:pt x="420343" y="121919"/>
                </a:lnTo>
                <a:lnTo>
                  <a:pt x="422692" y="124459"/>
                </a:lnTo>
                <a:lnTo>
                  <a:pt x="421882" y="124459"/>
                </a:lnTo>
                <a:lnTo>
                  <a:pt x="424191" y="128269"/>
                </a:lnTo>
                <a:lnTo>
                  <a:pt x="423666" y="128269"/>
                </a:lnTo>
                <a:lnTo>
                  <a:pt x="425361" y="137159"/>
                </a:lnTo>
                <a:lnTo>
                  <a:pt x="425725" y="138429"/>
                </a:lnTo>
                <a:lnTo>
                  <a:pt x="426390" y="151129"/>
                </a:lnTo>
                <a:lnTo>
                  <a:pt x="426712" y="156209"/>
                </a:lnTo>
                <a:lnTo>
                  <a:pt x="426304" y="180421"/>
                </a:lnTo>
                <a:lnTo>
                  <a:pt x="424031" y="208279"/>
                </a:lnTo>
                <a:lnTo>
                  <a:pt x="419549" y="234949"/>
                </a:lnTo>
                <a:lnTo>
                  <a:pt x="412832" y="262889"/>
                </a:lnTo>
                <a:lnTo>
                  <a:pt x="412988" y="262889"/>
                </a:lnTo>
                <a:lnTo>
                  <a:pt x="403870" y="290829"/>
                </a:lnTo>
                <a:lnTo>
                  <a:pt x="404040" y="290829"/>
                </a:lnTo>
                <a:lnTo>
                  <a:pt x="392498" y="320039"/>
                </a:lnTo>
                <a:lnTo>
                  <a:pt x="409662" y="320039"/>
                </a:lnTo>
                <a:lnTo>
                  <a:pt x="418927" y="295909"/>
                </a:lnTo>
                <a:lnTo>
                  <a:pt x="419098" y="295909"/>
                </a:lnTo>
                <a:lnTo>
                  <a:pt x="428217" y="266699"/>
                </a:lnTo>
                <a:lnTo>
                  <a:pt x="428374" y="266699"/>
                </a:lnTo>
                <a:lnTo>
                  <a:pt x="435213" y="238759"/>
                </a:lnTo>
                <a:lnTo>
                  <a:pt x="435335" y="237489"/>
                </a:lnTo>
                <a:lnTo>
                  <a:pt x="439894" y="210819"/>
                </a:lnTo>
                <a:lnTo>
                  <a:pt x="439972" y="209549"/>
                </a:lnTo>
                <a:lnTo>
                  <a:pt x="442253" y="181609"/>
                </a:lnTo>
                <a:lnTo>
                  <a:pt x="442706" y="157479"/>
                </a:lnTo>
                <a:lnTo>
                  <a:pt x="442696" y="156209"/>
                </a:lnTo>
                <a:lnTo>
                  <a:pt x="441832" y="139699"/>
                </a:lnTo>
                <a:lnTo>
                  <a:pt x="441766" y="138429"/>
                </a:lnTo>
                <a:lnTo>
                  <a:pt x="441699" y="137159"/>
                </a:lnTo>
                <a:lnTo>
                  <a:pt x="440080" y="128269"/>
                </a:lnTo>
                <a:lnTo>
                  <a:pt x="424191" y="128269"/>
                </a:lnTo>
                <a:lnTo>
                  <a:pt x="423428" y="127006"/>
                </a:lnTo>
                <a:lnTo>
                  <a:pt x="439849" y="127006"/>
                </a:lnTo>
                <a:lnTo>
                  <a:pt x="439385" y="124459"/>
                </a:lnTo>
                <a:lnTo>
                  <a:pt x="422692" y="124459"/>
                </a:lnTo>
                <a:lnTo>
                  <a:pt x="421196" y="123189"/>
                </a:lnTo>
                <a:lnTo>
                  <a:pt x="439154" y="123189"/>
                </a:lnTo>
                <a:lnTo>
                  <a:pt x="438388" y="121919"/>
                </a:lnTo>
                <a:close/>
              </a:path>
              <a:path w="443229" h="596900">
                <a:moveTo>
                  <a:pt x="420343" y="121919"/>
                </a:moveTo>
                <a:lnTo>
                  <a:pt x="421024" y="123043"/>
                </a:lnTo>
                <a:lnTo>
                  <a:pt x="422692" y="124459"/>
                </a:lnTo>
                <a:lnTo>
                  <a:pt x="420343" y="121919"/>
                </a:lnTo>
                <a:close/>
              </a:path>
              <a:path w="443229" h="596900">
                <a:moveTo>
                  <a:pt x="383332" y="108958"/>
                </a:moveTo>
                <a:lnTo>
                  <a:pt x="410448" y="116839"/>
                </a:lnTo>
                <a:lnTo>
                  <a:pt x="409235" y="116839"/>
                </a:lnTo>
                <a:lnTo>
                  <a:pt x="418345" y="120769"/>
                </a:lnTo>
                <a:lnTo>
                  <a:pt x="421024" y="123043"/>
                </a:lnTo>
                <a:lnTo>
                  <a:pt x="420343" y="121919"/>
                </a:lnTo>
                <a:lnTo>
                  <a:pt x="438388" y="121919"/>
                </a:lnTo>
                <a:lnTo>
                  <a:pt x="437854" y="120769"/>
                </a:lnTo>
                <a:lnTo>
                  <a:pt x="418196" y="120769"/>
                </a:lnTo>
                <a:lnTo>
                  <a:pt x="416708" y="119379"/>
                </a:lnTo>
                <a:lnTo>
                  <a:pt x="437209" y="119379"/>
                </a:lnTo>
                <a:lnTo>
                  <a:pt x="434259" y="113029"/>
                </a:lnTo>
                <a:lnTo>
                  <a:pt x="433920" y="113029"/>
                </a:lnTo>
                <a:lnTo>
                  <a:pt x="433127" y="111759"/>
                </a:lnTo>
                <a:lnTo>
                  <a:pt x="432683" y="111759"/>
                </a:lnTo>
                <a:lnTo>
                  <a:pt x="429446" y="109219"/>
                </a:lnTo>
                <a:lnTo>
                  <a:pt x="385090" y="109219"/>
                </a:lnTo>
                <a:lnTo>
                  <a:pt x="383332" y="108958"/>
                </a:lnTo>
                <a:close/>
              </a:path>
              <a:path w="443229" h="596900">
                <a:moveTo>
                  <a:pt x="275963" y="100329"/>
                </a:moveTo>
                <a:lnTo>
                  <a:pt x="202300" y="100329"/>
                </a:lnTo>
                <a:lnTo>
                  <a:pt x="193636" y="107949"/>
                </a:lnTo>
                <a:lnTo>
                  <a:pt x="192966" y="107949"/>
                </a:lnTo>
                <a:lnTo>
                  <a:pt x="191941" y="110497"/>
                </a:lnTo>
                <a:lnTo>
                  <a:pt x="191628" y="110497"/>
                </a:lnTo>
                <a:lnTo>
                  <a:pt x="191572" y="111101"/>
                </a:lnTo>
                <a:lnTo>
                  <a:pt x="191484" y="114299"/>
                </a:lnTo>
                <a:lnTo>
                  <a:pt x="192074" y="116839"/>
                </a:lnTo>
                <a:lnTo>
                  <a:pt x="192553" y="116839"/>
                </a:lnTo>
                <a:lnTo>
                  <a:pt x="193878" y="119379"/>
                </a:lnTo>
                <a:lnTo>
                  <a:pt x="194674" y="119379"/>
                </a:lnTo>
                <a:lnTo>
                  <a:pt x="196705" y="120769"/>
                </a:lnTo>
                <a:lnTo>
                  <a:pt x="202616" y="120769"/>
                </a:lnTo>
                <a:lnTo>
                  <a:pt x="203626" y="119379"/>
                </a:lnTo>
                <a:lnTo>
                  <a:pt x="212293" y="113029"/>
                </a:lnTo>
                <a:lnTo>
                  <a:pt x="213454" y="113029"/>
                </a:lnTo>
                <a:lnTo>
                  <a:pt x="220827" y="109219"/>
                </a:lnTo>
                <a:lnTo>
                  <a:pt x="219685" y="109219"/>
                </a:lnTo>
                <a:lnTo>
                  <a:pt x="231512" y="105409"/>
                </a:lnTo>
                <a:lnTo>
                  <a:pt x="230569" y="105409"/>
                </a:lnTo>
                <a:lnTo>
                  <a:pt x="244392" y="102869"/>
                </a:lnTo>
                <a:lnTo>
                  <a:pt x="243475" y="102869"/>
                </a:lnTo>
                <a:lnTo>
                  <a:pt x="275963" y="100329"/>
                </a:lnTo>
                <a:close/>
              </a:path>
              <a:path w="443229" h="596900">
                <a:moveTo>
                  <a:pt x="437209" y="119379"/>
                </a:moveTo>
                <a:lnTo>
                  <a:pt x="416708" y="119379"/>
                </a:lnTo>
                <a:lnTo>
                  <a:pt x="418345" y="120769"/>
                </a:lnTo>
                <a:lnTo>
                  <a:pt x="437854" y="120769"/>
                </a:lnTo>
                <a:lnTo>
                  <a:pt x="437209" y="119379"/>
                </a:lnTo>
                <a:close/>
              </a:path>
              <a:path w="443229" h="596900">
                <a:moveTo>
                  <a:pt x="213454" y="113029"/>
                </a:moveTo>
                <a:lnTo>
                  <a:pt x="212293" y="113029"/>
                </a:lnTo>
                <a:lnTo>
                  <a:pt x="210996" y="114299"/>
                </a:lnTo>
                <a:lnTo>
                  <a:pt x="213454" y="113029"/>
                </a:lnTo>
                <a:close/>
              </a:path>
              <a:path w="443229" h="596900">
                <a:moveTo>
                  <a:pt x="94282" y="109219"/>
                </a:moveTo>
                <a:lnTo>
                  <a:pt x="94057" y="109219"/>
                </a:lnTo>
                <a:lnTo>
                  <a:pt x="93721" y="110497"/>
                </a:lnTo>
                <a:lnTo>
                  <a:pt x="94282" y="109219"/>
                </a:lnTo>
                <a:close/>
              </a:path>
              <a:path w="443229" h="596900">
                <a:moveTo>
                  <a:pt x="388580" y="93979"/>
                </a:moveTo>
                <a:lnTo>
                  <a:pt x="213428" y="93979"/>
                </a:lnTo>
                <a:lnTo>
                  <a:pt x="203597" y="100329"/>
                </a:lnTo>
                <a:lnTo>
                  <a:pt x="312747" y="100329"/>
                </a:lnTo>
                <a:lnTo>
                  <a:pt x="351505" y="104139"/>
                </a:lnTo>
                <a:lnTo>
                  <a:pt x="350893" y="104139"/>
                </a:lnTo>
                <a:lnTo>
                  <a:pt x="385090" y="109219"/>
                </a:lnTo>
                <a:lnTo>
                  <a:pt x="429446" y="109219"/>
                </a:lnTo>
                <a:lnTo>
                  <a:pt x="426208" y="106679"/>
                </a:lnTo>
                <a:lnTo>
                  <a:pt x="424846" y="105409"/>
                </a:lnTo>
                <a:lnTo>
                  <a:pt x="416012" y="101599"/>
                </a:lnTo>
                <a:lnTo>
                  <a:pt x="414799" y="101599"/>
                </a:lnTo>
                <a:lnTo>
                  <a:pt x="388580" y="93979"/>
                </a:lnTo>
                <a:close/>
              </a:path>
              <a:path w="443229" h="596900">
                <a:moveTo>
                  <a:pt x="275384" y="83819"/>
                </a:moveTo>
                <a:lnTo>
                  <a:pt x="274565" y="83819"/>
                </a:lnTo>
                <a:lnTo>
                  <a:pt x="242078" y="86359"/>
                </a:lnTo>
                <a:lnTo>
                  <a:pt x="241161" y="86359"/>
                </a:lnTo>
                <a:lnTo>
                  <a:pt x="227340" y="90169"/>
                </a:lnTo>
                <a:lnTo>
                  <a:pt x="226397" y="90169"/>
                </a:lnTo>
                <a:lnTo>
                  <a:pt x="214571" y="93979"/>
                </a:lnTo>
                <a:lnTo>
                  <a:pt x="387720" y="93979"/>
                </a:lnTo>
                <a:lnTo>
                  <a:pt x="353523" y="87629"/>
                </a:lnTo>
                <a:lnTo>
                  <a:pt x="352911" y="87629"/>
                </a:lnTo>
                <a:lnTo>
                  <a:pt x="314154" y="85089"/>
                </a:lnTo>
                <a:lnTo>
                  <a:pt x="313570" y="85089"/>
                </a:lnTo>
                <a:lnTo>
                  <a:pt x="275384" y="83819"/>
                </a:lnTo>
                <a:close/>
              </a:path>
              <a:path w="443229" h="596900">
                <a:moveTo>
                  <a:pt x="102039" y="88956"/>
                </a:moveTo>
                <a:lnTo>
                  <a:pt x="101192" y="90169"/>
                </a:lnTo>
                <a:lnTo>
                  <a:pt x="101574" y="90169"/>
                </a:lnTo>
                <a:lnTo>
                  <a:pt x="102039" y="88956"/>
                </a:lnTo>
                <a:close/>
              </a:path>
              <a:path w="443229" h="596900">
                <a:moveTo>
                  <a:pt x="208059" y="69849"/>
                </a:moveTo>
                <a:lnTo>
                  <a:pt x="199980" y="69849"/>
                </a:lnTo>
                <a:lnTo>
                  <a:pt x="201938" y="71119"/>
                </a:lnTo>
                <a:lnTo>
                  <a:pt x="206100" y="71119"/>
                </a:lnTo>
                <a:lnTo>
                  <a:pt x="208059" y="69849"/>
                </a:lnTo>
                <a:close/>
              </a:path>
              <a:path w="443229" h="596900">
                <a:moveTo>
                  <a:pt x="210423" y="67309"/>
                </a:moveTo>
                <a:lnTo>
                  <a:pt x="197615" y="67309"/>
                </a:lnTo>
                <a:lnTo>
                  <a:pt x="199114" y="69849"/>
                </a:lnTo>
                <a:lnTo>
                  <a:pt x="208923" y="69849"/>
                </a:lnTo>
                <a:lnTo>
                  <a:pt x="210423" y="67309"/>
                </a:lnTo>
                <a:close/>
              </a:path>
              <a:path w="443229" h="596900">
                <a:moveTo>
                  <a:pt x="211103" y="24129"/>
                </a:moveTo>
                <a:lnTo>
                  <a:pt x="195051" y="24129"/>
                </a:lnTo>
                <a:lnTo>
                  <a:pt x="195473" y="26669"/>
                </a:lnTo>
                <a:lnTo>
                  <a:pt x="195251" y="26669"/>
                </a:lnTo>
                <a:lnTo>
                  <a:pt x="195849" y="34289"/>
                </a:lnTo>
                <a:lnTo>
                  <a:pt x="196020" y="35559"/>
                </a:lnTo>
                <a:lnTo>
                  <a:pt x="196023" y="63499"/>
                </a:lnTo>
                <a:lnTo>
                  <a:pt x="196226" y="64769"/>
                </a:lnTo>
                <a:lnTo>
                  <a:pt x="197037" y="67309"/>
                </a:lnTo>
                <a:lnTo>
                  <a:pt x="211001" y="67309"/>
                </a:lnTo>
                <a:lnTo>
                  <a:pt x="211813" y="64769"/>
                </a:lnTo>
                <a:lnTo>
                  <a:pt x="212017" y="63499"/>
                </a:lnTo>
                <a:lnTo>
                  <a:pt x="211990" y="34289"/>
                </a:lnTo>
                <a:lnTo>
                  <a:pt x="211325" y="26669"/>
                </a:lnTo>
                <a:lnTo>
                  <a:pt x="195473" y="26669"/>
                </a:lnTo>
                <a:lnTo>
                  <a:pt x="195183" y="25809"/>
                </a:lnTo>
                <a:lnTo>
                  <a:pt x="211250" y="25809"/>
                </a:lnTo>
                <a:lnTo>
                  <a:pt x="211103" y="24129"/>
                </a:lnTo>
                <a:close/>
              </a:path>
              <a:path w="443229" h="596900">
                <a:moveTo>
                  <a:pt x="198363" y="2539"/>
                </a:moveTo>
                <a:lnTo>
                  <a:pt x="175696" y="2539"/>
                </a:lnTo>
                <a:lnTo>
                  <a:pt x="164724" y="7619"/>
                </a:lnTo>
                <a:lnTo>
                  <a:pt x="163709" y="8889"/>
                </a:lnTo>
                <a:lnTo>
                  <a:pt x="150743" y="16509"/>
                </a:lnTo>
                <a:lnTo>
                  <a:pt x="150149" y="17779"/>
                </a:lnTo>
                <a:lnTo>
                  <a:pt x="135187" y="29209"/>
                </a:lnTo>
                <a:lnTo>
                  <a:pt x="160143" y="29209"/>
                </a:lnTo>
                <a:lnTo>
                  <a:pt x="159548" y="30479"/>
                </a:lnTo>
                <a:lnTo>
                  <a:pt x="172514" y="21589"/>
                </a:lnTo>
                <a:lnTo>
                  <a:pt x="173694" y="21589"/>
                </a:lnTo>
                <a:lnTo>
                  <a:pt x="182471" y="16509"/>
                </a:lnTo>
                <a:lnTo>
                  <a:pt x="190555" y="16509"/>
                </a:lnTo>
                <a:lnTo>
                  <a:pt x="189308" y="15239"/>
                </a:lnTo>
                <a:lnTo>
                  <a:pt x="208751" y="15239"/>
                </a:lnTo>
                <a:lnTo>
                  <a:pt x="207387" y="11429"/>
                </a:lnTo>
                <a:lnTo>
                  <a:pt x="207138" y="11429"/>
                </a:lnTo>
                <a:lnTo>
                  <a:pt x="206526" y="10159"/>
                </a:lnTo>
                <a:lnTo>
                  <a:pt x="206170" y="10159"/>
                </a:lnTo>
                <a:lnTo>
                  <a:pt x="200253" y="3809"/>
                </a:lnTo>
                <a:lnTo>
                  <a:pt x="199666" y="3809"/>
                </a:lnTo>
                <a:lnTo>
                  <a:pt x="198363" y="2539"/>
                </a:lnTo>
                <a:close/>
              </a:path>
              <a:path w="443229" h="596900">
                <a:moveTo>
                  <a:pt x="195051" y="24129"/>
                </a:moveTo>
                <a:lnTo>
                  <a:pt x="195183" y="25809"/>
                </a:lnTo>
                <a:lnTo>
                  <a:pt x="195473" y="26669"/>
                </a:lnTo>
                <a:lnTo>
                  <a:pt x="195051" y="24129"/>
                </a:lnTo>
                <a:close/>
              </a:path>
              <a:path w="443229" h="596900">
                <a:moveTo>
                  <a:pt x="192834" y="18831"/>
                </a:moveTo>
                <a:lnTo>
                  <a:pt x="195183" y="25809"/>
                </a:lnTo>
                <a:lnTo>
                  <a:pt x="195051" y="24129"/>
                </a:lnTo>
                <a:lnTo>
                  <a:pt x="211103" y="24129"/>
                </a:lnTo>
                <a:lnTo>
                  <a:pt x="210992" y="22859"/>
                </a:lnTo>
                <a:lnTo>
                  <a:pt x="210571" y="20319"/>
                </a:lnTo>
                <a:lnTo>
                  <a:pt x="194294" y="20319"/>
                </a:lnTo>
                <a:lnTo>
                  <a:pt x="192834" y="18831"/>
                </a:lnTo>
                <a:close/>
              </a:path>
              <a:path w="443229" h="596900">
                <a:moveTo>
                  <a:pt x="173694" y="21589"/>
                </a:moveTo>
                <a:lnTo>
                  <a:pt x="172514" y="21589"/>
                </a:lnTo>
                <a:lnTo>
                  <a:pt x="171500" y="22859"/>
                </a:lnTo>
                <a:lnTo>
                  <a:pt x="173694" y="21589"/>
                </a:lnTo>
                <a:close/>
              </a:path>
              <a:path w="443229" h="596900">
                <a:moveTo>
                  <a:pt x="192579" y="17779"/>
                </a:moveTo>
                <a:lnTo>
                  <a:pt x="192834" y="18831"/>
                </a:lnTo>
                <a:lnTo>
                  <a:pt x="194294" y="20319"/>
                </a:lnTo>
                <a:lnTo>
                  <a:pt x="192579" y="17779"/>
                </a:lnTo>
                <a:close/>
              </a:path>
              <a:path w="443229" h="596900">
                <a:moveTo>
                  <a:pt x="192696" y="17485"/>
                </a:moveTo>
                <a:lnTo>
                  <a:pt x="192380" y="17485"/>
                </a:lnTo>
                <a:lnTo>
                  <a:pt x="194294" y="20319"/>
                </a:lnTo>
                <a:lnTo>
                  <a:pt x="210571" y="20319"/>
                </a:lnTo>
                <a:lnTo>
                  <a:pt x="209661" y="17779"/>
                </a:lnTo>
                <a:lnTo>
                  <a:pt x="193140" y="17779"/>
                </a:lnTo>
                <a:lnTo>
                  <a:pt x="192696" y="17485"/>
                </a:lnTo>
                <a:close/>
              </a:path>
              <a:path w="443229" h="596900">
                <a:moveTo>
                  <a:pt x="189308" y="15239"/>
                </a:moveTo>
                <a:lnTo>
                  <a:pt x="191521" y="17485"/>
                </a:lnTo>
                <a:lnTo>
                  <a:pt x="193140" y="17779"/>
                </a:lnTo>
                <a:lnTo>
                  <a:pt x="191801" y="17779"/>
                </a:lnTo>
                <a:lnTo>
                  <a:pt x="192834" y="18831"/>
                </a:lnTo>
                <a:lnTo>
                  <a:pt x="192479" y="17779"/>
                </a:lnTo>
                <a:lnTo>
                  <a:pt x="193140" y="17779"/>
                </a:lnTo>
                <a:lnTo>
                  <a:pt x="191521" y="17485"/>
                </a:lnTo>
                <a:lnTo>
                  <a:pt x="192696" y="17485"/>
                </a:lnTo>
                <a:lnTo>
                  <a:pt x="189308" y="15239"/>
                </a:lnTo>
                <a:close/>
              </a:path>
              <a:path w="443229" h="596900">
                <a:moveTo>
                  <a:pt x="186157" y="16509"/>
                </a:moveTo>
                <a:lnTo>
                  <a:pt x="182471" y="16509"/>
                </a:lnTo>
                <a:lnTo>
                  <a:pt x="180580" y="17779"/>
                </a:lnTo>
                <a:lnTo>
                  <a:pt x="187645" y="16780"/>
                </a:lnTo>
                <a:lnTo>
                  <a:pt x="186157" y="16509"/>
                </a:lnTo>
                <a:close/>
              </a:path>
              <a:path w="443229" h="596900">
                <a:moveTo>
                  <a:pt x="208751" y="15239"/>
                </a:moveTo>
                <a:lnTo>
                  <a:pt x="189308" y="15239"/>
                </a:lnTo>
                <a:lnTo>
                  <a:pt x="193140" y="17779"/>
                </a:lnTo>
                <a:lnTo>
                  <a:pt x="209661" y="17779"/>
                </a:lnTo>
                <a:lnTo>
                  <a:pt x="208751" y="15239"/>
                </a:lnTo>
                <a:close/>
              </a:path>
              <a:path w="443229" h="596900">
                <a:moveTo>
                  <a:pt x="190555" y="16509"/>
                </a:moveTo>
                <a:lnTo>
                  <a:pt x="189557" y="16509"/>
                </a:lnTo>
                <a:lnTo>
                  <a:pt x="187645" y="16780"/>
                </a:lnTo>
                <a:lnTo>
                  <a:pt x="191521" y="17485"/>
                </a:lnTo>
                <a:lnTo>
                  <a:pt x="190555" y="16509"/>
                </a:lnTo>
                <a:close/>
              </a:path>
              <a:path w="443229" h="596900">
                <a:moveTo>
                  <a:pt x="189557" y="16509"/>
                </a:moveTo>
                <a:lnTo>
                  <a:pt x="186157" y="16509"/>
                </a:lnTo>
                <a:lnTo>
                  <a:pt x="187645" y="16780"/>
                </a:lnTo>
                <a:lnTo>
                  <a:pt x="189557" y="16509"/>
                </a:lnTo>
                <a:close/>
              </a:path>
              <a:path w="443229" h="596900">
                <a:moveTo>
                  <a:pt x="189406" y="0"/>
                </a:moveTo>
                <a:lnTo>
                  <a:pt x="186564" y="0"/>
                </a:lnTo>
                <a:lnTo>
                  <a:pt x="177587" y="2539"/>
                </a:lnTo>
                <a:lnTo>
                  <a:pt x="197674" y="2539"/>
                </a:lnTo>
                <a:lnTo>
                  <a:pt x="18940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52918" y="6803640"/>
            <a:ext cx="808355" cy="57150"/>
          </a:xfrm>
          <a:custGeom>
            <a:avLst/>
            <a:gdLst/>
            <a:ahLst/>
            <a:cxnLst/>
            <a:rect l="l" t="t" r="r" b="b"/>
            <a:pathLst>
              <a:path w="808355" h="57150">
                <a:moveTo>
                  <a:pt x="123073" y="14715"/>
                </a:moveTo>
                <a:lnTo>
                  <a:pt x="10074" y="14715"/>
                </a:lnTo>
                <a:lnTo>
                  <a:pt x="6405" y="15440"/>
                </a:lnTo>
                <a:lnTo>
                  <a:pt x="6764" y="15440"/>
                </a:lnTo>
                <a:lnTo>
                  <a:pt x="5142" y="16109"/>
                </a:lnTo>
                <a:lnTo>
                  <a:pt x="294" y="22151"/>
                </a:lnTo>
                <a:lnTo>
                  <a:pt x="203" y="22783"/>
                </a:lnTo>
                <a:lnTo>
                  <a:pt x="126" y="23323"/>
                </a:lnTo>
                <a:lnTo>
                  <a:pt x="0" y="27707"/>
                </a:lnTo>
                <a:lnTo>
                  <a:pt x="192" y="28407"/>
                </a:lnTo>
                <a:lnTo>
                  <a:pt x="18552" y="56597"/>
                </a:lnTo>
                <a:lnTo>
                  <a:pt x="19319" y="56597"/>
                </a:lnTo>
                <a:lnTo>
                  <a:pt x="27429" y="48573"/>
                </a:lnTo>
                <a:lnTo>
                  <a:pt x="27161" y="46470"/>
                </a:lnTo>
                <a:lnTo>
                  <a:pt x="26831" y="45483"/>
                </a:lnTo>
                <a:lnTo>
                  <a:pt x="18928" y="31650"/>
                </a:lnTo>
                <a:lnTo>
                  <a:pt x="18667" y="30906"/>
                </a:lnTo>
                <a:lnTo>
                  <a:pt x="11223" y="30906"/>
                </a:lnTo>
                <a:lnTo>
                  <a:pt x="11382" y="30702"/>
                </a:lnTo>
                <a:lnTo>
                  <a:pt x="10138" y="30702"/>
                </a:lnTo>
                <a:lnTo>
                  <a:pt x="11609" y="30411"/>
                </a:lnTo>
                <a:lnTo>
                  <a:pt x="15527" y="25375"/>
                </a:lnTo>
                <a:lnTo>
                  <a:pt x="15430" y="24644"/>
                </a:lnTo>
                <a:lnTo>
                  <a:pt x="15338" y="23949"/>
                </a:lnTo>
                <a:lnTo>
                  <a:pt x="15214" y="23012"/>
                </a:lnTo>
                <a:lnTo>
                  <a:pt x="15184" y="22783"/>
                </a:lnTo>
                <a:lnTo>
                  <a:pt x="236647" y="22783"/>
                </a:lnTo>
                <a:lnTo>
                  <a:pt x="202695" y="20271"/>
                </a:lnTo>
                <a:lnTo>
                  <a:pt x="160686" y="16619"/>
                </a:lnTo>
                <a:lnTo>
                  <a:pt x="161217" y="16619"/>
                </a:lnTo>
                <a:lnTo>
                  <a:pt x="123073" y="14715"/>
                </a:lnTo>
                <a:close/>
              </a:path>
              <a:path w="808355" h="57150">
                <a:moveTo>
                  <a:pt x="236647" y="22783"/>
                </a:moveTo>
                <a:lnTo>
                  <a:pt x="15184" y="22783"/>
                </a:lnTo>
                <a:lnTo>
                  <a:pt x="18455" y="30411"/>
                </a:lnTo>
                <a:lnTo>
                  <a:pt x="18579" y="30702"/>
                </a:lnTo>
                <a:lnTo>
                  <a:pt x="122528" y="30702"/>
                </a:lnTo>
                <a:lnTo>
                  <a:pt x="159155" y="32537"/>
                </a:lnTo>
                <a:lnTo>
                  <a:pt x="201412" y="36215"/>
                </a:lnTo>
                <a:lnTo>
                  <a:pt x="251547" y="39923"/>
                </a:lnTo>
                <a:lnTo>
                  <a:pt x="306892" y="41765"/>
                </a:lnTo>
                <a:lnTo>
                  <a:pt x="567496" y="41765"/>
                </a:lnTo>
                <a:lnTo>
                  <a:pt x="602087" y="40847"/>
                </a:lnTo>
                <a:lnTo>
                  <a:pt x="602301" y="40847"/>
                </a:lnTo>
                <a:lnTo>
                  <a:pt x="629197" y="38013"/>
                </a:lnTo>
                <a:lnTo>
                  <a:pt x="671161" y="32537"/>
                </a:lnTo>
                <a:lnTo>
                  <a:pt x="706581" y="28798"/>
                </a:lnTo>
                <a:lnTo>
                  <a:pt x="732254" y="25778"/>
                </a:lnTo>
                <a:lnTo>
                  <a:pt x="307425" y="25778"/>
                </a:lnTo>
                <a:lnTo>
                  <a:pt x="252650" y="23949"/>
                </a:lnTo>
                <a:lnTo>
                  <a:pt x="252404" y="23949"/>
                </a:lnTo>
                <a:lnTo>
                  <a:pt x="236647" y="22783"/>
                </a:lnTo>
                <a:close/>
              </a:path>
              <a:path w="808355" h="57150">
                <a:moveTo>
                  <a:pt x="13183" y="30100"/>
                </a:moveTo>
                <a:lnTo>
                  <a:pt x="11609" y="30411"/>
                </a:lnTo>
                <a:lnTo>
                  <a:pt x="11223" y="30906"/>
                </a:lnTo>
                <a:lnTo>
                  <a:pt x="13183" y="30100"/>
                </a:lnTo>
                <a:close/>
              </a:path>
              <a:path w="808355" h="57150">
                <a:moveTo>
                  <a:pt x="18321" y="30100"/>
                </a:moveTo>
                <a:lnTo>
                  <a:pt x="13183" y="30100"/>
                </a:lnTo>
                <a:lnTo>
                  <a:pt x="11223" y="30906"/>
                </a:lnTo>
                <a:lnTo>
                  <a:pt x="18667" y="30906"/>
                </a:lnTo>
                <a:lnTo>
                  <a:pt x="18321" y="30100"/>
                </a:lnTo>
                <a:close/>
              </a:path>
              <a:path w="808355" h="57150">
                <a:moveTo>
                  <a:pt x="11609" y="30411"/>
                </a:moveTo>
                <a:lnTo>
                  <a:pt x="10138" y="30702"/>
                </a:lnTo>
                <a:lnTo>
                  <a:pt x="11382" y="30702"/>
                </a:lnTo>
                <a:lnTo>
                  <a:pt x="11609" y="30411"/>
                </a:lnTo>
                <a:close/>
              </a:path>
              <a:path w="808355" h="57150">
                <a:moveTo>
                  <a:pt x="15527" y="25375"/>
                </a:moveTo>
                <a:lnTo>
                  <a:pt x="11609" y="30411"/>
                </a:lnTo>
                <a:lnTo>
                  <a:pt x="13183" y="30100"/>
                </a:lnTo>
                <a:lnTo>
                  <a:pt x="18321" y="30100"/>
                </a:lnTo>
                <a:lnTo>
                  <a:pt x="17018" y="27062"/>
                </a:lnTo>
                <a:lnTo>
                  <a:pt x="15750" y="27062"/>
                </a:lnTo>
                <a:lnTo>
                  <a:pt x="15580" y="25778"/>
                </a:lnTo>
                <a:lnTo>
                  <a:pt x="15527" y="25375"/>
                </a:lnTo>
                <a:close/>
              </a:path>
              <a:path w="808355" h="57150">
                <a:moveTo>
                  <a:pt x="16096" y="24644"/>
                </a:moveTo>
                <a:lnTo>
                  <a:pt x="15706" y="25146"/>
                </a:lnTo>
                <a:lnTo>
                  <a:pt x="15580" y="25778"/>
                </a:lnTo>
                <a:lnTo>
                  <a:pt x="15750" y="27062"/>
                </a:lnTo>
                <a:lnTo>
                  <a:pt x="15934" y="25778"/>
                </a:lnTo>
                <a:lnTo>
                  <a:pt x="16060" y="24898"/>
                </a:lnTo>
                <a:lnTo>
                  <a:pt x="16096" y="24644"/>
                </a:lnTo>
                <a:close/>
              </a:path>
              <a:path w="808355" h="57150">
                <a:moveTo>
                  <a:pt x="16090" y="24898"/>
                </a:moveTo>
                <a:lnTo>
                  <a:pt x="16024" y="25146"/>
                </a:lnTo>
                <a:lnTo>
                  <a:pt x="15750" y="27062"/>
                </a:lnTo>
                <a:lnTo>
                  <a:pt x="17018" y="27062"/>
                </a:lnTo>
                <a:lnTo>
                  <a:pt x="16295" y="25375"/>
                </a:lnTo>
                <a:lnTo>
                  <a:pt x="16197" y="25146"/>
                </a:lnTo>
                <a:lnTo>
                  <a:pt x="16090" y="24898"/>
                </a:lnTo>
                <a:close/>
              </a:path>
              <a:path w="808355" h="57150">
                <a:moveTo>
                  <a:pt x="782563" y="7127"/>
                </a:moveTo>
                <a:lnTo>
                  <a:pt x="767365" y="7127"/>
                </a:lnTo>
                <a:lnTo>
                  <a:pt x="735242" y="9283"/>
                </a:lnTo>
                <a:lnTo>
                  <a:pt x="735599" y="9283"/>
                </a:lnTo>
                <a:lnTo>
                  <a:pt x="704809" y="12904"/>
                </a:lnTo>
                <a:lnTo>
                  <a:pt x="669560" y="16619"/>
                </a:lnTo>
                <a:lnTo>
                  <a:pt x="627084" y="22151"/>
                </a:lnTo>
                <a:lnTo>
                  <a:pt x="601036" y="24898"/>
                </a:lnTo>
                <a:lnTo>
                  <a:pt x="600042" y="24898"/>
                </a:lnTo>
                <a:lnTo>
                  <a:pt x="567069" y="25778"/>
                </a:lnTo>
                <a:lnTo>
                  <a:pt x="732254" y="25778"/>
                </a:lnTo>
                <a:lnTo>
                  <a:pt x="737630" y="25146"/>
                </a:lnTo>
                <a:lnTo>
                  <a:pt x="764927" y="23323"/>
                </a:lnTo>
                <a:lnTo>
                  <a:pt x="794199" y="23323"/>
                </a:lnTo>
                <a:lnTo>
                  <a:pt x="796396" y="23012"/>
                </a:lnTo>
                <a:lnTo>
                  <a:pt x="805828" y="16812"/>
                </a:lnTo>
                <a:lnTo>
                  <a:pt x="797415" y="16812"/>
                </a:lnTo>
                <a:lnTo>
                  <a:pt x="789575" y="15887"/>
                </a:lnTo>
                <a:lnTo>
                  <a:pt x="788909" y="15887"/>
                </a:lnTo>
                <a:lnTo>
                  <a:pt x="787532" y="15440"/>
                </a:lnTo>
                <a:lnTo>
                  <a:pt x="785681" y="14405"/>
                </a:lnTo>
                <a:lnTo>
                  <a:pt x="785024" y="13845"/>
                </a:lnTo>
                <a:lnTo>
                  <a:pt x="784344" y="13039"/>
                </a:lnTo>
                <a:lnTo>
                  <a:pt x="783685" y="12204"/>
                </a:lnTo>
                <a:lnTo>
                  <a:pt x="783576" y="12066"/>
                </a:lnTo>
                <a:lnTo>
                  <a:pt x="783103" y="11140"/>
                </a:lnTo>
                <a:lnTo>
                  <a:pt x="782625" y="9451"/>
                </a:lnTo>
                <a:lnTo>
                  <a:pt x="782563" y="7127"/>
                </a:lnTo>
                <a:close/>
              </a:path>
              <a:path w="808355" h="57150">
                <a:moveTo>
                  <a:pt x="15282" y="23012"/>
                </a:moveTo>
                <a:lnTo>
                  <a:pt x="15338" y="23949"/>
                </a:lnTo>
                <a:lnTo>
                  <a:pt x="15430" y="24644"/>
                </a:lnTo>
                <a:lnTo>
                  <a:pt x="15527" y="25375"/>
                </a:lnTo>
                <a:lnTo>
                  <a:pt x="16096" y="24644"/>
                </a:lnTo>
                <a:lnTo>
                  <a:pt x="15684" y="23949"/>
                </a:lnTo>
                <a:lnTo>
                  <a:pt x="15282" y="23012"/>
                </a:lnTo>
                <a:close/>
              </a:path>
              <a:path w="808355" h="57150">
                <a:moveTo>
                  <a:pt x="791444" y="0"/>
                </a:moveTo>
                <a:lnTo>
                  <a:pt x="789214" y="0"/>
                </a:lnTo>
                <a:lnTo>
                  <a:pt x="787313" y="538"/>
                </a:lnTo>
                <a:lnTo>
                  <a:pt x="782625" y="9451"/>
                </a:lnTo>
                <a:lnTo>
                  <a:pt x="783103" y="11140"/>
                </a:lnTo>
                <a:lnTo>
                  <a:pt x="788909" y="15887"/>
                </a:lnTo>
                <a:lnTo>
                  <a:pt x="789575" y="15887"/>
                </a:lnTo>
                <a:lnTo>
                  <a:pt x="797415" y="16812"/>
                </a:lnTo>
                <a:lnTo>
                  <a:pt x="795692" y="16109"/>
                </a:lnTo>
                <a:lnTo>
                  <a:pt x="794648" y="16109"/>
                </a:lnTo>
                <a:lnTo>
                  <a:pt x="793779" y="15440"/>
                </a:lnTo>
                <a:lnTo>
                  <a:pt x="794560" y="15440"/>
                </a:lnTo>
                <a:lnTo>
                  <a:pt x="792629" y="11140"/>
                </a:lnTo>
                <a:lnTo>
                  <a:pt x="791750" y="11140"/>
                </a:lnTo>
                <a:lnTo>
                  <a:pt x="791871" y="9451"/>
                </a:lnTo>
                <a:lnTo>
                  <a:pt x="792405" y="9451"/>
                </a:lnTo>
                <a:lnTo>
                  <a:pt x="792472" y="9283"/>
                </a:lnTo>
                <a:lnTo>
                  <a:pt x="791283" y="9283"/>
                </a:lnTo>
                <a:lnTo>
                  <a:pt x="793589" y="6511"/>
                </a:lnTo>
                <a:lnTo>
                  <a:pt x="807081" y="6511"/>
                </a:lnTo>
                <a:lnTo>
                  <a:pt x="807000" y="6330"/>
                </a:lnTo>
                <a:lnTo>
                  <a:pt x="800016" y="1010"/>
                </a:lnTo>
                <a:lnTo>
                  <a:pt x="791444" y="0"/>
                </a:lnTo>
                <a:close/>
              </a:path>
              <a:path w="808355" h="57150">
                <a:moveTo>
                  <a:pt x="806547" y="15887"/>
                </a:moveTo>
                <a:lnTo>
                  <a:pt x="795147" y="15887"/>
                </a:lnTo>
                <a:lnTo>
                  <a:pt x="797415" y="16812"/>
                </a:lnTo>
                <a:lnTo>
                  <a:pt x="805828" y="16812"/>
                </a:lnTo>
                <a:lnTo>
                  <a:pt x="806414" y="16109"/>
                </a:lnTo>
                <a:lnTo>
                  <a:pt x="806547" y="15887"/>
                </a:lnTo>
                <a:close/>
              </a:path>
              <a:path w="808355" h="57150">
                <a:moveTo>
                  <a:pt x="794050" y="15440"/>
                </a:moveTo>
                <a:lnTo>
                  <a:pt x="793779" y="15440"/>
                </a:lnTo>
                <a:lnTo>
                  <a:pt x="794648" y="16109"/>
                </a:lnTo>
                <a:lnTo>
                  <a:pt x="794760" y="15887"/>
                </a:lnTo>
                <a:lnTo>
                  <a:pt x="795147" y="15887"/>
                </a:lnTo>
                <a:lnTo>
                  <a:pt x="794050" y="15440"/>
                </a:lnTo>
                <a:close/>
              </a:path>
              <a:path w="808355" h="57150">
                <a:moveTo>
                  <a:pt x="807170" y="6709"/>
                </a:moveTo>
                <a:lnTo>
                  <a:pt x="795230" y="6709"/>
                </a:lnTo>
                <a:lnTo>
                  <a:pt x="792896" y="8231"/>
                </a:lnTo>
                <a:lnTo>
                  <a:pt x="792152" y="10078"/>
                </a:lnTo>
                <a:lnTo>
                  <a:pt x="794760" y="15887"/>
                </a:lnTo>
                <a:lnTo>
                  <a:pt x="794860" y="16109"/>
                </a:lnTo>
                <a:lnTo>
                  <a:pt x="795692" y="16109"/>
                </a:lnTo>
                <a:lnTo>
                  <a:pt x="795147" y="15887"/>
                </a:lnTo>
                <a:lnTo>
                  <a:pt x="806547" y="15887"/>
                </a:lnTo>
                <a:lnTo>
                  <a:pt x="807808" y="8837"/>
                </a:lnTo>
                <a:lnTo>
                  <a:pt x="807491" y="7633"/>
                </a:lnTo>
                <a:lnTo>
                  <a:pt x="792001" y="7633"/>
                </a:lnTo>
                <a:lnTo>
                  <a:pt x="795595" y="7127"/>
                </a:lnTo>
                <a:lnTo>
                  <a:pt x="807357" y="7127"/>
                </a:lnTo>
                <a:lnTo>
                  <a:pt x="807170" y="6709"/>
                </a:lnTo>
                <a:close/>
              </a:path>
              <a:path w="808355" h="57150">
                <a:moveTo>
                  <a:pt x="794560" y="15440"/>
                </a:moveTo>
                <a:lnTo>
                  <a:pt x="794050" y="15440"/>
                </a:lnTo>
                <a:lnTo>
                  <a:pt x="795147" y="15887"/>
                </a:lnTo>
                <a:lnTo>
                  <a:pt x="794760" y="15887"/>
                </a:lnTo>
                <a:lnTo>
                  <a:pt x="794560" y="15440"/>
                </a:lnTo>
                <a:close/>
              </a:path>
              <a:path w="808355" h="57150">
                <a:moveTo>
                  <a:pt x="791871" y="9451"/>
                </a:moveTo>
                <a:lnTo>
                  <a:pt x="791750" y="11140"/>
                </a:lnTo>
                <a:lnTo>
                  <a:pt x="792152" y="10078"/>
                </a:lnTo>
                <a:lnTo>
                  <a:pt x="791871" y="9451"/>
                </a:lnTo>
                <a:close/>
              </a:path>
              <a:path w="808355" h="57150">
                <a:moveTo>
                  <a:pt x="792152" y="10078"/>
                </a:moveTo>
                <a:lnTo>
                  <a:pt x="791724" y="11140"/>
                </a:lnTo>
                <a:lnTo>
                  <a:pt x="792629" y="11140"/>
                </a:lnTo>
                <a:lnTo>
                  <a:pt x="792152" y="10078"/>
                </a:lnTo>
                <a:close/>
              </a:path>
              <a:path w="808355" h="57150">
                <a:moveTo>
                  <a:pt x="792405" y="9451"/>
                </a:moveTo>
                <a:lnTo>
                  <a:pt x="791871" y="9451"/>
                </a:lnTo>
                <a:lnTo>
                  <a:pt x="792152" y="10078"/>
                </a:lnTo>
                <a:lnTo>
                  <a:pt x="792405" y="9451"/>
                </a:lnTo>
                <a:close/>
              </a:path>
              <a:path w="808355" h="57150">
                <a:moveTo>
                  <a:pt x="793509" y="6709"/>
                </a:moveTo>
                <a:lnTo>
                  <a:pt x="793077" y="7127"/>
                </a:lnTo>
                <a:lnTo>
                  <a:pt x="791283" y="9283"/>
                </a:lnTo>
                <a:lnTo>
                  <a:pt x="792896" y="8231"/>
                </a:lnTo>
                <a:lnTo>
                  <a:pt x="793509" y="6709"/>
                </a:lnTo>
                <a:close/>
              </a:path>
              <a:path w="808355" h="57150">
                <a:moveTo>
                  <a:pt x="792896" y="8231"/>
                </a:moveTo>
                <a:lnTo>
                  <a:pt x="791283" y="9283"/>
                </a:lnTo>
                <a:lnTo>
                  <a:pt x="792472" y="9283"/>
                </a:lnTo>
                <a:lnTo>
                  <a:pt x="792896" y="8231"/>
                </a:lnTo>
                <a:close/>
              </a:path>
              <a:path w="808355" h="57150">
                <a:moveTo>
                  <a:pt x="807081" y="6511"/>
                </a:moveTo>
                <a:lnTo>
                  <a:pt x="793589" y="6511"/>
                </a:lnTo>
                <a:lnTo>
                  <a:pt x="792896" y="8231"/>
                </a:lnTo>
                <a:lnTo>
                  <a:pt x="793812" y="7633"/>
                </a:lnTo>
                <a:lnTo>
                  <a:pt x="792001" y="7633"/>
                </a:lnTo>
                <a:lnTo>
                  <a:pt x="795230" y="6709"/>
                </a:lnTo>
                <a:lnTo>
                  <a:pt x="807170" y="6709"/>
                </a:lnTo>
                <a:lnTo>
                  <a:pt x="807081" y="6511"/>
                </a:lnTo>
                <a:close/>
              </a:path>
              <a:path w="808355" h="57150">
                <a:moveTo>
                  <a:pt x="795230" y="6709"/>
                </a:moveTo>
                <a:lnTo>
                  <a:pt x="792001" y="7633"/>
                </a:lnTo>
                <a:lnTo>
                  <a:pt x="793812" y="7633"/>
                </a:lnTo>
                <a:lnTo>
                  <a:pt x="795230" y="6709"/>
                </a:lnTo>
                <a:close/>
              </a:path>
              <a:path w="808355" h="57150">
                <a:moveTo>
                  <a:pt x="807357" y="7127"/>
                </a:moveTo>
                <a:lnTo>
                  <a:pt x="795595" y="7127"/>
                </a:lnTo>
                <a:lnTo>
                  <a:pt x="792001" y="7633"/>
                </a:lnTo>
                <a:lnTo>
                  <a:pt x="807491" y="7633"/>
                </a:lnTo>
                <a:lnTo>
                  <a:pt x="807357" y="712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1896078" y="7664925"/>
            <a:ext cx="624840" cy="586740"/>
            <a:chOff x="1896078" y="7664925"/>
            <a:chExt cx="624840" cy="586740"/>
          </a:xfrm>
        </p:grpSpPr>
        <p:sp>
          <p:nvSpPr>
            <p:cNvPr id="49" name="object 49"/>
            <p:cNvSpPr/>
            <p:nvPr/>
          </p:nvSpPr>
          <p:spPr>
            <a:xfrm>
              <a:off x="1896071" y="7664932"/>
              <a:ext cx="563880" cy="586740"/>
            </a:xfrm>
            <a:custGeom>
              <a:avLst/>
              <a:gdLst/>
              <a:ahLst/>
              <a:cxnLst/>
              <a:rect l="l" t="t" r="r" b="b"/>
              <a:pathLst>
                <a:path w="563880" h="586740">
                  <a:moveTo>
                    <a:pt x="348234" y="297192"/>
                  </a:moveTo>
                  <a:lnTo>
                    <a:pt x="348170" y="295554"/>
                  </a:lnTo>
                  <a:lnTo>
                    <a:pt x="348119" y="294043"/>
                  </a:lnTo>
                  <a:lnTo>
                    <a:pt x="347840" y="293116"/>
                  </a:lnTo>
                  <a:lnTo>
                    <a:pt x="347078" y="291693"/>
                  </a:lnTo>
                  <a:lnTo>
                    <a:pt x="346684" y="290944"/>
                  </a:lnTo>
                  <a:lnTo>
                    <a:pt x="346151" y="290385"/>
                  </a:lnTo>
                  <a:lnTo>
                    <a:pt x="344512" y="289039"/>
                  </a:lnTo>
                  <a:lnTo>
                    <a:pt x="343585" y="288556"/>
                  </a:lnTo>
                  <a:lnTo>
                    <a:pt x="341934" y="288048"/>
                  </a:lnTo>
                  <a:lnTo>
                    <a:pt x="338416" y="288048"/>
                  </a:lnTo>
                  <a:lnTo>
                    <a:pt x="337413" y="288353"/>
                  </a:lnTo>
                  <a:lnTo>
                    <a:pt x="333209" y="290614"/>
                  </a:lnTo>
                  <a:lnTo>
                    <a:pt x="333209" y="290944"/>
                  </a:lnTo>
                  <a:lnTo>
                    <a:pt x="331203" y="291693"/>
                  </a:lnTo>
                  <a:lnTo>
                    <a:pt x="331901" y="291426"/>
                  </a:lnTo>
                  <a:lnTo>
                    <a:pt x="333209" y="290944"/>
                  </a:lnTo>
                  <a:lnTo>
                    <a:pt x="333209" y="290614"/>
                  </a:lnTo>
                  <a:lnTo>
                    <a:pt x="332143" y="291185"/>
                  </a:lnTo>
                  <a:lnTo>
                    <a:pt x="331698" y="291426"/>
                  </a:lnTo>
                  <a:lnTo>
                    <a:pt x="331089" y="291426"/>
                  </a:lnTo>
                  <a:lnTo>
                    <a:pt x="323710" y="293116"/>
                  </a:lnTo>
                  <a:lnTo>
                    <a:pt x="322503" y="293116"/>
                  </a:lnTo>
                  <a:lnTo>
                    <a:pt x="293255" y="295313"/>
                  </a:lnTo>
                  <a:lnTo>
                    <a:pt x="244957" y="295554"/>
                  </a:lnTo>
                  <a:lnTo>
                    <a:pt x="244754" y="295554"/>
                  </a:lnTo>
                  <a:lnTo>
                    <a:pt x="179197" y="294259"/>
                  </a:lnTo>
                  <a:lnTo>
                    <a:pt x="178473" y="294259"/>
                  </a:lnTo>
                  <a:lnTo>
                    <a:pt x="143891" y="291426"/>
                  </a:lnTo>
                  <a:lnTo>
                    <a:pt x="143179" y="291426"/>
                  </a:lnTo>
                  <a:lnTo>
                    <a:pt x="111836" y="284949"/>
                  </a:lnTo>
                  <a:lnTo>
                    <a:pt x="110896" y="284759"/>
                  </a:lnTo>
                  <a:lnTo>
                    <a:pt x="83515" y="274866"/>
                  </a:lnTo>
                  <a:lnTo>
                    <a:pt x="82638" y="274548"/>
                  </a:lnTo>
                  <a:lnTo>
                    <a:pt x="82207" y="274408"/>
                  </a:lnTo>
                  <a:lnTo>
                    <a:pt x="82638" y="274548"/>
                  </a:lnTo>
                  <a:lnTo>
                    <a:pt x="82384" y="274408"/>
                  </a:lnTo>
                  <a:lnTo>
                    <a:pt x="58407" y="261086"/>
                  </a:lnTo>
                  <a:lnTo>
                    <a:pt x="57746" y="260718"/>
                  </a:lnTo>
                  <a:lnTo>
                    <a:pt x="57378" y="260426"/>
                  </a:lnTo>
                  <a:lnTo>
                    <a:pt x="38417" y="245808"/>
                  </a:lnTo>
                  <a:lnTo>
                    <a:pt x="37744" y="245287"/>
                  </a:lnTo>
                  <a:lnTo>
                    <a:pt x="37350" y="244868"/>
                  </a:lnTo>
                  <a:lnTo>
                    <a:pt x="24739" y="231051"/>
                  </a:lnTo>
                  <a:lnTo>
                    <a:pt x="24180" y="230441"/>
                  </a:lnTo>
                  <a:lnTo>
                    <a:pt x="24549" y="231051"/>
                  </a:lnTo>
                  <a:lnTo>
                    <a:pt x="24168" y="230441"/>
                  </a:lnTo>
                  <a:lnTo>
                    <a:pt x="23812" y="229857"/>
                  </a:lnTo>
                  <a:lnTo>
                    <a:pt x="19685" y="223164"/>
                  </a:lnTo>
                  <a:lnTo>
                    <a:pt x="19570" y="222631"/>
                  </a:lnTo>
                  <a:lnTo>
                    <a:pt x="17602" y="217906"/>
                  </a:lnTo>
                  <a:lnTo>
                    <a:pt x="17310" y="217182"/>
                  </a:lnTo>
                  <a:lnTo>
                    <a:pt x="17157" y="216484"/>
                  </a:lnTo>
                  <a:lnTo>
                    <a:pt x="16179" y="211823"/>
                  </a:lnTo>
                  <a:lnTo>
                    <a:pt x="15989" y="210959"/>
                  </a:lnTo>
                  <a:lnTo>
                    <a:pt x="15989" y="210159"/>
                  </a:lnTo>
                  <a:lnTo>
                    <a:pt x="15989" y="205562"/>
                  </a:lnTo>
                  <a:lnTo>
                    <a:pt x="15976" y="204838"/>
                  </a:lnTo>
                  <a:lnTo>
                    <a:pt x="15976" y="204139"/>
                  </a:lnTo>
                  <a:lnTo>
                    <a:pt x="16103" y="204139"/>
                  </a:lnTo>
                  <a:lnTo>
                    <a:pt x="18719" y="189865"/>
                  </a:lnTo>
                  <a:lnTo>
                    <a:pt x="18796" y="189407"/>
                  </a:lnTo>
                  <a:lnTo>
                    <a:pt x="18884" y="188950"/>
                  </a:lnTo>
                  <a:lnTo>
                    <a:pt x="19824" y="186080"/>
                  </a:lnTo>
                  <a:lnTo>
                    <a:pt x="24396" y="171259"/>
                  </a:lnTo>
                  <a:lnTo>
                    <a:pt x="24498" y="170942"/>
                  </a:lnTo>
                  <a:lnTo>
                    <a:pt x="24587" y="170624"/>
                  </a:lnTo>
                  <a:lnTo>
                    <a:pt x="26530" y="165912"/>
                  </a:lnTo>
                  <a:lnTo>
                    <a:pt x="33020" y="149821"/>
                  </a:lnTo>
                  <a:lnTo>
                    <a:pt x="33108" y="149606"/>
                  </a:lnTo>
                  <a:lnTo>
                    <a:pt x="33197" y="149364"/>
                  </a:lnTo>
                  <a:lnTo>
                    <a:pt x="44589" y="125603"/>
                  </a:lnTo>
                  <a:lnTo>
                    <a:pt x="79387" y="60198"/>
                  </a:lnTo>
                  <a:lnTo>
                    <a:pt x="84924" y="52679"/>
                  </a:lnTo>
                  <a:lnTo>
                    <a:pt x="100965" y="30543"/>
                  </a:lnTo>
                  <a:lnTo>
                    <a:pt x="110871" y="19304"/>
                  </a:lnTo>
                  <a:lnTo>
                    <a:pt x="111302" y="18808"/>
                  </a:lnTo>
                  <a:lnTo>
                    <a:pt x="111620" y="18402"/>
                  </a:lnTo>
                  <a:lnTo>
                    <a:pt x="111810" y="18224"/>
                  </a:lnTo>
                  <a:lnTo>
                    <a:pt x="111302" y="18808"/>
                  </a:lnTo>
                  <a:lnTo>
                    <a:pt x="112331" y="18021"/>
                  </a:lnTo>
                  <a:lnTo>
                    <a:pt x="114769" y="16167"/>
                  </a:lnTo>
                  <a:lnTo>
                    <a:pt x="115697" y="16167"/>
                  </a:lnTo>
                  <a:lnTo>
                    <a:pt x="119938" y="18021"/>
                  </a:lnTo>
                  <a:lnTo>
                    <a:pt x="120713" y="18402"/>
                  </a:lnTo>
                  <a:lnTo>
                    <a:pt x="128358" y="22771"/>
                  </a:lnTo>
                  <a:lnTo>
                    <a:pt x="129349" y="23101"/>
                  </a:lnTo>
                  <a:lnTo>
                    <a:pt x="131445" y="23368"/>
                  </a:lnTo>
                  <a:lnTo>
                    <a:pt x="132219" y="23368"/>
                  </a:lnTo>
                  <a:lnTo>
                    <a:pt x="139395" y="14287"/>
                  </a:lnTo>
                  <a:lnTo>
                    <a:pt x="138836" y="12179"/>
                  </a:lnTo>
                  <a:lnTo>
                    <a:pt x="120916" y="977"/>
                  </a:lnTo>
                  <a:lnTo>
                    <a:pt x="121145" y="977"/>
                  </a:lnTo>
                  <a:lnTo>
                    <a:pt x="117843" y="203"/>
                  </a:lnTo>
                  <a:lnTo>
                    <a:pt x="114084" y="0"/>
                  </a:lnTo>
                  <a:lnTo>
                    <a:pt x="110972" y="0"/>
                  </a:lnTo>
                  <a:lnTo>
                    <a:pt x="65849" y="51752"/>
                  </a:lnTo>
                  <a:lnTo>
                    <a:pt x="30454" y="118084"/>
                  </a:lnTo>
                  <a:lnTo>
                    <a:pt x="9537" y="165265"/>
                  </a:lnTo>
                  <a:lnTo>
                    <a:pt x="114" y="202692"/>
                  </a:lnTo>
                  <a:lnTo>
                    <a:pt x="0" y="211823"/>
                  </a:lnTo>
                  <a:lnTo>
                    <a:pt x="177" y="213461"/>
                  </a:lnTo>
                  <a:lnTo>
                    <a:pt x="26403" y="256603"/>
                  </a:lnTo>
                  <a:lnTo>
                    <a:pt x="75438" y="288848"/>
                  </a:lnTo>
                  <a:lnTo>
                    <a:pt x="139941" y="307098"/>
                  </a:lnTo>
                  <a:lnTo>
                    <a:pt x="244843" y="311543"/>
                  </a:lnTo>
                  <a:lnTo>
                    <a:pt x="294132" y="311289"/>
                  </a:lnTo>
                  <a:lnTo>
                    <a:pt x="336778" y="306539"/>
                  </a:lnTo>
                  <a:lnTo>
                    <a:pt x="347624" y="299224"/>
                  </a:lnTo>
                  <a:lnTo>
                    <a:pt x="348234" y="297192"/>
                  </a:lnTo>
                  <a:close/>
                </a:path>
                <a:path w="563880" h="586740">
                  <a:moveTo>
                    <a:pt x="563410" y="249047"/>
                  </a:moveTo>
                  <a:lnTo>
                    <a:pt x="563333" y="244830"/>
                  </a:lnTo>
                  <a:lnTo>
                    <a:pt x="563143" y="243433"/>
                  </a:lnTo>
                  <a:lnTo>
                    <a:pt x="562737" y="240322"/>
                  </a:lnTo>
                  <a:lnTo>
                    <a:pt x="554393" y="233070"/>
                  </a:lnTo>
                  <a:lnTo>
                    <a:pt x="543293" y="233070"/>
                  </a:lnTo>
                  <a:lnTo>
                    <a:pt x="513461" y="235204"/>
                  </a:lnTo>
                  <a:lnTo>
                    <a:pt x="473456" y="239534"/>
                  </a:lnTo>
                  <a:lnTo>
                    <a:pt x="473722" y="239534"/>
                  </a:lnTo>
                  <a:lnTo>
                    <a:pt x="447217" y="244830"/>
                  </a:lnTo>
                  <a:lnTo>
                    <a:pt x="409321" y="253923"/>
                  </a:lnTo>
                  <a:lnTo>
                    <a:pt x="385013" y="277977"/>
                  </a:lnTo>
                  <a:lnTo>
                    <a:pt x="385216" y="278993"/>
                  </a:lnTo>
                  <a:lnTo>
                    <a:pt x="391960" y="284911"/>
                  </a:lnTo>
                  <a:lnTo>
                    <a:pt x="394068" y="284911"/>
                  </a:lnTo>
                  <a:lnTo>
                    <a:pt x="395097" y="284708"/>
                  </a:lnTo>
                  <a:lnTo>
                    <a:pt x="397052" y="283895"/>
                  </a:lnTo>
                  <a:lnTo>
                    <a:pt x="397916" y="283324"/>
                  </a:lnTo>
                  <a:lnTo>
                    <a:pt x="406158" y="275082"/>
                  </a:lnTo>
                  <a:lnTo>
                    <a:pt x="406577" y="274662"/>
                  </a:lnTo>
                  <a:lnTo>
                    <a:pt x="406285" y="274840"/>
                  </a:lnTo>
                  <a:lnTo>
                    <a:pt x="406463" y="274662"/>
                  </a:lnTo>
                  <a:lnTo>
                    <a:pt x="407111" y="274129"/>
                  </a:lnTo>
                  <a:lnTo>
                    <a:pt x="406577" y="274662"/>
                  </a:lnTo>
                  <a:lnTo>
                    <a:pt x="407352" y="274129"/>
                  </a:lnTo>
                  <a:lnTo>
                    <a:pt x="450380" y="260527"/>
                  </a:lnTo>
                  <a:lnTo>
                    <a:pt x="476300" y="255333"/>
                  </a:lnTo>
                  <a:lnTo>
                    <a:pt x="476148" y="255333"/>
                  </a:lnTo>
                  <a:lnTo>
                    <a:pt x="514959" y="251129"/>
                  </a:lnTo>
                  <a:lnTo>
                    <a:pt x="544169" y="249047"/>
                  </a:lnTo>
                  <a:lnTo>
                    <a:pt x="547458" y="249047"/>
                  </a:lnTo>
                  <a:lnTo>
                    <a:pt x="547420" y="263690"/>
                  </a:lnTo>
                  <a:lnTo>
                    <a:pt x="546912" y="272008"/>
                  </a:lnTo>
                  <a:lnTo>
                    <a:pt x="546862" y="272872"/>
                  </a:lnTo>
                  <a:lnTo>
                    <a:pt x="546747" y="275082"/>
                  </a:lnTo>
                  <a:lnTo>
                    <a:pt x="544487" y="289953"/>
                  </a:lnTo>
                  <a:lnTo>
                    <a:pt x="536168" y="327494"/>
                  </a:lnTo>
                  <a:lnTo>
                    <a:pt x="526605" y="361467"/>
                  </a:lnTo>
                  <a:lnTo>
                    <a:pt x="520725" y="385038"/>
                  </a:lnTo>
                  <a:lnTo>
                    <a:pt x="511721" y="429564"/>
                  </a:lnTo>
                  <a:lnTo>
                    <a:pt x="503809" y="475183"/>
                  </a:lnTo>
                  <a:lnTo>
                    <a:pt x="501065" y="504494"/>
                  </a:lnTo>
                  <a:lnTo>
                    <a:pt x="502094" y="544296"/>
                  </a:lnTo>
                  <a:lnTo>
                    <a:pt x="502132" y="545414"/>
                  </a:lnTo>
                  <a:lnTo>
                    <a:pt x="503301" y="562089"/>
                  </a:lnTo>
                  <a:lnTo>
                    <a:pt x="503339" y="562546"/>
                  </a:lnTo>
                  <a:lnTo>
                    <a:pt x="503440" y="564134"/>
                  </a:lnTo>
                  <a:lnTo>
                    <a:pt x="515759" y="586130"/>
                  </a:lnTo>
                  <a:lnTo>
                    <a:pt x="515467" y="586130"/>
                  </a:lnTo>
                  <a:lnTo>
                    <a:pt x="517690" y="586613"/>
                  </a:lnTo>
                  <a:lnTo>
                    <a:pt x="529628" y="586613"/>
                  </a:lnTo>
                  <a:lnTo>
                    <a:pt x="536041" y="579666"/>
                  </a:lnTo>
                  <a:lnTo>
                    <a:pt x="536041" y="577545"/>
                  </a:lnTo>
                  <a:lnTo>
                    <a:pt x="535838" y="576529"/>
                  </a:lnTo>
                  <a:lnTo>
                    <a:pt x="535127" y="574827"/>
                  </a:lnTo>
                  <a:lnTo>
                    <a:pt x="535025" y="574573"/>
                  </a:lnTo>
                  <a:lnTo>
                    <a:pt x="534441" y="573709"/>
                  </a:lnTo>
                  <a:lnTo>
                    <a:pt x="533908" y="573176"/>
                  </a:lnTo>
                  <a:lnTo>
                    <a:pt x="532942" y="572211"/>
                  </a:lnTo>
                  <a:lnTo>
                    <a:pt x="532079" y="571627"/>
                  </a:lnTo>
                  <a:lnTo>
                    <a:pt x="529628" y="570611"/>
                  </a:lnTo>
                  <a:lnTo>
                    <a:pt x="522503" y="570611"/>
                  </a:lnTo>
                  <a:lnTo>
                    <a:pt x="522503" y="573176"/>
                  </a:lnTo>
                  <a:lnTo>
                    <a:pt x="520433" y="571334"/>
                  </a:lnTo>
                  <a:lnTo>
                    <a:pt x="521157" y="571969"/>
                  </a:lnTo>
                  <a:lnTo>
                    <a:pt x="522503" y="573176"/>
                  </a:lnTo>
                  <a:lnTo>
                    <a:pt x="522503" y="570611"/>
                  </a:lnTo>
                  <a:lnTo>
                    <a:pt x="520966" y="570611"/>
                  </a:lnTo>
                  <a:lnTo>
                    <a:pt x="520966" y="570941"/>
                  </a:lnTo>
                  <a:lnTo>
                    <a:pt x="520966" y="571144"/>
                  </a:lnTo>
                  <a:lnTo>
                    <a:pt x="520966" y="571334"/>
                  </a:lnTo>
                  <a:lnTo>
                    <a:pt x="520966" y="571512"/>
                  </a:lnTo>
                  <a:lnTo>
                    <a:pt x="520941" y="571334"/>
                  </a:lnTo>
                  <a:lnTo>
                    <a:pt x="520966" y="571144"/>
                  </a:lnTo>
                  <a:lnTo>
                    <a:pt x="520903" y="570915"/>
                  </a:lnTo>
                  <a:lnTo>
                    <a:pt x="520865" y="570445"/>
                  </a:lnTo>
                  <a:lnTo>
                    <a:pt x="520636" y="569226"/>
                  </a:lnTo>
                  <a:lnTo>
                    <a:pt x="519976" y="565759"/>
                  </a:lnTo>
                  <a:lnTo>
                    <a:pt x="519976" y="570928"/>
                  </a:lnTo>
                  <a:lnTo>
                    <a:pt x="518553" y="570611"/>
                  </a:lnTo>
                  <a:lnTo>
                    <a:pt x="519620" y="570611"/>
                  </a:lnTo>
                  <a:lnTo>
                    <a:pt x="519785" y="570763"/>
                  </a:lnTo>
                  <a:lnTo>
                    <a:pt x="519976" y="570928"/>
                  </a:lnTo>
                  <a:lnTo>
                    <a:pt x="519976" y="565759"/>
                  </a:lnTo>
                  <a:lnTo>
                    <a:pt x="519455" y="563016"/>
                  </a:lnTo>
                  <a:lnTo>
                    <a:pt x="519366" y="562546"/>
                  </a:lnTo>
                  <a:lnTo>
                    <a:pt x="519277" y="562089"/>
                  </a:lnTo>
                  <a:lnTo>
                    <a:pt x="518160" y="545414"/>
                  </a:lnTo>
                  <a:lnTo>
                    <a:pt x="518083" y="544296"/>
                  </a:lnTo>
                  <a:lnTo>
                    <a:pt x="517067" y="504494"/>
                  </a:lnTo>
                  <a:lnTo>
                    <a:pt x="517156" y="502945"/>
                  </a:lnTo>
                  <a:lnTo>
                    <a:pt x="519595" y="477913"/>
                  </a:lnTo>
                  <a:lnTo>
                    <a:pt x="519645" y="477329"/>
                  </a:lnTo>
                  <a:lnTo>
                    <a:pt x="519938" y="475780"/>
                  </a:lnTo>
                  <a:lnTo>
                    <a:pt x="527443" y="432511"/>
                  </a:lnTo>
                  <a:lnTo>
                    <a:pt x="536333" y="388569"/>
                  </a:lnTo>
                  <a:lnTo>
                    <a:pt x="536409" y="388213"/>
                  </a:lnTo>
                  <a:lnTo>
                    <a:pt x="542074" y="365582"/>
                  </a:lnTo>
                  <a:lnTo>
                    <a:pt x="551675" y="331393"/>
                  </a:lnTo>
                  <a:lnTo>
                    <a:pt x="560108" y="293420"/>
                  </a:lnTo>
                  <a:lnTo>
                    <a:pt x="560209" y="292887"/>
                  </a:lnTo>
                  <a:lnTo>
                    <a:pt x="562483" y="277977"/>
                  </a:lnTo>
                  <a:lnTo>
                    <a:pt x="562584" y="277329"/>
                  </a:lnTo>
                  <a:lnTo>
                    <a:pt x="562698" y="275856"/>
                  </a:lnTo>
                  <a:lnTo>
                    <a:pt x="563321" y="265747"/>
                  </a:lnTo>
                  <a:lnTo>
                    <a:pt x="563410" y="249047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289481" y="8018331"/>
              <a:ext cx="231166" cy="68695"/>
            </a:xfrm>
            <a:prstGeom prst="rect">
              <a:avLst/>
            </a:prstGeom>
          </p:spPr>
        </p:pic>
      </p:grpSp>
      <p:sp>
        <p:nvSpPr>
          <p:cNvPr id="51" name="object 51"/>
          <p:cNvSpPr/>
          <p:nvPr/>
        </p:nvSpPr>
        <p:spPr>
          <a:xfrm>
            <a:off x="1820981" y="8971615"/>
            <a:ext cx="345440" cy="38735"/>
          </a:xfrm>
          <a:custGeom>
            <a:avLst/>
            <a:gdLst/>
            <a:ahLst/>
            <a:cxnLst/>
            <a:rect l="l" t="t" r="r" b="b"/>
            <a:pathLst>
              <a:path w="345439" h="38734">
                <a:moveTo>
                  <a:pt x="337800" y="0"/>
                </a:moveTo>
                <a:lnTo>
                  <a:pt x="336483" y="0"/>
                </a:lnTo>
                <a:lnTo>
                  <a:pt x="307917" y="6925"/>
                </a:lnTo>
                <a:lnTo>
                  <a:pt x="307286" y="6925"/>
                </a:lnTo>
                <a:lnTo>
                  <a:pt x="288627" y="8971"/>
                </a:lnTo>
                <a:lnTo>
                  <a:pt x="287299" y="8971"/>
                </a:lnTo>
                <a:lnTo>
                  <a:pt x="236868" y="10044"/>
                </a:lnTo>
                <a:lnTo>
                  <a:pt x="184580" y="12270"/>
                </a:lnTo>
                <a:lnTo>
                  <a:pt x="124007" y="13387"/>
                </a:lnTo>
                <a:lnTo>
                  <a:pt x="63162" y="13387"/>
                </a:lnTo>
                <a:lnTo>
                  <a:pt x="43294" y="14613"/>
                </a:lnTo>
                <a:lnTo>
                  <a:pt x="44165" y="14613"/>
                </a:lnTo>
                <a:lnTo>
                  <a:pt x="25107" y="18037"/>
                </a:lnTo>
                <a:lnTo>
                  <a:pt x="5163" y="22731"/>
                </a:lnTo>
                <a:lnTo>
                  <a:pt x="0" y="31071"/>
                </a:lnTo>
                <a:lnTo>
                  <a:pt x="486" y="33135"/>
                </a:lnTo>
                <a:lnTo>
                  <a:pt x="5866" y="38058"/>
                </a:lnTo>
                <a:lnTo>
                  <a:pt x="6090" y="38058"/>
                </a:lnTo>
                <a:lnTo>
                  <a:pt x="7786" y="38334"/>
                </a:lnTo>
                <a:lnTo>
                  <a:pt x="8674" y="38334"/>
                </a:lnTo>
                <a:lnTo>
                  <a:pt x="28404" y="33695"/>
                </a:lnTo>
                <a:lnTo>
                  <a:pt x="46396" y="30464"/>
                </a:lnTo>
                <a:lnTo>
                  <a:pt x="46066" y="30464"/>
                </a:lnTo>
                <a:lnTo>
                  <a:pt x="63834" y="29373"/>
                </a:lnTo>
                <a:lnTo>
                  <a:pt x="124648" y="29373"/>
                </a:lnTo>
                <a:lnTo>
                  <a:pt x="185259" y="28251"/>
                </a:lnTo>
                <a:lnTo>
                  <a:pt x="237400" y="26031"/>
                </a:lnTo>
                <a:lnTo>
                  <a:pt x="289669" y="24921"/>
                </a:lnTo>
                <a:lnTo>
                  <a:pt x="289918" y="24921"/>
                </a:lnTo>
                <a:lnTo>
                  <a:pt x="309886" y="22731"/>
                </a:lnTo>
                <a:lnTo>
                  <a:pt x="310170" y="22731"/>
                </a:lnTo>
                <a:lnTo>
                  <a:pt x="311687" y="22471"/>
                </a:lnTo>
                <a:lnTo>
                  <a:pt x="345299" y="6925"/>
                </a:lnTo>
                <a:lnTo>
                  <a:pt x="344859" y="5106"/>
                </a:lnTo>
                <a:lnTo>
                  <a:pt x="339618" y="284"/>
                </a:lnTo>
                <a:lnTo>
                  <a:pt x="33780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459716" y="8949368"/>
            <a:ext cx="285115" cy="40640"/>
          </a:xfrm>
          <a:custGeom>
            <a:avLst/>
            <a:gdLst/>
            <a:ahLst/>
            <a:cxnLst/>
            <a:rect l="l" t="t" r="r" b="b"/>
            <a:pathLst>
              <a:path w="285114" h="40640">
                <a:moveTo>
                  <a:pt x="277584" y="0"/>
                </a:moveTo>
                <a:lnTo>
                  <a:pt x="276236" y="0"/>
                </a:lnTo>
                <a:lnTo>
                  <a:pt x="254902" y="5260"/>
                </a:lnTo>
                <a:lnTo>
                  <a:pt x="254600" y="5260"/>
                </a:lnTo>
                <a:lnTo>
                  <a:pt x="243752" y="6772"/>
                </a:lnTo>
                <a:lnTo>
                  <a:pt x="214918" y="6772"/>
                </a:lnTo>
                <a:lnTo>
                  <a:pt x="163144" y="8936"/>
                </a:lnTo>
                <a:lnTo>
                  <a:pt x="109741" y="12273"/>
                </a:lnTo>
                <a:lnTo>
                  <a:pt x="69409" y="13451"/>
                </a:lnTo>
                <a:lnTo>
                  <a:pt x="45695" y="13451"/>
                </a:lnTo>
                <a:lnTo>
                  <a:pt x="35960" y="14841"/>
                </a:lnTo>
                <a:lnTo>
                  <a:pt x="207" y="30027"/>
                </a:lnTo>
                <a:lnTo>
                  <a:pt x="0" y="34184"/>
                </a:lnTo>
                <a:lnTo>
                  <a:pt x="713" y="36181"/>
                </a:lnTo>
                <a:lnTo>
                  <a:pt x="6431" y="40426"/>
                </a:lnTo>
                <a:lnTo>
                  <a:pt x="9449" y="40426"/>
                </a:lnTo>
                <a:lnTo>
                  <a:pt x="25822" y="34579"/>
                </a:lnTo>
                <a:lnTo>
                  <a:pt x="38540" y="30678"/>
                </a:lnTo>
                <a:lnTo>
                  <a:pt x="38223" y="30678"/>
                </a:lnTo>
                <a:lnTo>
                  <a:pt x="39432" y="30405"/>
                </a:lnTo>
                <a:lnTo>
                  <a:pt x="40129" y="30405"/>
                </a:lnTo>
                <a:lnTo>
                  <a:pt x="47399" y="29363"/>
                </a:lnTo>
                <a:lnTo>
                  <a:pt x="72650" y="29363"/>
                </a:lnTo>
                <a:lnTo>
                  <a:pt x="110740" y="28234"/>
                </a:lnTo>
                <a:lnTo>
                  <a:pt x="163922" y="24913"/>
                </a:lnTo>
                <a:lnTo>
                  <a:pt x="217224" y="22691"/>
                </a:lnTo>
                <a:lnTo>
                  <a:pt x="245437" y="22691"/>
                </a:lnTo>
                <a:lnTo>
                  <a:pt x="257923" y="20942"/>
                </a:lnTo>
                <a:lnTo>
                  <a:pt x="285069" y="8936"/>
                </a:lnTo>
                <a:lnTo>
                  <a:pt x="285050" y="6772"/>
                </a:lnTo>
                <a:lnTo>
                  <a:pt x="279372" y="271"/>
                </a:lnTo>
                <a:lnTo>
                  <a:pt x="277584" y="0"/>
                </a:lnTo>
                <a:close/>
              </a:path>
              <a:path w="285114" h="40640">
                <a:moveTo>
                  <a:pt x="39432" y="30405"/>
                </a:moveTo>
                <a:lnTo>
                  <a:pt x="38223" y="30678"/>
                </a:lnTo>
                <a:lnTo>
                  <a:pt x="38540" y="30678"/>
                </a:lnTo>
                <a:lnTo>
                  <a:pt x="39432" y="30405"/>
                </a:lnTo>
                <a:close/>
              </a:path>
              <a:path w="285114" h="40640">
                <a:moveTo>
                  <a:pt x="40129" y="30405"/>
                </a:moveTo>
                <a:lnTo>
                  <a:pt x="39432" y="30405"/>
                </a:lnTo>
                <a:lnTo>
                  <a:pt x="38540" y="30678"/>
                </a:lnTo>
                <a:lnTo>
                  <a:pt x="38223" y="30678"/>
                </a:lnTo>
                <a:lnTo>
                  <a:pt x="40129" y="3040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24723" y="8925042"/>
            <a:ext cx="231775" cy="33655"/>
          </a:xfrm>
          <a:custGeom>
            <a:avLst/>
            <a:gdLst/>
            <a:ahLst/>
            <a:cxnLst/>
            <a:rect l="l" t="t" r="r" b="b"/>
            <a:pathLst>
              <a:path w="231775" h="33654">
                <a:moveTo>
                  <a:pt x="231432" y="27895"/>
                </a:moveTo>
                <a:lnTo>
                  <a:pt x="202569" y="27895"/>
                </a:lnTo>
                <a:lnTo>
                  <a:pt x="222559" y="33644"/>
                </a:lnTo>
                <a:lnTo>
                  <a:pt x="225233" y="33644"/>
                </a:lnTo>
                <a:lnTo>
                  <a:pt x="226693" y="33178"/>
                </a:lnTo>
                <a:lnTo>
                  <a:pt x="231432" y="27895"/>
                </a:lnTo>
                <a:close/>
              </a:path>
              <a:path w="231775" h="33654">
                <a:moveTo>
                  <a:pt x="93611" y="0"/>
                </a:moveTo>
                <a:lnTo>
                  <a:pt x="52104" y="0"/>
                </a:lnTo>
                <a:lnTo>
                  <a:pt x="42925" y="1667"/>
                </a:lnTo>
                <a:lnTo>
                  <a:pt x="4386" y="13967"/>
                </a:lnTo>
                <a:lnTo>
                  <a:pt x="0" y="22740"/>
                </a:lnTo>
                <a:lnTo>
                  <a:pt x="680" y="24770"/>
                </a:lnTo>
                <a:lnTo>
                  <a:pt x="6370" y="29138"/>
                </a:lnTo>
                <a:lnTo>
                  <a:pt x="9443" y="29138"/>
                </a:lnTo>
                <a:lnTo>
                  <a:pt x="30293" y="22193"/>
                </a:lnTo>
                <a:lnTo>
                  <a:pt x="45958" y="17406"/>
                </a:lnTo>
                <a:lnTo>
                  <a:pt x="45787" y="17406"/>
                </a:lnTo>
                <a:lnTo>
                  <a:pt x="46690" y="17183"/>
                </a:lnTo>
                <a:lnTo>
                  <a:pt x="47016" y="17183"/>
                </a:lnTo>
                <a:lnTo>
                  <a:pt x="54232" y="15871"/>
                </a:lnTo>
                <a:lnTo>
                  <a:pt x="218626" y="15871"/>
                </a:lnTo>
                <a:lnTo>
                  <a:pt x="207608" y="12700"/>
                </a:lnTo>
                <a:lnTo>
                  <a:pt x="206710" y="12495"/>
                </a:lnTo>
                <a:lnTo>
                  <a:pt x="191329" y="9940"/>
                </a:lnTo>
                <a:lnTo>
                  <a:pt x="126364" y="2108"/>
                </a:lnTo>
                <a:lnTo>
                  <a:pt x="93611" y="0"/>
                </a:lnTo>
                <a:close/>
              </a:path>
              <a:path w="231775" h="33654">
                <a:moveTo>
                  <a:pt x="218626" y="15871"/>
                </a:moveTo>
                <a:lnTo>
                  <a:pt x="91180" y="15871"/>
                </a:lnTo>
                <a:lnTo>
                  <a:pt x="125242" y="18075"/>
                </a:lnTo>
                <a:lnTo>
                  <a:pt x="189359" y="25821"/>
                </a:lnTo>
                <a:lnTo>
                  <a:pt x="204081" y="28271"/>
                </a:lnTo>
                <a:lnTo>
                  <a:pt x="202388" y="27895"/>
                </a:lnTo>
                <a:lnTo>
                  <a:pt x="231432" y="27895"/>
                </a:lnTo>
                <a:lnTo>
                  <a:pt x="231616" y="27258"/>
                </a:lnTo>
                <a:lnTo>
                  <a:pt x="231579" y="23717"/>
                </a:lnTo>
                <a:lnTo>
                  <a:pt x="231267" y="22740"/>
                </a:lnTo>
                <a:lnTo>
                  <a:pt x="230237" y="20869"/>
                </a:lnTo>
                <a:lnTo>
                  <a:pt x="229566" y="20076"/>
                </a:lnTo>
                <a:lnTo>
                  <a:pt x="227907" y="18754"/>
                </a:lnTo>
                <a:lnTo>
                  <a:pt x="226983" y="18276"/>
                </a:lnTo>
                <a:lnTo>
                  <a:pt x="218626" y="15871"/>
                </a:lnTo>
                <a:close/>
              </a:path>
              <a:path w="231775" h="33654">
                <a:moveTo>
                  <a:pt x="46690" y="17183"/>
                </a:moveTo>
                <a:lnTo>
                  <a:pt x="45787" y="17406"/>
                </a:lnTo>
                <a:lnTo>
                  <a:pt x="45958" y="17406"/>
                </a:lnTo>
                <a:lnTo>
                  <a:pt x="46690" y="17183"/>
                </a:lnTo>
                <a:close/>
              </a:path>
              <a:path w="231775" h="33654">
                <a:moveTo>
                  <a:pt x="47016" y="17183"/>
                </a:moveTo>
                <a:lnTo>
                  <a:pt x="46690" y="17183"/>
                </a:lnTo>
                <a:lnTo>
                  <a:pt x="45958" y="17406"/>
                </a:lnTo>
                <a:lnTo>
                  <a:pt x="45787" y="17406"/>
                </a:lnTo>
                <a:lnTo>
                  <a:pt x="47016" y="1718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224967" y="8909291"/>
            <a:ext cx="287655" cy="43180"/>
          </a:xfrm>
          <a:custGeom>
            <a:avLst/>
            <a:gdLst/>
            <a:ahLst/>
            <a:cxnLst/>
            <a:rect l="l" t="t" r="r" b="b"/>
            <a:pathLst>
              <a:path w="287654" h="43179">
                <a:moveTo>
                  <a:pt x="257928" y="11200"/>
                </a:moveTo>
                <a:lnTo>
                  <a:pt x="127550" y="11200"/>
                </a:lnTo>
                <a:lnTo>
                  <a:pt x="103784" y="13190"/>
                </a:lnTo>
                <a:lnTo>
                  <a:pt x="60308" y="19044"/>
                </a:lnTo>
                <a:lnTo>
                  <a:pt x="5858" y="26984"/>
                </a:lnTo>
                <a:lnTo>
                  <a:pt x="0" y="34881"/>
                </a:lnTo>
                <a:lnTo>
                  <a:pt x="301" y="36946"/>
                </a:lnTo>
                <a:lnTo>
                  <a:pt x="7127" y="42757"/>
                </a:lnTo>
                <a:lnTo>
                  <a:pt x="8536" y="42757"/>
                </a:lnTo>
                <a:lnTo>
                  <a:pt x="62529" y="34881"/>
                </a:lnTo>
                <a:lnTo>
                  <a:pt x="105372" y="29114"/>
                </a:lnTo>
                <a:lnTo>
                  <a:pt x="105149" y="29114"/>
                </a:lnTo>
                <a:lnTo>
                  <a:pt x="128514" y="27167"/>
                </a:lnTo>
                <a:lnTo>
                  <a:pt x="259494" y="27167"/>
                </a:lnTo>
                <a:lnTo>
                  <a:pt x="262365" y="26634"/>
                </a:lnTo>
                <a:lnTo>
                  <a:pt x="286706" y="11701"/>
                </a:lnTo>
                <a:lnTo>
                  <a:pt x="256622" y="11701"/>
                </a:lnTo>
                <a:lnTo>
                  <a:pt x="257928" y="11200"/>
                </a:lnTo>
                <a:close/>
              </a:path>
              <a:path w="287654" h="43179">
                <a:moveTo>
                  <a:pt x="263054" y="9231"/>
                </a:moveTo>
                <a:lnTo>
                  <a:pt x="256622" y="11701"/>
                </a:lnTo>
                <a:lnTo>
                  <a:pt x="259323" y="11200"/>
                </a:lnTo>
                <a:lnTo>
                  <a:pt x="286925" y="11200"/>
                </a:lnTo>
                <a:lnTo>
                  <a:pt x="287126" y="10728"/>
                </a:lnTo>
                <a:lnTo>
                  <a:pt x="287346" y="9686"/>
                </a:lnTo>
                <a:lnTo>
                  <a:pt x="262356" y="9686"/>
                </a:lnTo>
                <a:lnTo>
                  <a:pt x="263054" y="9231"/>
                </a:lnTo>
                <a:close/>
              </a:path>
              <a:path w="287654" h="43179">
                <a:moveTo>
                  <a:pt x="286925" y="11200"/>
                </a:moveTo>
                <a:lnTo>
                  <a:pt x="259323" y="11200"/>
                </a:lnTo>
                <a:lnTo>
                  <a:pt x="256622" y="11701"/>
                </a:lnTo>
                <a:lnTo>
                  <a:pt x="286710" y="11701"/>
                </a:lnTo>
                <a:lnTo>
                  <a:pt x="286925" y="11200"/>
                </a:lnTo>
                <a:close/>
              </a:path>
              <a:path w="287654" h="43179">
                <a:moveTo>
                  <a:pt x="263854" y="8924"/>
                </a:moveTo>
                <a:lnTo>
                  <a:pt x="263054" y="9231"/>
                </a:lnTo>
                <a:lnTo>
                  <a:pt x="262356" y="9686"/>
                </a:lnTo>
                <a:lnTo>
                  <a:pt x="263854" y="8924"/>
                </a:lnTo>
                <a:close/>
              </a:path>
              <a:path w="287654" h="43179">
                <a:moveTo>
                  <a:pt x="287506" y="8924"/>
                </a:moveTo>
                <a:lnTo>
                  <a:pt x="263854" y="8924"/>
                </a:lnTo>
                <a:lnTo>
                  <a:pt x="262356" y="9686"/>
                </a:lnTo>
                <a:lnTo>
                  <a:pt x="287346" y="9686"/>
                </a:lnTo>
                <a:lnTo>
                  <a:pt x="287442" y="9231"/>
                </a:lnTo>
                <a:lnTo>
                  <a:pt x="287506" y="8924"/>
                </a:lnTo>
                <a:close/>
              </a:path>
              <a:path w="287654" h="43179">
                <a:moveTo>
                  <a:pt x="280129" y="0"/>
                </a:moveTo>
                <a:lnTo>
                  <a:pt x="279028" y="0"/>
                </a:lnTo>
                <a:lnTo>
                  <a:pt x="276700" y="436"/>
                </a:lnTo>
                <a:lnTo>
                  <a:pt x="276862" y="436"/>
                </a:lnTo>
                <a:lnTo>
                  <a:pt x="275919" y="845"/>
                </a:lnTo>
                <a:lnTo>
                  <a:pt x="263054" y="9231"/>
                </a:lnTo>
                <a:lnTo>
                  <a:pt x="263854" y="8924"/>
                </a:lnTo>
                <a:lnTo>
                  <a:pt x="287506" y="8924"/>
                </a:lnTo>
                <a:lnTo>
                  <a:pt x="282204" y="436"/>
                </a:lnTo>
                <a:lnTo>
                  <a:pt x="28012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16708" y="8878267"/>
            <a:ext cx="236854" cy="22860"/>
          </a:xfrm>
          <a:custGeom>
            <a:avLst/>
            <a:gdLst/>
            <a:ahLst/>
            <a:cxnLst/>
            <a:rect l="l" t="t" r="r" b="b"/>
            <a:pathLst>
              <a:path w="236854" h="22859">
                <a:moveTo>
                  <a:pt x="186824" y="0"/>
                </a:moveTo>
                <a:lnTo>
                  <a:pt x="44756" y="0"/>
                </a:lnTo>
                <a:lnTo>
                  <a:pt x="20530" y="3459"/>
                </a:lnTo>
                <a:lnTo>
                  <a:pt x="20726" y="3459"/>
                </a:lnTo>
                <a:lnTo>
                  <a:pt x="5229" y="7038"/>
                </a:lnTo>
                <a:lnTo>
                  <a:pt x="0" y="14316"/>
                </a:lnTo>
                <a:lnTo>
                  <a:pt x="34" y="15367"/>
                </a:lnTo>
                <a:lnTo>
                  <a:pt x="5917" y="22386"/>
                </a:lnTo>
                <a:lnTo>
                  <a:pt x="6195" y="22386"/>
                </a:lnTo>
                <a:lnTo>
                  <a:pt x="7786" y="22652"/>
                </a:lnTo>
                <a:lnTo>
                  <a:pt x="8687" y="22652"/>
                </a:lnTo>
                <a:lnTo>
                  <a:pt x="23789" y="19173"/>
                </a:lnTo>
                <a:lnTo>
                  <a:pt x="23655" y="19173"/>
                </a:lnTo>
                <a:lnTo>
                  <a:pt x="46459" y="15911"/>
                </a:lnTo>
                <a:lnTo>
                  <a:pt x="233884" y="15911"/>
                </a:lnTo>
                <a:lnTo>
                  <a:pt x="234487" y="15367"/>
                </a:lnTo>
                <a:lnTo>
                  <a:pt x="235110" y="14532"/>
                </a:lnTo>
                <a:lnTo>
                  <a:pt x="236020" y="12618"/>
                </a:lnTo>
                <a:lnTo>
                  <a:pt x="236275" y="11609"/>
                </a:lnTo>
                <a:lnTo>
                  <a:pt x="236233" y="8462"/>
                </a:lnTo>
                <a:lnTo>
                  <a:pt x="229811" y="2209"/>
                </a:lnTo>
                <a:lnTo>
                  <a:pt x="186824" y="0"/>
                </a:lnTo>
                <a:close/>
              </a:path>
              <a:path w="236854" h="22859">
                <a:moveTo>
                  <a:pt x="233884" y="15911"/>
                </a:moveTo>
                <a:lnTo>
                  <a:pt x="184668" y="15911"/>
                </a:lnTo>
                <a:lnTo>
                  <a:pt x="227934" y="18129"/>
                </a:lnTo>
                <a:lnTo>
                  <a:pt x="229747" y="18129"/>
                </a:lnTo>
                <a:lnTo>
                  <a:pt x="231734" y="17421"/>
                </a:lnTo>
                <a:lnTo>
                  <a:pt x="232914" y="16788"/>
                </a:lnTo>
                <a:lnTo>
                  <a:pt x="233884" y="1591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121736" y="8858110"/>
            <a:ext cx="492125" cy="36195"/>
          </a:xfrm>
          <a:custGeom>
            <a:avLst/>
            <a:gdLst/>
            <a:ahLst/>
            <a:cxnLst/>
            <a:rect l="l" t="t" r="r" b="b"/>
            <a:pathLst>
              <a:path w="492125" h="36195">
                <a:moveTo>
                  <a:pt x="484672" y="0"/>
                </a:moveTo>
                <a:lnTo>
                  <a:pt x="483619" y="0"/>
                </a:lnTo>
                <a:lnTo>
                  <a:pt x="449482" y="6880"/>
                </a:lnTo>
                <a:lnTo>
                  <a:pt x="448513" y="6880"/>
                </a:lnTo>
                <a:lnTo>
                  <a:pt x="417976" y="8970"/>
                </a:lnTo>
                <a:lnTo>
                  <a:pt x="367245" y="10346"/>
                </a:lnTo>
                <a:lnTo>
                  <a:pt x="152275" y="20082"/>
                </a:lnTo>
                <a:lnTo>
                  <a:pt x="6909" y="20082"/>
                </a:lnTo>
                <a:lnTo>
                  <a:pt x="5915" y="20280"/>
                </a:lnTo>
                <a:lnTo>
                  <a:pt x="0" y="27012"/>
                </a:lnTo>
                <a:lnTo>
                  <a:pt x="0" y="29133"/>
                </a:lnTo>
                <a:lnTo>
                  <a:pt x="6948" y="36071"/>
                </a:lnTo>
                <a:lnTo>
                  <a:pt x="152773" y="36071"/>
                </a:lnTo>
                <a:lnTo>
                  <a:pt x="367867" y="26333"/>
                </a:lnTo>
                <a:lnTo>
                  <a:pt x="419066" y="24926"/>
                </a:lnTo>
                <a:lnTo>
                  <a:pt x="486782" y="15676"/>
                </a:lnTo>
                <a:lnTo>
                  <a:pt x="492129" y="8970"/>
                </a:lnTo>
                <a:lnTo>
                  <a:pt x="492084" y="6880"/>
                </a:lnTo>
                <a:lnTo>
                  <a:pt x="486741" y="405"/>
                </a:lnTo>
                <a:lnTo>
                  <a:pt x="48467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819620" y="8831433"/>
            <a:ext cx="323850" cy="36195"/>
          </a:xfrm>
          <a:custGeom>
            <a:avLst/>
            <a:gdLst/>
            <a:ahLst/>
            <a:cxnLst/>
            <a:rect l="l" t="t" r="r" b="b"/>
            <a:pathLst>
              <a:path w="323850" h="36195">
                <a:moveTo>
                  <a:pt x="29631" y="0"/>
                </a:moveTo>
                <a:lnTo>
                  <a:pt x="28346" y="0"/>
                </a:lnTo>
                <a:lnTo>
                  <a:pt x="26497" y="297"/>
                </a:lnTo>
                <a:lnTo>
                  <a:pt x="0" y="22299"/>
                </a:lnTo>
                <a:lnTo>
                  <a:pt x="53" y="25190"/>
                </a:lnTo>
                <a:lnTo>
                  <a:pt x="563" y="26730"/>
                </a:lnTo>
                <a:lnTo>
                  <a:pt x="664" y="27035"/>
                </a:lnTo>
                <a:lnTo>
                  <a:pt x="9491" y="33242"/>
                </a:lnTo>
                <a:lnTo>
                  <a:pt x="10157" y="33242"/>
                </a:lnTo>
                <a:lnTo>
                  <a:pt x="17354" y="33825"/>
                </a:lnTo>
                <a:lnTo>
                  <a:pt x="204590" y="36051"/>
                </a:lnTo>
                <a:lnTo>
                  <a:pt x="282665" y="36051"/>
                </a:lnTo>
                <a:lnTo>
                  <a:pt x="303248" y="34935"/>
                </a:lnTo>
                <a:lnTo>
                  <a:pt x="303401" y="34935"/>
                </a:lnTo>
                <a:lnTo>
                  <a:pt x="322988" y="27226"/>
                </a:lnTo>
                <a:lnTo>
                  <a:pt x="13917" y="27226"/>
                </a:lnTo>
                <a:lnTo>
                  <a:pt x="14173" y="27035"/>
                </a:lnTo>
                <a:lnTo>
                  <a:pt x="14306" y="26730"/>
                </a:lnTo>
                <a:lnTo>
                  <a:pt x="14933" y="25932"/>
                </a:lnTo>
                <a:lnTo>
                  <a:pt x="14801" y="25190"/>
                </a:lnTo>
                <a:lnTo>
                  <a:pt x="12276" y="17559"/>
                </a:lnTo>
                <a:lnTo>
                  <a:pt x="14706" y="17559"/>
                </a:lnTo>
                <a:lnTo>
                  <a:pt x="8209" y="17039"/>
                </a:lnTo>
                <a:lnTo>
                  <a:pt x="12104" y="17039"/>
                </a:lnTo>
                <a:lnTo>
                  <a:pt x="11991" y="16696"/>
                </a:lnTo>
                <a:lnTo>
                  <a:pt x="29975" y="16696"/>
                </a:lnTo>
                <a:lnTo>
                  <a:pt x="36873" y="7805"/>
                </a:lnTo>
                <a:lnTo>
                  <a:pt x="36537" y="5712"/>
                </a:lnTo>
                <a:lnTo>
                  <a:pt x="31694" y="491"/>
                </a:lnTo>
                <a:lnTo>
                  <a:pt x="29631" y="0"/>
                </a:lnTo>
                <a:close/>
              </a:path>
              <a:path w="323850" h="36195">
                <a:moveTo>
                  <a:pt x="27898" y="17974"/>
                </a:moveTo>
                <a:lnTo>
                  <a:pt x="20371" y="22607"/>
                </a:lnTo>
                <a:lnTo>
                  <a:pt x="19132" y="23332"/>
                </a:lnTo>
                <a:lnTo>
                  <a:pt x="15649" y="25932"/>
                </a:lnTo>
                <a:lnTo>
                  <a:pt x="15311" y="26730"/>
                </a:lnTo>
                <a:lnTo>
                  <a:pt x="14581" y="26730"/>
                </a:lnTo>
                <a:lnTo>
                  <a:pt x="14067" y="27035"/>
                </a:lnTo>
                <a:lnTo>
                  <a:pt x="13917" y="27226"/>
                </a:lnTo>
                <a:lnTo>
                  <a:pt x="322988" y="27226"/>
                </a:lnTo>
                <a:lnTo>
                  <a:pt x="323279" y="26730"/>
                </a:lnTo>
                <a:lnTo>
                  <a:pt x="15311" y="26730"/>
                </a:lnTo>
                <a:lnTo>
                  <a:pt x="15166" y="26293"/>
                </a:lnTo>
                <a:lnTo>
                  <a:pt x="323430" y="26293"/>
                </a:lnTo>
                <a:lnTo>
                  <a:pt x="323555" y="25932"/>
                </a:lnTo>
                <a:lnTo>
                  <a:pt x="323697" y="25190"/>
                </a:lnTo>
                <a:lnTo>
                  <a:pt x="323769" y="22299"/>
                </a:lnTo>
                <a:lnTo>
                  <a:pt x="323314" y="20556"/>
                </a:lnTo>
                <a:lnTo>
                  <a:pt x="323075" y="20064"/>
                </a:lnTo>
                <a:lnTo>
                  <a:pt x="205943" y="20064"/>
                </a:lnTo>
                <a:lnTo>
                  <a:pt x="96842" y="18992"/>
                </a:lnTo>
                <a:lnTo>
                  <a:pt x="27898" y="17974"/>
                </a:lnTo>
                <a:close/>
              </a:path>
              <a:path w="323850" h="36195">
                <a:moveTo>
                  <a:pt x="15047" y="25932"/>
                </a:moveTo>
                <a:lnTo>
                  <a:pt x="14649" y="26293"/>
                </a:lnTo>
                <a:lnTo>
                  <a:pt x="14067" y="27035"/>
                </a:lnTo>
                <a:lnTo>
                  <a:pt x="14581" y="26730"/>
                </a:lnTo>
                <a:lnTo>
                  <a:pt x="15166" y="26293"/>
                </a:lnTo>
                <a:lnTo>
                  <a:pt x="15047" y="25932"/>
                </a:lnTo>
                <a:close/>
              </a:path>
              <a:path w="323850" h="36195">
                <a:moveTo>
                  <a:pt x="15649" y="25932"/>
                </a:moveTo>
                <a:lnTo>
                  <a:pt x="15166" y="26293"/>
                </a:lnTo>
                <a:lnTo>
                  <a:pt x="15311" y="26730"/>
                </a:lnTo>
                <a:lnTo>
                  <a:pt x="15649" y="25932"/>
                </a:lnTo>
                <a:close/>
              </a:path>
              <a:path w="323850" h="36195">
                <a:moveTo>
                  <a:pt x="16493" y="23945"/>
                </a:moveTo>
                <a:lnTo>
                  <a:pt x="15516" y="25190"/>
                </a:lnTo>
                <a:lnTo>
                  <a:pt x="15047" y="25932"/>
                </a:lnTo>
                <a:lnTo>
                  <a:pt x="15166" y="26293"/>
                </a:lnTo>
                <a:lnTo>
                  <a:pt x="15649" y="25932"/>
                </a:lnTo>
                <a:lnTo>
                  <a:pt x="16493" y="23945"/>
                </a:lnTo>
                <a:close/>
              </a:path>
              <a:path w="323850" h="36195">
                <a:moveTo>
                  <a:pt x="12276" y="17559"/>
                </a:moveTo>
                <a:lnTo>
                  <a:pt x="15047" y="25932"/>
                </a:lnTo>
                <a:lnTo>
                  <a:pt x="15516" y="25190"/>
                </a:lnTo>
                <a:lnTo>
                  <a:pt x="16493" y="23945"/>
                </a:lnTo>
                <a:lnTo>
                  <a:pt x="18311" y="23945"/>
                </a:lnTo>
                <a:lnTo>
                  <a:pt x="19193" y="23332"/>
                </a:lnTo>
                <a:lnTo>
                  <a:pt x="27263" y="18365"/>
                </a:lnTo>
                <a:lnTo>
                  <a:pt x="14842" y="18365"/>
                </a:lnTo>
                <a:lnTo>
                  <a:pt x="12276" y="17559"/>
                </a:lnTo>
                <a:close/>
              </a:path>
              <a:path w="323850" h="36195">
                <a:moveTo>
                  <a:pt x="18311" y="23945"/>
                </a:moveTo>
                <a:lnTo>
                  <a:pt x="16493" y="23945"/>
                </a:lnTo>
                <a:lnTo>
                  <a:pt x="15649" y="25932"/>
                </a:lnTo>
                <a:lnTo>
                  <a:pt x="18311" y="23945"/>
                </a:lnTo>
                <a:close/>
              </a:path>
              <a:path w="323850" h="36195">
                <a:moveTo>
                  <a:pt x="301815" y="18992"/>
                </a:moveTo>
                <a:lnTo>
                  <a:pt x="282036" y="20064"/>
                </a:lnTo>
                <a:lnTo>
                  <a:pt x="323075" y="20064"/>
                </a:lnTo>
                <a:lnTo>
                  <a:pt x="322860" y="19620"/>
                </a:lnTo>
                <a:lnTo>
                  <a:pt x="322539" y="19196"/>
                </a:lnTo>
                <a:lnTo>
                  <a:pt x="301031" y="19196"/>
                </a:lnTo>
                <a:lnTo>
                  <a:pt x="301815" y="18992"/>
                </a:lnTo>
                <a:close/>
              </a:path>
              <a:path w="323850" h="36195">
                <a:moveTo>
                  <a:pt x="316340" y="15595"/>
                </a:moveTo>
                <a:lnTo>
                  <a:pt x="314852" y="15595"/>
                </a:lnTo>
                <a:lnTo>
                  <a:pt x="301031" y="19196"/>
                </a:lnTo>
                <a:lnTo>
                  <a:pt x="302339" y="18992"/>
                </a:lnTo>
                <a:lnTo>
                  <a:pt x="322385" y="18992"/>
                </a:lnTo>
                <a:lnTo>
                  <a:pt x="321615" y="17974"/>
                </a:lnTo>
                <a:lnTo>
                  <a:pt x="320580" y="17039"/>
                </a:lnTo>
                <a:lnTo>
                  <a:pt x="319880" y="16696"/>
                </a:lnTo>
                <a:lnTo>
                  <a:pt x="318974" y="16165"/>
                </a:lnTo>
                <a:lnTo>
                  <a:pt x="317991" y="15824"/>
                </a:lnTo>
                <a:lnTo>
                  <a:pt x="316340" y="15595"/>
                </a:lnTo>
                <a:close/>
              </a:path>
              <a:path w="323850" h="36195">
                <a:moveTo>
                  <a:pt x="322385" y="18992"/>
                </a:moveTo>
                <a:lnTo>
                  <a:pt x="302339" y="18992"/>
                </a:lnTo>
                <a:lnTo>
                  <a:pt x="301031" y="19196"/>
                </a:lnTo>
                <a:lnTo>
                  <a:pt x="322539" y="19196"/>
                </a:lnTo>
                <a:lnTo>
                  <a:pt x="322385" y="18992"/>
                </a:lnTo>
                <a:close/>
              </a:path>
              <a:path w="323850" h="36195">
                <a:moveTo>
                  <a:pt x="11991" y="16696"/>
                </a:moveTo>
                <a:lnTo>
                  <a:pt x="12276" y="17559"/>
                </a:lnTo>
                <a:lnTo>
                  <a:pt x="14842" y="18365"/>
                </a:lnTo>
                <a:lnTo>
                  <a:pt x="11991" y="16696"/>
                </a:lnTo>
                <a:close/>
              </a:path>
              <a:path w="323850" h="36195">
                <a:moveTo>
                  <a:pt x="29975" y="16696"/>
                </a:moveTo>
                <a:lnTo>
                  <a:pt x="11991" y="16696"/>
                </a:lnTo>
                <a:lnTo>
                  <a:pt x="14842" y="18365"/>
                </a:lnTo>
                <a:lnTo>
                  <a:pt x="27263" y="18365"/>
                </a:lnTo>
                <a:lnTo>
                  <a:pt x="27898" y="17974"/>
                </a:lnTo>
                <a:lnTo>
                  <a:pt x="19887" y="17974"/>
                </a:lnTo>
                <a:lnTo>
                  <a:pt x="14706" y="17559"/>
                </a:lnTo>
                <a:lnTo>
                  <a:pt x="28572" y="17559"/>
                </a:lnTo>
                <a:lnTo>
                  <a:pt x="29975" y="16696"/>
                </a:lnTo>
                <a:close/>
              </a:path>
              <a:path w="323850" h="36195">
                <a:moveTo>
                  <a:pt x="28572" y="17559"/>
                </a:moveTo>
                <a:lnTo>
                  <a:pt x="14706" y="17559"/>
                </a:lnTo>
                <a:lnTo>
                  <a:pt x="19887" y="17974"/>
                </a:lnTo>
                <a:lnTo>
                  <a:pt x="27898" y="17974"/>
                </a:lnTo>
                <a:lnTo>
                  <a:pt x="28572" y="17559"/>
                </a:lnTo>
                <a:close/>
              </a:path>
              <a:path w="323850" h="36195">
                <a:moveTo>
                  <a:pt x="12104" y="17039"/>
                </a:moveTo>
                <a:lnTo>
                  <a:pt x="10620" y="17039"/>
                </a:lnTo>
                <a:lnTo>
                  <a:pt x="12276" y="17559"/>
                </a:lnTo>
                <a:lnTo>
                  <a:pt x="12104" y="1703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327833" y="7635986"/>
            <a:ext cx="476820" cy="294126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2742158" y="7804124"/>
            <a:ext cx="264160" cy="93345"/>
          </a:xfrm>
          <a:custGeom>
            <a:avLst/>
            <a:gdLst/>
            <a:ahLst/>
            <a:cxnLst/>
            <a:rect l="l" t="t" r="r" b="b"/>
            <a:pathLst>
              <a:path w="264160" h="93345">
                <a:moveTo>
                  <a:pt x="228053" y="6692"/>
                </a:moveTo>
                <a:lnTo>
                  <a:pt x="221907" y="0"/>
                </a:lnTo>
                <a:lnTo>
                  <a:pt x="218465" y="0"/>
                </a:lnTo>
                <a:lnTo>
                  <a:pt x="216738" y="533"/>
                </a:lnTo>
                <a:lnTo>
                  <a:pt x="215823" y="1028"/>
                </a:lnTo>
                <a:lnTo>
                  <a:pt x="209537" y="6223"/>
                </a:lnTo>
                <a:lnTo>
                  <a:pt x="210159" y="5880"/>
                </a:lnTo>
                <a:lnTo>
                  <a:pt x="209651" y="6223"/>
                </a:lnTo>
                <a:lnTo>
                  <a:pt x="209308" y="6451"/>
                </a:lnTo>
                <a:lnTo>
                  <a:pt x="209537" y="6223"/>
                </a:lnTo>
                <a:lnTo>
                  <a:pt x="203669" y="9525"/>
                </a:lnTo>
                <a:lnTo>
                  <a:pt x="196748" y="12026"/>
                </a:lnTo>
                <a:lnTo>
                  <a:pt x="188163" y="13804"/>
                </a:lnTo>
                <a:lnTo>
                  <a:pt x="187769" y="13804"/>
                </a:lnTo>
                <a:lnTo>
                  <a:pt x="168986" y="15748"/>
                </a:lnTo>
                <a:lnTo>
                  <a:pt x="168211" y="15748"/>
                </a:lnTo>
                <a:lnTo>
                  <a:pt x="148196" y="16395"/>
                </a:lnTo>
                <a:lnTo>
                  <a:pt x="64731" y="16395"/>
                </a:lnTo>
                <a:lnTo>
                  <a:pt x="57797" y="23329"/>
                </a:lnTo>
                <a:lnTo>
                  <a:pt x="57797" y="25450"/>
                </a:lnTo>
                <a:lnTo>
                  <a:pt x="64731" y="32385"/>
                </a:lnTo>
                <a:lnTo>
                  <a:pt x="148678" y="32385"/>
                </a:lnTo>
                <a:lnTo>
                  <a:pt x="170065" y="31699"/>
                </a:lnTo>
                <a:lnTo>
                  <a:pt x="170205" y="31699"/>
                </a:lnTo>
                <a:lnTo>
                  <a:pt x="190614" y="29591"/>
                </a:lnTo>
                <a:lnTo>
                  <a:pt x="190817" y="29591"/>
                </a:lnTo>
                <a:lnTo>
                  <a:pt x="200545" y="27571"/>
                </a:lnTo>
                <a:lnTo>
                  <a:pt x="226834" y="12217"/>
                </a:lnTo>
                <a:lnTo>
                  <a:pt x="226949" y="12026"/>
                </a:lnTo>
                <a:lnTo>
                  <a:pt x="227672" y="10655"/>
                </a:lnTo>
                <a:lnTo>
                  <a:pt x="227914" y="9842"/>
                </a:lnTo>
                <a:lnTo>
                  <a:pt x="227977" y="9296"/>
                </a:lnTo>
                <a:lnTo>
                  <a:pt x="228053" y="6692"/>
                </a:lnTo>
                <a:close/>
              </a:path>
              <a:path w="264160" h="93345">
                <a:moveTo>
                  <a:pt x="263944" y="61112"/>
                </a:moveTo>
                <a:lnTo>
                  <a:pt x="263906" y="59004"/>
                </a:lnTo>
                <a:lnTo>
                  <a:pt x="263677" y="57988"/>
                </a:lnTo>
                <a:lnTo>
                  <a:pt x="263550" y="57708"/>
                </a:lnTo>
                <a:lnTo>
                  <a:pt x="263410" y="57378"/>
                </a:lnTo>
                <a:lnTo>
                  <a:pt x="258064" y="52463"/>
                </a:lnTo>
                <a:lnTo>
                  <a:pt x="258305" y="52463"/>
                </a:lnTo>
                <a:lnTo>
                  <a:pt x="257060" y="52247"/>
                </a:lnTo>
                <a:lnTo>
                  <a:pt x="254711" y="52247"/>
                </a:lnTo>
                <a:lnTo>
                  <a:pt x="253695" y="52463"/>
                </a:lnTo>
                <a:lnTo>
                  <a:pt x="242455" y="57378"/>
                </a:lnTo>
                <a:lnTo>
                  <a:pt x="226669" y="60655"/>
                </a:lnTo>
                <a:lnTo>
                  <a:pt x="176085" y="68846"/>
                </a:lnTo>
                <a:lnTo>
                  <a:pt x="144335" y="72948"/>
                </a:lnTo>
                <a:lnTo>
                  <a:pt x="143548" y="72948"/>
                </a:lnTo>
                <a:lnTo>
                  <a:pt x="112293" y="74269"/>
                </a:lnTo>
                <a:lnTo>
                  <a:pt x="66700" y="74269"/>
                </a:lnTo>
                <a:lnTo>
                  <a:pt x="30873" y="75653"/>
                </a:lnTo>
                <a:lnTo>
                  <a:pt x="0" y="86537"/>
                </a:lnTo>
                <a:lnTo>
                  <a:pt x="266" y="87553"/>
                </a:lnTo>
                <a:lnTo>
                  <a:pt x="6705" y="93065"/>
                </a:lnTo>
                <a:lnTo>
                  <a:pt x="7327" y="93065"/>
                </a:lnTo>
                <a:lnTo>
                  <a:pt x="30543" y="91694"/>
                </a:lnTo>
                <a:lnTo>
                  <a:pt x="29870" y="91694"/>
                </a:lnTo>
                <a:lnTo>
                  <a:pt x="66509" y="90284"/>
                </a:lnTo>
                <a:lnTo>
                  <a:pt x="112090" y="90284"/>
                </a:lnTo>
                <a:lnTo>
                  <a:pt x="145694" y="88874"/>
                </a:lnTo>
                <a:lnTo>
                  <a:pt x="145897" y="88874"/>
                </a:lnTo>
                <a:lnTo>
                  <a:pt x="178676" y="84645"/>
                </a:lnTo>
                <a:lnTo>
                  <a:pt x="229997" y="76314"/>
                </a:lnTo>
                <a:lnTo>
                  <a:pt x="246151" y="72948"/>
                </a:lnTo>
                <a:lnTo>
                  <a:pt x="246278" y="72948"/>
                </a:lnTo>
                <a:lnTo>
                  <a:pt x="263753" y="62141"/>
                </a:lnTo>
                <a:lnTo>
                  <a:pt x="263944" y="6111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141780" y="7732049"/>
            <a:ext cx="140647" cy="223892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367345" y="7723855"/>
            <a:ext cx="103139" cy="19215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563522" y="7690562"/>
            <a:ext cx="189910" cy="338649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3888774" y="7761989"/>
            <a:ext cx="24765" cy="179070"/>
          </a:xfrm>
          <a:custGeom>
            <a:avLst/>
            <a:gdLst/>
            <a:ahLst/>
            <a:cxnLst/>
            <a:rect l="l" t="t" r="r" b="b"/>
            <a:pathLst>
              <a:path w="24764" h="179070">
                <a:moveTo>
                  <a:pt x="19229" y="161390"/>
                </a:moveTo>
                <a:lnTo>
                  <a:pt x="3296" y="161390"/>
                </a:lnTo>
                <a:lnTo>
                  <a:pt x="2932" y="162289"/>
                </a:lnTo>
                <a:lnTo>
                  <a:pt x="2792" y="163244"/>
                </a:lnTo>
                <a:lnTo>
                  <a:pt x="2544" y="163244"/>
                </a:lnTo>
                <a:lnTo>
                  <a:pt x="196" y="169028"/>
                </a:lnTo>
                <a:lnTo>
                  <a:pt x="0" y="170049"/>
                </a:lnTo>
                <a:lnTo>
                  <a:pt x="15" y="172170"/>
                </a:lnTo>
                <a:lnTo>
                  <a:pt x="6997" y="179058"/>
                </a:lnTo>
                <a:lnTo>
                  <a:pt x="9044" y="179058"/>
                </a:lnTo>
                <a:lnTo>
                  <a:pt x="18958" y="163244"/>
                </a:lnTo>
                <a:lnTo>
                  <a:pt x="2792" y="163244"/>
                </a:lnTo>
                <a:lnTo>
                  <a:pt x="3052" y="162289"/>
                </a:lnTo>
                <a:lnTo>
                  <a:pt x="19098" y="162289"/>
                </a:lnTo>
                <a:lnTo>
                  <a:pt x="19229" y="161390"/>
                </a:lnTo>
                <a:close/>
              </a:path>
              <a:path w="24764" h="179070">
                <a:moveTo>
                  <a:pt x="17383" y="0"/>
                </a:moveTo>
                <a:lnTo>
                  <a:pt x="15262" y="0"/>
                </a:lnTo>
                <a:lnTo>
                  <a:pt x="14243" y="201"/>
                </a:lnTo>
                <a:lnTo>
                  <a:pt x="5607" y="15314"/>
                </a:lnTo>
                <a:lnTo>
                  <a:pt x="5521" y="15830"/>
                </a:lnTo>
                <a:lnTo>
                  <a:pt x="5415" y="16971"/>
                </a:lnTo>
                <a:lnTo>
                  <a:pt x="4998" y="36107"/>
                </a:lnTo>
                <a:lnTo>
                  <a:pt x="4992" y="113814"/>
                </a:lnTo>
                <a:lnTo>
                  <a:pt x="4249" y="153259"/>
                </a:lnTo>
                <a:lnTo>
                  <a:pt x="2932" y="162289"/>
                </a:lnTo>
                <a:lnTo>
                  <a:pt x="3296" y="161390"/>
                </a:lnTo>
                <a:lnTo>
                  <a:pt x="19229" y="161390"/>
                </a:lnTo>
                <a:lnTo>
                  <a:pt x="20078" y="155573"/>
                </a:lnTo>
                <a:lnTo>
                  <a:pt x="20186" y="153259"/>
                </a:lnTo>
                <a:lnTo>
                  <a:pt x="20991" y="113814"/>
                </a:lnTo>
                <a:lnTo>
                  <a:pt x="20999" y="36107"/>
                </a:lnTo>
                <a:lnTo>
                  <a:pt x="21383" y="18459"/>
                </a:lnTo>
                <a:lnTo>
                  <a:pt x="21408" y="17317"/>
                </a:lnTo>
                <a:lnTo>
                  <a:pt x="21548" y="16971"/>
                </a:lnTo>
                <a:lnTo>
                  <a:pt x="21738" y="15830"/>
                </a:lnTo>
                <a:lnTo>
                  <a:pt x="21824" y="15314"/>
                </a:lnTo>
                <a:lnTo>
                  <a:pt x="20314" y="15314"/>
                </a:lnTo>
                <a:lnTo>
                  <a:pt x="22548" y="10974"/>
                </a:lnTo>
                <a:lnTo>
                  <a:pt x="23744" y="10974"/>
                </a:lnTo>
                <a:lnTo>
                  <a:pt x="24116" y="10076"/>
                </a:lnTo>
                <a:lnTo>
                  <a:pt x="24319" y="9056"/>
                </a:lnTo>
                <a:lnTo>
                  <a:pt x="24280" y="6741"/>
                </a:lnTo>
                <a:lnTo>
                  <a:pt x="18403" y="201"/>
                </a:lnTo>
                <a:lnTo>
                  <a:pt x="17383" y="0"/>
                </a:lnTo>
                <a:close/>
              </a:path>
              <a:path w="24764" h="179070">
                <a:moveTo>
                  <a:pt x="22548" y="10974"/>
                </a:moveTo>
                <a:lnTo>
                  <a:pt x="20314" y="15314"/>
                </a:lnTo>
                <a:lnTo>
                  <a:pt x="22127" y="13500"/>
                </a:lnTo>
                <a:lnTo>
                  <a:pt x="22548" y="10974"/>
                </a:lnTo>
                <a:close/>
              </a:path>
              <a:path w="24764" h="179070">
                <a:moveTo>
                  <a:pt x="22127" y="13500"/>
                </a:moveTo>
                <a:lnTo>
                  <a:pt x="20314" y="15314"/>
                </a:lnTo>
                <a:lnTo>
                  <a:pt x="21824" y="15314"/>
                </a:lnTo>
                <a:lnTo>
                  <a:pt x="22127" y="13500"/>
                </a:lnTo>
                <a:close/>
              </a:path>
              <a:path w="24764" h="179070">
                <a:moveTo>
                  <a:pt x="23744" y="10974"/>
                </a:moveTo>
                <a:lnTo>
                  <a:pt x="22548" y="10974"/>
                </a:lnTo>
                <a:lnTo>
                  <a:pt x="22227" y="12900"/>
                </a:lnTo>
                <a:lnTo>
                  <a:pt x="22127" y="13500"/>
                </a:lnTo>
                <a:lnTo>
                  <a:pt x="22726" y="12900"/>
                </a:lnTo>
                <a:lnTo>
                  <a:pt x="23304" y="12035"/>
                </a:lnTo>
                <a:lnTo>
                  <a:pt x="23744" y="109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005253" y="7717058"/>
            <a:ext cx="310395" cy="2223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35EC38E-DA39-2F97-E5C0-079D1DEE78BA}"/>
                  </a:ext>
                </a:extLst>
              </p14:cNvPr>
              <p14:cNvContentPartPr/>
              <p14:nvPr/>
            </p14:nvContentPartPr>
            <p14:xfrm>
              <a:off x="2464600" y="586800"/>
              <a:ext cx="866880" cy="10310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35EC38E-DA39-2F97-E5C0-079D1DEE78B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58480" y="580680"/>
                <a:ext cx="87912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4F65A5D-7131-DA1D-1BDB-BC2F2F612B39}"/>
                  </a:ext>
                </a:extLst>
              </p14:cNvPr>
              <p14:cNvContentPartPr/>
              <p14:nvPr/>
            </p14:nvContentPartPr>
            <p14:xfrm>
              <a:off x="3214840" y="1011240"/>
              <a:ext cx="480960" cy="4550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4F65A5D-7131-DA1D-1BDB-BC2F2F612B3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208720" y="1005120"/>
                <a:ext cx="493200" cy="46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1DD56252-9F37-2119-94A1-2CE5134B1647}"/>
              </a:ext>
            </a:extLst>
          </p:cNvPr>
          <p:cNvGrpSpPr/>
          <p:nvPr/>
        </p:nvGrpSpPr>
        <p:grpSpPr>
          <a:xfrm>
            <a:off x="5036800" y="720360"/>
            <a:ext cx="2368440" cy="600840"/>
            <a:chOff x="5036800" y="720360"/>
            <a:chExt cx="236844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F2955A-128E-24FF-ABED-13DACDCB946C}"/>
                    </a:ext>
                  </a:extLst>
                </p14:cNvPr>
                <p14:cNvContentPartPr/>
                <p14:nvPr/>
              </p14:nvContentPartPr>
              <p14:xfrm>
                <a:off x="5126440" y="796320"/>
                <a:ext cx="174600" cy="434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F2955A-128E-24FF-ABED-13DACDCB946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20320" y="790200"/>
                  <a:ext cx="18684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8458B8B-B750-04AB-7EF0-340A392AA18B}"/>
                    </a:ext>
                  </a:extLst>
                </p14:cNvPr>
                <p14:cNvContentPartPr/>
                <p14:nvPr/>
              </p14:nvContentPartPr>
              <p14:xfrm>
                <a:off x="5235880" y="1111320"/>
                <a:ext cx="36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8458B8B-B750-04AB-7EF0-340A392AA1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29760" y="11052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0B1DAD-24DB-4BE8-2A12-20397D5F3D4B}"/>
                    </a:ext>
                  </a:extLst>
                </p14:cNvPr>
                <p14:cNvContentPartPr/>
                <p14:nvPr/>
              </p14:nvContentPartPr>
              <p14:xfrm>
                <a:off x="5101600" y="1034280"/>
                <a:ext cx="255240" cy="50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0B1DAD-24DB-4BE8-2A12-20397D5F3D4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95480" y="1028160"/>
                  <a:ext cx="267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C07E4ED-B0FB-C5BA-2781-BE0DD3B9BEF8}"/>
                    </a:ext>
                  </a:extLst>
                </p14:cNvPr>
                <p14:cNvContentPartPr/>
                <p14:nvPr/>
              </p14:nvContentPartPr>
              <p14:xfrm>
                <a:off x="5377360" y="857520"/>
                <a:ext cx="23400" cy="317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C07E4ED-B0FB-C5BA-2781-BE0DD3B9BE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71240" y="851400"/>
                  <a:ext cx="35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4F2C64B-3B6D-3E67-A721-63339D8EDE7E}"/>
                    </a:ext>
                  </a:extLst>
                </p14:cNvPr>
                <p14:cNvContentPartPr/>
                <p14:nvPr/>
              </p14:nvContentPartPr>
              <p14:xfrm>
                <a:off x="5389960" y="1068120"/>
                <a:ext cx="4320" cy="26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4F2C64B-3B6D-3E67-A721-63339D8EDE7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383840" y="1062000"/>
                  <a:ext cx="16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3638039-3AF5-8123-3F99-E1E7B8AA888C}"/>
                    </a:ext>
                  </a:extLst>
                </p14:cNvPr>
                <p14:cNvContentPartPr/>
                <p14:nvPr/>
              </p14:nvContentPartPr>
              <p14:xfrm>
                <a:off x="5360080" y="822600"/>
                <a:ext cx="258480" cy="365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3638039-3AF5-8123-3F99-E1E7B8AA888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53960" y="816480"/>
                  <a:ext cx="2707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22A0A20-D5FC-D4B6-C3CB-A46773FF1F22}"/>
                    </a:ext>
                  </a:extLst>
                </p14:cNvPr>
                <p14:cNvContentPartPr/>
                <p14:nvPr/>
              </p14:nvContentPartPr>
              <p14:xfrm>
                <a:off x="5688040" y="849600"/>
                <a:ext cx="377640" cy="304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22A0A20-D5FC-D4B6-C3CB-A46773FF1F2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681920" y="843480"/>
                  <a:ext cx="3898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B4264FE-B0AD-2A45-A0CC-97EBD42A01DA}"/>
                    </a:ext>
                  </a:extLst>
                </p14:cNvPr>
                <p14:cNvContentPartPr/>
                <p14:nvPr/>
              </p14:nvContentPartPr>
              <p14:xfrm>
                <a:off x="6174400" y="937800"/>
                <a:ext cx="279720" cy="33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B4264FE-B0AD-2A45-A0CC-97EBD42A01D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68280" y="931680"/>
                  <a:ext cx="291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1A2F01C-4774-9360-08D9-F81B042C27C4}"/>
                    </a:ext>
                  </a:extLst>
                </p14:cNvPr>
                <p14:cNvContentPartPr/>
                <p14:nvPr/>
              </p14:nvContentPartPr>
              <p14:xfrm>
                <a:off x="6270880" y="1013760"/>
                <a:ext cx="249120" cy="59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1A2F01C-4774-9360-08D9-F81B042C27C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64760" y="1007640"/>
                  <a:ext cx="261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4C27E19-A403-5D9A-DAF4-BBD0F4D0AC81}"/>
                    </a:ext>
                  </a:extLst>
                </p14:cNvPr>
                <p14:cNvContentPartPr/>
                <p14:nvPr/>
              </p14:nvContentPartPr>
              <p14:xfrm>
                <a:off x="6678040" y="761760"/>
                <a:ext cx="211680" cy="279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4C27E19-A403-5D9A-DAF4-BBD0F4D0AC8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71920" y="755640"/>
                  <a:ext cx="2239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D439AA9-26CC-B8BC-EDEA-6D1712C928F7}"/>
                    </a:ext>
                  </a:extLst>
                </p14:cNvPr>
                <p14:cNvContentPartPr/>
                <p14:nvPr/>
              </p14:nvContentPartPr>
              <p14:xfrm>
                <a:off x="6912400" y="820440"/>
                <a:ext cx="52560" cy="259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D439AA9-26CC-B8BC-EDEA-6D1712C928F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06280" y="814320"/>
                  <a:ext cx="64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2FA81C6-E810-8AC2-13E6-B00389D410B7}"/>
                    </a:ext>
                  </a:extLst>
                </p14:cNvPr>
                <p14:cNvContentPartPr/>
                <p14:nvPr/>
              </p14:nvContentPartPr>
              <p14:xfrm>
                <a:off x="6918160" y="808560"/>
                <a:ext cx="186480" cy="249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2FA81C6-E810-8AC2-13E6-B00389D410B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12040" y="802440"/>
                  <a:ext cx="1987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B6727B-5A3E-5678-1A0C-89B346073E19}"/>
                    </a:ext>
                  </a:extLst>
                </p14:cNvPr>
                <p14:cNvContentPartPr/>
                <p14:nvPr/>
              </p14:nvContentPartPr>
              <p14:xfrm>
                <a:off x="7219480" y="789120"/>
                <a:ext cx="185760" cy="365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B6727B-5A3E-5678-1A0C-89B346073E1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13360" y="783000"/>
                  <a:ext cx="1980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2F710B8-2AD2-C64E-7506-74D02449EA95}"/>
                    </a:ext>
                  </a:extLst>
                </p14:cNvPr>
                <p14:cNvContentPartPr/>
                <p14:nvPr/>
              </p14:nvContentPartPr>
              <p14:xfrm>
                <a:off x="7314520" y="1005480"/>
                <a:ext cx="14400" cy="17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2F710B8-2AD2-C64E-7506-74D02449EA9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308400" y="999360"/>
                  <a:ext cx="26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4F65AB9-C3DA-D4A2-49BF-3692BD076222}"/>
                    </a:ext>
                  </a:extLst>
                </p14:cNvPr>
                <p14:cNvContentPartPr/>
                <p14:nvPr/>
              </p14:nvContentPartPr>
              <p14:xfrm>
                <a:off x="7242160" y="990720"/>
                <a:ext cx="144720" cy="7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4F65AB9-C3DA-D4A2-49BF-3692BD07622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36040" y="984600"/>
                  <a:ext cx="1569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8C4681-1993-939B-1F59-04E793A0B61D}"/>
                    </a:ext>
                  </a:extLst>
                </p14:cNvPr>
                <p14:cNvContentPartPr/>
                <p14:nvPr/>
              </p14:nvContentPartPr>
              <p14:xfrm>
                <a:off x="5036800" y="848880"/>
                <a:ext cx="848160" cy="472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8C4681-1993-939B-1F59-04E793A0B61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030680" y="842760"/>
                  <a:ext cx="86040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944123D-2120-2536-48CC-6EBE603CF29E}"/>
                    </a:ext>
                  </a:extLst>
                </p14:cNvPr>
                <p14:cNvContentPartPr/>
                <p14:nvPr/>
              </p14:nvContentPartPr>
              <p14:xfrm>
                <a:off x="6195640" y="720360"/>
                <a:ext cx="1087920" cy="496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944123D-2120-2536-48CC-6EBE603CF29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189520" y="714240"/>
                  <a:ext cx="1100160" cy="50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939DBEB-6768-D49E-A27C-315D8AD5B610}"/>
                  </a:ext>
                </a:extLst>
              </p14:cNvPr>
              <p14:cNvContentPartPr/>
              <p14:nvPr/>
            </p14:nvContentPartPr>
            <p14:xfrm>
              <a:off x="4760320" y="1444680"/>
              <a:ext cx="2711520" cy="7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939DBEB-6768-D49E-A27C-315D8AD5B61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754200" y="1432440"/>
                <a:ext cx="27237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0820C8C-BB55-5E2C-4245-A816327A3523}"/>
                  </a:ext>
                </a:extLst>
              </p14:cNvPr>
              <p14:cNvContentPartPr/>
              <p14:nvPr/>
            </p14:nvContentPartPr>
            <p14:xfrm>
              <a:off x="6180880" y="1569600"/>
              <a:ext cx="24480" cy="2635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0820C8C-BB55-5E2C-4245-A816327A352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174760" y="1563480"/>
                <a:ext cx="36720" cy="27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3C54E77-9149-0794-0440-F78BD1F22C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704" y="5651500"/>
            <a:ext cx="6919092" cy="5721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135C82-93CD-217B-4A34-1411285479F2}"/>
                  </a:ext>
                </a:extLst>
              </p14:cNvPr>
              <p14:cNvContentPartPr/>
              <p14:nvPr/>
            </p14:nvContentPartPr>
            <p14:xfrm>
              <a:off x="479560" y="5469720"/>
              <a:ext cx="1026720" cy="559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135C82-93CD-217B-4A34-1411285479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440" y="5463600"/>
                <a:ext cx="1038960" cy="57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1BB5EA6-28DC-1C06-7BDD-B30777013B82}"/>
              </a:ext>
            </a:extLst>
          </p:cNvPr>
          <p:cNvGrpSpPr/>
          <p:nvPr/>
        </p:nvGrpSpPr>
        <p:grpSpPr>
          <a:xfrm>
            <a:off x="2263360" y="6672840"/>
            <a:ext cx="1849680" cy="556920"/>
            <a:chOff x="2263360" y="6672840"/>
            <a:chExt cx="1849680" cy="55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285927-67EB-DE72-82FA-C89FADD9B5F2}"/>
                    </a:ext>
                  </a:extLst>
                </p14:cNvPr>
                <p14:cNvContentPartPr/>
                <p14:nvPr/>
              </p14:nvContentPartPr>
              <p14:xfrm>
                <a:off x="2849080" y="6672840"/>
                <a:ext cx="481320" cy="364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285927-67EB-DE72-82FA-C89FADD9B5F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42960" y="6666720"/>
                  <a:ext cx="4935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6E57F11-A3A6-6C37-D1E6-14AA345D4137}"/>
                    </a:ext>
                  </a:extLst>
                </p14:cNvPr>
                <p14:cNvContentPartPr/>
                <p14:nvPr/>
              </p14:nvContentPartPr>
              <p14:xfrm>
                <a:off x="3468280" y="6810000"/>
                <a:ext cx="153360" cy="41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6E57F11-A3A6-6C37-D1E6-14AA345D413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62160" y="6803880"/>
                  <a:ext cx="1656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D256722-46F7-B8EE-CDCB-658ED2EF6AAE}"/>
                    </a:ext>
                  </a:extLst>
                </p14:cNvPr>
                <p14:cNvContentPartPr/>
                <p14:nvPr/>
              </p14:nvContentPartPr>
              <p14:xfrm>
                <a:off x="3455320" y="6965880"/>
                <a:ext cx="255600" cy="70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D256722-46F7-B8EE-CDCB-658ED2EF6AA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49200" y="6959760"/>
                  <a:ext cx="267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D66D7E-E830-31C5-4A08-767E98965AE0}"/>
                    </a:ext>
                  </a:extLst>
                </p14:cNvPr>
                <p14:cNvContentPartPr/>
                <p14:nvPr/>
              </p14:nvContentPartPr>
              <p14:xfrm>
                <a:off x="2263360" y="6707040"/>
                <a:ext cx="323280" cy="310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D66D7E-E830-31C5-4A08-767E98965AE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57240" y="6700920"/>
                  <a:ext cx="3355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138201-BB4F-D39E-DFA5-84E0F4A5EE26}"/>
                    </a:ext>
                  </a:extLst>
                </p14:cNvPr>
                <p14:cNvContentPartPr/>
                <p14:nvPr/>
              </p14:nvContentPartPr>
              <p14:xfrm>
                <a:off x="2558200" y="6694440"/>
                <a:ext cx="243000" cy="431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8138201-BB4F-D39E-DFA5-84E0F4A5EE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52080" y="6688320"/>
                  <a:ext cx="25524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4DDBB5-C630-A8D5-F1FD-D2539C1A979F}"/>
                    </a:ext>
                  </a:extLst>
                </p14:cNvPr>
                <p14:cNvContentPartPr/>
                <p14:nvPr/>
              </p14:nvContentPartPr>
              <p14:xfrm>
                <a:off x="3922600" y="6716040"/>
                <a:ext cx="169920" cy="22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4DDBB5-C630-A8D5-F1FD-D2539C1A979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16480" y="6709920"/>
                  <a:ext cx="182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03A4E3-8A66-1113-FFEA-9B954BA7CED2}"/>
                    </a:ext>
                  </a:extLst>
                </p14:cNvPr>
                <p14:cNvContentPartPr/>
                <p14:nvPr/>
              </p14:nvContentPartPr>
              <p14:xfrm>
                <a:off x="3977680" y="6811440"/>
                <a:ext cx="135360" cy="26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03A4E3-8A66-1113-FFEA-9B954BA7CED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71560" y="6805320"/>
                  <a:ext cx="1476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FA487EB-8860-A548-619C-CECD087E99D0}"/>
              </a:ext>
            </a:extLst>
          </p:cNvPr>
          <p:cNvGrpSpPr/>
          <p:nvPr/>
        </p:nvGrpSpPr>
        <p:grpSpPr>
          <a:xfrm>
            <a:off x="4412560" y="6658800"/>
            <a:ext cx="1100880" cy="502920"/>
            <a:chOff x="4412560" y="6658800"/>
            <a:chExt cx="1100880" cy="5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8EEC72-DD44-F647-2BE3-DF0E5577C5E6}"/>
                    </a:ext>
                  </a:extLst>
                </p14:cNvPr>
                <p14:cNvContentPartPr/>
                <p14:nvPr/>
              </p14:nvContentPartPr>
              <p14:xfrm>
                <a:off x="4412560" y="6677160"/>
                <a:ext cx="353880" cy="327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8EEC72-DD44-F647-2BE3-DF0E5577C5E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06440" y="6671040"/>
                  <a:ext cx="3661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D3449F3-03B8-6E2E-A2D1-A1088C6AB9D0}"/>
                    </a:ext>
                  </a:extLst>
                </p14:cNvPr>
                <p14:cNvContentPartPr/>
                <p14:nvPr/>
              </p14:nvContentPartPr>
              <p14:xfrm>
                <a:off x="4826560" y="6718560"/>
                <a:ext cx="189360" cy="295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D3449F3-03B8-6E2E-A2D1-A1088C6AB9D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20440" y="6712440"/>
                  <a:ext cx="2016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F1269D-532B-25D3-54BB-6922295B4CF4}"/>
                    </a:ext>
                  </a:extLst>
                </p14:cNvPr>
                <p14:cNvContentPartPr/>
                <p14:nvPr/>
              </p14:nvContentPartPr>
              <p14:xfrm>
                <a:off x="5147320" y="6658800"/>
                <a:ext cx="234000" cy="32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F1269D-532B-25D3-54BB-6922295B4CF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41200" y="6652680"/>
                  <a:ext cx="2462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D533181-7FEF-2343-378E-599868274267}"/>
                    </a:ext>
                  </a:extLst>
                </p14:cNvPr>
                <p14:cNvContentPartPr/>
                <p14:nvPr/>
              </p14:nvContentPartPr>
              <p14:xfrm>
                <a:off x="5415520" y="6892800"/>
                <a:ext cx="97920" cy="268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D533181-7FEF-2343-378E-59986827426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409400" y="6886680"/>
                  <a:ext cx="11016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8EC0C5-8C42-6F9A-D0CA-F0ABC6B72028}"/>
              </a:ext>
            </a:extLst>
          </p:cNvPr>
          <p:cNvGrpSpPr/>
          <p:nvPr/>
        </p:nvGrpSpPr>
        <p:grpSpPr>
          <a:xfrm>
            <a:off x="5784520" y="6709920"/>
            <a:ext cx="632880" cy="398880"/>
            <a:chOff x="5784520" y="6709920"/>
            <a:chExt cx="632880" cy="39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A6F1E5-1380-6448-9422-CF08F50FB5D2}"/>
                    </a:ext>
                  </a:extLst>
                </p14:cNvPr>
                <p14:cNvContentPartPr/>
                <p14:nvPr/>
              </p14:nvContentPartPr>
              <p14:xfrm>
                <a:off x="5784520" y="6709920"/>
                <a:ext cx="46800" cy="306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A6F1E5-1380-6448-9422-CF08F50FB5D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778400" y="6703800"/>
                  <a:ext cx="59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E57D2EE-91B8-1D79-ACEC-FAE4FE60B9EF}"/>
                    </a:ext>
                  </a:extLst>
                </p14:cNvPr>
                <p14:cNvContentPartPr/>
                <p14:nvPr/>
              </p14:nvContentPartPr>
              <p14:xfrm>
                <a:off x="5914480" y="6744480"/>
                <a:ext cx="164160" cy="239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E57D2EE-91B8-1D79-ACEC-FAE4FE60B9E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08360" y="6738360"/>
                  <a:ext cx="176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BAE6852-7441-9CAF-A889-688427677260}"/>
                    </a:ext>
                  </a:extLst>
                </p14:cNvPr>
                <p14:cNvContentPartPr/>
                <p14:nvPr/>
              </p14:nvContentPartPr>
              <p14:xfrm>
                <a:off x="6185920" y="6718560"/>
                <a:ext cx="231480" cy="390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BAE6852-7441-9CAF-A889-6884276772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79800" y="6712440"/>
                  <a:ext cx="243720" cy="40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017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362" y="947983"/>
            <a:ext cx="6783064" cy="7324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020" y="4351704"/>
            <a:ext cx="6939647" cy="4672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0899" y="7102630"/>
            <a:ext cx="6863690" cy="7633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018" y="141293"/>
            <a:ext cx="757188" cy="3280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6409" y="294048"/>
            <a:ext cx="211057" cy="1755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52354" y="108104"/>
            <a:ext cx="252578" cy="34186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95203" y="563500"/>
            <a:ext cx="3286125" cy="16510"/>
          </a:xfrm>
          <a:custGeom>
            <a:avLst/>
            <a:gdLst/>
            <a:ahLst/>
            <a:cxnLst/>
            <a:rect l="l" t="t" r="r" b="b"/>
            <a:pathLst>
              <a:path w="3286125" h="16509">
                <a:moveTo>
                  <a:pt x="3278956" y="3"/>
                </a:moveTo>
                <a:lnTo>
                  <a:pt x="7996" y="0"/>
                </a:lnTo>
                <a:lnTo>
                  <a:pt x="0" y="6939"/>
                </a:lnTo>
                <a:lnTo>
                  <a:pt x="202" y="10079"/>
                </a:lnTo>
                <a:lnTo>
                  <a:pt x="1592" y="12904"/>
                </a:lnTo>
                <a:lnTo>
                  <a:pt x="3956" y="14982"/>
                </a:lnTo>
                <a:lnTo>
                  <a:pt x="5915" y="15793"/>
                </a:lnTo>
                <a:lnTo>
                  <a:pt x="7996" y="15999"/>
                </a:lnTo>
                <a:lnTo>
                  <a:pt x="3277895" y="15999"/>
                </a:lnTo>
                <a:lnTo>
                  <a:pt x="3279976" y="15793"/>
                </a:lnTo>
                <a:lnTo>
                  <a:pt x="3282800" y="14404"/>
                </a:lnTo>
                <a:lnTo>
                  <a:pt x="3284877" y="12039"/>
                </a:lnTo>
                <a:lnTo>
                  <a:pt x="3285891" y="9060"/>
                </a:lnTo>
                <a:lnTo>
                  <a:pt x="3285688" y="5919"/>
                </a:lnTo>
                <a:lnTo>
                  <a:pt x="3284299" y="3094"/>
                </a:lnTo>
                <a:lnTo>
                  <a:pt x="3281935" y="1017"/>
                </a:lnTo>
                <a:lnTo>
                  <a:pt x="3278956" y="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37569" y="175130"/>
            <a:ext cx="557332" cy="33230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33851" y="199245"/>
            <a:ext cx="1070638" cy="313791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08303" y="358316"/>
            <a:ext cx="1075690" cy="208915"/>
            <a:chOff x="3408303" y="358316"/>
            <a:chExt cx="1075690" cy="20891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80684" y="358316"/>
              <a:ext cx="191795" cy="1780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408303" y="550800"/>
              <a:ext cx="1075690" cy="16510"/>
            </a:xfrm>
            <a:custGeom>
              <a:avLst/>
              <a:gdLst/>
              <a:ahLst/>
              <a:cxnLst/>
              <a:rect l="l" t="t" r="r" b="b"/>
              <a:pathLst>
                <a:path w="1075689" h="16509">
                  <a:moveTo>
                    <a:pt x="1068445" y="3"/>
                  </a:moveTo>
                  <a:lnTo>
                    <a:pt x="7995" y="0"/>
                  </a:lnTo>
                  <a:lnTo>
                    <a:pt x="0" y="6939"/>
                  </a:lnTo>
                  <a:lnTo>
                    <a:pt x="201" y="10079"/>
                  </a:lnTo>
                  <a:lnTo>
                    <a:pt x="1591" y="12904"/>
                  </a:lnTo>
                  <a:lnTo>
                    <a:pt x="3956" y="14982"/>
                  </a:lnTo>
                  <a:lnTo>
                    <a:pt x="5915" y="15793"/>
                  </a:lnTo>
                  <a:lnTo>
                    <a:pt x="7995" y="15999"/>
                  </a:lnTo>
                  <a:lnTo>
                    <a:pt x="1067385" y="15999"/>
                  </a:lnTo>
                  <a:lnTo>
                    <a:pt x="1069465" y="15793"/>
                  </a:lnTo>
                  <a:lnTo>
                    <a:pt x="1072290" y="14404"/>
                  </a:lnTo>
                  <a:lnTo>
                    <a:pt x="1074366" y="12039"/>
                  </a:lnTo>
                  <a:lnTo>
                    <a:pt x="1075381" y="9060"/>
                  </a:lnTo>
                  <a:lnTo>
                    <a:pt x="1075178" y="5919"/>
                  </a:lnTo>
                  <a:lnTo>
                    <a:pt x="1073788" y="3094"/>
                  </a:lnTo>
                  <a:lnTo>
                    <a:pt x="1071425" y="1017"/>
                  </a:lnTo>
                  <a:lnTo>
                    <a:pt x="1068445" y="3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6223907" y="1150341"/>
            <a:ext cx="415290" cy="31115"/>
          </a:xfrm>
          <a:custGeom>
            <a:avLst/>
            <a:gdLst/>
            <a:ahLst/>
            <a:cxnLst/>
            <a:rect l="l" t="t" r="r" b="b"/>
            <a:pathLst>
              <a:path w="415290" h="31115">
                <a:moveTo>
                  <a:pt x="119774" y="0"/>
                </a:moveTo>
                <a:lnTo>
                  <a:pt x="47884" y="0"/>
                </a:lnTo>
                <a:lnTo>
                  <a:pt x="26669" y="1847"/>
                </a:lnTo>
                <a:lnTo>
                  <a:pt x="0" y="23817"/>
                </a:lnTo>
                <a:lnTo>
                  <a:pt x="209" y="24837"/>
                </a:lnTo>
                <a:lnTo>
                  <a:pt x="6950" y="30727"/>
                </a:lnTo>
                <a:lnTo>
                  <a:pt x="9032" y="30727"/>
                </a:lnTo>
                <a:lnTo>
                  <a:pt x="19807" y="22001"/>
                </a:lnTo>
                <a:lnTo>
                  <a:pt x="20104" y="21803"/>
                </a:lnTo>
                <a:lnTo>
                  <a:pt x="21026" y="21003"/>
                </a:lnTo>
                <a:lnTo>
                  <a:pt x="21306" y="21003"/>
                </a:lnTo>
                <a:lnTo>
                  <a:pt x="23215" y="19731"/>
                </a:lnTo>
                <a:lnTo>
                  <a:pt x="22668" y="19731"/>
                </a:lnTo>
                <a:lnTo>
                  <a:pt x="24649" y="18776"/>
                </a:lnTo>
                <a:lnTo>
                  <a:pt x="25629" y="18776"/>
                </a:lnTo>
                <a:lnTo>
                  <a:pt x="28510" y="17847"/>
                </a:lnTo>
                <a:lnTo>
                  <a:pt x="27712" y="17847"/>
                </a:lnTo>
                <a:lnTo>
                  <a:pt x="29817" y="17425"/>
                </a:lnTo>
                <a:lnTo>
                  <a:pt x="32122" y="17425"/>
                </a:lnTo>
                <a:lnTo>
                  <a:pt x="48919" y="15967"/>
                </a:lnTo>
                <a:lnTo>
                  <a:pt x="379967" y="15967"/>
                </a:lnTo>
                <a:lnTo>
                  <a:pt x="380274" y="15760"/>
                </a:lnTo>
                <a:lnTo>
                  <a:pt x="400105" y="7454"/>
                </a:lnTo>
                <a:lnTo>
                  <a:pt x="401894" y="6052"/>
                </a:lnTo>
                <a:lnTo>
                  <a:pt x="411753" y="6052"/>
                </a:lnTo>
                <a:lnTo>
                  <a:pt x="411010" y="5467"/>
                </a:lnTo>
                <a:lnTo>
                  <a:pt x="410162" y="5017"/>
                </a:lnTo>
                <a:lnTo>
                  <a:pt x="407041" y="4030"/>
                </a:lnTo>
                <a:lnTo>
                  <a:pt x="404633" y="3658"/>
                </a:lnTo>
                <a:lnTo>
                  <a:pt x="301371" y="3658"/>
                </a:lnTo>
                <a:lnTo>
                  <a:pt x="225497" y="3206"/>
                </a:lnTo>
                <a:lnTo>
                  <a:pt x="186200" y="1847"/>
                </a:lnTo>
                <a:lnTo>
                  <a:pt x="186418" y="1847"/>
                </a:lnTo>
                <a:lnTo>
                  <a:pt x="119774" y="0"/>
                </a:lnTo>
                <a:close/>
              </a:path>
              <a:path w="415290" h="31115">
                <a:moveTo>
                  <a:pt x="400105" y="7454"/>
                </a:moveTo>
                <a:lnTo>
                  <a:pt x="376348" y="23817"/>
                </a:lnTo>
                <a:lnTo>
                  <a:pt x="376554" y="24837"/>
                </a:lnTo>
                <a:lnTo>
                  <a:pt x="383309" y="30727"/>
                </a:lnTo>
                <a:lnTo>
                  <a:pt x="385392" y="30727"/>
                </a:lnTo>
                <a:lnTo>
                  <a:pt x="386375" y="30528"/>
                </a:lnTo>
                <a:lnTo>
                  <a:pt x="407260" y="21803"/>
                </a:lnTo>
                <a:lnTo>
                  <a:pt x="409101" y="20725"/>
                </a:lnTo>
                <a:lnTo>
                  <a:pt x="410051" y="19980"/>
                </a:lnTo>
                <a:lnTo>
                  <a:pt x="404415" y="19980"/>
                </a:lnTo>
                <a:lnTo>
                  <a:pt x="402551" y="19389"/>
                </a:lnTo>
                <a:lnTo>
                  <a:pt x="404308" y="19389"/>
                </a:lnTo>
                <a:lnTo>
                  <a:pt x="402602" y="9965"/>
                </a:lnTo>
                <a:lnTo>
                  <a:pt x="402553" y="9692"/>
                </a:lnTo>
                <a:lnTo>
                  <a:pt x="402440" y="9067"/>
                </a:lnTo>
                <a:lnTo>
                  <a:pt x="402372" y="8694"/>
                </a:lnTo>
                <a:lnTo>
                  <a:pt x="402270" y="8130"/>
                </a:lnTo>
                <a:lnTo>
                  <a:pt x="399242" y="8130"/>
                </a:lnTo>
                <a:lnTo>
                  <a:pt x="400105" y="7454"/>
                </a:lnTo>
                <a:close/>
              </a:path>
              <a:path w="415290" h="31115">
                <a:moveTo>
                  <a:pt x="21026" y="21003"/>
                </a:moveTo>
                <a:lnTo>
                  <a:pt x="19807" y="22001"/>
                </a:lnTo>
                <a:lnTo>
                  <a:pt x="20028" y="22001"/>
                </a:lnTo>
                <a:lnTo>
                  <a:pt x="21026" y="21003"/>
                </a:lnTo>
                <a:close/>
              </a:path>
              <a:path w="415290" h="31115">
                <a:moveTo>
                  <a:pt x="21306" y="21003"/>
                </a:moveTo>
                <a:lnTo>
                  <a:pt x="21026" y="21003"/>
                </a:lnTo>
                <a:lnTo>
                  <a:pt x="20226" y="21803"/>
                </a:lnTo>
                <a:lnTo>
                  <a:pt x="21306" y="21003"/>
                </a:lnTo>
                <a:close/>
              </a:path>
              <a:path w="415290" h="31115">
                <a:moveTo>
                  <a:pt x="402894" y="19389"/>
                </a:moveTo>
                <a:lnTo>
                  <a:pt x="402551" y="19389"/>
                </a:lnTo>
                <a:lnTo>
                  <a:pt x="404415" y="19980"/>
                </a:lnTo>
                <a:lnTo>
                  <a:pt x="404370" y="19731"/>
                </a:lnTo>
                <a:lnTo>
                  <a:pt x="405110" y="19731"/>
                </a:lnTo>
                <a:lnTo>
                  <a:pt x="402894" y="19389"/>
                </a:lnTo>
                <a:close/>
              </a:path>
              <a:path w="415290" h="31115">
                <a:moveTo>
                  <a:pt x="411753" y="6052"/>
                </a:moveTo>
                <a:lnTo>
                  <a:pt x="401894" y="6052"/>
                </a:lnTo>
                <a:lnTo>
                  <a:pt x="404197" y="18776"/>
                </a:lnTo>
                <a:lnTo>
                  <a:pt x="404308" y="19389"/>
                </a:lnTo>
                <a:lnTo>
                  <a:pt x="404415" y="19980"/>
                </a:lnTo>
                <a:lnTo>
                  <a:pt x="410051" y="19980"/>
                </a:lnTo>
                <a:lnTo>
                  <a:pt x="414867" y="11885"/>
                </a:lnTo>
                <a:lnTo>
                  <a:pt x="414519" y="9965"/>
                </a:lnTo>
                <a:lnTo>
                  <a:pt x="414181" y="9067"/>
                </a:lnTo>
                <a:lnTo>
                  <a:pt x="413212" y="7454"/>
                </a:lnTo>
                <a:lnTo>
                  <a:pt x="412542" y="6675"/>
                </a:lnTo>
                <a:lnTo>
                  <a:pt x="411753" y="6052"/>
                </a:lnTo>
                <a:close/>
              </a:path>
              <a:path w="415290" h="31115">
                <a:moveTo>
                  <a:pt x="24649" y="18776"/>
                </a:moveTo>
                <a:lnTo>
                  <a:pt x="22668" y="19731"/>
                </a:lnTo>
                <a:lnTo>
                  <a:pt x="23729" y="19389"/>
                </a:lnTo>
                <a:lnTo>
                  <a:pt x="24649" y="18776"/>
                </a:lnTo>
                <a:close/>
              </a:path>
              <a:path w="415290" h="31115">
                <a:moveTo>
                  <a:pt x="23729" y="19389"/>
                </a:moveTo>
                <a:lnTo>
                  <a:pt x="22668" y="19731"/>
                </a:lnTo>
                <a:lnTo>
                  <a:pt x="23215" y="19731"/>
                </a:lnTo>
                <a:lnTo>
                  <a:pt x="23729" y="19389"/>
                </a:lnTo>
                <a:close/>
              </a:path>
              <a:path w="415290" h="31115">
                <a:moveTo>
                  <a:pt x="379967" y="15967"/>
                </a:moveTo>
                <a:lnTo>
                  <a:pt x="118642" y="15967"/>
                </a:lnTo>
                <a:lnTo>
                  <a:pt x="186143" y="17847"/>
                </a:lnTo>
                <a:lnTo>
                  <a:pt x="185895" y="17847"/>
                </a:lnTo>
                <a:lnTo>
                  <a:pt x="230898" y="19389"/>
                </a:lnTo>
                <a:lnTo>
                  <a:pt x="313389" y="19731"/>
                </a:lnTo>
                <a:lnTo>
                  <a:pt x="376926" y="19731"/>
                </a:lnTo>
                <a:lnTo>
                  <a:pt x="377317" y="18776"/>
                </a:lnTo>
                <a:lnTo>
                  <a:pt x="377918" y="17847"/>
                </a:lnTo>
                <a:lnTo>
                  <a:pt x="379411" y="16342"/>
                </a:lnTo>
                <a:lnTo>
                  <a:pt x="379967" y="15967"/>
                </a:lnTo>
                <a:close/>
              </a:path>
              <a:path w="415290" h="31115">
                <a:moveTo>
                  <a:pt x="404308" y="19389"/>
                </a:moveTo>
                <a:lnTo>
                  <a:pt x="402894" y="19389"/>
                </a:lnTo>
                <a:lnTo>
                  <a:pt x="405110" y="19731"/>
                </a:lnTo>
                <a:lnTo>
                  <a:pt x="404370" y="19731"/>
                </a:lnTo>
                <a:lnTo>
                  <a:pt x="404308" y="19389"/>
                </a:lnTo>
                <a:close/>
              </a:path>
              <a:path w="415290" h="31115">
                <a:moveTo>
                  <a:pt x="25629" y="18776"/>
                </a:moveTo>
                <a:lnTo>
                  <a:pt x="24649" y="18776"/>
                </a:lnTo>
                <a:lnTo>
                  <a:pt x="23729" y="19389"/>
                </a:lnTo>
                <a:lnTo>
                  <a:pt x="25629" y="18776"/>
                </a:lnTo>
                <a:close/>
              </a:path>
              <a:path w="415290" h="31115">
                <a:moveTo>
                  <a:pt x="29817" y="17425"/>
                </a:moveTo>
                <a:lnTo>
                  <a:pt x="27712" y="17847"/>
                </a:lnTo>
                <a:lnTo>
                  <a:pt x="28510" y="17847"/>
                </a:lnTo>
                <a:lnTo>
                  <a:pt x="29817" y="17425"/>
                </a:lnTo>
                <a:close/>
              </a:path>
              <a:path w="415290" h="31115">
                <a:moveTo>
                  <a:pt x="32122" y="17425"/>
                </a:moveTo>
                <a:lnTo>
                  <a:pt x="29817" y="17425"/>
                </a:lnTo>
                <a:lnTo>
                  <a:pt x="28510" y="17847"/>
                </a:lnTo>
                <a:lnTo>
                  <a:pt x="27264" y="17847"/>
                </a:lnTo>
                <a:lnTo>
                  <a:pt x="32122" y="17425"/>
                </a:lnTo>
                <a:close/>
              </a:path>
              <a:path w="415290" h="31115">
                <a:moveTo>
                  <a:pt x="401084" y="7044"/>
                </a:moveTo>
                <a:lnTo>
                  <a:pt x="400105" y="7454"/>
                </a:lnTo>
                <a:lnTo>
                  <a:pt x="399242" y="8130"/>
                </a:lnTo>
                <a:lnTo>
                  <a:pt x="401084" y="7044"/>
                </a:lnTo>
                <a:close/>
              </a:path>
              <a:path w="415290" h="31115">
                <a:moveTo>
                  <a:pt x="402074" y="7044"/>
                </a:moveTo>
                <a:lnTo>
                  <a:pt x="401084" y="7044"/>
                </a:lnTo>
                <a:lnTo>
                  <a:pt x="399242" y="8130"/>
                </a:lnTo>
                <a:lnTo>
                  <a:pt x="402270" y="8130"/>
                </a:lnTo>
                <a:lnTo>
                  <a:pt x="402148" y="7454"/>
                </a:lnTo>
                <a:lnTo>
                  <a:pt x="402074" y="7044"/>
                </a:lnTo>
                <a:close/>
              </a:path>
              <a:path w="415290" h="31115">
                <a:moveTo>
                  <a:pt x="401894" y="6052"/>
                </a:moveTo>
                <a:lnTo>
                  <a:pt x="400105" y="7454"/>
                </a:lnTo>
                <a:lnTo>
                  <a:pt x="401084" y="7044"/>
                </a:lnTo>
                <a:lnTo>
                  <a:pt x="402074" y="7044"/>
                </a:lnTo>
                <a:lnTo>
                  <a:pt x="402007" y="6675"/>
                </a:lnTo>
                <a:lnTo>
                  <a:pt x="401894" y="605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7397" y="1331118"/>
            <a:ext cx="499745" cy="75565"/>
          </a:xfrm>
          <a:custGeom>
            <a:avLst/>
            <a:gdLst/>
            <a:ahLst/>
            <a:cxnLst/>
            <a:rect l="l" t="t" r="r" b="b"/>
            <a:pathLst>
              <a:path w="499744" h="75565">
                <a:moveTo>
                  <a:pt x="494748" y="33126"/>
                </a:moveTo>
                <a:lnTo>
                  <a:pt x="478691" y="33126"/>
                </a:lnTo>
                <a:lnTo>
                  <a:pt x="479397" y="35780"/>
                </a:lnTo>
                <a:lnTo>
                  <a:pt x="478922" y="35780"/>
                </a:lnTo>
                <a:lnTo>
                  <a:pt x="479493" y="42348"/>
                </a:lnTo>
                <a:lnTo>
                  <a:pt x="479605" y="43630"/>
                </a:lnTo>
                <a:lnTo>
                  <a:pt x="480345" y="53628"/>
                </a:lnTo>
                <a:lnTo>
                  <a:pt x="480440" y="54899"/>
                </a:lnTo>
                <a:lnTo>
                  <a:pt x="480527" y="56083"/>
                </a:lnTo>
                <a:lnTo>
                  <a:pt x="491067" y="75086"/>
                </a:lnTo>
                <a:lnTo>
                  <a:pt x="491937" y="75086"/>
                </a:lnTo>
                <a:lnTo>
                  <a:pt x="499335" y="67226"/>
                </a:lnTo>
                <a:lnTo>
                  <a:pt x="499294" y="66187"/>
                </a:lnTo>
                <a:lnTo>
                  <a:pt x="496281" y="53628"/>
                </a:lnTo>
                <a:lnTo>
                  <a:pt x="495645" y="43630"/>
                </a:lnTo>
                <a:lnTo>
                  <a:pt x="495550" y="42348"/>
                </a:lnTo>
                <a:lnTo>
                  <a:pt x="494979" y="35780"/>
                </a:lnTo>
                <a:lnTo>
                  <a:pt x="479397" y="35780"/>
                </a:lnTo>
                <a:lnTo>
                  <a:pt x="478811" y="34513"/>
                </a:lnTo>
                <a:lnTo>
                  <a:pt x="494869" y="34513"/>
                </a:lnTo>
                <a:lnTo>
                  <a:pt x="494748" y="33126"/>
                </a:lnTo>
                <a:close/>
              </a:path>
              <a:path w="499744" h="75565">
                <a:moveTo>
                  <a:pt x="478691" y="33126"/>
                </a:moveTo>
                <a:lnTo>
                  <a:pt x="478811" y="34513"/>
                </a:lnTo>
                <a:lnTo>
                  <a:pt x="479397" y="35780"/>
                </a:lnTo>
                <a:lnTo>
                  <a:pt x="478691" y="33126"/>
                </a:lnTo>
                <a:close/>
              </a:path>
              <a:path w="499744" h="75565">
                <a:moveTo>
                  <a:pt x="477419" y="31498"/>
                </a:moveTo>
                <a:lnTo>
                  <a:pt x="478811" y="34513"/>
                </a:lnTo>
                <a:lnTo>
                  <a:pt x="478691" y="33126"/>
                </a:lnTo>
                <a:lnTo>
                  <a:pt x="494748" y="33126"/>
                </a:lnTo>
                <a:lnTo>
                  <a:pt x="494709" y="32679"/>
                </a:lnTo>
                <a:lnTo>
                  <a:pt x="478895" y="32679"/>
                </a:lnTo>
                <a:lnTo>
                  <a:pt x="477419" y="31498"/>
                </a:lnTo>
                <a:close/>
              </a:path>
              <a:path w="499744" h="75565">
                <a:moveTo>
                  <a:pt x="476630" y="29790"/>
                </a:moveTo>
                <a:lnTo>
                  <a:pt x="477419" y="31498"/>
                </a:lnTo>
                <a:lnTo>
                  <a:pt x="478895" y="32679"/>
                </a:lnTo>
                <a:lnTo>
                  <a:pt x="476630" y="29790"/>
                </a:lnTo>
                <a:close/>
              </a:path>
              <a:path w="499744" h="75565">
                <a:moveTo>
                  <a:pt x="494110" y="29790"/>
                </a:moveTo>
                <a:lnTo>
                  <a:pt x="476630" y="29790"/>
                </a:lnTo>
                <a:lnTo>
                  <a:pt x="478895" y="32679"/>
                </a:lnTo>
                <a:lnTo>
                  <a:pt x="494709" y="32679"/>
                </a:lnTo>
                <a:lnTo>
                  <a:pt x="494627" y="31737"/>
                </a:lnTo>
                <a:lnTo>
                  <a:pt x="494110" y="29790"/>
                </a:lnTo>
                <a:close/>
              </a:path>
              <a:path w="499744" h="75565">
                <a:moveTo>
                  <a:pt x="470529" y="25987"/>
                </a:moveTo>
                <a:lnTo>
                  <a:pt x="477419" y="31498"/>
                </a:lnTo>
                <a:lnTo>
                  <a:pt x="476630" y="29790"/>
                </a:lnTo>
                <a:lnTo>
                  <a:pt x="494110" y="29790"/>
                </a:lnTo>
                <a:lnTo>
                  <a:pt x="493921" y="29077"/>
                </a:lnTo>
                <a:lnTo>
                  <a:pt x="492690" y="26410"/>
                </a:lnTo>
                <a:lnTo>
                  <a:pt x="471517" y="26410"/>
                </a:lnTo>
                <a:lnTo>
                  <a:pt x="470529" y="25987"/>
                </a:lnTo>
                <a:close/>
              </a:path>
              <a:path w="499744" h="75565">
                <a:moveTo>
                  <a:pt x="469671" y="25300"/>
                </a:moveTo>
                <a:lnTo>
                  <a:pt x="470529" y="25987"/>
                </a:lnTo>
                <a:lnTo>
                  <a:pt x="471517" y="26410"/>
                </a:lnTo>
                <a:lnTo>
                  <a:pt x="469671" y="25300"/>
                </a:lnTo>
                <a:close/>
              </a:path>
              <a:path w="499744" h="75565">
                <a:moveTo>
                  <a:pt x="492177" y="25300"/>
                </a:moveTo>
                <a:lnTo>
                  <a:pt x="469671" y="25300"/>
                </a:lnTo>
                <a:lnTo>
                  <a:pt x="471517" y="26410"/>
                </a:lnTo>
                <a:lnTo>
                  <a:pt x="492690" y="26410"/>
                </a:lnTo>
                <a:lnTo>
                  <a:pt x="492177" y="25300"/>
                </a:lnTo>
                <a:close/>
              </a:path>
              <a:path w="499744" h="75565">
                <a:moveTo>
                  <a:pt x="459299" y="21172"/>
                </a:moveTo>
                <a:lnTo>
                  <a:pt x="470529" y="25987"/>
                </a:lnTo>
                <a:lnTo>
                  <a:pt x="469671" y="25300"/>
                </a:lnTo>
                <a:lnTo>
                  <a:pt x="492177" y="25300"/>
                </a:lnTo>
                <a:lnTo>
                  <a:pt x="490893" y="22519"/>
                </a:lnTo>
                <a:lnTo>
                  <a:pt x="490572" y="21993"/>
                </a:lnTo>
                <a:lnTo>
                  <a:pt x="490054" y="21332"/>
                </a:lnTo>
                <a:lnTo>
                  <a:pt x="460019" y="21332"/>
                </a:lnTo>
                <a:lnTo>
                  <a:pt x="459299" y="21172"/>
                </a:lnTo>
                <a:close/>
              </a:path>
              <a:path w="499744" h="75565">
                <a:moveTo>
                  <a:pt x="459042" y="21015"/>
                </a:moveTo>
                <a:lnTo>
                  <a:pt x="459299" y="21172"/>
                </a:lnTo>
                <a:lnTo>
                  <a:pt x="460019" y="21332"/>
                </a:lnTo>
                <a:lnTo>
                  <a:pt x="459042" y="21015"/>
                </a:lnTo>
                <a:close/>
              </a:path>
              <a:path w="499744" h="75565">
                <a:moveTo>
                  <a:pt x="489666" y="20873"/>
                </a:moveTo>
                <a:lnTo>
                  <a:pt x="458603" y="20873"/>
                </a:lnTo>
                <a:lnTo>
                  <a:pt x="460019" y="21332"/>
                </a:lnTo>
                <a:lnTo>
                  <a:pt x="490054" y="21332"/>
                </a:lnTo>
                <a:lnTo>
                  <a:pt x="489666" y="20873"/>
                </a:lnTo>
                <a:close/>
              </a:path>
              <a:path w="499744" h="75565">
                <a:moveTo>
                  <a:pt x="483633" y="15986"/>
                </a:moveTo>
                <a:lnTo>
                  <a:pt x="412038" y="15986"/>
                </a:lnTo>
                <a:lnTo>
                  <a:pt x="432054" y="16445"/>
                </a:lnTo>
                <a:lnTo>
                  <a:pt x="431787" y="16445"/>
                </a:lnTo>
                <a:lnTo>
                  <a:pt x="444298" y="17785"/>
                </a:lnTo>
                <a:lnTo>
                  <a:pt x="444055" y="17785"/>
                </a:lnTo>
                <a:lnTo>
                  <a:pt x="459299" y="21172"/>
                </a:lnTo>
                <a:lnTo>
                  <a:pt x="458603" y="20873"/>
                </a:lnTo>
                <a:lnTo>
                  <a:pt x="489666" y="20873"/>
                </a:lnTo>
                <a:lnTo>
                  <a:pt x="489373" y="20577"/>
                </a:lnTo>
                <a:lnTo>
                  <a:pt x="483633" y="15986"/>
                </a:lnTo>
                <a:close/>
              </a:path>
              <a:path w="499744" h="75565">
                <a:moveTo>
                  <a:pt x="433088" y="496"/>
                </a:moveTo>
                <a:lnTo>
                  <a:pt x="16490" y="496"/>
                </a:lnTo>
                <a:lnTo>
                  <a:pt x="15205" y="688"/>
                </a:lnTo>
                <a:lnTo>
                  <a:pt x="0" y="10153"/>
                </a:lnTo>
                <a:lnTo>
                  <a:pt x="20" y="13300"/>
                </a:lnTo>
                <a:lnTo>
                  <a:pt x="6787" y="19728"/>
                </a:lnTo>
                <a:lnTo>
                  <a:pt x="9000" y="19728"/>
                </a:lnTo>
                <a:lnTo>
                  <a:pt x="10549" y="19302"/>
                </a:lnTo>
                <a:lnTo>
                  <a:pt x="13590" y="17785"/>
                </a:lnTo>
                <a:lnTo>
                  <a:pt x="13034" y="17785"/>
                </a:lnTo>
                <a:lnTo>
                  <a:pt x="15085" y="17023"/>
                </a:lnTo>
                <a:lnTo>
                  <a:pt x="15832" y="17023"/>
                </a:lnTo>
                <a:lnTo>
                  <a:pt x="18145" y="16445"/>
                </a:lnTo>
                <a:lnTo>
                  <a:pt x="17502" y="16445"/>
                </a:lnTo>
                <a:lnTo>
                  <a:pt x="19085" y="16210"/>
                </a:lnTo>
                <a:lnTo>
                  <a:pt x="22081" y="16210"/>
                </a:lnTo>
                <a:lnTo>
                  <a:pt x="26517" y="15986"/>
                </a:lnTo>
                <a:lnTo>
                  <a:pt x="483633" y="15986"/>
                </a:lnTo>
                <a:lnTo>
                  <a:pt x="447108" y="2071"/>
                </a:lnTo>
                <a:lnTo>
                  <a:pt x="446002" y="1878"/>
                </a:lnTo>
                <a:lnTo>
                  <a:pt x="433088" y="496"/>
                </a:lnTo>
                <a:close/>
              </a:path>
              <a:path w="499744" h="75565">
                <a:moveTo>
                  <a:pt x="15111" y="17023"/>
                </a:moveTo>
                <a:lnTo>
                  <a:pt x="13034" y="17785"/>
                </a:lnTo>
                <a:lnTo>
                  <a:pt x="12783" y="17785"/>
                </a:lnTo>
                <a:lnTo>
                  <a:pt x="14393" y="17382"/>
                </a:lnTo>
                <a:lnTo>
                  <a:pt x="15111" y="17023"/>
                </a:lnTo>
                <a:close/>
              </a:path>
              <a:path w="499744" h="75565">
                <a:moveTo>
                  <a:pt x="14393" y="17382"/>
                </a:moveTo>
                <a:lnTo>
                  <a:pt x="12783" y="17785"/>
                </a:lnTo>
                <a:lnTo>
                  <a:pt x="13590" y="17785"/>
                </a:lnTo>
                <a:lnTo>
                  <a:pt x="14393" y="17382"/>
                </a:lnTo>
                <a:close/>
              </a:path>
              <a:path w="499744" h="75565">
                <a:moveTo>
                  <a:pt x="15832" y="17023"/>
                </a:moveTo>
                <a:lnTo>
                  <a:pt x="15111" y="17023"/>
                </a:lnTo>
                <a:lnTo>
                  <a:pt x="14393" y="17382"/>
                </a:lnTo>
                <a:lnTo>
                  <a:pt x="15832" y="17023"/>
                </a:lnTo>
                <a:close/>
              </a:path>
              <a:path w="499744" h="75565">
                <a:moveTo>
                  <a:pt x="19085" y="16210"/>
                </a:moveTo>
                <a:lnTo>
                  <a:pt x="17502" y="16445"/>
                </a:lnTo>
                <a:lnTo>
                  <a:pt x="18145" y="16445"/>
                </a:lnTo>
                <a:lnTo>
                  <a:pt x="19085" y="16210"/>
                </a:lnTo>
                <a:close/>
              </a:path>
              <a:path w="499744" h="75565">
                <a:moveTo>
                  <a:pt x="22081" y="16210"/>
                </a:moveTo>
                <a:lnTo>
                  <a:pt x="19085" y="16210"/>
                </a:lnTo>
                <a:lnTo>
                  <a:pt x="18145" y="16445"/>
                </a:lnTo>
                <a:lnTo>
                  <a:pt x="17418" y="16445"/>
                </a:lnTo>
                <a:lnTo>
                  <a:pt x="22081" y="16210"/>
                </a:lnTo>
                <a:close/>
              </a:path>
              <a:path w="499744" h="75565">
                <a:moveTo>
                  <a:pt x="412405" y="0"/>
                </a:moveTo>
                <a:lnTo>
                  <a:pt x="25970" y="0"/>
                </a:lnTo>
                <a:lnTo>
                  <a:pt x="15979" y="496"/>
                </a:lnTo>
                <a:lnTo>
                  <a:pt x="434385" y="496"/>
                </a:lnTo>
                <a:lnTo>
                  <a:pt x="41240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79574" y="1840731"/>
            <a:ext cx="133471" cy="23738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90450" y="1843657"/>
            <a:ext cx="251623" cy="19595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83256" y="1787951"/>
            <a:ext cx="201666" cy="244364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3443247" y="1767813"/>
            <a:ext cx="253365" cy="267970"/>
          </a:xfrm>
          <a:custGeom>
            <a:avLst/>
            <a:gdLst/>
            <a:ahLst/>
            <a:cxnLst/>
            <a:rect l="l" t="t" r="r" b="b"/>
            <a:pathLst>
              <a:path w="253364" h="267969">
                <a:moveTo>
                  <a:pt x="126720" y="159108"/>
                </a:moveTo>
                <a:lnTo>
                  <a:pt x="114757" y="159108"/>
                </a:lnTo>
                <a:lnTo>
                  <a:pt x="112850" y="160183"/>
                </a:lnTo>
                <a:lnTo>
                  <a:pt x="110583" y="162452"/>
                </a:lnTo>
                <a:lnTo>
                  <a:pt x="111298" y="163926"/>
                </a:lnTo>
                <a:lnTo>
                  <a:pt x="111880" y="165023"/>
                </a:lnTo>
                <a:lnTo>
                  <a:pt x="131165" y="218596"/>
                </a:lnTo>
                <a:lnTo>
                  <a:pt x="150337" y="251641"/>
                </a:lnTo>
                <a:lnTo>
                  <a:pt x="171387" y="267450"/>
                </a:lnTo>
                <a:lnTo>
                  <a:pt x="173462" y="267450"/>
                </a:lnTo>
                <a:lnTo>
                  <a:pt x="188879" y="252732"/>
                </a:lnTo>
                <a:lnTo>
                  <a:pt x="169786" y="252732"/>
                </a:lnTo>
                <a:lnTo>
                  <a:pt x="170241" y="252168"/>
                </a:lnTo>
                <a:lnTo>
                  <a:pt x="168963" y="252168"/>
                </a:lnTo>
                <a:lnTo>
                  <a:pt x="170766" y="251351"/>
                </a:lnTo>
                <a:lnTo>
                  <a:pt x="172659" y="251351"/>
                </a:lnTo>
                <a:lnTo>
                  <a:pt x="168654" y="250469"/>
                </a:lnTo>
                <a:lnTo>
                  <a:pt x="170175" y="250469"/>
                </a:lnTo>
                <a:lnTo>
                  <a:pt x="169014" y="249464"/>
                </a:lnTo>
                <a:lnTo>
                  <a:pt x="169497" y="249464"/>
                </a:lnTo>
                <a:lnTo>
                  <a:pt x="162636" y="241409"/>
                </a:lnTo>
                <a:lnTo>
                  <a:pt x="159005" y="235630"/>
                </a:lnTo>
                <a:lnTo>
                  <a:pt x="150418" y="222272"/>
                </a:lnTo>
                <a:lnTo>
                  <a:pt x="149448" y="220022"/>
                </a:lnTo>
                <a:lnTo>
                  <a:pt x="145939" y="212506"/>
                </a:lnTo>
                <a:lnTo>
                  <a:pt x="145341" y="210745"/>
                </a:lnTo>
                <a:lnTo>
                  <a:pt x="126842" y="159398"/>
                </a:lnTo>
                <a:lnTo>
                  <a:pt x="126720" y="159108"/>
                </a:lnTo>
                <a:close/>
              </a:path>
              <a:path w="253364" h="267969">
                <a:moveTo>
                  <a:pt x="171572" y="251351"/>
                </a:moveTo>
                <a:lnTo>
                  <a:pt x="170901" y="251351"/>
                </a:lnTo>
                <a:lnTo>
                  <a:pt x="169786" y="252732"/>
                </a:lnTo>
                <a:lnTo>
                  <a:pt x="171572" y="251351"/>
                </a:lnTo>
                <a:close/>
              </a:path>
              <a:path w="253364" h="267969">
                <a:moveTo>
                  <a:pt x="171572" y="251351"/>
                </a:moveTo>
                <a:lnTo>
                  <a:pt x="169786" y="252732"/>
                </a:lnTo>
                <a:lnTo>
                  <a:pt x="188879" y="252732"/>
                </a:lnTo>
                <a:lnTo>
                  <a:pt x="189137" y="252168"/>
                </a:lnTo>
                <a:lnTo>
                  <a:pt x="189204" y="252021"/>
                </a:lnTo>
                <a:lnTo>
                  <a:pt x="173203" y="252021"/>
                </a:lnTo>
                <a:lnTo>
                  <a:pt x="171572" y="251351"/>
                </a:lnTo>
                <a:close/>
              </a:path>
              <a:path w="253364" h="267969">
                <a:moveTo>
                  <a:pt x="172713" y="250469"/>
                </a:moveTo>
                <a:lnTo>
                  <a:pt x="168963" y="252168"/>
                </a:lnTo>
                <a:lnTo>
                  <a:pt x="170360" y="252021"/>
                </a:lnTo>
                <a:lnTo>
                  <a:pt x="170901" y="251351"/>
                </a:lnTo>
                <a:lnTo>
                  <a:pt x="171572" y="251351"/>
                </a:lnTo>
                <a:lnTo>
                  <a:pt x="172713" y="250469"/>
                </a:lnTo>
                <a:close/>
              </a:path>
              <a:path w="253364" h="267969">
                <a:moveTo>
                  <a:pt x="170360" y="252021"/>
                </a:moveTo>
                <a:lnTo>
                  <a:pt x="168963" y="252168"/>
                </a:lnTo>
                <a:lnTo>
                  <a:pt x="170241" y="252168"/>
                </a:lnTo>
                <a:lnTo>
                  <a:pt x="170360" y="252021"/>
                </a:lnTo>
                <a:close/>
              </a:path>
              <a:path w="253364" h="267969">
                <a:moveTo>
                  <a:pt x="170175" y="250469"/>
                </a:moveTo>
                <a:lnTo>
                  <a:pt x="169424" y="250469"/>
                </a:lnTo>
                <a:lnTo>
                  <a:pt x="173203" y="252021"/>
                </a:lnTo>
                <a:lnTo>
                  <a:pt x="172477" y="251641"/>
                </a:lnTo>
                <a:lnTo>
                  <a:pt x="172016" y="251351"/>
                </a:lnTo>
                <a:lnTo>
                  <a:pt x="171195" y="251351"/>
                </a:lnTo>
                <a:lnTo>
                  <a:pt x="170175" y="250469"/>
                </a:lnTo>
                <a:close/>
              </a:path>
              <a:path w="253364" h="267969">
                <a:moveTo>
                  <a:pt x="172659" y="251351"/>
                </a:moveTo>
                <a:lnTo>
                  <a:pt x="172016" y="251351"/>
                </a:lnTo>
                <a:lnTo>
                  <a:pt x="173082" y="252021"/>
                </a:lnTo>
                <a:lnTo>
                  <a:pt x="170360" y="252021"/>
                </a:lnTo>
                <a:lnTo>
                  <a:pt x="173976" y="251641"/>
                </a:lnTo>
                <a:lnTo>
                  <a:pt x="172659" y="251351"/>
                </a:lnTo>
                <a:close/>
              </a:path>
              <a:path w="253364" h="267969">
                <a:moveTo>
                  <a:pt x="189509" y="251351"/>
                </a:moveTo>
                <a:lnTo>
                  <a:pt x="172659" y="251351"/>
                </a:lnTo>
                <a:lnTo>
                  <a:pt x="173976" y="251641"/>
                </a:lnTo>
                <a:lnTo>
                  <a:pt x="170360" y="252021"/>
                </a:lnTo>
                <a:lnTo>
                  <a:pt x="189204" y="252021"/>
                </a:lnTo>
                <a:lnTo>
                  <a:pt x="189509" y="251351"/>
                </a:lnTo>
                <a:close/>
              </a:path>
              <a:path w="253364" h="267969">
                <a:moveTo>
                  <a:pt x="169014" y="249464"/>
                </a:moveTo>
                <a:lnTo>
                  <a:pt x="171195" y="251351"/>
                </a:lnTo>
                <a:lnTo>
                  <a:pt x="170352" y="250469"/>
                </a:lnTo>
                <a:lnTo>
                  <a:pt x="170053" y="250118"/>
                </a:lnTo>
                <a:lnTo>
                  <a:pt x="169014" y="249464"/>
                </a:lnTo>
                <a:close/>
              </a:path>
              <a:path w="253364" h="267969">
                <a:moveTo>
                  <a:pt x="170053" y="250118"/>
                </a:moveTo>
                <a:lnTo>
                  <a:pt x="171104" y="251351"/>
                </a:lnTo>
                <a:lnTo>
                  <a:pt x="172016" y="251351"/>
                </a:lnTo>
                <a:lnTo>
                  <a:pt x="170053" y="250118"/>
                </a:lnTo>
                <a:close/>
              </a:path>
              <a:path w="253364" h="267969">
                <a:moveTo>
                  <a:pt x="173254" y="248439"/>
                </a:moveTo>
                <a:lnTo>
                  <a:pt x="170901" y="251351"/>
                </a:lnTo>
                <a:lnTo>
                  <a:pt x="170766" y="251351"/>
                </a:lnTo>
                <a:lnTo>
                  <a:pt x="172713" y="250469"/>
                </a:lnTo>
                <a:lnTo>
                  <a:pt x="189912" y="250469"/>
                </a:lnTo>
                <a:lnTo>
                  <a:pt x="190370" y="249464"/>
                </a:lnTo>
                <a:lnTo>
                  <a:pt x="172786" y="249464"/>
                </a:lnTo>
                <a:lnTo>
                  <a:pt x="173254" y="248439"/>
                </a:lnTo>
                <a:close/>
              </a:path>
              <a:path w="253364" h="267969">
                <a:moveTo>
                  <a:pt x="189912" y="250469"/>
                </a:moveTo>
                <a:lnTo>
                  <a:pt x="172713" y="250469"/>
                </a:lnTo>
                <a:lnTo>
                  <a:pt x="171572" y="251351"/>
                </a:lnTo>
                <a:lnTo>
                  <a:pt x="189509" y="251351"/>
                </a:lnTo>
                <a:lnTo>
                  <a:pt x="189912" y="250469"/>
                </a:lnTo>
                <a:close/>
              </a:path>
              <a:path w="253364" h="267969">
                <a:moveTo>
                  <a:pt x="169497" y="249464"/>
                </a:moveTo>
                <a:lnTo>
                  <a:pt x="169014" y="249464"/>
                </a:lnTo>
                <a:lnTo>
                  <a:pt x="170053" y="250118"/>
                </a:lnTo>
                <a:lnTo>
                  <a:pt x="169497" y="249464"/>
                </a:lnTo>
                <a:close/>
              </a:path>
              <a:path w="253364" h="267969">
                <a:moveTo>
                  <a:pt x="173893" y="247648"/>
                </a:moveTo>
                <a:lnTo>
                  <a:pt x="173254" y="248439"/>
                </a:lnTo>
                <a:lnTo>
                  <a:pt x="172786" y="249464"/>
                </a:lnTo>
                <a:lnTo>
                  <a:pt x="173893" y="247648"/>
                </a:lnTo>
                <a:close/>
              </a:path>
              <a:path w="253364" h="267969">
                <a:moveTo>
                  <a:pt x="191198" y="247648"/>
                </a:moveTo>
                <a:lnTo>
                  <a:pt x="173893" y="247648"/>
                </a:lnTo>
                <a:lnTo>
                  <a:pt x="172767" y="249464"/>
                </a:lnTo>
                <a:lnTo>
                  <a:pt x="190370" y="249464"/>
                </a:lnTo>
                <a:lnTo>
                  <a:pt x="191198" y="247648"/>
                </a:lnTo>
                <a:close/>
              </a:path>
              <a:path w="253364" h="267969">
                <a:moveTo>
                  <a:pt x="246697" y="68706"/>
                </a:moveTo>
                <a:lnTo>
                  <a:pt x="243489" y="68706"/>
                </a:lnTo>
                <a:lnTo>
                  <a:pt x="242486" y="68981"/>
                </a:lnTo>
                <a:lnTo>
                  <a:pt x="214567" y="120120"/>
                </a:lnTo>
                <a:lnTo>
                  <a:pt x="191592" y="200705"/>
                </a:lnTo>
                <a:lnTo>
                  <a:pt x="191466" y="201183"/>
                </a:lnTo>
                <a:lnTo>
                  <a:pt x="184032" y="223215"/>
                </a:lnTo>
                <a:lnTo>
                  <a:pt x="182125" y="228994"/>
                </a:lnTo>
                <a:lnTo>
                  <a:pt x="173254" y="248439"/>
                </a:lnTo>
                <a:lnTo>
                  <a:pt x="173893" y="247648"/>
                </a:lnTo>
                <a:lnTo>
                  <a:pt x="191198" y="247648"/>
                </a:lnTo>
                <a:lnTo>
                  <a:pt x="196679" y="235630"/>
                </a:lnTo>
                <a:lnTo>
                  <a:pt x="196980" y="234873"/>
                </a:lnTo>
                <a:lnTo>
                  <a:pt x="206738" y="205926"/>
                </a:lnTo>
                <a:lnTo>
                  <a:pt x="229918" y="124617"/>
                </a:lnTo>
                <a:lnTo>
                  <a:pt x="238448" y="96184"/>
                </a:lnTo>
                <a:lnTo>
                  <a:pt x="240471" y="89524"/>
                </a:lnTo>
                <a:lnTo>
                  <a:pt x="240154" y="89524"/>
                </a:lnTo>
                <a:lnTo>
                  <a:pt x="240903" y="88049"/>
                </a:lnTo>
                <a:lnTo>
                  <a:pt x="240120" y="88049"/>
                </a:lnTo>
                <a:lnTo>
                  <a:pt x="243011" y="85599"/>
                </a:lnTo>
                <a:lnTo>
                  <a:pt x="245014" y="85599"/>
                </a:lnTo>
                <a:lnTo>
                  <a:pt x="249637" y="83285"/>
                </a:lnTo>
                <a:lnTo>
                  <a:pt x="250460" y="82647"/>
                </a:lnTo>
                <a:lnTo>
                  <a:pt x="251849" y="81046"/>
                </a:lnTo>
                <a:lnTo>
                  <a:pt x="252364" y="80142"/>
                </a:lnTo>
                <a:lnTo>
                  <a:pt x="253034" y="78130"/>
                </a:lnTo>
                <a:lnTo>
                  <a:pt x="253014" y="74983"/>
                </a:lnTo>
                <a:lnTo>
                  <a:pt x="252848" y="74376"/>
                </a:lnTo>
                <a:lnTo>
                  <a:pt x="252752" y="74025"/>
                </a:lnTo>
                <a:lnTo>
                  <a:pt x="251791" y="72082"/>
                </a:lnTo>
                <a:lnTo>
                  <a:pt x="251153" y="71260"/>
                </a:lnTo>
                <a:lnTo>
                  <a:pt x="249552" y="69871"/>
                </a:lnTo>
                <a:lnTo>
                  <a:pt x="248648" y="69357"/>
                </a:lnTo>
                <a:lnTo>
                  <a:pt x="246697" y="68706"/>
                </a:lnTo>
                <a:close/>
              </a:path>
              <a:path w="253364" h="267969">
                <a:moveTo>
                  <a:pt x="34349" y="0"/>
                </a:moveTo>
                <a:lnTo>
                  <a:pt x="33218" y="0"/>
                </a:lnTo>
                <a:lnTo>
                  <a:pt x="30746" y="448"/>
                </a:lnTo>
                <a:lnTo>
                  <a:pt x="31004" y="448"/>
                </a:lnTo>
                <a:lnTo>
                  <a:pt x="30073" y="862"/>
                </a:lnTo>
                <a:lnTo>
                  <a:pt x="7785" y="33205"/>
                </a:lnTo>
                <a:lnTo>
                  <a:pt x="0" y="114217"/>
                </a:lnTo>
                <a:lnTo>
                  <a:pt x="1327" y="136784"/>
                </a:lnTo>
                <a:lnTo>
                  <a:pt x="1428" y="138501"/>
                </a:lnTo>
                <a:lnTo>
                  <a:pt x="1512" y="139282"/>
                </a:lnTo>
                <a:lnTo>
                  <a:pt x="5577" y="165023"/>
                </a:lnTo>
                <a:lnTo>
                  <a:pt x="5700" y="165804"/>
                </a:lnTo>
                <a:lnTo>
                  <a:pt x="17754" y="205418"/>
                </a:lnTo>
                <a:lnTo>
                  <a:pt x="37100" y="220313"/>
                </a:lnTo>
                <a:lnTo>
                  <a:pt x="46196" y="220313"/>
                </a:lnTo>
                <a:lnTo>
                  <a:pt x="76702" y="205083"/>
                </a:lnTo>
                <a:lnTo>
                  <a:pt x="41407" y="205083"/>
                </a:lnTo>
                <a:lnTo>
                  <a:pt x="37983" y="204313"/>
                </a:lnTo>
                <a:lnTo>
                  <a:pt x="39781" y="204313"/>
                </a:lnTo>
                <a:lnTo>
                  <a:pt x="38630" y="203768"/>
                </a:lnTo>
                <a:lnTo>
                  <a:pt x="37157" y="203768"/>
                </a:lnTo>
                <a:lnTo>
                  <a:pt x="34790" y="201997"/>
                </a:lnTo>
                <a:lnTo>
                  <a:pt x="35572" y="201997"/>
                </a:lnTo>
                <a:lnTo>
                  <a:pt x="33079" y="199210"/>
                </a:lnTo>
                <a:lnTo>
                  <a:pt x="32498" y="199210"/>
                </a:lnTo>
                <a:lnTo>
                  <a:pt x="31087" y="196984"/>
                </a:lnTo>
                <a:lnTo>
                  <a:pt x="31560" y="196984"/>
                </a:lnTo>
                <a:lnTo>
                  <a:pt x="26784" y="185642"/>
                </a:lnTo>
                <a:lnTo>
                  <a:pt x="25544" y="180085"/>
                </a:lnTo>
                <a:lnTo>
                  <a:pt x="21626" y="163926"/>
                </a:lnTo>
                <a:lnTo>
                  <a:pt x="21546" y="163596"/>
                </a:lnTo>
                <a:lnTo>
                  <a:pt x="21471" y="163287"/>
                </a:lnTo>
                <a:lnTo>
                  <a:pt x="21366" y="162452"/>
                </a:lnTo>
                <a:lnTo>
                  <a:pt x="17435" y="137565"/>
                </a:lnTo>
                <a:lnTo>
                  <a:pt x="17312" y="136784"/>
                </a:lnTo>
                <a:lnTo>
                  <a:pt x="16635" y="124617"/>
                </a:lnTo>
                <a:lnTo>
                  <a:pt x="16024" y="114217"/>
                </a:lnTo>
                <a:lnTo>
                  <a:pt x="16045" y="67461"/>
                </a:lnTo>
                <a:lnTo>
                  <a:pt x="16679" y="58648"/>
                </a:lnTo>
                <a:lnTo>
                  <a:pt x="16765" y="57452"/>
                </a:lnTo>
                <a:lnTo>
                  <a:pt x="17119" y="56304"/>
                </a:lnTo>
                <a:lnTo>
                  <a:pt x="18999" y="48019"/>
                </a:lnTo>
                <a:lnTo>
                  <a:pt x="20510" y="44485"/>
                </a:lnTo>
                <a:lnTo>
                  <a:pt x="22646" y="39121"/>
                </a:lnTo>
                <a:lnTo>
                  <a:pt x="26239" y="33205"/>
                </a:lnTo>
                <a:lnTo>
                  <a:pt x="27732" y="30669"/>
                </a:lnTo>
                <a:lnTo>
                  <a:pt x="40874" y="11719"/>
                </a:lnTo>
                <a:lnTo>
                  <a:pt x="41288" y="10765"/>
                </a:lnTo>
                <a:lnTo>
                  <a:pt x="41737" y="8693"/>
                </a:lnTo>
                <a:lnTo>
                  <a:pt x="41753" y="7653"/>
                </a:lnTo>
                <a:lnTo>
                  <a:pt x="41375" y="5566"/>
                </a:lnTo>
                <a:lnTo>
                  <a:pt x="36422" y="448"/>
                </a:lnTo>
                <a:lnTo>
                  <a:pt x="34349" y="0"/>
                </a:lnTo>
                <a:close/>
              </a:path>
              <a:path w="253364" h="267969">
                <a:moveTo>
                  <a:pt x="39781" y="204313"/>
                </a:moveTo>
                <a:lnTo>
                  <a:pt x="37983" y="204313"/>
                </a:lnTo>
                <a:lnTo>
                  <a:pt x="41407" y="205083"/>
                </a:lnTo>
                <a:lnTo>
                  <a:pt x="39781" y="204313"/>
                </a:lnTo>
                <a:close/>
              </a:path>
              <a:path w="253364" h="267969">
                <a:moveTo>
                  <a:pt x="45127" y="204313"/>
                </a:moveTo>
                <a:lnTo>
                  <a:pt x="39781" y="204313"/>
                </a:lnTo>
                <a:lnTo>
                  <a:pt x="41407" y="205083"/>
                </a:lnTo>
                <a:lnTo>
                  <a:pt x="76702" y="205083"/>
                </a:lnTo>
                <a:lnTo>
                  <a:pt x="77159" y="204605"/>
                </a:lnTo>
                <a:lnTo>
                  <a:pt x="44069" y="204605"/>
                </a:lnTo>
                <a:lnTo>
                  <a:pt x="45127" y="204313"/>
                </a:lnTo>
                <a:close/>
              </a:path>
              <a:path w="253364" h="267969">
                <a:moveTo>
                  <a:pt x="53518" y="201997"/>
                </a:moveTo>
                <a:lnTo>
                  <a:pt x="44069" y="204605"/>
                </a:lnTo>
                <a:lnTo>
                  <a:pt x="46196" y="204313"/>
                </a:lnTo>
                <a:lnTo>
                  <a:pt x="77439" y="204313"/>
                </a:lnTo>
                <a:lnTo>
                  <a:pt x="79120" y="202559"/>
                </a:lnTo>
                <a:lnTo>
                  <a:pt x="52498" y="202559"/>
                </a:lnTo>
                <a:lnTo>
                  <a:pt x="53518" y="201997"/>
                </a:lnTo>
                <a:close/>
              </a:path>
              <a:path w="253364" h="267969">
                <a:moveTo>
                  <a:pt x="77439" y="204313"/>
                </a:moveTo>
                <a:lnTo>
                  <a:pt x="46196" y="204313"/>
                </a:lnTo>
                <a:lnTo>
                  <a:pt x="44069" y="204605"/>
                </a:lnTo>
                <a:lnTo>
                  <a:pt x="77159" y="204605"/>
                </a:lnTo>
                <a:lnTo>
                  <a:pt x="77439" y="204313"/>
                </a:lnTo>
                <a:close/>
              </a:path>
              <a:path w="253364" h="267969">
                <a:moveTo>
                  <a:pt x="34887" y="201997"/>
                </a:moveTo>
                <a:lnTo>
                  <a:pt x="35541" y="202559"/>
                </a:lnTo>
                <a:lnTo>
                  <a:pt x="37157" y="203768"/>
                </a:lnTo>
                <a:lnTo>
                  <a:pt x="36075" y="202559"/>
                </a:lnTo>
                <a:lnTo>
                  <a:pt x="34887" y="201997"/>
                </a:lnTo>
                <a:close/>
              </a:path>
              <a:path w="253364" h="267969">
                <a:moveTo>
                  <a:pt x="36075" y="202559"/>
                </a:moveTo>
                <a:lnTo>
                  <a:pt x="37157" y="203768"/>
                </a:lnTo>
                <a:lnTo>
                  <a:pt x="38630" y="203768"/>
                </a:lnTo>
                <a:lnTo>
                  <a:pt x="36075" y="202559"/>
                </a:lnTo>
                <a:close/>
              </a:path>
              <a:path w="253364" h="267969">
                <a:moveTo>
                  <a:pt x="35572" y="201997"/>
                </a:moveTo>
                <a:lnTo>
                  <a:pt x="34887" y="201997"/>
                </a:lnTo>
                <a:lnTo>
                  <a:pt x="36075" y="202559"/>
                </a:lnTo>
                <a:lnTo>
                  <a:pt x="35572" y="201997"/>
                </a:lnTo>
                <a:close/>
              </a:path>
              <a:path w="253364" h="267969">
                <a:moveTo>
                  <a:pt x="61967" y="197337"/>
                </a:moveTo>
                <a:lnTo>
                  <a:pt x="52498" y="202559"/>
                </a:lnTo>
                <a:lnTo>
                  <a:pt x="54896" y="201555"/>
                </a:lnTo>
                <a:lnTo>
                  <a:pt x="80083" y="201555"/>
                </a:lnTo>
                <a:lnTo>
                  <a:pt x="80897" y="200705"/>
                </a:lnTo>
                <a:lnTo>
                  <a:pt x="81631" y="199817"/>
                </a:lnTo>
                <a:lnTo>
                  <a:pt x="82782" y="198206"/>
                </a:lnTo>
                <a:lnTo>
                  <a:pt x="61135" y="198206"/>
                </a:lnTo>
                <a:lnTo>
                  <a:pt x="61425" y="197984"/>
                </a:lnTo>
                <a:lnTo>
                  <a:pt x="61967" y="197337"/>
                </a:lnTo>
                <a:close/>
              </a:path>
              <a:path w="253364" h="267969">
                <a:moveTo>
                  <a:pt x="79659" y="201997"/>
                </a:moveTo>
                <a:lnTo>
                  <a:pt x="53810" y="201997"/>
                </a:lnTo>
                <a:lnTo>
                  <a:pt x="52430" y="202559"/>
                </a:lnTo>
                <a:lnTo>
                  <a:pt x="79120" y="202559"/>
                </a:lnTo>
                <a:lnTo>
                  <a:pt x="79659" y="201997"/>
                </a:lnTo>
                <a:close/>
              </a:path>
              <a:path w="253364" h="267969">
                <a:moveTo>
                  <a:pt x="80083" y="201555"/>
                </a:moveTo>
                <a:lnTo>
                  <a:pt x="55120" y="201555"/>
                </a:lnTo>
                <a:lnTo>
                  <a:pt x="53518" y="201997"/>
                </a:lnTo>
                <a:lnTo>
                  <a:pt x="79659" y="201997"/>
                </a:lnTo>
                <a:lnTo>
                  <a:pt x="80083" y="201555"/>
                </a:lnTo>
                <a:close/>
              </a:path>
              <a:path w="253364" h="267969">
                <a:moveTo>
                  <a:pt x="31402" y="197337"/>
                </a:moveTo>
                <a:lnTo>
                  <a:pt x="31720" y="197984"/>
                </a:lnTo>
                <a:lnTo>
                  <a:pt x="32498" y="199210"/>
                </a:lnTo>
                <a:lnTo>
                  <a:pt x="32075" y="198206"/>
                </a:lnTo>
                <a:lnTo>
                  <a:pt x="31981" y="197984"/>
                </a:lnTo>
                <a:lnTo>
                  <a:pt x="31402" y="197337"/>
                </a:lnTo>
                <a:close/>
              </a:path>
              <a:path w="253364" h="267969">
                <a:moveTo>
                  <a:pt x="32180" y="198206"/>
                </a:moveTo>
                <a:lnTo>
                  <a:pt x="32498" y="199210"/>
                </a:lnTo>
                <a:lnTo>
                  <a:pt x="33079" y="199210"/>
                </a:lnTo>
                <a:lnTo>
                  <a:pt x="32180" y="198206"/>
                </a:lnTo>
                <a:close/>
              </a:path>
              <a:path w="253364" h="267969">
                <a:moveTo>
                  <a:pt x="83828" y="196743"/>
                </a:moveTo>
                <a:lnTo>
                  <a:pt x="63045" y="196743"/>
                </a:lnTo>
                <a:lnTo>
                  <a:pt x="62269" y="197337"/>
                </a:lnTo>
                <a:lnTo>
                  <a:pt x="61348" y="197984"/>
                </a:lnTo>
                <a:lnTo>
                  <a:pt x="61135" y="198206"/>
                </a:lnTo>
                <a:lnTo>
                  <a:pt x="82782" y="198206"/>
                </a:lnTo>
                <a:lnTo>
                  <a:pt x="83828" y="196743"/>
                </a:lnTo>
                <a:close/>
              </a:path>
              <a:path w="253364" h="267969">
                <a:moveTo>
                  <a:pt x="31560" y="196984"/>
                </a:moveTo>
                <a:lnTo>
                  <a:pt x="31087" y="196984"/>
                </a:lnTo>
                <a:lnTo>
                  <a:pt x="31981" y="197984"/>
                </a:lnTo>
                <a:lnTo>
                  <a:pt x="31560" y="196984"/>
                </a:lnTo>
                <a:close/>
              </a:path>
              <a:path w="253364" h="267969">
                <a:moveTo>
                  <a:pt x="62730" y="196984"/>
                </a:moveTo>
                <a:lnTo>
                  <a:pt x="61967" y="197337"/>
                </a:lnTo>
                <a:lnTo>
                  <a:pt x="61348" y="197984"/>
                </a:lnTo>
                <a:lnTo>
                  <a:pt x="62269" y="197337"/>
                </a:lnTo>
                <a:lnTo>
                  <a:pt x="62730" y="196984"/>
                </a:lnTo>
                <a:close/>
              </a:path>
              <a:path w="253364" h="267969">
                <a:moveTo>
                  <a:pt x="112525" y="144287"/>
                </a:moveTo>
                <a:lnTo>
                  <a:pt x="109274" y="144287"/>
                </a:lnTo>
                <a:lnTo>
                  <a:pt x="108221" y="144545"/>
                </a:lnTo>
                <a:lnTo>
                  <a:pt x="71235" y="186857"/>
                </a:lnTo>
                <a:lnTo>
                  <a:pt x="69348" y="189636"/>
                </a:lnTo>
                <a:lnTo>
                  <a:pt x="68958" y="190043"/>
                </a:lnTo>
                <a:lnTo>
                  <a:pt x="68540" y="190628"/>
                </a:lnTo>
                <a:lnTo>
                  <a:pt x="68397" y="190628"/>
                </a:lnTo>
                <a:lnTo>
                  <a:pt x="61967" y="197337"/>
                </a:lnTo>
                <a:lnTo>
                  <a:pt x="63045" y="196743"/>
                </a:lnTo>
                <a:lnTo>
                  <a:pt x="83828" y="196743"/>
                </a:lnTo>
                <a:lnTo>
                  <a:pt x="88195" y="190628"/>
                </a:lnTo>
                <a:lnTo>
                  <a:pt x="68528" y="190628"/>
                </a:lnTo>
                <a:lnTo>
                  <a:pt x="69011" y="190043"/>
                </a:lnTo>
                <a:lnTo>
                  <a:pt x="88613" y="190043"/>
                </a:lnTo>
                <a:lnTo>
                  <a:pt x="95929" y="179819"/>
                </a:lnTo>
                <a:lnTo>
                  <a:pt x="105721" y="167224"/>
                </a:lnTo>
                <a:lnTo>
                  <a:pt x="105979" y="167058"/>
                </a:lnTo>
                <a:lnTo>
                  <a:pt x="110583" y="162452"/>
                </a:lnTo>
                <a:lnTo>
                  <a:pt x="109786" y="160809"/>
                </a:lnTo>
                <a:lnTo>
                  <a:pt x="109258" y="160183"/>
                </a:lnTo>
                <a:lnTo>
                  <a:pt x="109770" y="160183"/>
                </a:lnTo>
                <a:lnTo>
                  <a:pt x="108450" y="159771"/>
                </a:lnTo>
                <a:lnTo>
                  <a:pt x="108911" y="159771"/>
                </a:lnTo>
                <a:lnTo>
                  <a:pt x="107574" y="158183"/>
                </a:lnTo>
                <a:lnTo>
                  <a:pt x="126290" y="158183"/>
                </a:lnTo>
                <a:lnTo>
                  <a:pt x="123746" y="152937"/>
                </a:lnTo>
                <a:lnTo>
                  <a:pt x="116805" y="145625"/>
                </a:lnTo>
                <a:lnTo>
                  <a:pt x="112525" y="144287"/>
                </a:lnTo>
                <a:close/>
              </a:path>
              <a:path w="253364" h="267969">
                <a:moveTo>
                  <a:pt x="109786" y="160809"/>
                </a:moveTo>
                <a:lnTo>
                  <a:pt x="110583" y="162452"/>
                </a:lnTo>
                <a:lnTo>
                  <a:pt x="111459" y="161575"/>
                </a:lnTo>
                <a:lnTo>
                  <a:pt x="110431" y="161575"/>
                </a:lnTo>
                <a:lnTo>
                  <a:pt x="109786" y="160809"/>
                </a:lnTo>
                <a:close/>
              </a:path>
              <a:path w="253364" h="267969">
                <a:moveTo>
                  <a:pt x="109526" y="160183"/>
                </a:moveTo>
                <a:lnTo>
                  <a:pt x="109786" y="160809"/>
                </a:lnTo>
                <a:lnTo>
                  <a:pt x="110431" y="161575"/>
                </a:lnTo>
                <a:lnTo>
                  <a:pt x="109526" y="160183"/>
                </a:lnTo>
                <a:close/>
              </a:path>
              <a:path w="253364" h="267969">
                <a:moveTo>
                  <a:pt x="109963" y="159771"/>
                </a:moveTo>
                <a:lnTo>
                  <a:pt x="109258" y="159771"/>
                </a:lnTo>
                <a:lnTo>
                  <a:pt x="110431" y="161575"/>
                </a:lnTo>
                <a:lnTo>
                  <a:pt x="111459" y="161575"/>
                </a:lnTo>
                <a:lnTo>
                  <a:pt x="112224" y="160809"/>
                </a:lnTo>
                <a:lnTo>
                  <a:pt x="111773" y="160809"/>
                </a:lnTo>
                <a:lnTo>
                  <a:pt x="109770" y="160183"/>
                </a:lnTo>
                <a:lnTo>
                  <a:pt x="110583" y="160183"/>
                </a:lnTo>
                <a:lnTo>
                  <a:pt x="109963" y="159771"/>
                </a:lnTo>
                <a:close/>
              </a:path>
              <a:path w="253364" h="267969">
                <a:moveTo>
                  <a:pt x="107574" y="158183"/>
                </a:moveTo>
                <a:lnTo>
                  <a:pt x="109786" y="160809"/>
                </a:lnTo>
                <a:lnTo>
                  <a:pt x="109282" y="159771"/>
                </a:lnTo>
                <a:lnTo>
                  <a:pt x="109963" y="159771"/>
                </a:lnTo>
                <a:lnTo>
                  <a:pt x="107574" y="158183"/>
                </a:lnTo>
                <a:close/>
              </a:path>
              <a:path w="253364" h="267969">
                <a:moveTo>
                  <a:pt x="110583" y="160183"/>
                </a:moveTo>
                <a:lnTo>
                  <a:pt x="109770" y="160183"/>
                </a:lnTo>
                <a:lnTo>
                  <a:pt x="111773" y="160809"/>
                </a:lnTo>
                <a:lnTo>
                  <a:pt x="111526" y="160809"/>
                </a:lnTo>
                <a:lnTo>
                  <a:pt x="110583" y="160183"/>
                </a:lnTo>
                <a:close/>
              </a:path>
              <a:path w="253364" h="267969">
                <a:moveTo>
                  <a:pt x="113145" y="159771"/>
                </a:moveTo>
                <a:lnTo>
                  <a:pt x="109963" y="159771"/>
                </a:lnTo>
                <a:lnTo>
                  <a:pt x="111526" y="160809"/>
                </a:lnTo>
                <a:lnTo>
                  <a:pt x="111781" y="160809"/>
                </a:lnTo>
                <a:lnTo>
                  <a:pt x="113145" y="159771"/>
                </a:lnTo>
                <a:close/>
              </a:path>
              <a:path w="253364" h="267969">
                <a:moveTo>
                  <a:pt x="113262" y="159771"/>
                </a:moveTo>
                <a:lnTo>
                  <a:pt x="112603" y="160183"/>
                </a:lnTo>
                <a:lnTo>
                  <a:pt x="111781" y="160809"/>
                </a:lnTo>
                <a:lnTo>
                  <a:pt x="112850" y="160183"/>
                </a:lnTo>
                <a:lnTo>
                  <a:pt x="113262" y="159771"/>
                </a:lnTo>
                <a:close/>
              </a:path>
              <a:path w="253364" h="267969">
                <a:moveTo>
                  <a:pt x="112850" y="160183"/>
                </a:moveTo>
                <a:lnTo>
                  <a:pt x="111740" y="160809"/>
                </a:lnTo>
                <a:lnTo>
                  <a:pt x="112224" y="160809"/>
                </a:lnTo>
                <a:lnTo>
                  <a:pt x="112850" y="160183"/>
                </a:lnTo>
                <a:close/>
              </a:path>
              <a:path w="253364" h="267969">
                <a:moveTo>
                  <a:pt x="114757" y="159108"/>
                </a:moveTo>
                <a:lnTo>
                  <a:pt x="108450" y="159771"/>
                </a:lnTo>
                <a:lnTo>
                  <a:pt x="109770" y="160183"/>
                </a:lnTo>
                <a:lnTo>
                  <a:pt x="109258" y="160183"/>
                </a:lnTo>
                <a:lnTo>
                  <a:pt x="108911" y="159771"/>
                </a:lnTo>
                <a:lnTo>
                  <a:pt x="113145" y="159771"/>
                </a:lnTo>
                <a:lnTo>
                  <a:pt x="113634" y="159398"/>
                </a:lnTo>
                <a:lnTo>
                  <a:pt x="114241" y="159398"/>
                </a:lnTo>
                <a:lnTo>
                  <a:pt x="114757" y="159108"/>
                </a:lnTo>
                <a:close/>
              </a:path>
              <a:path w="253364" h="267969">
                <a:moveTo>
                  <a:pt x="114241" y="159398"/>
                </a:moveTo>
                <a:lnTo>
                  <a:pt x="113634" y="159398"/>
                </a:lnTo>
                <a:lnTo>
                  <a:pt x="112850" y="160183"/>
                </a:lnTo>
                <a:lnTo>
                  <a:pt x="114241" y="159398"/>
                </a:lnTo>
                <a:close/>
              </a:path>
              <a:path w="253364" h="267969">
                <a:moveTo>
                  <a:pt x="126290" y="158183"/>
                </a:moveTo>
                <a:lnTo>
                  <a:pt x="107574" y="158183"/>
                </a:lnTo>
                <a:lnTo>
                  <a:pt x="109963" y="159771"/>
                </a:lnTo>
                <a:lnTo>
                  <a:pt x="108450" y="159771"/>
                </a:lnTo>
                <a:lnTo>
                  <a:pt x="114757" y="159108"/>
                </a:lnTo>
                <a:lnTo>
                  <a:pt x="126720" y="159108"/>
                </a:lnTo>
                <a:lnTo>
                  <a:pt x="126290" y="158183"/>
                </a:lnTo>
                <a:close/>
              </a:path>
              <a:path w="253364" h="267969">
                <a:moveTo>
                  <a:pt x="240920" y="88049"/>
                </a:moveTo>
                <a:lnTo>
                  <a:pt x="240154" y="89524"/>
                </a:lnTo>
                <a:lnTo>
                  <a:pt x="240699" y="88776"/>
                </a:lnTo>
                <a:lnTo>
                  <a:pt x="240920" y="88049"/>
                </a:lnTo>
                <a:close/>
              </a:path>
              <a:path w="253364" h="267969">
                <a:moveTo>
                  <a:pt x="240699" y="88776"/>
                </a:moveTo>
                <a:lnTo>
                  <a:pt x="240154" y="89524"/>
                </a:lnTo>
                <a:lnTo>
                  <a:pt x="240471" y="89524"/>
                </a:lnTo>
                <a:lnTo>
                  <a:pt x="240699" y="88776"/>
                </a:lnTo>
                <a:close/>
              </a:path>
              <a:path w="253364" h="267969">
                <a:moveTo>
                  <a:pt x="241864" y="87176"/>
                </a:moveTo>
                <a:lnTo>
                  <a:pt x="241064" y="87576"/>
                </a:lnTo>
                <a:lnTo>
                  <a:pt x="240699" y="88776"/>
                </a:lnTo>
                <a:lnTo>
                  <a:pt x="241864" y="87176"/>
                </a:lnTo>
                <a:close/>
              </a:path>
              <a:path w="253364" h="267969">
                <a:moveTo>
                  <a:pt x="241185" y="87176"/>
                </a:moveTo>
                <a:lnTo>
                  <a:pt x="240120" y="88049"/>
                </a:lnTo>
                <a:lnTo>
                  <a:pt x="241064" y="87576"/>
                </a:lnTo>
                <a:lnTo>
                  <a:pt x="241185" y="87176"/>
                </a:lnTo>
                <a:close/>
              </a:path>
              <a:path w="253364" h="267969">
                <a:moveTo>
                  <a:pt x="241143" y="87576"/>
                </a:moveTo>
                <a:lnTo>
                  <a:pt x="240120" y="88049"/>
                </a:lnTo>
                <a:lnTo>
                  <a:pt x="240903" y="88049"/>
                </a:lnTo>
                <a:lnTo>
                  <a:pt x="241143" y="87576"/>
                </a:lnTo>
                <a:close/>
              </a:path>
              <a:path w="253364" h="267969">
                <a:moveTo>
                  <a:pt x="241494" y="86884"/>
                </a:moveTo>
                <a:lnTo>
                  <a:pt x="241185" y="87176"/>
                </a:lnTo>
                <a:lnTo>
                  <a:pt x="241064" y="87576"/>
                </a:lnTo>
                <a:lnTo>
                  <a:pt x="241346" y="87176"/>
                </a:lnTo>
                <a:lnTo>
                  <a:pt x="241494" y="86884"/>
                </a:lnTo>
                <a:close/>
              </a:path>
              <a:path w="253364" h="267969">
                <a:moveTo>
                  <a:pt x="243011" y="85599"/>
                </a:moveTo>
                <a:lnTo>
                  <a:pt x="241494" y="86884"/>
                </a:lnTo>
                <a:lnTo>
                  <a:pt x="241143" y="87576"/>
                </a:lnTo>
                <a:lnTo>
                  <a:pt x="241864" y="87176"/>
                </a:lnTo>
                <a:lnTo>
                  <a:pt x="243011" y="85599"/>
                </a:lnTo>
                <a:close/>
              </a:path>
              <a:path w="253364" h="267969">
                <a:moveTo>
                  <a:pt x="245014" y="85599"/>
                </a:moveTo>
                <a:lnTo>
                  <a:pt x="243011" y="85599"/>
                </a:lnTo>
                <a:lnTo>
                  <a:pt x="241864" y="87176"/>
                </a:lnTo>
                <a:lnTo>
                  <a:pt x="245014" y="8559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49268" y="2733526"/>
            <a:ext cx="270510" cy="41910"/>
          </a:xfrm>
          <a:custGeom>
            <a:avLst/>
            <a:gdLst/>
            <a:ahLst/>
            <a:cxnLst/>
            <a:rect l="l" t="t" r="r" b="b"/>
            <a:pathLst>
              <a:path w="270510" h="41910">
                <a:moveTo>
                  <a:pt x="264321" y="0"/>
                </a:moveTo>
                <a:lnTo>
                  <a:pt x="260790" y="0"/>
                </a:lnTo>
                <a:lnTo>
                  <a:pt x="224007" y="11031"/>
                </a:lnTo>
                <a:lnTo>
                  <a:pt x="223748" y="11031"/>
                </a:lnTo>
                <a:lnTo>
                  <a:pt x="210044" y="13536"/>
                </a:lnTo>
                <a:lnTo>
                  <a:pt x="209352" y="13536"/>
                </a:lnTo>
                <a:lnTo>
                  <a:pt x="197480" y="14386"/>
                </a:lnTo>
                <a:lnTo>
                  <a:pt x="32884" y="14386"/>
                </a:lnTo>
                <a:lnTo>
                  <a:pt x="22399" y="15831"/>
                </a:lnTo>
                <a:lnTo>
                  <a:pt x="259" y="31492"/>
                </a:lnTo>
                <a:lnTo>
                  <a:pt x="199" y="31681"/>
                </a:lnTo>
                <a:lnTo>
                  <a:pt x="116" y="31941"/>
                </a:lnTo>
                <a:lnTo>
                  <a:pt x="0" y="35185"/>
                </a:lnTo>
                <a:lnTo>
                  <a:pt x="561" y="37122"/>
                </a:lnTo>
                <a:lnTo>
                  <a:pt x="6470" y="41854"/>
                </a:lnTo>
                <a:lnTo>
                  <a:pt x="9154" y="41854"/>
                </a:lnTo>
                <a:lnTo>
                  <a:pt x="11191" y="41263"/>
                </a:lnTo>
                <a:lnTo>
                  <a:pt x="12114" y="40784"/>
                </a:lnTo>
                <a:lnTo>
                  <a:pt x="19119" y="35185"/>
                </a:lnTo>
                <a:lnTo>
                  <a:pt x="18877" y="35185"/>
                </a:lnTo>
                <a:lnTo>
                  <a:pt x="20174" y="34342"/>
                </a:lnTo>
                <a:lnTo>
                  <a:pt x="20492" y="34342"/>
                </a:lnTo>
                <a:lnTo>
                  <a:pt x="25588" y="31681"/>
                </a:lnTo>
                <a:lnTo>
                  <a:pt x="24584" y="31681"/>
                </a:lnTo>
                <a:lnTo>
                  <a:pt x="26863" y="30949"/>
                </a:lnTo>
                <a:lnTo>
                  <a:pt x="29873" y="30949"/>
                </a:lnTo>
                <a:lnTo>
                  <a:pt x="34537" y="30304"/>
                </a:lnTo>
                <a:lnTo>
                  <a:pt x="199133" y="30304"/>
                </a:lnTo>
                <a:lnTo>
                  <a:pt x="212053" y="29381"/>
                </a:lnTo>
                <a:lnTo>
                  <a:pt x="212348" y="29381"/>
                </a:lnTo>
                <a:lnTo>
                  <a:pt x="227745" y="26559"/>
                </a:lnTo>
                <a:lnTo>
                  <a:pt x="265771" y="15203"/>
                </a:lnTo>
                <a:lnTo>
                  <a:pt x="270422" y="6565"/>
                </a:lnTo>
                <a:lnTo>
                  <a:pt x="269812" y="4535"/>
                </a:lnTo>
                <a:lnTo>
                  <a:pt x="269325" y="3615"/>
                </a:lnTo>
                <a:lnTo>
                  <a:pt x="267985" y="1973"/>
                </a:lnTo>
                <a:lnTo>
                  <a:pt x="267182" y="1310"/>
                </a:lnTo>
                <a:lnTo>
                  <a:pt x="265315" y="304"/>
                </a:lnTo>
                <a:lnTo>
                  <a:pt x="264321" y="0"/>
                </a:lnTo>
                <a:close/>
              </a:path>
              <a:path w="270510" h="41910">
                <a:moveTo>
                  <a:pt x="20174" y="34342"/>
                </a:moveTo>
                <a:lnTo>
                  <a:pt x="18877" y="35185"/>
                </a:lnTo>
                <a:lnTo>
                  <a:pt x="19574" y="34821"/>
                </a:lnTo>
                <a:lnTo>
                  <a:pt x="20174" y="34342"/>
                </a:lnTo>
                <a:close/>
              </a:path>
              <a:path w="270510" h="41910">
                <a:moveTo>
                  <a:pt x="19574" y="34821"/>
                </a:moveTo>
                <a:lnTo>
                  <a:pt x="18877" y="35185"/>
                </a:lnTo>
                <a:lnTo>
                  <a:pt x="19119" y="35185"/>
                </a:lnTo>
                <a:lnTo>
                  <a:pt x="19574" y="34821"/>
                </a:lnTo>
                <a:close/>
              </a:path>
              <a:path w="270510" h="41910">
                <a:moveTo>
                  <a:pt x="20492" y="34342"/>
                </a:moveTo>
                <a:lnTo>
                  <a:pt x="20174" y="34342"/>
                </a:lnTo>
                <a:lnTo>
                  <a:pt x="19574" y="34821"/>
                </a:lnTo>
                <a:lnTo>
                  <a:pt x="20492" y="34342"/>
                </a:lnTo>
                <a:close/>
              </a:path>
              <a:path w="270510" h="41910">
                <a:moveTo>
                  <a:pt x="26990" y="30949"/>
                </a:moveTo>
                <a:lnTo>
                  <a:pt x="24584" y="31681"/>
                </a:lnTo>
                <a:lnTo>
                  <a:pt x="25950" y="31492"/>
                </a:lnTo>
                <a:lnTo>
                  <a:pt x="26990" y="30949"/>
                </a:lnTo>
                <a:close/>
              </a:path>
              <a:path w="270510" h="41910">
                <a:moveTo>
                  <a:pt x="25950" y="31492"/>
                </a:moveTo>
                <a:lnTo>
                  <a:pt x="24584" y="31681"/>
                </a:lnTo>
                <a:lnTo>
                  <a:pt x="25588" y="31681"/>
                </a:lnTo>
                <a:lnTo>
                  <a:pt x="25950" y="31492"/>
                </a:lnTo>
                <a:close/>
              </a:path>
              <a:path w="270510" h="41910">
                <a:moveTo>
                  <a:pt x="29873" y="30949"/>
                </a:moveTo>
                <a:lnTo>
                  <a:pt x="26990" y="30949"/>
                </a:lnTo>
                <a:lnTo>
                  <a:pt x="25950" y="31492"/>
                </a:lnTo>
                <a:lnTo>
                  <a:pt x="29873" y="3094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51973" y="2770936"/>
            <a:ext cx="323215" cy="27940"/>
          </a:xfrm>
          <a:custGeom>
            <a:avLst/>
            <a:gdLst/>
            <a:ahLst/>
            <a:cxnLst/>
            <a:rect l="l" t="t" r="r" b="b"/>
            <a:pathLst>
              <a:path w="323214" h="27939">
                <a:moveTo>
                  <a:pt x="8525" y="5781"/>
                </a:moveTo>
                <a:lnTo>
                  <a:pt x="7387" y="5781"/>
                </a:lnTo>
                <a:lnTo>
                  <a:pt x="5314" y="6229"/>
                </a:lnTo>
                <a:lnTo>
                  <a:pt x="0" y="14474"/>
                </a:lnTo>
                <a:lnTo>
                  <a:pt x="448" y="16546"/>
                </a:lnTo>
                <a:lnTo>
                  <a:pt x="50935" y="27595"/>
                </a:lnTo>
                <a:lnTo>
                  <a:pt x="239740" y="27595"/>
                </a:lnTo>
                <a:lnTo>
                  <a:pt x="257454" y="26870"/>
                </a:lnTo>
                <a:lnTo>
                  <a:pt x="257695" y="26870"/>
                </a:lnTo>
                <a:lnTo>
                  <a:pt x="276392" y="24669"/>
                </a:lnTo>
                <a:lnTo>
                  <a:pt x="276627" y="24669"/>
                </a:lnTo>
                <a:lnTo>
                  <a:pt x="317380" y="15612"/>
                </a:lnTo>
                <a:lnTo>
                  <a:pt x="318331" y="15193"/>
                </a:lnTo>
                <a:lnTo>
                  <a:pt x="320069" y="13976"/>
                </a:lnTo>
                <a:lnTo>
                  <a:pt x="320788" y="13224"/>
                </a:lnTo>
                <a:lnTo>
                  <a:pt x="321787" y="11653"/>
                </a:lnTo>
                <a:lnTo>
                  <a:pt x="52260" y="11653"/>
                </a:lnTo>
                <a:lnTo>
                  <a:pt x="26205" y="8906"/>
                </a:lnTo>
                <a:lnTo>
                  <a:pt x="25720" y="8906"/>
                </a:lnTo>
                <a:lnTo>
                  <a:pt x="8525" y="5781"/>
                </a:lnTo>
                <a:close/>
              </a:path>
              <a:path w="323214" h="27939">
                <a:moveTo>
                  <a:pt x="315081" y="0"/>
                </a:moveTo>
                <a:lnTo>
                  <a:pt x="313910" y="0"/>
                </a:lnTo>
                <a:lnTo>
                  <a:pt x="273831" y="8906"/>
                </a:lnTo>
                <a:lnTo>
                  <a:pt x="273467" y="8906"/>
                </a:lnTo>
                <a:lnTo>
                  <a:pt x="256194" y="10939"/>
                </a:lnTo>
                <a:lnTo>
                  <a:pt x="255592" y="10939"/>
                </a:lnTo>
                <a:lnTo>
                  <a:pt x="238156" y="11653"/>
                </a:lnTo>
                <a:lnTo>
                  <a:pt x="321787" y="11653"/>
                </a:lnTo>
                <a:lnTo>
                  <a:pt x="321925" y="11435"/>
                </a:lnTo>
                <a:lnTo>
                  <a:pt x="322303" y="10464"/>
                </a:lnTo>
                <a:lnTo>
                  <a:pt x="322577" y="8906"/>
                </a:lnTo>
                <a:lnTo>
                  <a:pt x="322646" y="7336"/>
                </a:lnTo>
                <a:lnTo>
                  <a:pt x="322491" y="6642"/>
                </a:lnTo>
                <a:lnTo>
                  <a:pt x="322400" y="6229"/>
                </a:lnTo>
                <a:lnTo>
                  <a:pt x="322300" y="5781"/>
                </a:lnTo>
                <a:lnTo>
                  <a:pt x="322186" y="5266"/>
                </a:lnTo>
                <a:lnTo>
                  <a:pt x="317038" y="344"/>
                </a:lnTo>
                <a:lnTo>
                  <a:pt x="31508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56482" y="2762299"/>
            <a:ext cx="296545" cy="16510"/>
          </a:xfrm>
          <a:custGeom>
            <a:avLst/>
            <a:gdLst/>
            <a:ahLst/>
            <a:cxnLst/>
            <a:rect l="l" t="t" r="r" b="b"/>
            <a:pathLst>
              <a:path w="296545" h="16510">
                <a:moveTo>
                  <a:pt x="289596" y="1"/>
                </a:moveTo>
                <a:lnTo>
                  <a:pt x="7995" y="0"/>
                </a:lnTo>
                <a:lnTo>
                  <a:pt x="0" y="6936"/>
                </a:lnTo>
                <a:lnTo>
                  <a:pt x="203" y="10077"/>
                </a:lnTo>
                <a:lnTo>
                  <a:pt x="1592" y="12901"/>
                </a:lnTo>
                <a:lnTo>
                  <a:pt x="3956" y="14979"/>
                </a:lnTo>
                <a:lnTo>
                  <a:pt x="5915" y="15791"/>
                </a:lnTo>
                <a:lnTo>
                  <a:pt x="7995" y="15993"/>
                </a:lnTo>
                <a:lnTo>
                  <a:pt x="288537" y="15993"/>
                </a:lnTo>
                <a:lnTo>
                  <a:pt x="290617" y="15791"/>
                </a:lnTo>
                <a:lnTo>
                  <a:pt x="293441" y="14400"/>
                </a:lnTo>
                <a:lnTo>
                  <a:pt x="295518" y="12037"/>
                </a:lnTo>
                <a:lnTo>
                  <a:pt x="296533" y="9057"/>
                </a:lnTo>
                <a:lnTo>
                  <a:pt x="296330" y="5916"/>
                </a:lnTo>
                <a:lnTo>
                  <a:pt x="294940" y="3092"/>
                </a:lnTo>
                <a:lnTo>
                  <a:pt x="292576" y="1014"/>
                </a:lnTo>
                <a:lnTo>
                  <a:pt x="289596" y="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01615" y="2753630"/>
            <a:ext cx="285115" cy="19050"/>
          </a:xfrm>
          <a:custGeom>
            <a:avLst/>
            <a:gdLst/>
            <a:ahLst/>
            <a:cxnLst/>
            <a:rect l="l" t="t" r="r" b="b"/>
            <a:pathLst>
              <a:path w="285114" h="19050">
                <a:moveTo>
                  <a:pt x="277882" y="0"/>
                </a:moveTo>
                <a:lnTo>
                  <a:pt x="58050" y="0"/>
                </a:lnTo>
                <a:lnTo>
                  <a:pt x="27493" y="1456"/>
                </a:lnTo>
                <a:lnTo>
                  <a:pt x="4734" y="3084"/>
                </a:lnTo>
                <a:lnTo>
                  <a:pt x="5811" y="3084"/>
                </a:lnTo>
                <a:lnTo>
                  <a:pt x="5186" y="3256"/>
                </a:lnTo>
                <a:lnTo>
                  <a:pt x="0" y="9050"/>
                </a:lnTo>
                <a:lnTo>
                  <a:pt x="22" y="12894"/>
                </a:lnTo>
                <a:lnTo>
                  <a:pt x="6687" y="18933"/>
                </a:lnTo>
                <a:lnTo>
                  <a:pt x="7337" y="18933"/>
                </a:lnTo>
                <a:lnTo>
                  <a:pt x="28454" y="17425"/>
                </a:lnTo>
                <a:lnTo>
                  <a:pt x="58677" y="15986"/>
                </a:lnTo>
                <a:lnTo>
                  <a:pt x="277844" y="15986"/>
                </a:lnTo>
                <a:lnTo>
                  <a:pt x="278870" y="15783"/>
                </a:lnTo>
                <a:lnTo>
                  <a:pt x="284583" y="10069"/>
                </a:lnTo>
                <a:lnTo>
                  <a:pt x="284583" y="5909"/>
                </a:lnTo>
                <a:lnTo>
                  <a:pt x="283877" y="4204"/>
                </a:lnTo>
                <a:lnTo>
                  <a:pt x="283771" y="3949"/>
                </a:lnTo>
                <a:lnTo>
                  <a:pt x="283308" y="3256"/>
                </a:lnTo>
                <a:lnTo>
                  <a:pt x="283193" y="3084"/>
                </a:lnTo>
                <a:lnTo>
                  <a:pt x="281695" y="1586"/>
                </a:lnTo>
                <a:lnTo>
                  <a:pt x="280830" y="1007"/>
                </a:lnTo>
                <a:lnTo>
                  <a:pt x="278870" y="195"/>
                </a:lnTo>
                <a:lnTo>
                  <a:pt x="27788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78203" y="2721830"/>
            <a:ext cx="267970" cy="27940"/>
          </a:xfrm>
          <a:custGeom>
            <a:avLst/>
            <a:gdLst/>
            <a:ahLst/>
            <a:cxnLst/>
            <a:rect l="l" t="t" r="r" b="b"/>
            <a:pathLst>
              <a:path w="267970" h="27939">
                <a:moveTo>
                  <a:pt x="186458" y="0"/>
                </a:moveTo>
                <a:lnTo>
                  <a:pt x="73911" y="0"/>
                </a:lnTo>
                <a:lnTo>
                  <a:pt x="51236" y="1438"/>
                </a:lnTo>
                <a:lnTo>
                  <a:pt x="4913" y="12090"/>
                </a:lnTo>
                <a:lnTo>
                  <a:pt x="0" y="20580"/>
                </a:lnTo>
                <a:lnTo>
                  <a:pt x="493" y="22432"/>
                </a:lnTo>
                <a:lnTo>
                  <a:pt x="7997" y="27609"/>
                </a:lnTo>
                <a:lnTo>
                  <a:pt x="8785" y="27609"/>
                </a:lnTo>
                <a:lnTo>
                  <a:pt x="31103" y="21659"/>
                </a:lnTo>
                <a:lnTo>
                  <a:pt x="30956" y="21659"/>
                </a:lnTo>
                <a:lnTo>
                  <a:pt x="52421" y="17439"/>
                </a:lnTo>
                <a:lnTo>
                  <a:pt x="51732" y="17439"/>
                </a:lnTo>
                <a:lnTo>
                  <a:pt x="74727" y="15974"/>
                </a:lnTo>
                <a:lnTo>
                  <a:pt x="267643" y="15974"/>
                </a:lnTo>
                <a:lnTo>
                  <a:pt x="267630" y="15721"/>
                </a:lnTo>
                <a:lnTo>
                  <a:pt x="216308" y="2232"/>
                </a:lnTo>
                <a:lnTo>
                  <a:pt x="216580" y="2232"/>
                </a:lnTo>
                <a:lnTo>
                  <a:pt x="186458" y="0"/>
                </a:lnTo>
                <a:close/>
              </a:path>
              <a:path w="267970" h="27939">
                <a:moveTo>
                  <a:pt x="267643" y="15974"/>
                </a:moveTo>
                <a:lnTo>
                  <a:pt x="185619" y="15974"/>
                </a:lnTo>
                <a:lnTo>
                  <a:pt x="214560" y="18119"/>
                </a:lnTo>
                <a:lnTo>
                  <a:pt x="214409" y="18119"/>
                </a:lnTo>
                <a:lnTo>
                  <a:pt x="259509" y="24718"/>
                </a:lnTo>
                <a:lnTo>
                  <a:pt x="260336" y="24718"/>
                </a:lnTo>
                <a:lnTo>
                  <a:pt x="267584" y="17439"/>
                </a:lnTo>
                <a:lnTo>
                  <a:pt x="267643" y="159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53694" y="2707406"/>
            <a:ext cx="366395" cy="50800"/>
          </a:xfrm>
          <a:custGeom>
            <a:avLst/>
            <a:gdLst/>
            <a:ahLst/>
            <a:cxnLst/>
            <a:rect l="l" t="t" r="r" b="b"/>
            <a:pathLst>
              <a:path w="366395" h="50800">
                <a:moveTo>
                  <a:pt x="359301" y="0"/>
                </a:moveTo>
                <a:lnTo>
                  <a:pt x="357038" y="0"/>
                </a:lnTo>
                <a:lnTo>
                  <a:pt x="279673" y="9401"/>
                </a:lnTo>
                <a:lnTo>
                  <a:pt x="279456" y="9401"/>
                </a:lnTo>
                <a:lnTo>
                  <a:pt x="204075" y="14418"/>
                </a:lnTo>
                <a:lnTo>
                  <a:pt x="81605" y="18740"/>
                </a:lnTo>
                <a:lnTo>
                  <a:pt x="22316" y="20185"/>
                </a:lnTo>
                <a:lnTo>
                  <a:pt x="20942" y="20340"/>
                </a:lnTo>
                <a:lnTo>
                  <a:pt x="0" y="43157"/>
                </a:lnTo>
                <a:lnTo>
                  <a:pt x="417" y="45252"/>
                </a:lnTo>
                <a:lnTo>
                  <a:pt x="7527" y="50695"/>
                </a:lnTo>
                <a:lnTo>
                  <a:pt x="8562" y="50695"/>
                </a:lnTo>
                <a:lnTo>
                  <a:pt x="16074" y="38310"/>
                </a:lnTo>
                <a:lnTo>
                  <a:pt x="16423" y="37833"/>
                </a:lnTo>
                <a:lnTo>
                  <a:pt x="15041" y="37833"/>
                </a:lnTo>
                <a:lnTo>
                  <a:pt x="17193" y="36781"/>
                </a:lnTo>
                <a:lnTo>
                  <a:pt x="18202" y="35402"/>
                </a:lnTo>
                <a:lnTo>
                  <a:pt x="54585" y="35402"/>
                </a:lnTo>
                <a:lnTo>
                  <a:pt x="82082" y="34733"/>
                </a:lnTo>
                <a:lnTo>
                  <a:pt x="205249" y="30379"/>
                </a:lnTo>
                <a:lnTo>
                  <a:pt x="281169" y="25319"/>
                </a:lnTo>
                <a:lnTo>
                  <a:pt x="360019" y="15749"/>
                </a:lnTo>
                <a:lnTo>
                  <a:pt x="365942" y="6974"/>
                </a:lnTo>
                <a:lnTo>
                  <a:pt x="365813" y="5922"/>
                </a:lnTo>
                <a:lnTo>
                  <a:pt x="361171" y="520"/>
                </a:lnTo>
                <a:lnTo>
                  <a:pt x="359301" y="0"/>
                </a:lnTo>
                <a:close/>
              </a:path>
              <a:path w="366395" h="50800">
                <a:moveTo>
                  <a:pt x="17169" y="37833"/>
                </a:moveTo>
                <a:lnTo>
                  <a:pt x="16927" y="38310"/>
                </a:lnTo>
                <a:lnTo>
                  <a:pt x="16847" y="38566"/>
                </a:lnTo>
                <a:lnTo>
                  <a:pt x="17022" y="38566"/>
                </a:lnTo>
                <a:lnTo>
                  <a:pt x="17074" y="38310"/>
                </a:lnTo>
                <a:lnTo>
                  <a:pt x="17161" y="37833"/>
                </a:lnTo>
                <a:close/>
              </a:path>
              <a:path w="366395" h="50800">
                <a:moveTo>
                  <a:pt x="17722" y="36523"/>
                </a:moveTo>
                <a:lnTo>
                  <a:pt x="17193" y="36781"/>
                </a:lnTo>
                <a:lnTo>
                  <a:pt x="16074" y="38310"/>
                </a:lnTo>
                <a:lnTo>
                  <a:pt x="17001" y="37510"/>
                </a:lnTo>
                <a:lnTo>
                  <a:pt x="17175" y="37510"/>
                </a:lnTo>
                <a:lnTo>
                  <a:pt x="17303" y="37101"/>
                </a:lnTo>
                <a:lnTo>
                  <a:pt x="17475" y="37101"/>
                </a:lnTo>
                <a:lnTo>
                  <a:pt x="17612" y="36781"/>
                </a:lnTo>
                <a:lnTo>
                  <a:pt x="17722" y="36523"/>
                </a:lnTo>
                <a:close/>
              </a:path>
              <a:path w="366395" h="50800">
                <a:moveTo>
                  <a:pt x="17475" y="37101"/>
                </a:moveTo>
                <a:lnTo>
                  <a:pt x="16074" y="38310"/>
                </a:lnTo>
                <a:lnTo>
                  <a:pt x="16927" y="38310"/>
                </a:lnTo>
                <a:lnTo>
                  <a:pt x="17075" y="37833"/>
                </a:lnTo>
                <a:lnTo>
                  <a:pt x="17175" y="37510"/>
                </a:lnTo>
                <a:lnTo>
                  <a:pt x="17475" y="37101"/>
                </a:lnTo>
                <a:close/>
              </a:path>
              <a:path w="366395" h="50800">
                <a:moveTo>
                  <a:pt x="17193" y="36781"/>
                </a:moveTo>
                <a:lnTo>
                  <a:pt x="15041" y="37833"/>
                </a:lnTo>
                <a:lnTo>
                  <a:pt x="16660" y="37510"/>
                </a:lnTo>
                <a:lnTo>
                  <a:pt x="17193" y="36781"/>
                </a:lnTo>
                <a:close/>
              </a:path>
              <a:path w="366395" h="50800">
                <a:moveTo>
                  <a:pt x="16660" y="37510"/>
                </a:moveTo>
                <a:lnTo>
                  <a:pt x="15041" y="37833"/>
                </a:lnTo>
                <a:lnTo>
                  <a:pt x="16423" y="37833"/>
                </a:lnTo>
                <a:lnTo>
                  <a:pt x="16660" y="37510"/>
                </a:lnTo>
                <a:close/>
              </a:path>
              <a:path w="366395" h="50800">
                <a:moveTo>
                  <a:pt x="17475" y="37101"/>
                </a:moveTo>
                <a:lnTo>
                  <a:pt x="17316" y="37101"/>
                </a:lnTo>
                <a:lnTo>
                  <a:pt x="17234" y="37510"/>
                </a:lnTo>
                <a:lnTo>
                  <a:pt x="17001" y="37510"/>
                </a:lnTo>
                <a:lnTo>
                  <a:pt x="17475" y="37101"/>
                </a:lnTo>
                <a:close/>
              </a:path>
              <a:path w="366395" h="50800">
                <a:moveTo>
                  <a:pt x="23334" y="36178"/>
                </a:moveTo>
                <a:lnTo>
                  <a:pt x="18544" y="36178"/>
                </a:lnTo>
                <a:lnTo>
                  <a:pt x="17475" y="37101"/>
                </a:lnTo>
                <a:lnTo>
                  <a:pt x="17300" y="37510"/>
                </a:lnTo>
                <a:lnTo>
                  <a:pt x="16660" y="37510"/>
                </a:lnTo>
                <a:lnTo>
                  <a:pt x="23334" y="36178"/>
                </a:lnTo>
                <a:close/>
              </a:path>
              <a:path w="366395" h="50800">
                <a:moveTo>
                  <a:pt x="18544" y="36178"/>
                </a:moveTo>
                <a:lnTo>
                  <a:pt x="17722" y="36523"/>
                </a:lnTo>
                <a:lnTo>
                  <a:pt x="17475" y="37101"/>
                </a:lnTo>
                <a:lnTo>
                  <a:pt x="18544" y="36178"/>
                </a:lnTo>
                <a:close/>
              </a:path>
              <a:path w="366395" h="50800">
                <a:moveTo>
                  <a:pt x="18202" y="35402"/>
                </a:moveTo>
                <a:lnTo>
                  <a:pt x="17193" y="36781"/>
                </a:lnTo>
                <a:lnTo>
                  <a:pt x="17722" y="36523"/>
                </a:lnTo>
                <a:lnTo>
                  <a:pt x="18202" y="35402"/>
                </a:lnTo>
                <a:close/>
              </a:path>
              <a:path w="366395" h="50800">
                <a:moveTo>
                  <a:pt x="54585" y="35402"/>
                </a:moveTo>
                <a:lnTo>
                  <a:pt x="18202" y="35402"/>
                </a:lnTo>
                <a:lnTo>
                  <a:pt x="17722" y="36523"/>
                </a:lnTo>
                <a:lnTo>
                  <a:pt x="18428" y="36178"/>
                </a:lnTo>
                <a:lnTo>
                  <a:pt x="22706" y="36178"/>
                </a:lnTo>
                <a:lnTo>
                  <a:pt x="54585" y="3540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25276" y="1111332"/>
            <a:ext cx="523875" cy="67310"/>
          </a:xfrm>
          <a:custGeom>
            <a:avLst/>
            <a:gdLst/>
            <a:ahLst/>
            <a:cxnLst/>
            <a:rect l="l" t="t" r="r" b="b"/>
            <a:pathLst>
              <a:path w="523875" h="67309">
                <a:moveTo>
                  <a:pt x="9612" y="48313"/>
                </a:moveTo>
                <a:lnTo>
                  <a:pt x="6324" y="48313"/>
                </a:lnTo>
                <a:lnTo>
                  <a:pt x="4318" y="49000"/>
                </a:lnTo>
                <a:lnTo>
                  <a:pt x="0" y="54664"/>
                </a:lnTo>
                <a:lnTo>
                  <a:pt x="6" y="57811"/>
                </a:lnTo>
                <a:lnTo>
                  <a:pt x="6616" y="64204"/>
                </a:lnTo>
                <a:lnTo>
                  <a:pt x="7415" y="64204"/>
                </a:lnTo>
                <a:lnTo>
                  <a:pt x="29107" y="65557"/>
                </a:lnTo>
                <a:lnTo>
                  <a:pt x="65369" y="66902"/>
                </a:lnTo>
                <a:lnTo>
                  <a:pt x="119691" y="66902"/>
                </a:lnTo>
                <a:lnTo>
                  <a:pt x="163676" y="65222"/>
                </a:lnTo>
                <a:lnTo>
                  <a:pt x="218419" y="60130"/>
                </a:lnTo>
                <a:lnTo>
                  <a:pt x="277690" y="52720"/>
                </a:lnTo>
                <a:lnTo>
                  <a:pt x="289822" y="50926"/>
                </a:lnTo>
                <a:lnTo>
                  <a:pt x="66269" y="50926"/>
                </a:lnTo>
                <a:lnTo>
                  <a:pt x="30007" y="49582"/>
                </a:lnTo>
                <a:lnTo>
                  <a:pt x="9612" y="48313"/>
                </a:lnTo>
                <a:close/>
              </a:path>
              <a:path w="523875" h="67309">
                <a:moveTo>
                  <a:pt x="517345" y="0"/>
                </a:moveTo>
                <a:lnTo>
                  <a:pt x="513960" y="0"/>
                </a:lnTo>
                <a:lnTo>
                  <a:pt x="499730" y="4465"/>
                </a:lnTo>
                <a:lnTo>
                  <a:pt x="497302" y="5194"/>
                </a:lnTo>
                <a:lnTo>
                  <a:pt x="480204" y="9145"/>
                </a:lnTo>
                <a:lnTo>
                  <a:pt x="479965" y="9145"/>
                </a:lnTo>
                <a:lnTo>
                  <a:pt x="439281" y="14719"/>
                </a:lnTo>
                <a:lnTo>
                  <a:pt x="390206" y="20102"/>
                </a:lnTo>
                <a:lnTo>
                  <a:pt x="275335" y="36894"/>
                </a:lnTo>
                <a:lnTo>
                  <a:pt x="216427" y="44255"/>
                </a:lnTo>
                <a:lnTo>
                  <a:pt x="162628" y="49265"/>
                </a:lnTo>
                <a:lnTo>
                  <a:pt x="162267" y="49265"/>
                </a:lnTo>
                <a:lnTo>
                  <a:pt x="118782" y="50926"/>
                </a:lnTo>
                <a:lnTo>
                  <a:pt x="289822" y="50926"/>
                </a:lnTo>
                <a:lnTo>
                  <a:pt x="392232" y="35971"/>
                </a:lnTo>
                <a:lnTo>
                  <a:pt x="441458" y="30570"/>
                </a:lnTo>
                <a:lnTo>
                  <a:pt x="483092" y="24858"/>
                </a:lnTo>
                <a:lnTo>
                  <a:pt x="519838" y="14719"/>
                </a:lnTo>
                <a:lnTo>
                  <a:pt x="523529" y="6488"/>
                </a:lnTo>
                <a:lnTo>
                  <a:pt x="522894" y="4465"/>
                </a:lnTo>
                <a:lnTo>
                  <a:pt x="522395" y="3553"/>
                </a:lnTo>
                <a:lnTo>
                  <a:pt x="521034" y="1926"/>
                </a:lnTo>
                <a:lnTo>
                  <a:pt x="520223" y="1275"/>
                </a:lnTo>
                <a:lnTo>
                  <a:pt x="518344" y="293"/>
                </a:lnTo>
                <a:lnTo>
                  <a:pt x="51734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97203" y="3072310"/>
            <a:ext cx="198057" cy="28702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70666" y="3099029"/>
            <a:ext cx="465459" cy="287110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3234551" y="3022034"/>
            <a:ext cx="187325" cy="289560"/>
            <a:chOff x="3234551" y="3022034"/>
            <a:chExt cx="187325" cy="289560"/>
          </a:xfrm>
        </p:grpSpPr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72955" y="3094559"/>
              <a:ext cx="148367" cy="16109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234551" y="3022034"/>
              <a:ext cx="180975" cy="289560"/>
            </a:xfrm>
            <a:custGeom>
              <a:avLst/>
              <a:gdLst/>
              <a:ahLst/>
              <a:cxnLst/>
              <a:rect l="l" t="t" r="r" b="b"/>
              <a:pathLst>
                <a:path w="180975" h="289560">
                  <a:moveTo>
                    <a:pt x="173169" y="0"/>
                  </a:moveTo>
                  <a:lnTo>
                    <a:pt x="171865" y="0"/>
                  </a:lnTo>
                  <a:lnTo>
                    <a:pt x="170036" y="289"/>
                  </a:lnTo>
                  <a:lnTo>
                    <a:pt x="134593" y="51817"/>
                  </a:lnTo>
                  <a:lnTo>
                    <a:pt x="98092" y="118356"/>
                  </a:lnTo>
                  <a:lnTo>
                    <a:pt x="54576" y="199039"/>
                  </a:lnTo>
                  <a:lnTo>
                    <a:pt x="31027" y="237586"/>
                  </a:lnTo>
                  <a:lnTo>
                    <a:pt x="1055" y="277096"/>
                  </a:lnTo>
                  <a:lnTo>
                    <a:pt x="599" y="278032"/>
                  </a:lnTo>
                  <a:lnTo>
                    <a:pt x="62" y="280083"/>
                  </a:lnTo>
                  <a:lnTo>
                    <a:pt x="0" y="281122"/>
                  </a:lnTo>
                  <a:lnTo>
                    <a:pt x="288" y="283222"/>
                  </a:lnTo>
                  <a:lnTo>
                    <a:pt x="7302" y="289151"/>
                  </a:lnTo>
                  <a:lnTo>
                    <a:pt x="8103" y="289151"/>
                  </a:lnTo>
                  <a:lnTo>
                    <a:pt x="43771" y="247253"/>
                  </a:lnTo>
                  <a:lnTo>
                    <a:pt x="68220" y="207392"/>
                  </a:lnTo>
                  <a:lnTo>
                    <a:pt x="112144" y="126003"/>
                  </a:lnTo>
                  <a:lnTo>
                    <a:pt x="148213" y="60227"/>
                  </a:lnTo>
                  <a:lnTo>
                    <a:pt x="170601" y="23956"/>
                  </a:lnTo>
                  <a:lnTo>
                    <a:pt x="179420" y="11868"/>
                  </a:lnTo>
                  <a:lnTo>
                    <a:pt x="179857" y="10923"/>
                  </a:lnTo>
                  <a:lnTo>
                    <a:pt x="180352" y="8862"/>
                  </a:lnTo>
                  <a:lnTo>
                    <a:pt x="180394" y="7821"/>
                  </a:lnTo>
                  <a:lnTo>
                    <a:pt x="180063" y="5727"/>
                  </a:lnTo>
                  <a:lnTo>
                    <a:pt x="175232" y="495"/>
                  </a:lnTo>
                  <a:lnTo>
                    <a:pt x="173169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3810626" y="2891395"/>
            <a:ext cx="216535" cy="330200"/>
          </a:xfrm>
          <a:custGeom>
            <a:avLst/>
            <a:gdLst/>
            <a:ahLst/>
            <a:cxnLst/>
            <a:rect l="l" t="t" r="r" b="b"/>
            <a:pathLst>
              <a:path w="216535" h="330200">
                <a:moveTo>
                  <a:pt x="84462" y="0"/>
                </a:moveTo>
                <a:lnTo>
                  <a:pt x="82101" y="0"/>
                </a:lnTo>
                <a:lnTo>
                  <a:pt x="76898" y="726"/>
                </a:lnTo>
                <a:lnTo>
                  <a:pt x="52675" y="30814"/>
                </a:lnTo>
                <a:lnTo>
                  <a:pt x="31127" y="87753"/>
                </a:lnTo>
                <a:lnTo>
                  <a:pt x="20083" y="126014"/>
                </a:lnTo>
                <a:lnTo>
                  <a:pt x="10863" y="166582"/>
                </a:lnTo>
                <a:lnTo>
                  <a:pt x="4140" y="207349"/>
                </a:lnTo>
                <a:lnTo>
                  <a:pt x="159" y="249820"/>
                </a:lnTo>
                <a:lnTo>
                  <a:pt x="0" y="285997"/>
                </a:lnTo>
                <a:lnTo>
                  <a:pt x="1156" y="297204"/>
                </a:lnTo>
                <a:lnTo>
                  <a:pt x="25493" y="327695"/>
                </a:lnTo>
                <a:lnTo>
                  <a:pt x="38776" y="330194"/>
                </a:lnTo>
                <a:lnTo>
                  <a:pt x="50170" y="330064"/>
                </a:lnTo>
                <a:lnTo>
                  <a:pt x="92020" y="314481"/>
                </a:lnTo>
                <a:lnTo>
                  <a:pt x="92267" y="314331"/>
                </a:lnTo>
                <a:lnTo>
                  <a:pt x="40133" y="314331"/>
                </a:lnTo>
                <a:lnTo>
                  <a:pt x="32988" y="313016"/>
                </a:lnTo>
                <a:lnTo>
                  <a:pt x="31854" y="313016"/>
                </a:lnTo>
                <a:lnTo>
                  <a:pt x="30123" y="312489"/>
                </a:lnTo>
                <a:lnTo>
                  <a:pt x="30637" y="312489"/>
                </a:lnTo>
                <a:lnTo>
                  <a:pt x="26915" y="310878"/>
                </a:lnTo>
                <a:lnTo>
                  <a:pt x="25998" y="310878"/>
                </a:lnTo>
                <a:lnTo>
                  <a:pt x="23950" y="309594"/>
                </a:lnTo>
                <a:lnTo>
                  <a:pt x="24511" y="309594"/>
                </a:lnTo>
                <a:lnTo>
                  <a:pt x="22688" y="308019"/>
                </a:lnTo>
                <a:lnTo>
                  <a:pt x="21953" y="308019"/>
                </a:lnTo>
                <a:lnTo>
                  <a:pt x="21751" y="307658"/>
                </a:lnTo>
                <a:lnTo>
                  <a:pt x="21464" y="307419"/>
                </a:lnTo>
                <a:lnTo>
                  <a:pt x="20203" y="305873"/>
                </a:lnTo>
                <a:lnTo>
                  <a:pt x="20751" y="305873"/>
                </a:lnTo>
                <a:lnTo>
                  <a:pt x="19397" y="303455"/>
                </a:lnTo>
                <a:lnTo>
                  <a:pt x="19060" y="303455"/>
                </a:lnTo>
                <a:lnTo>
                  <a:pt x="18265" y="301433"/>
                </a:lnTo>
                <a:lnTo>
                  <a:pt x="18569" y="301433"/>
                </a:lnTo>
                <a:lnTo>
                  <a:pt x="17164" y="295642"/>
                </a:lnTo>
                <a:lnTo>
                  <a:pt x="17041" y="295287"/>
                </a:lnTo>
                <a:lnTo>
                  <a:pt x="16977" y="295024"/>
                </a:lnTo>
                <a:lnTo>
                  <a:pt x="16885" y="294493"/>
                </a:lnTo>
                <a:lnTo>
                  <a:pt x="16081" y="285997"/>
                </a:lnTo>
                <a:lnTo>
                  <a:pt x="16123" y="250609"/>
                </a:lnTo>
                <a:lnTo>
                  <a:pt x="16222" y="249820"/>
                </a:lnTo>
                <a:lnTo>
                  <a:pt x="19726" y="211274"/>
                </a:lnTo>
                <a:lnTo>
                  <a:pt x="19851" y="210394"/>
                </a:lnTo>
                <a:lnTo>
                  <a:pt x="26477" y="170124"/>
                </a:lnTo>
                <a:lnTo>
                  <a:pt x="26555" y="169651"/>
                </a:lnTo>
                <a:lnTo>
                  <a:pt x="35581" y="130002"/>
                </a:lnTo>
                <a:lnTo>
                  <a:pt x="35683" y="129555"/>
                </a:lnTo>
                <a:lnTo>
                  <a:pt x="46252" y="92999"/>
                </a:lnTo>
                <a:lnTo>
                  <a:pt x="46368" y="92596"/>
                </a:lnTo>
                <a:lnTo>
                  <a:pt x="57145" y="61584"/>
                </a:lnTo>
                <a:lnTo>
                  <a:pt x="57222" y="61362"/>
                </a:lnTo>
                <a:lnTo>
                  <a:pt x="57304" y="61125"/>
                </a:lnTo>
                <a:lnTo>
                  <a:pt x="67139" y="37611"/>
                </a:lnTo>
                <a:lnTo>
                  <a:pt x="70407" y="31446"/>
                </a:lnTo>
                <a:lnTo>
                  <a:pt x="74653" y="23354"/>
                </a:lnTo>
                <a:lnTo>
                  <a:pt x="74513" y="23354"/>
                </a:lnTo>
                <a:lnTo>
                  <a:pt x="74947" y="22793"/>
                </a:lnTo>
                <a:lnTo>
                  <a:pt x="75271" y="22175"/>
                </a:lnTo>
                <a:lnTo>
                  <a:pt x="75425" y="22175"/>
                </a:lnTo>
                <a:lnTo>
                  <a:pt x="79019" y="17532"/>
                </a:lnTo>
                <a:lnTo>
                  <a:pt x="77913" y="17532"/>
                </a:lnTo>
                <a:lnTo>
                  <a:pt x="80835" y="15186"/>
                </a:lnTo>
                <a:lnTo>
                  <a:pt x="125266" y="15186"/>
                </a:lnTo>
                <a:lnTo>
                  <a:pt x="125427" y="14761"/>
                </a:lnTo>
                <a:lnTo>
                  <a:pt x="125776" y="12669"/>
                </a:lnTo>
                <a:lnTo>
                  <a:pt x="125743" y="11629"/>
                </a:lnTo>
                <a:lnTo>
                  <a:pt x="100436" y="1414"/>
                </a:lnTo>
                <a:lnTo>
                  <a:pt x="101112" y="1414"/>
                </a:lnTo>
                <a:lnTo>
                  <a:pt x="84462" y="0"/>
                </a:lnTo>
                <a:close/>
              </a:path>
              <a:path w="216535" h="330200">
                <a:moveTo>
                  <a:pt x="59890" y="311860"/>
                </a:moveTo>
                <a:lnTo>
                  <a:pt x="48005" y="314331"/>
                </a:lnTo>
                <a:lnTo>
                  <a:pt x="92307" y="314331"/>
                </a:lnTo>
                <a:lnTo>
                  <a:pt x="95622" y="312099"/>
                </a:lnTo>
                <a:lnTo>
                  <a:pt x="59265" y="312099"/>
                </a:lnTo>
                <a:lnTo>
                  <a:pt x="59890" y="311860"/>
                </a:lnTo>
                <a:close/>
              </a:path>
              <a:path w="216535" h="330200">
                <a:moveTo>
                  <a:pt x="30123" y="312489"/>
                </a:moveTo>
                <a:lnTo>
                  <a:pt x="31854" y="313016"/>
                </a:lnTo>
                <a:lnTo>
                  <a:pt x="31016" y="312654"/>
                </a:lnTo>
                <a:lnTo>
                  <a:pt x="30123" y="312489"/>
                </a:lnTo>
                <a:close/>
              </a:path>
              <a:path w="216535" h="330200">
                <a:moveTo>
                  <a:pt x="31016" y="312654"/>
                </a:moveTo>
                <a:lnTo>
                  <a:pt x="31854" y="313016"/>
                </a:lnTo>
                <a:lnTo>
                  <a:pt x="32988" y="313016"/>
                </a:lnTo>
                <a:lnTo>
                  <a:pt x="31016" y="312654"/>
                </a:lnTo>
                <a:close/>
              </a:path>
              <a:path w="216535" h="330200">
                <a:moveTo>
                  <a:pt x="30637" y="312489"/>
                </a:moveTo>
                <a:lnTo>
                  <a:pt x="30123" y="312489"/>
                </a:lnTo>
                <a:lnTo>
                  <a:pt x="31016" y="312654"/>
                </a:lnTo>
                <a:lnTo>
                  <a:pt x="30637" y="312489"/>
                </a:lnTo>
                <a:close/>
              </a:path>
              <a:path w="216535" h="330200">
                <a:moveTo>
                  <a:pt x="60504" y="311732"/>
                </a:moveTo>
                <a:lnTo>
                  <a:pt x="59890" y="311860"/>
                </a:lnTo>
                <a:lnTo>
                  <a:pt x="59265" y="312099"/>
                </a:lnTo>
                <a:lnTo>
                  <a:pt x="60504" y="311732"/>
                </a:lnTo>
                <a:close/>
              </a:path>
              <a:path w="216535" h="330200">
                <a:moveTo>
                  <a:pt x="96168" y="311732"/>
                </a:moveTo>
                <a:lnTo>
                  <a:pt x="60504" y="311732"/>
                </a:lnTo>
                <a:lnTo>
                  <a:pt x="59265" y="312099"/>
                </a:lnTo>
                <a:lnTo>
                  <a:pt x="95622" y="312099"/>
                </a:lnTo>
                <a:lnTo>
                  <a:pt x="96168" y="311732"/>
                </a:lnTo>
                <a:close/>
              </a:path>
              <a:path w="216535" h="330200">
                <a:moveTo>
                  <a:pt x="102864" y="307225"/>
                </a:moveTo>
                <a:lnTo>
                  <a:pt x="71977" y="307225"/>
                </a:lnTo>
                <a:lnTo>
                  <a:pt x="71470" y="307419"/>
                </a:lnTo>
                <a:lnTo>
                  <a:pt x="71029" y="307658"/>
                </a:lnTo>
                <a:lnTo>
                  <a:pt x="70847" y="307658"/>
                </a:lnTo>
                <a:lnTo>
                  <a:pt x="59890" y="311860"/>
                </a:lnTo>
                <a:lnTo>
                  <a:pt x="60504" y="311732"/>
                </a:lnTo>
                <a:lnTo>
                  <a:pt x="96168" y="311732"/>
                </a:lnTo>
                <a:lnTo>
                  <a:pt x="102220" y="307658"/>
                </a:lnTo>
                <a:lnTo>
                  <a:pt x="71029" y="307658"/>
                </a:lnTo>
                <a:lnTo>
                  <a:pt x="71552" y="307419"/>
                </a:lnTo>
                <a:lnTo>
                  <a:pt x="102575" y="307419"/>
                </a:lnTo>
                <a:lnTo>
                  <a:pt x="102864" y="307225"/>
                </a:lnTo>
                <a:close/>
              </a:path>
              <a:path w="216535" h="330200">
                <a:moveTo>
                  <a:pt x="23950" y="309594"/>
                </a:moveTo>
                <a:lnTo>
                  <a:pt x="25998" y="310878"/>
                </a:lnTo>
                <a:lnTo>
                  <a:pt x="25075" y="310081"/>
                </a:lnTo>
                <a:lnTo>
                  <a:pt x="23950" y="309594"/>
                </a:lnTo>
                <a:close/>
              </a:path>
              <a:path w="216535" h="330200">
                <a:moveTo>
                  <a:pt x="25075" y="310081"/>
                </a:moveTo>
                <a:lnTo>
                  <a:pt x="25998" y="310878"/>
                </a:lnTo>
                <a:lnTo>
                  <a:pt x="26915" y="310878"/>
                </a:lnTo>
                <a:lnTo>
                  <a:pt x="25075" y="310081"/>
                </a:lnTo>
                <a:close/>
              </a:path>
              <a:path w="216535" h="330200">
                <a:moveTo>
                  <a:pt x="24511" y="309594"/>
                </a:moveTo>
                <a:lnTo>
                  <a:pt x="23950" y="309594"/>
                </a:lnTo>
                <a:lnTo>
                  <a:pt x="25075" y="310081"/>
                </a:lnTo>
                <a:lnTo>
                  <a:pt x="24511" y="309594"/>
                </a:lnTo>
                <a:close/>
              </a:path>
              <a:path w="216535" h="330200">
                <a:moveTo>
                  <a:pt x="21264" y="306790"/>
                </a:moveTo>
                <a:lnTo>
                  <a:pt x="21508" y="307225"/>
                </a:lnTo>
                <a:lnTo>
                  <a:pt x="21617" y="307419"/>
                </a:lnTo>
                <a:lnTo>
                  <a:pt x="21659" y="307658"/>
                </a:lnTo>
                <a:lnTo>
                  <a:pt x="21953" y="308019"/>
                </a:lnTo>
                <a:lnTo>
                  <a:pt x="22688" y="308019"/>
                </a:lnTo>
                <a:lnTo>
                  <a:pt x="21264" y="306790"/>
                </a:lnTo>
                <a:close/>
              </a:path>
              <a:path w="216535" h="330200">
                <a:moveTo>
                  <a:pt x="20203" y="305873"/>
                </a:moveTo>
                <a:lnTo>
                  <a:pt x="21659" y="307658"/>
                </a:lnTo>
                <a:lnTo>
                  <a:pt x="21617" y="307419"/>
                </a:lnTo>
                <a:lnTo>
                  <a:pt x="21264" y="306790"/>
                </a:lnTo>
                <a:lnTo>
                  <a:pt x="20203" y="305873"/>
                </a:lnTo>
                <a:close/>
              </a:path>
              <a:path w="216535" h="330200">
                <a:moveTo>
                  <a:pt x="199047" y="173697"/>
                </a:moveTo>
                <a:lnTo>
                  <a:pt x="196882" y="181056"/>
                </a:lnTo>
                <a:lnTo>
                  <a:pt x="195796" y="185061"/>
                </a:lnTo>
                <a:lnTo>
                  <a:pt x="195625" y="185510"/>
                </a:lnTo>
                <a:lnTo>
                  <a:pt x="195285" y="186115"/>
                </a:lnTo>
                <a:lnTo>
                  <a:pt x="189074" y="199207"/>
                </a:lnTo>
                <a:lnTo>
                  <a:pt x="188841" y="199790"/>
                </a:lnTo>
                <a:lnTo>
                  <a:pt x="178128" y="217562"/>
                </a:lnTo>
                <a:lnTo>
                  <a:pt x="177831" y="218182"/>
                </a:lnTo>
                <a:lnTo>
                  <a:pt x="169955" y="228117"/>
                </a:lnTo>
                <a:lnTo>
                  <a:pt x="161483" y="238937"/>
                </a:lnTo>
                <a:lnTo>
                  <a:pt x="138052" y="261125"/>
                </a:lnTo>
                <a:lnTo>
                  <a:pt x="112306" y="281423"/>
                </a:lnTo>
                <a:lnTo>
                  <a:pt x="111141" y="282370"/>
                </a:lnTo>
                <a:lnTo>
                  <a:pt x="87520" y="298270"/>
                </a:lnTo>
                <a:lnTo>
                  <a:pt x="84399" y="300415"/>
                </a:lnTo>
                <a:lnTo>
                  <a:pt x="71470" y="307419"/>
                </a:lnTo>
                <a:lnTo>
                  <a:pt x="71977" y="307225"/>
                </a:lnTo>
                <a:lnTo>
                  <a:pt x="102864" y="307225"/>
                </a:lnTo>
                <a:lnTo>
                  <a:pt x="120073" y="295642"/>
                </a:lnTo>
                <a:lnTo>
                  <a:pt x="172424" y="250609"/>
                </a:lnTo>
                <a:lnTo>
                  <a:pt x="202542" y="208043"/>
                </a:lnTo>
                <a:lnTo>
                  <a:pt x="215363" y="174910"/>
                </a:lnTo>
                <a:lnTo>
                  <a:pt x="202827" y="174910"/>
                </a:lnTo>
                <a:lnTo>
                  <a:pt x="202303" y="174508"/>
                </a:lnTo>
                <a:lnTo>
                  <a:pt x="202530" y="174508"/>
                </a:lnTo>
                <a:lnTo>
                  <a:pt x="199047" y="173697"/>
                </a:lnTo>
                <a:close/>
              </a:path>
              <a:path w="216535" h="330200">
                <a:moveTo>
                  <a:pt x="20751" y="305873"/>
                </a:moveTo>
                <a:lnTo>
                  <a:pt x="20203" y="305873"/>
                </a:lnTo>
                <a:lnTo>
                  <a:pt x="21264" y="306790"/>
                </a:lnTo>
                <a:lnTo>
                  <a:pt x="20751" y="305873"/>
                </a:lnTo>
                <a:close/>
              </a:path>
              <a:path w="216535" h="330200">
                <a:moveTo>
                  <a:pt x="18265" y="301433"/>
                </a:moveTo>
                <a:lnTo>
                  <a:pt x="19060" y="303455"/>
                </a:lnTo>
                <a:lnTo>
                  <a:pt x="18802" y="302392"/>
                </a:lnTo>
                <a:lnTo>
                  <a:pt x="18265" y="301433"/>
                </a:lnTo>
                <a:close/>
              </a:path>
              <a:path w="216535" h="330200">
                <a:moveTo>
                  <a:pt x="18802" y="302392"/>
                </a:moveTo>
                <a:lnTo>
                  <a:pt x="19060" y="303455"/>
                </a:lnTo>
                <a:lnTo>
                  <a:pt x="19397" y="303455"/>
                </a:lnTo>
                <a:lnTo>
                  <a:pt x="18802" y="302392"/>
                </a:lnTo>
                <a:close/>
              </a:path>
              <a:path w="216535" h="330200">
                <a:moveTo>
                  <a:pt x="18569" y="301433"/>
                </a:moveTo>
                <a:lnTo>
                  <a:pt x="18265" y="301433"/>
                </a:lnTo>
                <a:lnTo>
                  <a:pt x="18802" y="302392"/>
                </a:lnTo>
                <a:lnTo>
                  <a:pt x="18569" y="301433"/>
                </a:lnTo>
                <a:close/>
              </a:path>
              <a:path w="216535" h="330200">
                <a:moveTo>
                  <a:pt x="197171" y="157218"/>
                </a:moveTo>
                <a:lnTo>
                  <a:pt x="162154" y="172716"/>
                </a:lnTo>
                <a:lnTo>
                  <a:pt x="130750" y="209767"/>
                </a:lnTo>
                <a:lnTo>
                  <a:pt x="116994" y="240432"/>
                </a:lnTo>
                <a:lnTo>
                  <a:pt x="111158" y="251272"/>
                </a:lnTo>
                <a:lnTo>
                  <a:pt x="110059" y="253405"/>
                </a:lnTo>
                <a:lnTo>
                  <a:pt x="95764" y="274302"/>
                </a:lnTo>
                <a:lnTo>
                  <a:pt x="95355" y="275258"/>
                </a:lnTo>
                <a:lnTo>
                  <a:pt x="94918" y="277333"/>
                </a:lnTo>
                <a:lnTo>
                  <a:pt x="94907" y="278373"/>
                </a:lnTo>
                <a:lnTo>
                  <a:pt x="95298" y="280457"/>
                </a:lnTo>
                <a:lnTo>
                  <a:pt x="100411" y="285606"/>
                </a:lnTo>
                <a:lnTo>
                  <a:pt x="100549" y="285606"/>
                </a:lnTo>
                <a:lnTo>
                  <a:pt x="102407" y="285997"/>
                </a:lnTo>
                <a:lnTo>
                  <a:pt x="103393" y="285997"/>
                </a:lnTo>
                <a:lnTo>
                  <a:pt x="105478" y="285606"/>
                </a:lnTo>
                <a:lnTo>
                  <a:pt x="131079" y="248017"/>
                </a:lnTo>
                <a:lnTo>
                  <a:pt x="145033" y="216936"/>
                </a:lnTo>
                <a:lnTo>
                  <a:pt x="149881" y="208313"/>
                </a:lnTo>
                <a:lnTo>
                  <a:pt x="150016" y="208043"/>
                </a:lnTo>
                <a:lnTo>
                  <a:pt x="150121" y="207882"/>
                </a:lnTo>
                <a:lnTo>
                  <a:pt x="150599" y="207349"/>
                </a:lnTo>
                <a:lnTo>
                  <a:pt x="156222" y="199790"/>
                </a:lnTo>
                <a:lnTo>
                  <a:pt x="156866" y="199207"/>
                </a:lnTo>
                <a:lnTo>
                  <a:pt x="163655" y="192138"/>
                </a:lnTo>
                <a:lnTo>
                  <a:pt x="164149" y="191803"/>
                </a:lnTo>
                <a:lnTo>
                  <a:pt x="171535" y="185713"/>
                </a:lnTo>
                <a:lnTo>
                  <a:pt x="171746" y="185510"/>
                </a:lnTo>
                <a:lnTo>
                  <a:pt x="172326" y="185061"/>
                </a:lnTo>
                <a:lnTo>
                  <a:pt x="172480" y="185061"/>
                </a:lnTo>
                <a:lnTo>
                  <a:pt x="187859" y="175648"/>
                </a:lnTo>
                <a:lnTo>
                  <a:pt x="187504" y="175648"/>
                </a:lnTo>
                <a:lnTo>
                  <a:pt x="189064" y="174910"/>
                </a:lnTo>
                <a:lnTo>
                  <a:pt x="189637" y="174910"/>
                </a:lnTo>
                <a:lnTo>
                  <a:pt x="193146" y="173697"/>
                </a:lnTo>
                <a:lnTo>
                  <a:pt x="192227" y="173697"/>
                </a:lnTo>
                <a:lnTo>
                  <a:pt x="193719" y="173385"/>
                </a:lnTo>
                <a:lnTo>
                  <a:pt x="201289" y="173385"/>
                </a:lnTo>
                <a:lnTo>
                  <a:pt x="192464" y="172716"/>
                </a:lnTo>
                <a:lnTo>
                  <a:pt x="199336" y="172716"/>
                </a:lnTo>
                <a:lnTo>
                  <a:pt x="200662" y="168207"/>
                </a:lnTo>
                <a:lnTo>
                  <a:pt x="216019" y="168207"/>
                </a:lnTo>
                <a:lnTo>
                  <a:pt x="214983" y="165201"/>
                </a:lnTo>
                <a:lnTo>
                  <a:pt x="199616" y="157405"/>
                </a:lnTo>
                <a:lnTo>
                  <a:pt x="197171" y="157218"/>
                </a:lnTo>
                <a:close/>
              </a:path>
              <a:path w="216535" h="330200">
                <a:moveTo>
                  <a:pt x="172480" y="185061"/>
                </a:moveTo>
                <a:lnTo>
                  <a:pt x="172326" y="185061"/>
                </a:lnTo>
                <a:lnTo>
                  <a:pt x="171781" y="185510"/>
                </a:lnTo>
                <a:lnTo>
                  <a:pt x="172480" y="185061"/>
                </a:lnTo>
                <a:close/>
              </a:path>
              <a:path w="216535" h="330200">
                <a:moveTo>
                  <a:pt x="189064" y="174910"/>
                </a:moveTo>
                <a:lnTo>
                  <a:pt x="187504" y="175648"/>
                </a:lnTo>
                <a:lnTo>
                  <a:pt x="188320" y="175366"/>
                </a:lnTo>
                <a:lnTo>
                  <a:pt x="189064" y="174910"/>
                </a:lnTo>
                <a:close/>
              </a:path>
              <a:path w="216535" h="330200">
                <a:moveTo>
                  <a:pt x="188320" y="175366"/>
                </a:moveTo>
                <a:lnTo>
                  <a:pt x="187504" y="175648"/>
                </a:lnTo>
                <a:lnTo>
                  <a:pt x="187859" y="175648"/>
                </a:lnTo>
                <a:lnTo>
                  <a:pt x="188320" y="175366"/>
                </a:lnTo>
                <a:close/>
              </a:path>
              <a:path w="216535" h="330200">
                <a:moveTo>
                  <a:pt x="189637" y="174910"/>
                </a:moveTo>
                <a:lnTo>
                  <a:pt x="189064" y="174910"/>
                </a:lnTo>
                <a:lnTo>
                  <a:pt x="188320" y="175366"/>
                </a:lnTo>
                <a:lnTo>
                  <a:pt x="189637" y="174910"/>
                </a:lnTo>
                <a:close/>
              </a:path>
              <a:path w="216535" h="330200">
                <a:moveTo>
                  <a:pt x="200835" y="173385"/>
                </a:moveTo>
                <a:lnTo>
                  <a:pt x="202827" y="174910"/>
                </a:lnTo>
                <a:lnTo>
                  <a:pt x="202177" y="174018"/>
                </a:lnTo>
                <a:lnTo>
                  <a:pt x="200835" y="173385"/>
                </a:lnTo>
                <a:close/>
              </a:path>
              <a:path w="216535" h="330200">
                <a:moveTo>
                  <a:pt x="202530" y="174508"/>
                </a:moveTo>
                <a:lnTo>
                  <a:pt x="202820" y="174910"/>
                </a:lnTo>
                <a:lnTo>
                  <a:pt x="204255" y="174910"/>
                </a:lnTo>
                <a:lnTo>
                  <a:pt x="202530" y="174508"/>
                </a:lnTo>
                <a:close/>
              </a:path>
              <a:path w="216535" h="330200">
                <a:moveTo>
                  <a:pt x="202177" y="174018"/>
                </a:moveTo>
                <a:lnTo>
                  <a:pt x="202530" y="174508"/>
                </a:lnTo>
                <a:lnTo>
                  <a:pt x="204255" y="174910"/>
                </a:lnTo>
                <a:lnTo>
                  <a:pt x="204067" y="174910"/>
                </a:lnTo>
                <a:lnTo>
                  <a:pt x="202177" y="174018"/>
                </a:lnTo>
                <a:close/>
              </a:path>
              <a:path w="216535" h="330200">
                <a:moveTo>
                  <a:pt x="216019" y="168207"/>
                </a:moveTo>
                <a:lnTo>
                  <a:pt x="200662" y="168207"/>
                </a:lnTo>
                <a:lnTo>
                  <a:pt x="200773" y="172071"/>
                </a:lnTo>
                <a:lnTo>
                  <a:pt x="202177" y="174018"/>
                </a:lnTo>
                <a:lnTo>
                  <a:pt x="204067" y="174910"/>
                </a:lnTo>
                <a:lnTo>
                  <a:pt x="215363" y="174910"/>
                </a:lnTo>
                <a:lnTo>
                  <a:pt x="216198" y="172071"/>
                </a:lnTo>
                <a:lnTo>
                  <a:pt x="216167" y="168639"/>
                </a:lnTo>
                <a:lnTo>
                  <a:pt x="216019" y="168207"/>
                </a:lnTo>
                <a:close/>
              </a:path>
              <a:path w="216535" h="330200">
                <a:moveTo>
                  <a:pt x="200662" y="168207"/>
                </a:moveTo>
                <a:lnTo>
                  <a:pt x="199139" y="173385"/>
                </a:lnTo>
                <a:lnTo>
                  <a:pt x="199047" y="173697"/>
                </a:lnTo>
                <a:lnTo>
                  <a:pt x="202530" y="174508"/>
                </a:lnTo>
                <a:lnTo>
                  <a:pt x="202303" y="174508"/>
                </a:lnTo>
                <a:lnTo>
                  <a:pt x="200835" y="173385"/>
                </a:lnTo>
                <a:lnTo>
                  <a:pt x="200766" y="172716"/>
                </a:lnTo>
                <a:lnTo>
                  <a:pt x="200430" y="172071"/>
                </a:lnTo>
                <a:lnTo>
                  <a:pt x="200116" y="171159"/>
                </a:lnTo>
                <a:lnTo>
                  <a:pt x="200730" y="171159"/>
                </a:lnTo>
                <a:lnTo>
                  <a:pt x="200662" y="168207"/>
                </a:lnTo>
                <a:close/>
              </a:path>
              <a:path w="216535" h="330200">
                <a:moveTo>
                  <a:pt x="200773" y="172071"/>
                </a:moveTo>
                <a:lnTo>
                  <a:pt x="200652" y="172716"/>
                </a:lnTo>
                <a:lnTo>
                  <a:pt x="200835" y="173385"/>
                </a:lnTo>
                <a:lnTo>
                  <a:pt x="202177" y="174018"/>
                </a:lnTo>
                <a:lnTo>
                  <a:pt x="200773" y="172071"/>
                </a:lnTo>
                <a:close/>
              </a:path>
              <a:path w="216535" h="330200">
                <a:moveTo>
                  <a:pt x="194048" y="173385"/>
                </a:moveTo>
                <a:lnTo>
                  <a:pt x="193719" y="173385"/>
                </a:lnTo>
                <a:lnTo>
                  <a:pt x="192227" y="173697"/>
                </a:lnTo>
                <a:lnTo>
                  <a:pt x="193146" y="173697"/>
                </a:lnTo>
                <a:lnTo>
                  <a:pt x="194048" y="173385"/>
                </a:lnTo>
                <a:close/>
              </a:path>
              <a:path w="216535" h="330200">
                <a:moveTo>
                  <a:pt x="195649" y="173385"/>
                </a:moveTo>
                <a:lnTo>
                  <a:pt x="194048" y="173385"/>
                </a:lnTo>
                <a:lnTo>
                  <a:pt x="193146" y="173697"/>
                </a:lnTo>
                <a:lnTo>
                  <a:pt x="191662" y="173697"/>
                </a:lnTo>
                <a:lnTo>
                  <a:pt x="195649" y="173385"/>
                </a:lnTo>
                <a:close/>
              </a:path>
              <a:path w="216535" h="330200">
                <a:moveTo>
                  <a:pt x="199336" y="172716"/>
                </a:moveTo>
                <a:lnTo>
                  <a:pt x="194836" y="172716"/>
                </a:lnTo>
                <a:lnTo>
                  <a:pt x="199047" y="173697"/>
                </a:lnTo>
                <a:lnTo>
                  <a:pt x="199336" y="172716"/>
                </a:lnTo>
                <a:close/>
              </a:path>
              <a:path w="216535" h="330200">
                <a:moveTo>
                  <a:pt x="200116" y="171159"/>
                </a:moveTo>
                <a:lnTo>
                  <a:pt x="200652" y="172716"/>
                </a:lnTo>
                <a:lnTo>
                  <a:pt x="200751" y="172071"/>
                </a:lnTo>
                <a:lnTo>
                  <a:pt x="200116" y="171159"/>
                </a:lnTo>
                <a:close/>
              </a:path>
              <a:path w="216535" h="330200">
                <a:moveTo>
                  <a:pt x="200730" y="171159"/>
                </a:moveTo>
                <a:lnTo>
                  <a:pt x="200116" y="171159"/>
                </a:lnTo>
                <a:lnTo>
                  <a:pt x="200773" y="172071"/>
                </a:lnTo>
                <a:lnTo>
                  <a:pt x="200730" y="171159"/>
                </a:lnTo>
                <a:close/>
              </a:path>
              <a:path w="216535" h="330200">
                <a:moveTo>
                  <a:pt x="74947" y="22793"/>
                </a:moveTo>
                <a:lnTo>
                  <a:pt x="74513" y="23354"/>
                </a:lnTo>
                <a:lnTo>
                  <a:pt x="74653" y="23354"/>
                </a:lnTo>
                <a:lnTo>
                  <a:pt x="74947" y="22793"/>
                </a:lnTo>
                <a:close/>
              </a:path>
              <a:path w="216535" h="330200">
                <a:moveTo>
                  <a:pt x="75425" y="22175"/>
                </a:moveTo>
                <a:lnTo>
                  <a:pt x="75271" y="22175"/>
                </a:lnTo>
                <a:lnTo>
                  <a:pt x="74947" y="22793"/>
                </a:lnTo>
                <a:lnTo>
                  <a:pt x="75425" y="22175"/>
                </a:lnTo>
                <a:close/>
              </a:path>
              <a:path w="216535" h="330200">
                <a:moveTo>
                  <a:pt x="124912" y="15968"/>
                </a:moveTo>
                <a:lnTo>
                  <a:pt x="83415" y="15968"/>
                </a:lnTo>
                <a:lnTo>
                  <a:pt x="98071" y="17208"/>
                </a:lnTo>
                <a:lnTo>
                  <a:pt x="97912" y="17208"/>
                </a:lnTo>
                <a:lnTo>
                  <a:pt x="117445" y="20462"/>
                </a:lnTo>
                <a:lnTo>
                  <a:pt x="118343" y="20462"/>
                </a:lnTo>
                <a:lnTo>
                  <a:pt x="120550" y="19951"/>
                </a:lnTo>
                <a:lnTo>
                  <a:pt x="121499" y="19523"/>
                </a:lnTo>
                <a:lnTo>
                  <a:pt x="123225" y="18290"/>
                </a:lnTo>
                <a:lnTo>
                  <a:pt x="123938" y="17532"/>
                </a:lnTo>
                <a:lnTo>
                  <a:pt x="124912" y="15968"/>
                </a:lnTo>
                <a:close/>
              </a:path>
              <a:path w="216535" h="330200">
                <a:moveTo>
                  <a:pt x="80835" y="15186"/>
                </a:moveTo>
                <a:lnTo>
                  <a:pt x="77913" y="17532"/>
                </a:lnTo>
                <a:lnTo>
                  <a:pt x="79657" y="16708"/>
                </a:lnTo>
                <a:lnTo>
                  <a:pt x="80835" y="15186"/>
                </a:lnTo>
                <a:close/>
              </a:path>
              <a:path w="216535" h="330200">
                <a:moveTo>
                  <a:pt x="79657" y="16708"/>
                </a:moveTo>
                <a:lnTo>
                  <a:pt x="77907" y="17532"/>
                </a:lnTo>
                <a:lnTo>
                  <a:pt x="79019" y="17532"/>
                </a:lnTo>
                <a:lnTo>
                  <a:pt x="79657" y="16708"/>
                </a:lnTo>
                <a:close/>
              </a:path>
              <a:path w="216535" h="330200">
                <a:moveTo>
                  <a:pt x="79952" y="16569"/>
                </a:moveTo>
                <a:lnTo>
                  <a:pt x="79764" y="16569"/>
                </a:lnTo>
                <a:lnTo>
                  <a:pt x="79657" y="16708"/>
                </a:lnTo>
                <a:lnTo>
                  <a:pt x="79952" y="16569"/>
                </a:lnTo>
                <a:close/>
              </a:path>
              <a:path w="216535" h="330200">
                <a:moveTo>
                  <a:pt x="125266" y="15186"/>
                </a:moveTo>
                <a:lnTo>
                  <a:pt x="80835" y="15186"/>
                </a:lnTo>
                <a:lnTo>
                  <a:pt x="79764" y="16569"/>
                </a:lnTo>
                <a:lnTo>
                  <a:pt x="79104" y="16569"/>
                </a:lnTo>
                <a:lnTo>
                  <a:pt x="81120" y="15968"/>
                </a:lnTo>
                <a:lnTo>
                  <a:pt x="124970" y="15968"/>
                </a:lnTo>
                <a:lnTo>
                  <a:pt x="125266" y="15186"/>
                </a:lnTo>
                <a:close/>
              </a:path>
              <a:path w="216535" h="330200">
                <a:moveTo>
                  <a:pt x="81228" y="15968"/>
                </a:moveTo>
                <a:lnTo>
                  <a:pt x="79104" y="16569"/>
                </a:lnTo>
                <a:lnTo>
                  <a:pt x="79952" y="16569"/>
                </a:lnTo>
                <a:lnTo>
                  <a:pt x="81228" y="15968"/>
                </a:lnTo>
                <a:close/>
              </a:path>
              <a:path w="216535" h="330200">
                <a:moveTo>
                  <a:pt x="83415" y="15968"/>
                </a:moveTo>
                <a:lnTo>
                  <a:pt x="81228" y="15968"/>
                </a:lnTo>
                <a:lnTo>
                  <a:pt x="79952" y="16569"/>
                </a:lnTo>
                <a:lnTo>
                  <a:pt x="79104" y="16569"/>
                </a:lnTo>
                <a:lnTo>
                  <a:pt x="83415" y="1596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46401" y="2961133"/>
            <a:ext cx="260350" cy="186055"/>
          </a:xfrm>
          <a:custGeom>
            <a:avLst/>
            <a:gdLst/>
            <a:ahLst/>
            <a:cxnLst/>
            <a:rect l="l" t="t" r="r" b="b"/>
            <a:pathLst>
              <a:path w="260350" h="186055">
                <a:moveTo>
                  <a:pt x="56992" y="0"/>
                </a:moveTo>
                <a:lnTo>
                  <a:pt x="55386" y="0"/>
                </a:lnTo>
                <a:lnTo>
                  <a:pt x="53851" y="195"/>
                </a:lnTo>
                <a:lnTo>
                  <a:pt x="22418" y="22282"/>
                </a:lnTo>
                <a:lnTo>
                  <a:pt x="5039" y="63940"/>
                </a:lnTo>
                <a:lnTo>
                  <a:pt x="0" y="102078"/>
                </a:lnTo>
                <a:lnTo>
                  <a:pt x="24" y="103976"/>
                </a:lnTo>
                <a:lnTo>
                  <a:pt x="11638" y="146980"/>
                </a:lnTo>
                <a:lnTo>
                  <a:pt x="17117" y="155910"/>
                </a:lnTo>
                <a:lnTo>
                  <a:pt x="17219" y="156047"/>
                </a:lnTo>
                <a:lnTo>
                  <a:pt x="61395" y="180572"/>
                </a:lnTo>
                <a:lnTo>
                  <a:pt x="116548" y="185905"/>
                </a:lnTo>
                <a:lnTo>
                  <a:pt x="141612" y="185644"/>
                </a:lnTo>
                <a:lnTo>
                  <a:pt x="141823" y="185644"/>
                </a:lnTo>
                <a:lnTo>
                  <a:pt x="164384" y="183772"/>
                </a:lnTo>
                <a:lnTo>
                  <a:pt x="164551" y="183772"/>
                </a:lnTo>
                <a:lnTo>
                  <a:pt x="184784" y="180256"/>
                </a:lnTo>
                <a:lnTo>
                  <a:pt x="185699" y="180039"/>
                </a:lnTo>
                <a:lnTo>
                  <a:pt x="203810" y="174644"/>
                </a:lnTo>
                <a:lnTo>
                  <a:pt x="204778" y="174284"/>
                </a:lnTo>
                <a:lnTo>
                  <a:pt x="214583" y="169919"/>
                </a:lnTo>
                <a:lnTo>
                  <a:pt x="117217" y="169919"/>
                </a:lnTo>
                <a:lnTo>
                  <a:pt x="91436" y="168672"/>
                </a:lnTo>
                <a:lnTo>
                  <a:pt x="90745" y="168672"/>
                </a:lnTo>
                <a:lnTo>
                  <a:pt x="67251" y="165367"/>
                </a:lnTo>
                <a:lnTo>
                  <a:pt x="66365" y="165367"/>
                </a:lnTo>
                <a:lnTo>
                  <a:pt x="65420" y="165149"/>
                </a:lnTo>
                <a:lnTo>
                  <a:pt x="65695" y="165149"/>
                </a:lnTo>
                <a:lnTo>
                  <a:pt x="47836" y="159308"/>
                </a:lnTo>
                <a:lnTo>
                  <a:pt x="47385" y="159308"/>
                </a:lnTo>
                <a:lnTo>
                  <a:pt x="46014" y="158713"/>
                </a:lnTo>
                <a:lnTo>
                  <a:pt x="46295" y="158713"/>
                </a:lnTo>
                <a:lnTo>
                  <a:pt x="40454" y="155514"/>
                </a:lnTo>
                <a:lnTo>
                  <a:pt x="40250" y="155514"/>
                </a:lnTo>
                <a:lnTo>
                  <a:pt x="40079" y="155383"/>
                </a:lnTo>
                <a:lnTo>
                  <a:pt x="39221" y="154838"/>
                </a:lnTo>
                <a:lnTo>
                  <a:pt x="39370" y="154838"/>
                </a:lnTo>
                <a:lnTo>
                  <a:pt x="34693" y="151246"/>
                </a:lnTo>
                <a:lnTo>
                  <a:pt x="34490" y="151246"/>
                </a:lnTo>
                <a:lnTo>
                  <a:pt x="34015" y="150725"/>
                </a:lnTo>
                <a:lnTo>
                  <a:pt x="33450" y="150291"/>
                </a:lnTo>
                <a:lnTo>
                  <a:pt x="33619" y="150291"/>
                </a:lnTo>
                <a:lnTo>
                  <a:pt x="30166" y="146503"/>
                </a:lnTo>
                <a:lnTo>
                  <a:pt x="29961" y="146503"/>
                </a:lnTo>
                <a:lnTo>
                  <a:pt x="29550" y="145827"/>
                </a:lnTo>
                <a:lnTo>
                  <a:pt x="29041" y="145268"/>
                </a:lnTo>
                <a:lnTo>
                  <a:pt x="29210" y="145268"/>
                </a:lnTo>
                <a:lnTo>
                  <a:pt x="25862" y="139768"/>
                </a:lnTo>
                <a:lnTo>
                  <a:pt x="25893" y="139592"/>
                </a:lnTo>
                <a:lnTo>
                  <a:pt x="20627" y="126845"/>
                </a:lnTo>
                <a:lnTo>
                  <a:pt x="18399" y="118356"/>
                </a:lnTo>
                <a:lnTo>
                  <a:pt x="17268" y="114176"/>
                </a:lnTo>
                <a:lnTo>
                  <a:pt x="16134" y="103976"/>
                </a:lnTo>
                <a:lnTo>
                  <a:pt x="16060" y="103355"/>
                </a:lnTo>
                <a:lnTo>
                  <a:pt x="15983" y="102713"/>
                </a:lnTo>
                <a:lnTo>
                  <a:pt x="15907" y="102078"/>
                </a:lnTo>
                <a:lnTo>
                  <a:pt x="16441" y="91573"/>
                </a:lnTo>
                <a:lnTo>
                  <a:pt x="16484" y="90512"/>
                </a:lnTo>
                <a:lnTo>
                  <a:pt x="16672" y="89856"/>
                </a:lnTo>
                <a:lnTo>
                  <a:pt x="20429" y="68486"/>
                </a:lnTo>
                <a:lnTo>
                  <a:pt x="20506" y="68050"/>
                </a:lnTo>
                <a:lnTo>
                  <a:pt x="20585" y="67599"/>
                </a:lnTo>
                <a:lnTo>
                  <a:pt x="21461" y="64827"/>
                </a:lnTo>
                <a:lnTo>
                  <a:pt x="26699" y="47148"/>
                </a:lnTo>
                <a:lnTo>
                  <a:pt x="28806" y="42602"/>
                </a:lnTo>
                <a:lnTo>
                  <a:pt x="30482" y="38850"/>
                </a:lnTo>
                <a:lnTo>
                  <a:pt x="34235" y="33227"/>
                </a:lnTo>
                <a:lnTo>
                  <a:pt x="34084" y="33227"/>
                </a:lnTo>
                <a:lnTo>
                  <a:pt x="34571" y="32707"/>
                </a:lnTo>
                <a:lnTo>
                  <a:pt x="34786" y="32327"/>
                </a:lnTo>
                <a:lnTo>
                  <a:pt x="34965" y="32097"/>
                </a:lnTo>
                <a:lnTo>
                  <a:pt x="35142" y="32097"/>
                </a:lnTo>
                <a:lnTo>
                  <a:pt x="39106" y="27868"/>
                </a:lnTo>
                <a:lnTo>
                  <a:pt x="38893" y="27868"/>
                </a:lnTo>
                <a:lnTo>
                  <a:pt x="39535" y="27410"/>
                </a:lnTo>
                <a:lnTo>
                  <a:pt x="40077" y="26832"/>
                </a:lnTo>
                <a:lnTo>
                  <a:pt x="40345" y="26832"/>
                </a:lnTo>
                <a:lnTo>
                  <a:pt x="45807" y="22932"/>
                </a:lnTo>
                <a:lnTo>
                  <a:pt x="47026" y="22282"/>
                </a:lnTo>
                <a:lnTo>
                  <a:pt x="63675" y="9916"/>
                </a:lnTo>
                <a:lnTo>
                  <a:pt x="63794" y="9481"/>
                </a:lnTo>
                <a:lnTo>
                  <a:pt x="63905" y="9075"/>
                </a:lnTo>
                <a:lnTo>
                  <a:pt x="63977" y="8036"/>
                </a:lnTo>
                <a:lnTo>
                  <a:pt x="63710" y="5933"/>
                </a:lnTo>
                <a:lnTo>
                  <a:pt x="59038" y="558"/>
                </a:lnTo>
                <a:lnTo>
                  <a:pt x="56992" y="0"/>
                </a:lnTo>
                <a:close/>
              </a:path>
              <a:path w="260350" h="186055">
                <a:moveTo>
                  <a:pt x="234277" y="159308"/>
                </a:moveTo>
                <a:lnTo>
                  <a:pt x="199240" y="159308"/>
                </a:lnTo>
                <a:lnTo>
                  <a:pt x="198754" y="159453"/>
                </a:lnTo>
                <a:lnTo>
                  <a:pt x="198272" y="159668"/>
                </a:lnTo>
                <a:lnTo>
                  <a:pt x="198034" y="159668"/>
                </a:lnTo>
                <a:lnTo>
                  <a:pt x="181128" y="164710"/>
                </a:lnTo>
                <a:lnTo>
                  <a:pt x="180830" y="164710"/>
                </a:lnTo>
                <a:lnTo>
                  <a:pt x="162351" y="167921"/>
                </a:lnTo>
                <a:lnTo>
                  <a:pt x="161946" y="167921"/>
                </a:lnTo>
                <a:lnTo>
                  <a:pt x="140865" y="169677"/>
                </a:lnTo>
                <a:lnTo>
                  <a:pt x="138619" y="169677"/>
                </a:lnTo>
                <a:lnTo>
                  <a:pt x="116157" y="169919"/>
                </a:lnTo>
                <a:lnTo>
                  <a:pt x="214583" y="169919"/>
                </a:lnTo>
                <a:lnTo>
                  <a:pt x="222230" y="166514"/>
                </a:lnTo>
                <a:lnTo>
                  <a:pt x="223112" y="166049"/>
                </a:lnTo>
                <a:lnTo>
                  <a:pt x="233682" y="159668"/>
                </a:lnTo>
                <a:lnTo>
                  <a:pt x="198272" y="159668"/>
                </a:lnTo>
                <a:lnTo>
                  <a:pt x="198849" y="159453"/>
                </a:lnTo>
                <a:lnTo>
                  <a:pt x="234037" y="159453"/>
                </a:lnTo>
                <a:lnTo>
                  <a:pt x="234277" y="159308"/>
                </a:lnTo>
                <a:close/>
              </a:path>
              <a:path w="260350" h="186055">
                <a:moveTo>
                  <a:pt x="65695" y="165149"/>
                </a:moveTo>
                <a:lnTo>
                  <a:pt x="65420" y="165149"/>
                </a:lnTo>
                <a:lnTo>
                  <a:pt x="66365" y="165367"/>
                </a:lnTo>
                <a:lnTo>
                  <a:pt x="65695" y="165149"/>
                </a:lnTo>
                <a:close/>
              </a:path>
              <a:path w="260350" h="186055">
                <a:moveTo>
                  <a:pt x="65695" y="165149"/>
                </a:moveTo>
                <a:lnTo>
                  <a:pt x="66365" y="165367"/>
                </a:lnTo>
                <a:lnTo>
                  <a:pt x="67251" y="165367"/>
                </a:lnTo>
                <a:lnTo>
                  <a:pt x="65695" y="165149"/>
                </a:lnTo>
                <a:close/>
              </a:path>
              <a:path w="260350" h="186055">
                <a:moveTo>
                  <a:pt x="252439" y="128557"/>
                </a:moveTo>
                <a:lnTo>
                  <a:pt x="250821" y="128557"/>
                </a:lnTo>
                <a:lnTo>
                  <a:pt x="248775" y="129117"/>
                </a:lnTo>
                <a:lnTo>
                  <a:pt x="247844" y="129581"/>
                </a:lnTo>
                <a:lnTo>
                  <a:pt x="232562" y="141433"/>
                </a:lnTo>
                <a:lnTo>
                  <a:pt x="231634" y="142219"/>
                </a:lnTo>
                <a:lnTo>
                  <a:pt x="216681" y="151246"/>
                </a:lnTo>
                <a:lnTo>
                  <a:pt x="215724" y="151898"/>
                </a:lnTo>
                <a:lnTo>
                  <a:pt x="215260" y="152105"/>
                </a:lnTo>
                <a:lnTo>
                  <a:pt x="214843" y="152356"/>
                </a:lnTo>
                <a:lnTo>
                  <a:pt x="214694" y="152356"/>
                </a:lnTo>
                <a:lnTo>
                  <a:pt x="198754" y="159453"/>
                </a:lnTo>
                <a:lnTo>
                  <a:pt x="199240" y="159308"/>
                </a:lnTo>
                <a:lnTo>
                  <a:pt x="234277" y="159308"/>
                </a:lnTo>
                <a:lnTo>
                  <a:pt x="239906" y="155910"/>
                </a:lnTo>
                <a:lnTo>
                  <a:pt x="240673" y="155383"/>
                </a:lnTo>
                <a:lnTo>
                  <a:pt x="244575" y="152356"/>
                </a:lnTo>
                <a:lnTo>
                  <a:pt x="214843" y="152356"/>
                </a:lnTo>
                <a:lnTo>
                  <a:pt x="215327" y="152105"/>
                </a:lnTo>
                <a:lnTo>
                  <a:pt x="244900" y="152105"/>
                </a:lnTo>
                <a:lnTo>
                  <a:pt x="257644" y="142219"/>
                </a:lnTo>
                <a:lnTo>
                  <a:pt x="258326" y="141433"/>
                </a:lnTo>
                <a:lnTo>
                  <a:pt x="259277" y="139768"/>
                </a:lnTo>
                <a:lnTo>
                  <a:pt x="259378" y="139592"/>
                </a:lnTo>
                <a:lnTo>
                  <a:pt x="259707" y="138605"/>
                </a:lnTo>
                <a:lnTo>
                  <a:pt x="259972" y="136500"/>
                </a:lnTo>
                <a:lnTo>
                  <a:pt x="259900" y="135463"/>
                </a:lnTo>
                <a:lnTo>
                  <a:pt x="253961" y="128750"/>
                </a:lnTo>
                <a:lnTo>
                  <a:pt x="252439" y="128557"/>
                </a:lnTo>
                <a:close/>
              </a:path>
              <a:path w="260350" h="186055">
                <a:moveTo>
                  <a:pt x="46014" y="158713"/>
                </a:moveTo>
                <a:lnTo>
                  <a:pt x="47385" y="159308"/>
                </a:lnTo>
                <a:lnTo>
                  <a:pt x="46710" y="158940"/>
                </a:lnTo>
                <a:lnTo>
                  <a:pt x="46014" y="158713"/>
                </a:lnTo>
                <a:close/>
              </a:path>
              <a:path w="260350" h="186055">
                <a:moveTo>
                  <a:pt x="46710" y="158940"/>
                </a:moveTo>
                <a:lnTo>
                  <a:pt x="47382" y="159308"/>
                </a:lnTo>
                <a:lnTo>
                  <a:pt x="47836" y="159308"/>
                </a:lnTo>
                <a:lnTo>
                  <a:pt x="46710" y="158940"/>
                </a:lnTo>
                <a:close/>
              </a:path>
              <a:path w="260350" h="186055">
                <a:moveTo>
                  <a:pt x="46295" y="158713"/>
                </a:moveTo>
                <a:lnTo>
                  <a:pt x="46014" y="158713"/>
                </a:lnTo>
                <a:lnTo>
                  <a:pt x="46710" y="158940"/>
                </a:lnTo>
                <a:lnTo>
                  <a:pt x="46295" y="158713"/>
                </a:lnTo>
                <a:close/>
              </a:path>
              <a:path w="260350" h="186055">
                <a:moveTo>
                  <a:pt x="39740" y="155122"/>
                </a:moveTo>
                <a:lnTo>
                  <a:pt x="40050" y="155383"/>
                </a:lnTo>
                <a:lnTo>
                  <a:pt x="40250" y="155514"/>
                </a:lnTo>
                <a:lnTo>
                  <a:pt x="40454" y="155514"/>
                </a:lnTo>
                <a:lnTo>
                  <a:pt x="39740" y="155122"/>
                </a:lnTo>
                <a:close/>
              </a:path>
              <a:path w="260350" h="186055">
                <a:moveTo>
                  <a:pt x="39370" y="154838"/>
                </a:moveTo>
                <a:lnTo>
                  <a:pt x="39221" y="154838"/>
                </a:lnTo>
                <a:lnTo>
                  <a:pt x="39740" y="155122"/>
                </a:lnTo>
                <a:lnTo>
                  <a:pt x="39370" y="154838"/>
                </a:lnTo>
                <a:close/>
              </a:path>
              <a:path w="260350" h="186055">
                <a:moveTo>
                  <a:pt x="34015" y="150725"/>
                </a:moveTo>
                <a:lnTo>
                  <a:pt x="34490" y="151246"/>
                </a:lnTo>
                <a:lnTo>
                  <a:pt x="34693" y="151246"/>
                </a:lnTo>
                <a:lnTo>
                  <a:pt x="34015" y="150725"/>
                </a:lnTo>
                <a:close/>
              </a:path>
              <a:path w="260350" h="186055">
                <a:moveTo>
                  <a:pt x="33619" y="150291"/>
                </a:moveTo>
                <a:lnTo>
                  <a:pt x="33450" y="150291"/>
                </a:lnTo>
                <a:lnTo>
                  <a:pt x="34015" y="150725"/>
                </a:lnTo>
                <a:lnTo>
                  <a:pt x="33619" y="150291"/>
                </a:lnTo>
                <a:close/>
              </a:path>
              <a:path w="260350" h="186055">
                <a:moveTo>
                  <a:pt x="29550" y="145827"/>
                </a:moveTo>
                <a:lnTo>
                  <a:pt x="29961" y="146503"/>
                </a:lnTo>
                <a:lnTo>
                  <a:pt x="30166" y="146503"/>
                </a:lnTo>
                <a:lnTo>
                  <a:pt x="29550" y="145827"/>
                </a:lnTo>
                <a:close/>
              </a:path>
              <a:path w="260350" h="186055">
                <a:moveTo>
                  <a:pt x="29210" y="145268"/>
                </a:moveTo>
                <a:lnTo>
                  <a:pt x="29041" y="145268"/>
                </a:lnTo>
                <a:lnTo>
                  <a:pt x="29550" y="145827"/>
                </a:lnTo>
                <a:lnTo>
                  <a:pt x="29210" y="145268"/>
                </a:lnTo>
                <a:close/>
              </a:path>
              <a:path w="260350" h="186055">
                <a:moveTo>
                  <a:pt x="34571" y="32707"/>
                </a:moveTo>
                <a:lnTo>
                  <a:pt x="34084" y="33227"/>
                </a:lnTo>
                <a:lnTo>
                  <a:pt x="34235" y="33227"/>
                </a:lnTo>
                <a:lnTo>
                  <a:pt x="34571" y="32707"/>
                </a:lnTo>
                <a:close/>
              </a:path>
              <a:path w="260350" h="186055">
                <a:moveTo>
                  <a:pt x="34965" y="32097"/>
                </a:moveTo>
                <a:lnTo>
                  <a:pt x="34490" y="32707"/>
                </a:lnTo>
                <a:lnTo>
                  <a:pt x="34926" y="32327"/>
                </a:lnTo>
                <a:lnTo>
                  <a:pt x="34965" y="32097"/>
                </a:lnTo>
                <a:close/>
              </a:path>
              <a:path w="260350" h="186055">
                <a:moveTo>
                  <a:pt x="35142" y="32097"/>
                </a:moveTo>
                <a:lnTo>
                  <a:pt x="34965" y="32097"/>
                </a:lnTo>
                <a:lnTo>
                  <a:pt x="34816" y="32327"/>
                </a:lnTo>
                <a:lnTo>
                  <a:pt x="35142" y="32097"/>
                </a:lnTo>
                <a:close/>
              </a:path>
              <a:path w="260350" h="186055">
                <a:moveTo>
                  <a:pt x="39535" y="27410"/>
                </a:moveTo>
                <a:lnTo>
                  <a:pt x="38893" y="27868"/>
                </a:lnTo>
                <a:lnTo>
                  <a:pt x="39106" y="27868"/>
                </a:lnTo>
                <a:lnTo>
                  <a:pt x="39535" y="27410"/>
                </a:lnTo>
                <a:close/>
              </a:path>
              <a:path w="260350" h="186055">
                <a:moveTo>
                  <a:pt x="40345" y="26832"/>
                </a:moveTo>
                <a:lnTo>
                  <a:pt x="40077" y="26832"/>
                </a:lnTo>
                <a:lnTo>
                  <a:pt x="39535" y="27410"/>
                </a:lnTo>
                <a:lnTo>
                  <a:pt x="40345" y="2683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86480" y="3045543"/>
            <a:ext cx="162093" cy="148636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4818070" y="2985119"/>
            <a:ext cx="227329" cy="26034"/>
          </a:xfrm>
          <a:custGeom>
            <a:avLst/>
            <a:gdLst/>
            <a:ahLst/>
            <a:cxnLst/>
            <a:rect l="l" t="t" r="r" b="b"/>
            <a:pathLst>
              <a:path w="227329" h="26035">
                <a:moveTo>
                  <a:pt x="199579" y="0"/>
                </a:moveTo>
                <a:lnTo>
                  <a:pt x="197007" y="0"/>
                </a:lnTo>
                <a:lnTo>
                  <a:pt x="168885" y="253"/>
                </a:lnTo>
                <a:lnTo>
                  <a:pt x="53152" y="5519"/>
                </a:lnTo>
                <a:lnTo>
                  <a:pt x="32060" y="6089"/>
                </a:lnTo>
                <a:lnTo>
                  <a:pt x="32989" y="6089"/>
                </a:lnTo>
                <a:lnTo>
                  <a:pt x="18032" y="7752"/>
                </a:lnTo>
                <a:lnTo>
                  <a:pt x="18216" y="7752"/>
                </a:lnTo>
                <a:lnTo>
                  <a:pt x="133" y="16532"/>
                </a:lnTo>
                <a:lnTo>
                  <a:pt x="16" y="17073"/>
                </a:lnTo>
                <a:lnTo>
                  <a:pt x="7480" y="25783"/>
                </a:lnTo>
                <a:lnTo>
                  <a:pt x="8444" y="25783"/>
                </a:lnTo>
                <a:lnTo>
                  <a:pt x="19933" y="23698"/>
                </a:lnTo>
                <a:lnTo>
                  <a:pt x="19388" y="23698"/>
                </a:lnTo>
                <a:lnTo>
                  <a:pt x="34367" y="22033"/>
                </a:lnTo>
                <a:lnTo>
                  <a:pt x="34089" y="22033"/>
                </a:lnTo>
                <a:lnTo>
                  <a:pt x="53694" y="21506"/>
                </a:lnTo>
                <a:lnTo>
                  <a:pt x="169542" y="16240"/>
                </a:lnTo>
                <a:lnTo>
                  <a:pt x="169349" y="16240"/>
                </a:lnTo>
                <a:lnTo>
                  <a:pt x="223272" y="16013"/>
                </a:lnTo>
                <a:lnTo>
                  <a:pt x="224868" y="14616"/>
                </a:lnTo>
                <a:lnTo>
                  <a:pt x="225502" y="13792"/>
                </a:lnTo>
                <a:lnTo>
                  <a:pt x="226442" y="11891"/>
                </a:lnTo>
                <a:lnTo>
                  <a:pt x="226712" y="10886"/>
                </a:lnTo>
                <a:lnTo>
                  <a:pt x="226719" y="7752"/>
                </a:lnTo>
                <a:lnTo>
                  <a:pt x="226161" y="6089"/>
                </a:lnTo>
                <a:lnTo>
                  <a:pt x="220394" y="1389"/>
                </a:lnTo>
                <a:lnTo>
                  <a:pt x="199579" y="0"/>
                </a:lnTo>
                <a:close/>
              </a:path>
              <a:path w="227329" h="26035">
                <a:moveTo>
                  <a:pt x="223272" y="16013"/>
                </a:moveTo>
                <a:lnTo>
                  <a:pt x="199278" y="16013"/>
                </a:lnTo>
                <a:lnTo>
                  <a:pt x="218272" y="17277"/>
                </a:lnTo>
                <a:lnTo>
                  <a:pt x="220165" y="17277"/>
                </a:lnTo>
                <a:lnTo>
                  <a:pt x="222370" y="16532"/>
                </a:lnTo>
                <a:lnTo>
                  <a:pt x="223272" y="1601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92020" y="3055980"/>
            <a:ext cx="220345" cy="24765"/>
          </a:xfrm>
          <a:custGeom>
            <a:avLst/>
            <a:gdLst/>
            <a:ahLst/>
            <a:cxnLst/>
            <a:rect l="l" t="t" r="r" b="b"/>
            <a:pathLst>
              <a:path w="220345" h="24764">
                <a:moveTo>
                  <a:pt x="213423" y="0"/>
                </a:moveTo>
                <a:lnTo>
                  <a:pt x="191728" y="0"/>
                </a:lnTo>
                <a:lnTo>
                  <a:pt x="111885" y="5538"/>
                </a:lnTo>
                <a:lnTo>
                  <a:pt x="81176" y="6313"/>
                </a:lnTo>
                <a:lnTo>
                  <a:pt x="41206" y="6313"/>
                </a:lnTo>
                <a:lnTo>
                  <a:pt x="18735" y="7391"/>
                </a:lnTo>
                <a:lnTo>
                  <a:pt x="0" y="18192"/>
                </a:lnTo>
                <a:lnTo>
                  <a:pt x="294" y="19190"/>
                </a:lnTo>
                <a:lnTo>
                  <a:pt x="6554" y="24378"/>
                </a:lnTo>
                <a:lnTo>
                  <a:pt x="8577" y="24378"/>
                </a:lnTo>
                <a:lnTo>
                  <a:pt x="19903" y="23347"/>
                </a:lnTo>
                <a:lnTo>
                  <a:pt x="41701" y="22306"/>
                </a:lnTo>
                <a:lnTo>
                  <a:pt x="81589" y="22306"/>
                </a:lnTo>
                <a:lnTo>
                  <a:pt x="113016" y="21493"/>
                </a:lnTo>
                <a:lnTo>
                  <a:pt x="192555" y="15980"/>
                </a:lnTo>
                <a:lnTo>
                  <a:pt x="213347" y="15980"/>
                </a:lnTo>
                <a:lnTo>
                  <a:pt x="220085" y="10063"/>
                </a:lnTo>
                <a:lnTo>
                  <a:pt x="220085" y="5902"/>
                </a:lnTo>
                <a:lnTo>
                  <a:pt x="214373" y="189"/>
                </a:lnTo>
                <a:lnTo>
                  <a:pt x="213423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39223" y="2771386"/>
            <a:ext cx="571298" cy="41529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53648" y="5103868"/>
            <a:ext cx="641440" cy="43251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30128" y="5185760"/>
            <a:ext cx="421916" cy="33201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192642" y="5104784"/>
            <a:ext cx="446975" cy="34036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1514952" y="5813452"/>
            <a:ext cx="69215" cy="309245"/>
          </a:xfrm>
          <a:custGeom>
            <a:avLst/>
            <a:gdLst/>
            <a:ahLst/>
            <a:cxnLst/>
            <a:rect l="l" t="t" r="r" b="b"/>
            <a:pathLst>
              <a:path w="69215" h="309245">
                <a:moveTo>
                  <a:pt x="6192" y="76615"/>
                </a:moveTo>
                <a:lnTo>
                  <a:pt x="13219" y="139839"/>
                </a:lnTo>
                <a:lnTo>
                  <a:pt x="22038" y="207394"/>
                </a:lnTo>
                <a:lnTo>
                  <a:pt x="29345" y="249779"/>
                </a:lnTo>
                <a:lnTo>
                  <a:pt x="43637" y="294838"/>
                </a:lnTo>
                <a:lnTo>
                  <a:pt x="59552" y="309035"/>
                </a:lnTo>
                <a:lnTo>
                  <a:pt x="61673" y="309035"/>
                </a:lnTo>
                <a:lnTo>
                  <a:pt x="68609" y="302099"/>
                </a:lnTo>
                <a:lnTo>
                  <a:pt x="68609" y="299979"/>
                </a:lnTo>
                <a:lnTo>
                  <a:pt x="57857" y="287514"/>
                </a:lnTo>
                <a:lnTo>
                  <a:pt x="56403" y="285517"/>
                </a:lnTo>
                <a:lnTo>
                  <a:pt x="56829" y="285517"/>
                </a:lnTo>
                <a:lnTo>
                  <a:pt x="52578" y="277263"/>
                </a:lnTo>
                <a:lnTo>
                  <a:pt x="52316" y="277263"/>
                </a:lnTo>
                <a:lnTo>
                  <a:pt x="52091" y="276317"/>
                </a:lnTo>
                <a:lnTo>
                  <a:pt x="51645" y="275452"/>
                </a:lnTo>
                <a:lnTo>
                  <a:pt x="51885" y="275452"/>
                </a:lnTo>
                <a:lnTo>
                  <a:pt x="45127" y="247064"/>
                </a:lnTo>
                <a:lnTo>
                  <a:pt x="45008" y="246567"/>
                </a:lnTo>
                <a:lnTo>
                  <a:pt x="37856" y="205000"/>
                </a:lnTo>
                <a:lnTo>
                  <a:pt x="37801" y="204679"/>
                </a:lnTo>
                <a:lnTo>
                  <a:pt x="29101" y="137923"/>
                </a:lnTo>
                <a:lnTo>
                  <a:pt x="22458" y="78153"/>
                </a:lnTo>
                <a:lnTo>
                  <a:pt x="9671" y="78153"/>
                </a:lnTo>
                <a:lnTo>
                  <a:pt x="7252" y="77297"/>
                </a:lnTo>
                <a:lnTo>
                  <a:pt x="6540" y="76873"/>
                </a:lnTo>
                <a:lnTo>
                  <a:pt x="6192" y="76615"/>
                </a:lnTo>
                <a:close/>
              </a:path>
              <a:path w="69215" h="309245">
                <a:moveTo>
                  <a:pt x="56403" y="285517"/>
                </a:moveTo>
                <a:lnTo>
                  <a:pt x="57857" y="287514"/>
                </a:lnTo>
                <a:lnTo>
                  <a:pt x="57281" y="286396"/>
                </a:lnTo>
                <a:lnTo>
                  <a:pt x="56403" y="285517"/>
                </a:lnTo>
                <a:close/>
              </a:path>
              <a:path w="69215" h="309245">
                <a:moveTo>
                  <a:pt x="57281" y="286396"/>
                </a:moveTo>
                <a:lnTo>
                  <a:pt x="57857" y="287514"/>
                </a:lnTo>
                <a:lnTo>
                  <a:pt x="58398" y="287514"/>
                </a:lnTo>
                <a:lnTo>
                  <a:pt x="57281" y="286396"/>
                </a:lnTo>
                <a:close/>
              </a:path>
              <a:path w="69215" h="309245">
                <a:moveTo>
                  <a:pt x="56829" y="285517"/>
                </a:moveTo>
                <a:lnTo>
                  <a:pt x="56403" y="285517"/>
                </a:lnTo>
                <a:lnTo>
                  <a:pt x="57281" y="286396"/>
                </a:lnTo>
                <a:lnTo>
                  <a:pt x="56829" y="285517"/>
                </a:lnTo>
                <a:close/>
              </a:path>
              <a:path w="69215" h="309245">
                <a:moveTo>
                  <a:pt x="52091" y="276317"/>
                </a:moveTo>
                <a:lnTo>
                  <a:pt x="52316" y="277263"/>
                </a:lnTo>
                <a:lnTo>
                  <a:pt x="52578" y="277263"/>
                </a:lnTo>
                <a:lnTo>
                  <a:pt x="52091" y="276317"/>
                </a:lnTo>
                <a:close/>
              </a:path>
              <a:path w="69215" h="309245">
                <a:moveTo>
                  <a:pt x="51885" y="275452"/>
                </a:moveTo>
                <a:lnTo>
                  <a:pt x="51645" y="275452"/>
                </a:lnTo>
                <a:lnTo>
                  <a:pt x="52091" y="276317"/>
                </a:lnTo>
                <a:lnTo>
                  <a:pt x="51885" y="275452"/>
                </a:lnTo>
                <a:close/>
              </a:path>
              <a:path w="69215" h="309245">
                <a:moveTo>
                  <a:pt x="9056" y="0"/>
                </a:moveTo>
                <a:lnTo>
                  <a:pt x="6936" y="0"/>
                </a:lnTo>
                <a:lnTo>
                  <a:pt x="5915" y="203"/>
                </a:lnTo>
                <a:lnTo>
                  <a:pt x="0" y="6935"/>
                </a:lnTo>
                <a:lnTo>
                  <a:pt x="20" y="10780"/>
                </a:lnTo>
                <a:lnTo>
                  <a:pt x="1390" y="31257"/>
                </a:lnTo>
                <a:lnTo>
                  <a:pt x="1504" y="32962"/>
                </a:lnTo>
                <a:lnTo>
                  <a:pt x="5439" y="69692"/>
                </a:lnTo>
                <a:lnTo>
                  <a:pt x="5553" y="70751"/>
                </a:lnTo>
                <a:lnTo>
                  <a:pt x="5643" y="71591"/>
                </a:lnTo>
                <a:lnTo>
                  <a:pt x="5751" y="72599"/>
                </a:lnTo>
                <a:lnTo>
                  <a:pt x="5877" y="73779"/>
                </a:lnTo>
                <a:lnTo>
                  <a:pt x="5958" y="74513"/>
                </a:lnTo>
                <a:lnTo>
                  <a:pt x="6051" y="75346"/>
                </a:lnTo>
                <a:lnTo>
                  <a:pt x="6151" y="76249"/>
                </a:lnTo>
                <a:lnTo>
                  <a:pt x="6192" y="76615"/>
                </a:lnTo>
                <a:lnTo>
                  <a:pt x="6540" y="76873"/>
                </a:lnTo>
                <a:lnTo>
                  <a:pt x="7252" y="77297"/>
                </a:lnTo>
                <a:lnTo>
                  <a:pt x="9671" y="78153"/>
                </a:lnTo>
                <a:lnTo>
                  <a:pt x="11964" y="78153"/>
                </a:lnTo>
                <a:lnTo>
                  <a:pt x="18906" y="69692"/>
                </a:lnTo>
                <a:lnTo>
                  <a:pt x="17489" y="42759"/>
                </a:lnTo>
                <a:lnTo>
                  <a:pt x="16030" y="10780"/>
                </a:lnTo>
                <a:lnTo>
                  <a:pt x="10077" y="203"/>
                </a:lnTo>
                <a:lnTo>
                  <a:pt x="9056" y="0"/>
                </a:lnTo>
                <a:close/>
              </a:path>
              <a:path w="69215" h="309245">
                <a:moveTo>
                  <a:pt x="16051" y="10780"/>
                </a:moveTo>
                <a:lnTo>
                  <a:pt x="17448" y="41978"/>
                </a:lnTo>
                <a:lnTo>
                  <a:pt x="18906" y="69692"/>
                </a:lnTo>
                <a:lnTo>
                  <a:pt x="18811" y="71780"/>
                </a:lnTo>
                <a:lnTo>
                  <a:pt x="11964" y="78153"/>
                </a:lnTo>
                <a:lnTo>
                  <a:pt x="22458" y="78153"/>
                </a:lnTo>
                <a:lnTo>
                  <a:pt x="21841" y="72599"/>
                </a:lnTo>
                <a:lnTo>
                  <a:pt x="17444" y="31579"/>
                </a:lnTo>
                <a:lnTo>
                  <a:pt x="17410" y="31257"/>
                </a:lnTo>
                <a:lnTo>
                  <a:pt x="16051" y="10780"/>
                </a:lnTo>
                <a:close/>
              </a:path>
              <a:path w="69215" h="309245">
                <a:moveTo>
                  <a:pt x="20" y="10780"/>
                </a:moveTo>
                <a:lnTo>
                  <a:pt x="2889" y="69692"/>
                </a:lnTo>
                <a:lnTo>
                  <a:pt x="3140" y="72184"/>
                </a:lnTo>
                <a:lnTo>
                  <a:pt x="3246" y="72599"/>
                </a:lnTo>
                <a:lnTo>
                  <a:pt x="4159" y="74513"/>
                </a:lnTo>
                <a:lnTo>
                  <a:pt x="4782" y="75346"/>
                </a:lnTo>
                <a:lnTo>
                  <a:pt x="6192" y="76615"/>
                </a:lnTo>
                <a:lnTo>
                  <a:pt x="1504" y="32962"/>
                </a:lnTo>
                <a:lnTo>
                  <a:pt x="20" y="1078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52357" y="5831768"/>
            <a:ext cx="542077" cy="276106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2207663" y="5080496"/>
            <a:ext cx="156845" cy="19050"/>
          </a:xfrm>
          <a:custGeom>
            <a:avLst/>
            <a:gdLst/>
            <a:ahLst/>
            <a:cxnLst/>
            <a:rect l="l" t="t" r="r" b="b"/>
            <a:pathLst>
              <a:path w="156844" h="19050">
                <a:moveTo>
                  <a:pt x="108022" y="0"/>
                </a:moveTo>
                <a:lnTo>
                  <a:pt x="60038" y="0"/>
                </a:lnTo>
                <a:lnTo>
                  <a:pt x="15656" y="1525"/>
                </a:lnTo>
                <a:lnTo>
                  <a:pt x="17166" y="1525"/>
                </a:lnTo>
                <a:lnTo>
                  <a:pt x="5886" y="3135"/>
                </a:lnTo>
                <a:lnTo>
                  <a:pt x="0" y="10982"/>
                </a:lnTo>
                <a:lnTo>
                  <a:pt x="220" y="12528"/>
                </a:lnTo>
                <a:lnTo>
                  <a:pt x="7108" y="18910"/>
                </a:lnTo>
                <a:lnTo>
                  <a:pt x="8566" y="18910"/>
                </a:lnTo>
                <a:lnTo>
                  <a:pt x="18913" y="17430"/>
                </a:lnTo>
                <a:lnTo>
                  <a:pt x="18572" y="17430"/>
                </a:lnTo>
                <a:lnTo>
                  <a:pt x="60958" y="15974"/>
                </a:lnTo>
                <a:lnTo>
                  <a:pt x="154628" y="15974"/>
                </a:lnTo>
                <a:lnTo>
                  <a:pt x="155053" y="15427"/>
                </a:lnTo>
                <a:lnTo>
                  <a:pt x="156001" y="13531"/>
                </a:lnTo>
                <a:lnTo>
                  <a:pt x="156277" y="12528"/>
                </a:lnTo>
                <a:lnTo>
                  <a:pt x="156297" y="9381"/>
                </a:lnTo>
                <a:lnTo>
                  <a:pt x="155628" y="7369"/>
                </a:lnTo>
                <a:lnTo>
                  <a:pt x="150003" y="3001"/>
                </a:lnTo>
                <a:lnTo>
                  <a:pt x="108022" y="0"/>
                </a:lnTo>
                <a:close/>
              </a:path>
              <a:path w="156844" h="19050">
                <a:moveTo>
                  <a:pt x="154628" y="15974"/>
                </a:moveTo>
                <a:lnTo>
                  <a:pt x="107149" y="15974"/>
                </a:lnTo>
                <a:lnTo>
                  <a:pt x="148232" y="18910"/>
                </a:lnTo>
                <a:lnTo>
                  <a:pt x="149637" y="18910"/>
                </a:lnTo>
                <a:lnTo>
                  <a:pt x="151908" y="18153"/>
                </a:lnTo>
                <a:lnTo>
                  <a:pt x="152812" y="17639"/>
                </a:lnTo>
                <a:lnTo>
                  <a:pt x="154414" y="16249"/>
                </a:lnTo>
                <a:lnTo>
                  <a:pt x="154628" y="159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830383" y="5752901"/>
            <a:ext cx="194310" cy="299720"/>
          </a:xfrm>
          <a:custGeom>
            <a:avLst/>
            <a:gdLst/>
            <a:ahLst/>
            <a:cxnLst/>
            <a:rect l="l" t="t" r="r" b="b"/>
            <a:pathLst>
              <a:path w="194310" h="299720">
                <a:moveTo>
                  <a:pt x="141625" y="151079"/>
                </a:moveTo>
                <a:lnTo>
                  <a:pt x="140897" y="151079"/>
                </a:lnTo>
                <a:lnTo>
                  <a:pt x="127730" y="153181"/>
                </a:lnTo>
                <a:lnTo>
                  <a:pt x="125669" y="153696"/>
                </a:lnTo>
                <a:lnTo>
                  <a:pt x="125682" y="186673"/>
                </a:lnTo>
                <a:lnTo>
                  <a:pt x="127045" y="209834"/>
                </a:lnTo>
                <a:lnTo>
                  <a:pt x="127144" y="211521"/>
                </a:lnTo>
                <a:lnTo>
                  <a:pt x="133070" y="250266"/>
                </a:lnTo>
                <a:lnTo>
                  <a:pt x="143365" y="287521"/>
                </a:lnTo>
                <a:lnTo>
                  <a:pt x="167451" y="298691"/>
                </a:lnTo>
                <a:lnTo>
                  <a:pt x="167990" y="298691"/>
                </a:lnTo>
                <a:lnTo>
                  <a:pt x="182971" y="299424"/>
                </a:lnTo>
                <a:lnTo>
                  <a:pt x="184772" y="299424"/>
                </a:lnTo>
                <a:lnTo>
                  <a:pt x="186818" y="298691"/>
                </a:lnTo>
                <a:lnTo>
                  <a:pt x="191296" y="292883"/>
                </a:lnTo>
                <a:lnTo>
                  <a:pt x="191246" y="289737"/>
                </a:lnTo>
                <a:lnTo>
                  <a:pt x="172462" y="282897"/>
                </a:lnTo>
                <a:lnTo>
                  <a:pt x="170115" y="282897"/>
                </a:lnTo>
                <a:lnTo>
                  <a:pt x="169019" y="282750"/>
                </a:lnTo>
                <a:lnTo>
                  <a:pt x="169455" y="282750"/>
                </a:lnTo>
                <a:lnTo>
                  <a:pt x="163205" y="281359"/>
                </a:lnTo>
                <a:lnTo>
                  <a:pt x="162091" y="281359"/>
                </a:lnTo>
                <a:lnTo>
                  <a:pt x="160249" y="280701"/>
                </a:lnTo>
                <a:lnTo>
                  <a:pt x="160777" y="280701"/>
                </a:lnTo>
                <a:lnTo>
                  <a:pt x="159243" y="279933"/>
                </a:lnTo>
                <a:lnTo>
                  <a:pt x="158323" y="279933"/>
                </a:lnTo>
                <a:lnTo>
                  <a:pt x="158086" y="279697"/>
                </a:lnTo>
                <a:lnTo>
                  <a:pt x="157171" y="279697"/>
                </a:lnTo>
                <a:lnTo>
                  <a:pt x="155453" y="277092"/>
                </a:lnTo>
                <a:lnTo>
                  <a:pt x="156129" y="277092"/>
                </a:lnTo>
                <a:lnTo>
                  <a:pt x="154247" y="272385"/>
                </a:lnTo>
                <a:lnTo>
                  <a:pt x="148898" y="247835"/>
                </a:lnTo>
                <a:lnTo>
                  <a:pt x="148782" y="247314"/>
                </a:lnTo>
                <a:lnTo>
                  <a:pt x="143149" y="210578"/>
                </a:lnTo>
                <a:lnTo>
                  <a:pt x="143034" y="209834"/>
                </a:lnTo>
                <a:lnTo>
                  <a:pt x="141707" y="186673"/>
                </a:lnTo>
                <a:lnTo>
                  <a:pt x="141625" y="151079"/>
                </a:lnTo>
                <a:close/>
              </a:path>
              <a:path w="194310" h="299720">
                <a:moveTo>
                  <a:pt x="169455" y="282750"/>
                </a:moveTo>
                <a:lnTo>
                  <a:pt x="169019" y="282750"/>
                </a:lnTo>
                <a:lnTo>
                  <a:pt x="170115" y="282897"/>
                </a:lnTo>
                <a:lnTo>
                  <a:pt x="169455" y="282750"/>
                </a:lnTo>
                <a:close/>
              </a:path>
              <a:path w="194310" h="299720">
                <a:moveTo>
                  <a:pt x="169455" y="282750"/>
                </a:moveTo>
                <a:lnTo>
                  <a:pt x="170115" y="282897"/>
                </a:lnTo>
                <a:lnTo>
                  <a:pt x="172462" y="282897"/>
                </a:lnTo>
                <a:lnTo>
                  <a:pt x="169455" y="282750"/>
                </a:lnTo>
                <a:close/>
              </a:path>
              <a:path w="194310" h="299720">
                <a:moveTo>
                  <a:pt x="160249" y="280701"/>
                </a:moveTo>
                <a:lnTo>
                  <a:pt x="162091" y="281359"/>
                </a:lnTo>
                <a:lnTo>
                  <a:pt x="161199" y="280913"/>
                </a:lnTo>
                <a:lnTo>
                  <a:pt x="160249" y="280701"/>
                </a:lnTo>
                <a:close/>
              </a:path>
              <a:path w="194310" h="299720">
                <a:moveTo>
                  <a:pt x="161199" y="280913"/>
                </a:moveTo>
                <a:lnTo>
                  <a:pt x="162091" y="281359"/>
                </a:lnTo>
                <a:lnTo>
                  <a:pt x="163205" y="281359"/>
                </a:lnTo>
                <a:lnTo>
                  <a:pt x="161199" y="280913"/>
                </a:lnTo>
                <a:close/>
              </a:path>
              <a:path w="194310" h="299720">
                <a:moveTo>
                  <a:pt x="160777" y="280701"/>
                </a:moveTo>
                <a:lnTo>
                  <a:pt x="160249" y="280701"/>
                </a:lnTo>
                <a:lnTo>
                  <a:pt x="161199" y="280913"/>
                </a:lnTo>
                <a:lnTo>
                  <a:pt x="160777" y="280701"/>
                </a:lnTo>
                <a:close/>
              </a:path>
              <a:path w="194310" h="299720">
                <a:moveTo>
                  <a:pt x="157399" y="279010"/>
                </a:moveTo>
                <a:lnTo>
                  <a:pt x="157996" y="279697"/>
                </a:lnTo>
                <a:lnTo>
                  <a:pt x="158323" y="279933"/>
                </a:lnTo>
                <a:lnTo>
                  <a:pt x="159243" y="279933"/>
                </a:lnTo>
                <a:lnTo>
                  <a:pt x="157399" y="279010"/>
                </a:lnTo>
                <a:close/>
              </a:path>
              <a:path w="194310" h="299720">
                <a:moveTo>
                  <a:pt x="156609" y="278695"/>
                </a:moveTo>
                <a:lnTo>
                  <a:pt x="156718" y="279010"/>
                </a:lnTo>
                <a:lnTo>
                  <a:pt x="157171" y="279697"/>
                </a:lnTo>
                <a:lnTo>
                  <a:pt x="156896" y="279010"/>
                </a:lnTo>
                <a:lnTo>
                  <a:pt x="156836" y="278859"/>
                </a:lnTo>
                <a:lnTo>
                  <a:pt x="156609" y="278695"/>
                </a:lnTo>
                <a:close/>
              </a:path>
              <a:path w="194310" h="299720">
                <a:moveTo>
                  <a:pt x="156836" y="278859"/>
                </a:moveTo>
                <a:lnTo>
                  <a:pt x="157171" y="279697"/>
                </a:lnTo>
                <a:lnTo>
                  <a:pt x="157996" y="279697"/>
                </a:lnTo>
                <a:lnTo>
                  <a:pt x="156836" y="278859"/>
                </a:lnTo>
                <a:close/>
              </a:path>
              <a:path w="194310" h="299720">
                <a:moveTo>
                  <a:pt x="156770" y="278695"/>
                </a:moveTo>
                <a:lnTo>
                  <a:pt x="156836" y="278859"/>
                </a:lnTo>
                <a:lnTo>
                  <a:pt x="157996" y="279697"/>
                </a:lnTo>
                <a:lnTo>
                  <a:pt x="157399" y="279010"/>
                </a:lnTo>
                <a:lnTo>
                  <a:pt x="156770" y="278695"/>
                </a:lnTo>
                <a:close/>
              </a:path>
              <a:path w="194310" h="299720">
                <a:moveTo>
                  <a:pt x="156561" y="278172"/>
                </a:moveTo>
                <a:lnTo>
                  <a:pt x="156716" y="278558"/>
                </a:lnTo>
                <a:lnTo>
                  <a:pt x="156770" y="278695"/>
                </a:lnTo>
                <a:lnTo>
                  <a:pt x="157399" y="279010"/>
                </a:lnTo>
                <a:lnTo>
                  <a:pt x="156561" y="278172"/>
                </a:lnTo>
                <a:close/>
              </a:path>
              <a:path w="194310" h="299720">
                <a:moveTo>
                  <a:pt x="156498" y="278558"/>
                </a:moveTo>
                <a:lnTo>
                  <a:pt x="156609" y="278695"/>
                </a:lnTo>
                <a:lnTo>
                  <a:pt x="156836" y="278859"/>
                </a:lnTo>
                <a:lnTo>
                  <a:pt x="156770" y="278695"/>
                </a:lnTo>
                <a:lnTo>
                  <a:pt x="156498" y="278558"/>
                </a:lnTo>
                <a:close/>
              </a:path>
              <a:path w="194310" h="299720">
                <a:moveTo>
                  <a:pt x="155481" y="277092"/>
                </a:moveTo>
                <a:lnTo>
                  <a:pt x="156166" y="278172"/>
                </a:lnTo>
                <a:lnTo>
                  <a:pt x="156498" y="278558"/>
                </a:lnTo>
                <a:lnTo>
                  <a:pt x="156770" y="278695"/>
                </a:lnTo>
                <a:lnTo>
                  <a:pt x="156561" y="278172"/>
                </a:lnTo>
                <a:lnTo>
                  <a:pt x="155481" y="277092"/>
                </a:lnTo>
                <a:close/>
              </a:path>
              <a:path w="194310" h="299720">
                <a:moveTo>
                  <a:pt x="156129" y="277092"/>
                </a:moveTo>
                <a:lnTo>
                  <a:pt x="155481" y="277092"/>
                </a:lnTo>
                <a:lnTo>
                  <a:pt x="156561" y="278172"/>
                </a:lnTo>
                <a:lnTo>
                  <a:pt x="156129" y="277092"/>
                </a:lnTo>
                <a:close/>
              </a:path>
              <a:path w="194310" h="299720">
                <a:moveTo>
                  <a:pt x="87163" y="161310"/>
                </a:moveTo>
                <a:lnTo>
                  <a:pt x="42423" y="161310"/>
                </a:lnTo>
                <a:lnTo>
                  <a:pt x="64711" y="162043"/>
                </a:lnTo>
                <a:lnTo>
                  <a:pt x="65241" y="162043"/>
                </a:lnTo>
                <a:lnTo>
                  <a:pt x="87163" y="161310"/>
                </a:lnTo>
                <a:close/>
              </a:path>
              <a:path w="194310" h="299720">
                <a:moveTo>
                  <a:pt x="86728" y="0"/>
                </a:moveTo>
                <a:lnTo>
                  <a:pt x="83762" y="0"/>
                </a:lnTo>
                <a:lnTo>
                  <a:pt x="65822" y="1376"/>
                </a:lnTo>
                <a:lnTo>
                  <a:pt x="25379" y="25963"/>
                </a:lnTo>
                <a:lnTo>
                  <a:pt x="24792" y="26727"/>
                </a:lnTo>
                <a:lnTo>
                  <a:pt x="24673" y="26882"/>
                </a:lnTo>
                <a:lnTo>
                  <a:pt x="16269" y="39674"/>
                </a:lnTo>
                <a:lnTo>
                  <a:pt x="15835" y="40419"/>
                </a:lnTo>
                <a:lnTo>
                  <a:pt x="8141" y="55450"/>
                </a:lnTo>
                <a:lnTo>
                  <a:pt x="7744" y="56405"/>
                </a:lnTo>
                <a:lnTo>
                  <a:pt x="7677" y="56567"/>
                </a:lnTo>
                <a:lnTo>
                  <a:pt x="2270" y="73148"/>
                </a:lnTo>
                <a:lnTo>
                  <a:pt x="2195" y="73378"/>
                </a:lnTo>
                <a:lnTo>
                  <a:pt x="1841" y="75058"/>
                </a:lnTo>
                <a:lnTo>
                  <a:pt x="15" y="93327"/>
                </a:lnTo>
                <a:lnTo>
                  <a:pt x="0" y="94921"/>
                </a:lnTo>
                <a:lnTo>
                  <a:pt x="1257" y="126361"/>
                </a:lnTo>
                <a:lnTo>
                  <a:pt x="1367" y="129114"/>
                </a:lnTo>
                <a:lnTo>
                  <a:pt x="1442" y="130981"/>
                </a:lnTo>
                <a:lnTo>
                  <a:pt x="1588" y="132214"/>
                </a:lnTo>
                <a:lnTo>
                  <a:pt x="3024" y="139484"/>
                </a:lnTo>
                <a:lnTo>
                  <a:pt x="3140" y="140072"/>
                </a:lnTo>
                <a:lnTo>
                  <a:pt x="42150" y="161310"/>
                </a:lnTo>
                <a:lnTo>
                  <a:pt x="87483" y="161310"/>
                </a:lnTo>
                <a:lnTo>
                  <a:pt x="104009" y="159059"/>
                </a:lnTo>
                <a:lnTo>
                  <a:pt x="104914" y="158885"/>
                </a:lnTo>
                <a:lnTo>
                  <a:pt x="125669" y="153696"/>
                </a:lnTo>
                <a:lnTo>
                  <a:pt x="125543" y="148294"/>
                </a:lnTo>
                <a:lnTo>
                  <a:pt x="125479" y="146056"/>
                </a:lnTo>
                <a:lnTo>
                  <a:pt x="65236" y="146056"/>
                </a:lnTo>
                <a:lnTo>
                  <a:pt x="45033" y="145392"/>
                </a:lnTo>
                <a:lnTo>
                  <a:pt x="43747" y="145392"/>
                </a:lnTo>
                <a:lnTo>
                  <a:pt x="29824" y="143612"/>
                </a:lnTo>
                <a:lnTo>
                  <a:pt x="28262" y="143612"/>
                </a:lnTo>
                <a:lnTo>
                  <a:pt x="27451" y="143416"/>
                </a:lnTo>
                <a:lnTo>
                  <a:pt x="27724" y="143416"/>
                </a:lnTo>
                <a:lnTo>
                  <a:pt x="25789" y="142707"/>
                </a:lnTo>
                <a:lnTo>
                  <a:pt x="24268" y="142707"/>
                </a:lnTo>
                <a:lnTo>
                  <a:pt x="21875" y="141296"/>
                </a:lnTo>
                <a:lnTo>
                  <a:pt x="22641" y="141296"/>
                </a:lnTo>
                <a:lnTo>
                  <a:pt x="22073" y="140803"/>
                </a:lnTo>
                <a:lnTo>
                  <a:pt x="21250" y="140803"/>
                </a:lnTo>
                <a:lnTo>
                  <a:pt x="19427" y="138508"/>
                </a:lnTo>
                <a:lnTo>
                  <a:pt x="20035" y="138508"/>
                </a:lnTo>
                <a:lnTo>
                  <a:pt x="19220" y="136970"/>
                </a:lnTo>
                <a:lnTo>
                  <a:pt x="18834" y="136970"/>
                </a:lnTo>
                <a:lnTo>
                  <a:pt x="18054" y="134769"/>
                </a:lnTo>
                <a:lnTo>
                  <a:pt x="18398" y="134769"/>
                </a:lnTo>
                <a:lnTo>
                  <a:pt x="17649" y="130981"/>
                </a:lnTo>
                <a:lnTo>
                  <a:pt x="17523" y="130342"/>
                </a:lnTo>
                <a:lnTo>
                  <a:pt x="17402" y="129729"/>
                </a:lnTo>
                <a:lnTo>
                  <a:pt x="16009" y="94921"/>
                </a:lnTo>
                <a:lnTo>
                  <a:pt x="16091" y="93327"/>
                </a:lnTo>
                <a:lnTo>
                  <a:pt x="17590" y="78332"/>
                </a:lnTo>
                <a:lnTo>
                  <a:pt x="17404" y="78332"/>
                </a:lnTo>
                <a:lnTo>
                  <a:pt x="17672" y="77508"/>
                </a:lnTo>
                <a:lnTo>
                  <a:pt x="17758" y="76652"/>
                </a:lnTo>
                <a:lnTo>
                  <a:pt x="17952" y="76652"/>
                </a:lnTo>
                <a:lnTo>
                  <a:pt x="22885" y="61527"/>
                </a:lnTo>
                <a:lnTo>
                  <a:pt x="25537" y="56567"/>
                </a:lnTo>
                <a:lnTo>
                  <a:pt x="30073" y="47711"/>
                </a:lnTo>
                <a:lnTo>
                  <a:pt x="34920" y="40419"/>
                </a:lnTo>
                <a:lnTo>
                  <a:pt x="38042" y="35669"/>
                </a:lnTo>
                <a:lnTo>
                  <a:pt x="41013" y="32456"/>
                </a:lnTo>
                <a:lnTo>
                  <a:pt x="45031" y="27936"/>
                </a:lnTo>
                <a:lnTo>
                  <a:pt x="44750" y="27936"/>
                </a:lnTo>
                <a:lnTo>
                  <a:pt x="46106" y="26727"/>
                </a:lnTo>
                <a:lnTo>
                  <a:pt x="46458" y="26727"/>
                </a:lnTo>
                <a:lnTo>
                  <a:pt x="52311" y="22584"/>
                </a:lnTo>
                <a:lnTo>
                  <a:pt x="51973" y="22584"/>
                </a:lnTo>
                <a:lnTo>
                  <a:pt x="53520" y="21728"/>
                </a:lnTo>
                <a:lnTo>
                  <a:pt x="54028" y="21728"/>
                </a:lnTo>
                <a:lnTo>
                  <a:pt x="59849" y="19303"/>
                </a:lnTo>
                <a:lnTo>
                  <a:pt x="59606" y="19303"/>
                </a:lnTo>
                <a:lnTo>
                  <a:pt x="60742" y="18931"/>
                </a:lnTo>
                <a:lnTo>
                  <a:pt x="61096" y="18931"/>
                </a:lnTo>
                <a:lnTo>
                  <a:pt x="67531" y="17325"/>
                </a:lnTo>
                <a:lnTo>
                  <a:pt x="67049" y="17325"/>
                </a:lnTo>
                <a:lnTo>
                  <a:pt x="68375" y="17114"/>
                </a:lnTo>
                <a:lnTo>
                  <a:pt x="69799" y="17114"/>
                </a:lnTo>
                <a:lnTo>
                  <a:pt x="85092" y="15942"/>
                </a:lnTo>
                <a:lnTo>
                  <a:pt x="110546" y="15942"/>
                </a:lnTo>
                <a:lnTo>
                  <a:pt x="91752" y="817"/>
                </a:lnTo>
                <a:lnTo>
                  <a:pt x="86728" y="0"/>
                </a:lnTo>
                <a:close/>
              </a:path>
              <a:path w="194310" h="299720">
                <a:moveTo>
                  <a:pt x="98075" y="25811"/>
                </a:moveTo>
                <a:lnTo>
                  <a:pt x="98037" y="25963"/>
                </a:lnTo>
                <a:lnTo>
                  <a:pt x="104148" y="36592"/>
                </a:lnTo>
                <a:lnTo>
                  <a:pt x="105512" y="38868"/>
                </a:lnTo>
                <a:lnTo>
                  <a:pt x="110798" y="50948"/>
                </a:lnTo>
                <a:lnTo>
                  <a:pt x="112838" y="55450"/>
                </a:lnTo>
                <a:lnTo>
                  <a:pt x="118584" y="75058"/>
                </a:lnTo>
                <a:lnTo>
                  <a:pt x="118823" y="75634"/>
                </a:lnTo>
                <a:lnTo>
                  <a:pt x="122452" y="98728"/>
                </a:lnTo>
                <a:lnTo>
                  <a:pt x="122772" y="100619"/>
                </a:lnTo>
                <a:lnTo>
                  <a:pt x="124859" y="126361"/>
                </a:lnTo>
                <a:lnTo>
                  <a:pt x="124941" y="127234"/>
                </a:lnTo>
                <a:lnTo>
                  <a:pt x="124995" y="129114"/>
                </a:lnTo>
                <a:lnTo>
                  <a:pt x="125083" y="132214"/>
                </a:lnTo>
                <a:lnTo>
                  <a:pt x="125186" y="135807"/>
                </a:lnTo>
                <a:lnTo>
                  <a:pt x="125308" y="140072"/>
                </a:lnTo>
                <a:lnTo>
                  <a:pt x="125433" y="144437"/>
                </a:lnTo>
                <a:lnTo>
                  <a:pt x="125543" y="148294"/>
                </a:lnTo>
                <a:lnTo>
                  <a:pt x="125669" y="153696"/>
                </a:lnTo>
                <a:lnTo>
                  <a:pt x="127730" y="153181"/>
                </a:lnTo>
                <a:lnTo>
                  <a:pt x="140897" y="151079"/>
                </a:lnTo>
                <a:lnTo>
                  <a:pt x="141625" y="151079"/>
                </a:lnTo>
                <a:lnTo>
                  <a:pt x="141514" y="147260"/>
                </a:lnTo>
                <a:lnTo>
                  <a:pt x="141403" y="143416"/>
                </a:lnTo>
                <a:lnTo>
                  <a:pt x="141289" y="139484"/>
                </a:lnTo>
                <a:lnTo>
                  <a:pt x="141232" y="137516"/>
                </a:lnTo>
                <a:lnTo>
                  <a:pt x="124253" y="137516"/>
                </a:lnTo>
                <a:lnTo>
                  <a:pt x="138997" y="135185"/>
                </a:lnTo>
                <a:lnTo>
                  <a:pt x="141164" y="135185"/>
                </a:lnTo>
                <a:lnTo>
                  <a:pt x="141042" y="130981"/>
                </a:lnTo>
                <a:lnTo>
                  <a:pt x="140934" y="127234"/>
                </a:lnTo>
                <a:lnTo>
                  <a:pt x="140908" y="126361"/>
                </a:lnTo>
                <a:lnTo>
                  <a:pt x="138870" y="101215"/>
                </a:lnTo>
                <a:lnTo>
                  <a:pt x="128188" y="50948"/>
                </a:lnTo>
                <a:lnTo>
                  <a:pt x="116785" y="26478"/>
                </a:lnTo>
                <a:lnTo>
                  <a:pt x="98567" y="26478"/>
                </a:lnTo>
                <a:lnTo>
                  <a:pt x="98188" y="25963"/>
                </a:lnTo>
                <a:lnTo>
                  <a:pt x="97949" y="25811"/>
                </a:lnTo>
                <a:close/>
              </a:path>
              <a:path w="194310" h="299720">
                <a:moveTo>
                  <a:pt x="187350" y="134360"/>
                </a:moveTo>
                <a:lnTo>
                  <a:pt x="161161" y="134360"/>
                </a:lnTo>
                <a:lnTo>
                  <a:pt x="137283" y="135185"/>
                </a:lnTo>
                <a:lnTo>
                  <a:pt x="141164" y="135185"/>
                </a:lnTo>
                <a:lnTo>
                  <a:pt x="141289" y="139484"/>
                </a:lnTo>
                <a:lnTo>
                  <a:pt x="141403" y="143416"/>
                </a:lnTo>
                <a:lnTo>
                  <a:pt x="141514" y="147260"/>
                </a:lnTo>
                <a:lnTo>
                  <a:pt x="141625" y="151079"/>
                </a:lnTo>
                <a:lnTo>
                  <a:pt x="140520" y="151079"/>
                </a:lnTo>
                <a:lnTo>
                  <a:pt x="161565" y="150352"/>
                </a:lnTo>
                <a:lnTo>
                  <a:pt x="187343" y="150352"/>
                </a:lnTo>
                <a:lnTo>
                  <a:pt x="188363" y="150149"/>
                </a:lnTo>
                <a:lnTo>
                  <a:pt x="194077" y="144437"/>
                </a:lnTo>
                <a:lnTo>
                  <a:pt x="193993" y="140072"/>
                </a:lnTo>
                <a:lnTo>
                  <a:pt x="193345" y="138508"/>
                </a:lnTo>
                <a:lnTo>
                  <a:pt x="193266" y="138316"/>
                </a:lnTo>
                <a:lnTo>
                  <a:pt x="192731" y="137516"/>
                </a:lnTo>
                <a:lnTo>
                  <a:pt x="191188" y="135952"/>
                </a:lnTo>
                <a:lnTo>
                  <a:pt x="190323" y="135374"/>
                </a:lnTo>
                <a:lnTo>
                  <a:pt x="188363" y="134562"/>
                </a:lnTo>
                <a:lnTo>
                  <a:pt x="187350" y="134360"/>
                </a:lnTo>
                <a:close/>
              </a:path>
              <a:path w="194310" h="299720">
                <a:moveTo>
                  <a:pt x="125235" y="137516"/>
                </a:moveTo>
                <a:lnTo>
                  <a:pt x="124420" y="137516"/>
                </a:lnTo>
                <a:lnTo>
                  <a:pt x="100826" y="143416"/>
                </a:lnTo>
                <a:lnTo>
                  <a:pt x="100336" y="143416"/>
                </a:lnTo>
                <a:lnTo>
                  <a:pt x="85816" y="145392"/>
                </a:lnTo>
                <a:lnTo>
                  <a:pt x="84579" y="145392"/>
                </a:lnTo>
                <a:lnTo>
                  <a:pt x="64707" y="146056"/>
                </a:lnTo>
                <a:lnTo>
                  <a:pt x="125479" y="146056"/>
                </a:lnTo>
                <a:lnTo>
                  <a:pt x="125356" y="141743"/>
                </a:lnTo>
                <a:lnTo>
                  <a:pt x="125235" y="137516"/>
                </a:lnTo>
                <a:close/>
              </a:path>
              <a:path w="194310" h="299720">
                <a:moveTo>
                  <a:pt x="27724" y="143416"/>
                </a:moveTo>
                <a:lnTo>
                  <a:pt x="27451" y="143416"/>
                </a:lnTo>
                <a:lnTo>
                  <a:pt x="28262" y="143612"/>
                </a:lnTo>
                <a:lnTo>
                  <a:pt x="27724" y="143416"/>
                </a:lnTo>
                <a:close/>
              </a:path>
              <a:path w="194310" h="299720">
                <a:moveTo>
                  <a:pt x="28284" y="143416"/>
                </a:moveTo>
                <a:lnTo>
                  <a:pt x="27724" y="143416"/>
                </a:lnTo>
                <a:lnTo>
                  <a:pt x="28262" y="143612"/>
                </a:lnTo>
                <a:lnTo>
                  <a:pt x="29824" y="143612"/>
                </a:lnTo>
                <a:lnTo>
                  <a:pt x="28284" y="143416"/>
                </a:lnTo>
                <a:close/>
              </a:path>
              <a:path w="194310" h="299720">
                <a:moveTo>
                  <a:pt x="21936" y="141296"/>
                </a:moveTo>
                <a:lnTo>
                  <a:pt x="22633" y="141743"/>
                </a:lnTo>
                <a:lnTo>
                  <a:pt x="24268" y="142707"/>
                </a:lnTo>
                <a:lnTo>
                  <a:pt x="23156" y="141743"/>
                </a:lnTo>
                <a:lnTo>
                  <a:pt x="21936" y="141296"/>
                </a:lnTo>
                <a:close/>
              </a:path>
              <a:path w="194310" h="299720">
                <a:moveTo>
                  <a:pt x="23156" y="141743"/>
                </a:moveTo>
                <a:lnTo>
                  <a:pt x="24268" y="142707"/>
                </a:lnTo>
                <a:lnTo>
                  <a:pt x="25789" y="142707"/>
                </a:lnTo>
                <a:lnTo>
                  <a:pt x="23156" y="141743"/>
                </a:lnTo>
                <a:close/>
              </a:path>
              <a:path w="194310" h="299720">
                <a:moveTo>
                  <a:pt x="22641" y="141296"/>
                </a:moveTo>
                <a:lnTo>
                  <a:pt x="21936" y="141296"/>
                </a:lnTo>
                <a:lnTo>
                  <a:pt x="23156" y="141743"/>
                </a:lnTo>
                <a:lnTo>
                  <a:pt x="22641" y="141296"/>
                </a:lnTo>
                <a:close/>
              </a:path>
              <a:path w="194310" h="299720">
                <a:moveTo>
                  <a:pt x="19427" y="138508"/>
                </a:moveTo>
                <a:lnTo>
                  <a:pt x="21250" y="140803"/>
                </a:lnTo>
                <a:lnTo>
                  <a:pt x="20551" y="139484"/>
                </a:lnTo>
                <a:lnTo>
                  <a:pt x="19427" y="138508"/>
                </a:lnTo>
                <a:close/>
              </a:path>
              <a:path w="194310" h="299720">
                <a:moveTo>
                  <a:pt x="20551" y="139484"/>
                </a:moveTo>
                <a:lnTo>
                  <a:pt x="21250" y="140803"/>
                </a:lnTo>
                <a:lnTo>
                  <a:pt x="22073" y="140803"/>
                </a:lnTo>
                <a:lnTo>
                  <a:pt x="20551" y="139484"/>
                </a:lnTo>
                <a:close/>
              </a:path>
              <a:path w="194310" h="299720">
                <a:moveTo>
                  <a:pt x="20035" y="138508"/>
                </a:moveTo>
                <a:lnTo>
                  <a:pt x="19427" y="138508"/>
                </a:lnTo>
                <a:lnTo>
                  <a:pt x="20551" y="139484"/>
                </a:lnTo>
                <a:lnTo>
                  <a:pt x="20035" y="138508"/>
                </a:lnTo>
                <a:close/>
              </a:path>
              <a:path w="194310" h="299720">
                <a:moveTo>
                  <a:pt x="141164" y="135185"/>
                </a:moveTo>
                <a:lnTo>
                  <a:pt x="138997" y="135185"/>
                </a:lnTo>
                <a:lnTo>
                  <a:pt x="124253" y="137516"/>
                </a:lnTo>
                <a:lnTo>
                  <a:pt x="141232" y="137516"/>
                </a:lnTo>
                <a:lnTo>
                  <a:pt x="141164" y="135185"/>
                </a:lnTo>
                <a:close/>
              </a:path>
              <a:path w="194310" h="299720">
                <a:moveTo>
                  <a:pt x="18374" y="135374"/>
                </a:moveTo>
                <a:lnTo>
                  <a:pt x="18473" y="135952"/>
                </a:lnTo>
                <a:lnTo>
                  <a:pt x="18834" y="136970"/>
                </a:lnTo>
                <a:lnTo>
                  <a:pt x="18632" y="135952"/>
                </a:lnTo>
                <a:lnTo>
                  <a:pt x="18604" y="135807"/>
                </a:lnTo>
                <a:lnTo>
                  <a:pt x="18374" y="135374"/>
                </a:lnTo>
                <a:close/>
              </a:path>
              <a:path w="194310" h="299720">
                <a:moveTo>
                  <a:pt x="18680" y="135952"/>
                </a:moveTo>
                <a:lnTo>
                  <a:pt x="18834" y="136970"/>
                </a:lnTo>
                <a:lnTo>
                  <a:pt x="19220" y="136970"/>
                </a:lnTo>
                <a:lnTo>
                  <a:pt x="18680" y="135952"/>
                </a:lnTo>
                <a:close/>
              </a:path>
              <a:path w="194310" h="299720">
                <a:moveTo>
                  <a:pt x="18398" y="134769"/>
                </a:moveTo>
                <a:lnTo>
                  <a:pt x="18054" y="134769"/>
                </a:lnTo>
                <a:lnTo>
                  <a:pt x="18604" y="135807"/>
                </a:lnTo>
                <a:lnTo>
                  <a:pt x="18481" y="135185"/>
                </a:lnTo>
                <a:lnTo>
                  <a:pt x="18398" y="134769"/>
                </a:lnTo>
                <a:close/>
              </a:path>
              <a:path w="194310" h="299720">
                <a:moveTo>
                  <a:pt x="17672" y="77508"/>
                </a:moveTo>
                <a:lnTo>
                  <a:pt x="17404" y="78332"/>
                </a:lnTo>
                <a:lnTo>
                  <a:pt x="17590" y="78332"/>
                </a:lnTo>
                <a:lnTo>
                  <a:pt x="17672" y="77508"/>
                </a:lnTo>
                <a:close/>
              </a:path>
              <a:path w="194310" h="299720">
                <a:moveTo>
                  <a:pt x="17952" y="76652"/>
                </a:moveTo>
                <a:lnTo>
                  <a:pt x="17758" y="76652"/>
                </a:lnTo>
                <a:lnTo>
                  <a:pt x="17672" y="77508"/>
                </a:lnTo>
                <a:lnTo>
                  <a:pt x="17952" y="76652"/>
                </a:lnTo>
                <a:close/>
              </a:path>
              <a:path w="194310" h="299720">
                <a:moveTo>
                  <a:pt x="45968" y="26882"/>
                </a:moveTo>
                <a:lnTo>
                  <a:pt x="44750" y="27936"/>
                </a:lnTo>
                <a:lnTo>
                  <a:pt x="45507" y="27400"/>
                </a:lnTo>
                <a:lnTo>
                  <a:pt x="45968" y="26882"/>
                </a:lnTo>
                <a:close/>
              </a:path>
              <a:path w="194310" h="299720">
                <a:moveTo>
                  <a:pt x="45507" y="27400"/>
                </a:moveTo>
                <a:lnTo>
                  <a:pt x="44750" y="27936"/>
                </a:lnTo>
                <a:lnTo>
                  <a:pt x="45031" y="27936"/>
                </a:lnTo>
                <a:lnTo>
                  <a:pt x="45507" y="27400"/>
                </a:lnTo>
                <a:close/>
              </a:path>
              <a:path w="194310" h="299720">
                <a:moveTo>
                  <a:pt x="46458" y="26727"/>
                </a:moveTo>
                <a:lnTo>
                  <a:pt x="46106" y="26727"/>
                </a:lnTo>
                <a:lnTo>
                  <a:pt x="45507" y="27400"/>
                </a:lnTo>
                <a:lnTo>
                  <a:pt x="46458" y="26727"/>
                </a:lnTo>
                <a:close/>
              </a:path>
              <a:path w="194310" h="299720">
                <a:moveTo>
                  <a:pt x="115955" y="25034"/>
                </a:moveTo>
                <a:lnTo>
                  <a:pt x="97502" y="25034"/>
                </a:lnTo>
                <a:lnTo>
                  <a:pt x="98075" y="25811"/>
                </a:lnTo>
                <a:lnTo>
                  <a:pt x="98090" y="25963"/>
                </a:lnTo>
                <a:lnTo>
                  <a:pt x="98567" y="26478"/>
                </a:lnTo>
                <a:lnTo>
                  <a:pt x="116785" y="26478"/>
                </a:lnTo>
                <a:lnTo>
                  <a:pt x="115955" y="25034"/>
                </a:lnTo>
                <a:close/>
              </a:path>
              <a:path w="194310" h="299720">
                <a:moveTo>
                  <a:pt x="90404" y="17661"/>
                </a:moveTo>
                <a:lnTo>
                  <a:pt x="97949" y="25811"/>
                </a:lnTo>
                <a:lnTo>
                  <a:pt x="97502" y="25034"/>
                </a:lnTo>
                <a:lnTo>
                  <a:pt x="115955" y="25034"/>
                </a:lnTo>
                <a:lnTo>
                  <a:pt x="112087" y="18305"/>
                </a:lnTo>
                <a:lnTo>
                  <a:pt x="91671" y="18305"/>
                </a:lnTo>
                <a:lnTo>
                  <a:pt x="90404" y="17661"/>
                </a:lnTo>
                <a:close/>
              </a:path>
              <a:path w="194310" h="299720">
                <a:moveTo>
                  <a:pt x="53520" y="21728"/>
                </a:moveTo>
                <a:lnTo>
                  <a:pt x="51973" y="22584"/>
                </a:lnTo>
                <a:lnTo>
                  <a:pt x="52793" y="22242"/>
                </a:lnTo>
                <a:lnTo>
                  <a:pt x="53520" y="21728"/>
                </a:lnTo>
                <a:close/>
              </a:path>
              <a:path w="194310" h="299720">
                <a:moveTo>
                  <a:pt x="52793" y="22242"/>
                </a:moveTo>
                <a:lnTo>
                  <a:pt x="51973" y="22584"/>
                </a:lnTo>
                <a:lnTo>
                  <a:pt x="52311" y="22584"/>
                </a:lnTo>
                <a:lnTo>
                  <a:pt x="52793" y="22242"/>
                </a:lnTo>
                <a:close/>
              </a:path>
              <a:path w="194310" h="299720">
                <a:moveTo>
                  <a:pt x="54028" y="21728"/>
                </a:moveTo>
                <a:lnTo>
                  <a:pt x="53520" y="21728"/>
                </a:lnTo>
                <a:lnTo>
                  <a:pt x="52793" y="22242"/>
                </a:lnTo>
                <a:lnTo>
                  <a:pt x="54028" y="21728"/>
                </a:lnTo>
                <a:close/>
              </a:path>
              <a:path w="194310" h="299720">
                <a:moveTo>
                  <a:pt x="60742" y="18931"/>
                </a:moveTo>
                <a:lnTo>
                  <a:pt x="59606" y="19303"/>
                </a:lnTo>
                <a:lnTo>
                  <a:pt x="60213" y="19152"/>
                </a:lnTo>
                <a:lnTo>
                  <a:pt x="60742" y="18931"/>
                </a:lnTo>
                <a:close/>
              </a:path>
              <a:path w="194310" h="299720">
                <a:moveTo>
                  <a:pt x="60213" y="19152"/>
                </a:moveTo>
                <a:lnTo>
                  <a:pt x="59606" y="19303"/>
                </a:lnTo>
                <a:lnTo>
                  <a:pt x="59849" y="19303"/>
                </a:lnTo>
                <a:lnTo>
                  <a:pt x="60213" y="19152"/>
                </a:lnTo>
                <a:close/>
              </a:path>
              <a:path w="194310" h="299720">
                <a:moveTo>
                  <a:pt x="61096" y="18931"/>
                </a:moveTo>
                <a:lnTo>
                  <a:pt x="60742" y="18931"/>
                </a:lnTo>
                <a:lnTo>
                  <a:pt x="60213" y="19152"/>
                </a:lnTo>
                <a:lnTo>
                  <a:pt x="61096" y="18931"/>
                </a:lnTo>
                <a:close/>
              </a:path>
              <a:path w="194310" h="299720">
                <a:moveTo>
                  <a:pt x="89433" y="16612"/>
                </a:moveTo>
                <a:lnTo>
                  <a:pt x="90404" y="17661"/>
                </a:lnTo>
                <a:lnTo>
                  <a:pt x="91671" y="18305"/>
                </a:lnTo>
                <a:lnTo>
                  <a:pt x="89433" y="16612"/>
                </a:lnTo>
                <a:close/>
              </a:path>
              <a:path w="194310" h="299720">
                <a:moveTo>
                  <a:pt x="110546" y="15942"/>
                </a:moveTo>
                <a:lnTo>
                  <a:pt x="87132" y="15942"/>
                </a:lnTo>
                <a:lnTo>
                  <a:pt x="89187" y="16612"/>
                </a:lnTo>
                <a:lnTo>
                  <a:pt x="89433" y="16612"/>
                </a:lnTo>
                <a:lnTo>
                  <a:pt x="91671" y="18305"/>
                </a:lnTo>
                <a:lnTo>
                  <a:pt x="112087" y="18305"/>
                </a:lnTo>
                <a:lnTo>
                  <a:pt x="111523" y="17325"/>
                </a:lnTo>
                <a:lnTo>
                  <a:pt x="111402" y="17114"/>
                </a:lnTo>
                <a:lnTo>
                  <a:pt x="110661" y="16098"/>
                </a:lnTo>
                <a:lnTo>
                  <a:pt x="110546" y="15942"/>
                </a:lnTo>
                <a:close/>
              </a:path>
              <a:path w="194310" h="299720">
                <a:moveTo>
                  <a:pt x="87935" y="16405"/>
                </a:moveTo>
                <a:lnTo>
                  <a:pt x="90404" y="17661"/>
                </a:lnTo>
                <a:lnTo>
                  <a:pt x="89433" y="16612"/>
                </a:lnTo>
                <a:lnTo>
                  <a:pt x="89206" y="16612"/>
                </a:lnTo>
                <a:lnTo>
                  <a:pt x="87935" y="16405"/>
                </a:lnTo>
                <a:close/>
              </a:path>
              <a:path w="194310" h="299720">
                <a:moveTo>
                  <a:pt x="68375" y="17114"/>
                </a:moveTo>
                <a:lnTo>
                  <a:pt x="67049" y="17325"/>
                </a:lnTo>
                <a:lnTo>
                  <a:pt x="67531" y="17325"/>
                </a:lnTo>
                <a:lnTo>
                  <a:pt x="68375" y="17114"/>
                </a:lnTo>
                <a:close/>
              </a:path>
              <a:path w="194310" h="299720">
                <a:moveTo>
                  <a:pt x="69799" y="17114"/>
                </a:moveTo>
                <a:lnTo>
                  <a:pt x="68375" y="17114"/>
                </a:lnTo>
                <a:lnTo>
                  <a:pt x="67531" y="17325"/>
                </a:lnTo>
                <a:lnTo>
                  <a:pt x="67049" y="17325"/>
                </a:lnTo>
                <a:lnTo>
                  <a:pt x="69799" y="17114"/>
                </a:lnTo>
                <a:close/>
              </a:path>
              <a:path w="194310" h="299720">
                <a:moveTo>
                  <a:pt x="87132" y="15942"/>
                </a:moveTo>
                <a:lnTo>
                  <a:pt x="87331" y="16098"/>
                </a:lnTo>
                <a:lnTo>
                  <a:pt x="87935" y="16405"/>
                </a:lnTo>
                <a:lnTo>
                  <a:pt x="89206" y="16612"/>
                </a:lnTo>
                <a:lnTo>
                  <a:pt x="87132" y="15942"/>
                </a:lnTo>
                <a:close/>
              </a:path>
              <a:path w="194310" h="299720">
                <a:moveTo>
                  <a:pt x="87024" y="15942"/>
                </a:moveTo>
                <a:lnTo>
                  <a:pt x="85092" y="15942"/>
                </a:lnTo>
                <a:lnTo>
                  <a:pt x="87935" y="16405"/>
                </a:lnTo>
                <a:lnTo>
                  <a:pt x="87024" y="1594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02218" y="5747047"/>
            <a:ext cx="244475" cy="285115"/>
          </a:xfrm>
          <a:custGeom>
            <a:avLst/>
            <a:gdLst/>
            <a:ahLst/>
            <a:cxnLst/>
            <a:rect l="l" t="t" r="r" b="b"/>
            <a:pathLst>
              <a:path w="244475" h="285114">
                <a:moveTo>
                  <a:pt x="218747" y="272202"/>
                </a:moveTo>
                <a:lnTo>
                  <a:pt x="230822" y="282933"/>
                </a:lnTo>
                <a:lnTo>
                  <a:pt x="231558" y="283560"/>
                </a:lnTo>
                <a:lnTo>
                  <a:pt x="232369" y="284035"/>
                </a:lnTo>
                <a:lnTo>
                  <a:pt x="234785" y="284873"/>
                </a:lnTo>
                <a:lnTo>
                  <a:pt x="237044" y="284873"/>
                </a:lnTo>
                <a:lnTo>
                  <a:pt x="243912" y="275300"/>
                </a:lnTo>
                <a:lnTo>
                  <a:pt x="243649" y="274293"/>
                </a:lnTo>
                <a:lnTo>
                  <a:pt x="242888" y="272722"/>
                </a:lnTo>
                <a:lnTo>
                  <a:pt x="220308" y="272722"/>
                </a:lnTo>
                <a:lnTo>
                  <a:pt x="218747" y="272202"/>
                </a:lnTo>
                <a:close/>
              </a:path>
              <a:path w="244475" h="285114">
                <a:moveTo>
                  <a:pt x="217524" y="271115"/>
                </a:moveTo>
                <a:lnTo>
                  <a:pt x="218747" y="272202"/>
                </a:lnTo>
                <a:lnTo>
                  <a:pt x="220308" y="272722"/>
                </a:lnTo>
                <a:lnTo>
                  <a:pt x="217524" y="271115"/>
                </a:lnTo>
                <a:close/>
              </a:path>
              <a:path w="244475" h="285114">
                <a:moveTo>
                  <a:pt x="241601" y="271115"/>
                </a:moveTo>
                <a:lnTo>
                  <a:pt x="217524" y="271115"/>
                </a:lnTo>
                <a:lnTo>
                  <a:pt x="220308" y="272722"/>
                </a:lnTo>
                <a:lnTo>
                  <a:pt x="242888" y="272722"/>
                </a:lnTo>
                <a:lnTo>
                  <a:pt x="242724" y="272385"/>
                </a:lnTo>
                <a:lnTo>
                  <a:pt x="242097" y="271556"/>
                </a:lnTo>
                <a:lnTo>
                  <a:pt x="241601" y="271115"/>
                </a:lnTo>
                <a:close/>
              </a:path>
              <a:path w="244475" h="285114">
                <a:moveTo>
                  <a:pt x="213730" y="270532"/>
                </a:moveTo>
                <a:lnTo>
                  <a:pt x="218747" y="272202"/>
                </a:lnTo>
                <a:lnTo>
                  <a:pt x="217524" y="271115"/>
                </a:lnTo>
                <a:lnTo>
                  <a:pt x="241601" y="271115"/>
                </a:lnTo>
                <a:lnTo>
                  <a:pt x="241386" y="270924"/>
                </a:lnTo>
                <a:lnTo>
                  <a:pt x="215728" y="270924"/>
                </a:lnTo>
                <a:lnTo>
                  <a:pt x="213730" y="270532"/>
                </a:lnTo>
                <a:close/>
              </a:path>
              <a:path w="244475" h="285114">
                <a:moveTo>
                  <a:pt x="132342" y="0"/>
                </a:moveTo>
                <a:lnTo>
                  <a:pt x="129134" y="0"/>
                </a:lnTo>
                <a:lnTo>
                  <a:pt x="128131" y="274"/>
                </a:lnTo>
                <a:lnTo>
                  <a:pt x="89669" y="20241"/>
                </a:lnTo>
                <a:lnTo>
                  <a:pt x="58944" y="50893"/>
                </a:lnTo>
                <a:lnTo>
                  <a:pt x="30449" y="92795"/>
                </a:lnTo>
                <a:lnTo>
                  <a:pt x="9715" y="131267"/>
                </a:lnTo>
                <a:lnTo>
                  <a:pt x="0" y="191659"/>
                </a:lnTo>
                <a:lnTo>
                  <a:pt x="66" y="215751"/>
                </a:lnTo>
                <a:lnTo>
                  <a:pt x="155" y="218629"/>
                </a:lnTo>
                <a:lnTo>
                  <a:pt x="679" y="222225"/>
                </a:lnTo>
                <a:lnTo>
                  <a:pt x="803" y="223081"/>
                </a:lnTo>
                <a:lnTo>
                  <a:pt x="31620" y="251358"/>
                </a:lnTo>
                <a:lnTo>
                  <a:pt x="87421" y="265794"/>
                </a:lnTo>
                <a:lnTo>
                  <a:pt x="87650" y="265794"/>
                </a:lnTo>
                <a:lnTo>
                  <a:pt x="120153" y="268747"/>
                </a:lnTo>
                <a:lnTo>
                  <a:pt x="172923" y="270210"/>
                </a:lnTo>
                <a:lnTo>
                  <a:pt x="205052" y="270210"/>
                </a:lnTo>
                <a:lnTo>
                  <a:pt x="215728" y="270924"/>
                </a:lnTo>
                <a:lnTo>
                  <a:pt x="214905" y="270924"/>
                </a:lnTo>
                <a:lnTo>
                  <a:pt x="213730" y="270532"/>
                </a:lnTo>
                <a:lnTo>
                  <a:pt x="240946" y="270532"/>
                </a:lnTo>
                <a:lnTo>
                  <a:pt x="227746" y="258798"/>
                </a:lnTo>
                <a:lnTo>
                  <a:pt x="205831" y="254229"/>
                </a:lnTo>
                <a:lnTo>
                  <a:pt x="173823" y="254229"/>
                </a:lnTo>
                <a:lnTo>
                  <a:pt x="121846" y="252784"/>
                </a:lnTo>
                <a:lnTo>
                  <a:pt x="121253" y="252784"/>
                </a:lnTo>
                <a:lnTo>
                  <a:pt x="90384" y="249981"/>
                </a:lnTo>
                <a:lnTo>
                  <a:pt x="89942" y="249981"/>
                </a:lnTo>
                <a:lnTo>
                  <a:pt x="61855" y="244369"/>
                </a:lnTo>
                <a:lnTo>
                  <a:pt x="61601" y="244369"/>
                </a:lnTo>
                <a:lnTo>
                  <a:pt x="39581" y="237257"/>
                </a:lnTo>
                <a:lnTo>
                  <a:pt x="39164" y="237257"/>
                </a:lnTo>
                <a:lnTo>
                  <a:pt x="37851" y="236698"/>
                </a:lnTo>
                <a:lnTo>
                  <a:pt x="38119" y="236698"/>
                </a:lnTo>
                <a:lnTo>
                  <a:pt x="26281" y="230367"/>
                </a:lnTo>
                <a:lnTo>
                  <a:pt x="25450" y="230367"/>
                </a:lnTo>
                <a:lnTo>
                  <a:pt x="25165" y="230070"/>
                </a:lnTo>
                <a:lnTo>
                  <a:pt x="24245" y="229454"/>
                </a:lnTo>
                <a:lnTo>
                  <a:pt x="23453" y="228855"/>
                </a:lnTo>
                <a:lnTo>
                  <a:pt x="23998" y="228855"/>
                </a:lnTo>
                <a:lnTo>
                  <a:pt x="18829" y="223471"/>
                </a:lnTo>
                <a:lnTo>
                  <a:pt x="18197" y="223471"/>
                </a:lnTo>
                <a:lnTo>
                  <a:pt x="18021" y="223081"/>
                </a:lnTo>
                <a:lnTo>
                  <a:pt x="17353" y="222225"/>
                </a:lnTo>
                <a:lnTo>
                  <a:pt x="16681" y="221234"/>
                </a:lnTo>
                <a:lnTo>
                  <a:pt x="17184" y="221234"/>
                </a:lnTo>
                <a:lnTo>
                  <a:pt x="16976" y="220774"/>
                </a:lnTo>
                <a:lnTo>
                  <a:pt x="16634" y="220774"/>
                </a:lnTo>
                <a:lnTo>
                  <a:pt x="16004" y="218629"/>
                </a:lnTo>
                <a:lnTo>
                  <a:pt x="16322" y="218629"/>
                </a:lnTo>
                <a:lnTo>
                  <a:pt x="16070" y="216904"/>
                </a:lnTo>
                <a:lnTo>
                  <a:pt x="16016" y="191659"/>
                </a:lnTo>
                <a:lnTo>
                  <a:pt x="17387" y="164238"/>
                </a:lnTo>
                <a:lnTo>
                  <a:pt x="17438" y="163228"/>
                </a:lnTo>
                <a:lnTo>
                  <a:pt x="17646" y="162427"/>
                </a:lnTo>
                <a:lnTo>
                  <a:pt x="19656" y="151229"/>
                </a:lnTo>
                <a:lnTo>
                  <a:pt x="19763" y="150633"/>
                </a:lnTo>
                <a:lnTo>
                  <a:pt x="19879" y="149988"/>
                </a:lnTo>
                <a:lnTo>
                  <a:pt x="20983" y="147159"/>
                </a:lnTo>
                <a:lnTo>
                  <a:pt x="24303" y="137709"/>
                </a:lnTo>
                <a:lnTo>
                  <a:pt x="27269" y="132407"/>
                </a:lnTo>
                <a:lnTo>
                  <a:pt x="58239" y="78662"/>
                </a:lnTo>
                <a:lnTo>
                  <a:pt x="88975" y="40667"/>
                </a:lnTo>
                <a:lnTo>
                  <a:pt x="88708" y="40667"/>
                </a:lnTo>
                <a:lnTo>
                  <a:pt x="90034" y="39446"/>
                </a:lnTo>
                <a:lnTo>
                  <a:pt x="90379" y="39446"/>
                </a:lnTo>
                <a:lnTo>
                  <a:pt x="98209" y="33722"/>
                </a:lnTo>
                <a:lnTo>
                  <a:pt x="98358" y="33722"/>
                </a:lnTo>
                <a:lnTo>
                  <a:pt x="113888" y="25283"/>
                </a:lnTo>
                <a:lnTo>
                  <a:pt x="135284" y="14578"/>
                </a:lnTo>
                <a:lnTo>
                  <a:pt x="136105" y="13940"/>
                </a:lnTo>
                <a:lnTo>
                  <a:pt x="137495" y="12339"/>
                </a:lnTo>
                <a:lnTo>
                  <a:pt x="138009" y="11435"/>
                </a:lnTo>
                <a:lnTo>
                  <a:pt x="138680" y="9423"/>
                </a:lnTo>
                <a:lnTo>
                  <a:pt x="138661" y="6276"/>
                </a:lnTo>
                <a:lnTo>
                  <a:pt x="133165" y="274"/>
                </a:lnTo>
                <a:lnTo>
                  <a:pt x="132342" y="0"/>
                </a:lnTo>
                <a:close/>
              </a:path>
              <a:path w="244475" h="285114">
                <a:moveTo>
                  <a:pt x="240946" y="270532"/>
                </a:moveTo>
                <a:lnTo>
                  <a:pt x="213730" y="270532"/>
                </a:lnTo>
                <a:lnTo>
                  <a:pt x="215728" y="270924"/>
                </a:lnTo>
                <a:lnTo>
                  <a:pt x="241386" y="270924"/>
                </a:lnTo>
                <a:lnTo>
                  <a:pt x="240946" y="270532"/>
                </a:lnTo>
                <a:close/>
              </a:path>
              <a:path w="244475" h="285114">
                <a:moveTo>
                  <a:pt x="61189" y="244236"/>
                </a:moveTo>
                <a:lnTo>
                  <a:pt x="61601" y="244369"/>
                </a:lnTo>
                <a:lnTo>
                  <a:pt x="61855" y="244369"/>
                </a:lnTo>
                <a:lnTo>
                  <a:pt x="61189" y="244236"/>
                </a:lnTo>
                <a:close/>
              </a:path>
              <a:path w="244475" h="285114">
                <a:moveTo>
                  <a:pt x="37851" y="236698"/>
                </a:moveTo>
                <a:lnTo>
                  <a:pt x="39164" y="237257"/>
                </a:lnTo>
                <a:lnTo>
                  <a:pt x="38528" y="236917"/>
                </a:lnTo>
                <a:lnTo>
                  <a:pt x="37851" y="236698"/>
                </a:lnTo>
                <a:close/>
              </a:path>
              <a:path w="244475" h="285114">
                <a:moveTo>
                  <a:pt x="38528" y="236917"/>
                </a:moveTo>
                <a:lnTo>
                  <a:pt x="39164" y="237257"/>
                </a:lnTo>
                <a:lnTo>
                  <a:pt x="39581" y="237257"/>
                </a:lnTo>
                <a:lnTo>
                  <a:pt x="38528" y="236917"/>
                </a:lnTo>
                <a:close/>
              </a:path>
              <a:path w="244475" h="285114">
                <a:moveTo>
                  <a:pt x="38119" y="236698"/>
                </a:moveTo>
                <a:lnTo>
                  <a:pt x="37851" y="236698"/>
                </a:lnTo>
                <a:lnTo>
                  <a:pt x="38528" y="236917"/>
                </a:lnTo>
                <a:lnTo>
                  <a:pt x="38119" y="236698"/>
                </a:lnTo>
                <a:close/>
              </a:path>
              <a:path w="244475" h="285114">
                <a:moveTo>
                  <a:pt x="24574" y="229454"/>
                </a:moveTo>
                <a:lnTo>
                  <a:pt x="25058" y="230070"/>
                </a:lnTo>
                <a:lnTo>
                  <a:pt x="25450" y="230367"/>
                </a:lnTo>
                <a:lnTo>
                  <a:pt x="26281" y="230367"/>
                </a:lnTo>
                <a:lnTo>
                  <a:pt x="24574" y="229454"/>
                </a:lnTo>
                <a:close/>
              </a:path>
              <a:path w="244475" h="285114">
                <a:moveTo>
                  <a:pt x="23453" y="228855"/>
                </a:moveTo>
                <a:lnTo>
                  <a:pt x="25058" y="230070"/>
                </a:lnTo>
                <a:lnTo>
                  <a:pt x="24574" y="229454"/>
                </a:lnTo>
                <a:lnTo>
                  <a:pt x="23453" y="228855"/>
                </a:lnTo>
                <a:close/>
              </a:path>
              <a:path w="244475" h="285114">
                <a:moveTo>
                  <a:pt x="23998" y="228855"/>
                </a:moveTo>
                <a:lnTo>
                  <a:pt x="23453" y="228855"/>
                </a:lnTo>
                <a:lnTo>
                  <a:pt x="24574" y="229454"/>
                </a:lnTo>
                <a:lnTo>
                  <a:pt x="23998" y="228855"/>
                </a:lnTo>
                <a:close/>
              </a:path>
              <a:path w="244475" h="285114">
                <a:moveTo>
                  <a:pt x="17633" y="222225"/>
                </a:moveTo>
                <a:lnTo>
                  <a:pt x="17933" y="223081"/>
                </a:lnTo>
                <a:lnTo>
                  <a:pt x="18197" y="223471"/>
                </a:lnTo>
                <a:lnTo>
                  <a:pt x="18829" y="223471"/>
                </a:lnTo>
                <a:lnTo>
                  <a:pt x="17633" y="222225"/>
                </a:lnTo>
                <a:close/>
              </a:path>
              <a:path w="244475" h="285114">
                <a:moveTo>
                  <a:pt x="16681" y="221234"/>
                </a:moveTo>
                <a:lnTo>
                  <a:pt x="17933" y="223081"/>
                </a:lnTo>
                <a:lnTo>
                  <a:pt x="17633" y="222225"/>
                </a:lnTo>
                <a:lnTo>
                  <a:pt x="16681" y="221234"/>
                </a:lnTo>
                <a:close/>
              </a:path>
              <a:path w="244475" h="285114">
                <a:moveTo>
                  <a:pt x="17184" y="221234"/>
                </a:moveTo>
                <a:lnTo>
                  <a:pt x="16681" y="221234"/>
                </a:lnTo>
                <a:lnTo>
                  <a:pt x="17633" y="222225"/>
                </a:lnTo>
                <a:lnTo>
                  <a:pt x="17184" y="221234"/>
                </a:lnTo>
                <a:close/>
              </a:path>
              <a:path w="244475" h="285114">
                <a:moveTo>
                  <a:pt x="16004" y="218629"/>
                </a:moveTo>
                <a:lnTo>
                  <a:pt x="16634" y="220774"/>
                </a:lnTo>
                <a:lnTo>
                  <a:pt x="16472" y="219662"/>
                </a:lnTo>
                <a:lnTo>
                  <a:pt x="16004" y="218629"/>
                </a:lnTo>
                <a:close/>
              </a:path>
              <a:path w="244475" h="285114">
                <a:moveTo>
                  <a:pt x="16472" y="219662"/>
                </a:moveTo>
                <a:lnTo>
                  <a:pt x="16634" y="220774"/>
                </a:lnTo>
                <a:lnTo>
                  <a:pt x="16976" y="220774"/>
                </a:lnTo>
                <a:lnTo>
                  <a:pt x="16472" y="219662"/>
                </a:lnTo>
                <a:close/>
              </a:path>
              <a:path w="244475" h="285114">
                <a:moveTo>
                  <a:pt x="16322" y="218629"/>
                </a:moveTo>
                <a:lnTo>
                  <a:pt x="16004" y="218629"/>
                </a:lnTo>
                <a:lnTo>
                  <a:pt x="16472" y="219662"/>
                </a:lnTo>
                <a:lnTo>
                  <a:pt x="16322" y="218629"/>
                </a:lnTo>
                <a:close/>
              </a:path>
              <a:path w="244475" h="285114">
                <a:moveTo>
                  <a:pt x="90034" y="39446"/>
                </a:moveTo>
                <a:lnTo>
                  <a:pt x="88708" y="40667"/>
                </a:lnTo>
                <a:lnTo>
                  <a:pt x="89437" y="40134"/>
                </a:lnTo>
                <a:lnTo>
                  <a:pt x="90034" y="39446"/>
                </a:lnTo>
                <a:close/>
              </a:path>
              <a:path w="244475" h="285114">
                <a:moveTo>
                  <a:pt x="89437" y="40134"/>
                </a:moveTo>
                <a:lnTo>
                  <a:pt x="88708" y="40667"/>
                </a:lnTo>
                <a:lnTo>
                  <a:pt x="88975" y="40667"/>
                </a:lnTo>
                <a:lnTo>
                  <a:pt x="89437" y="40134"/>
                </a:lnTo>
                <a:close/>
              </a:path>
              <a:path w="244475" h="285114">
                <a:moveTo>
                  <a:pt x="90379" y="39446"/>
                </a:moveTo>
                <a:lnTo>
                  <a:pt x="90034" y="39446"/>
                </a:lnTo>
                <a:lnTo>
                  <a:pt x="89437" y="40134"/>
                </a:lnTo>
                <a:lnTo>
                  <a:pt x="90379" y="39446"/>
                </a:lnTo>
                <a:close/>
              </a:path>
              <a:path w="244475" h="285114">
                <a:moveTo>
                  <a:pt x="98358" y="33722"/>
                </a:moveTo>
                <a:lnTo>
                  <a:pt x="98209" y="33722"/>
                </a:lnTo>
                <a:lnTo>
                  <a:pt x="97777" y="34037"/>
                </a:lnTo>
                <a:lnTo>
                  <a:pt x="98358" y="3372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53048" y="5960340"/>
            <a:ext cx="124460" cy="270510"/>
          </a:xfrm>
          <a:custGeom>
            <a:avLst/>
            <a:gdLst/>
            <a:ahLst/>
            <a:cxnLst/>
            <a:rect l="l" t="t" r="r" b="b"/>
            <a:pathLst>
              <a:path w="124460" h="270510">
                <a:moveTo>
                  <a:pt x="123979" y="37811"/>
                </a:moveTo>
                <a:lnTo>
                  <a:pt x="107834" y="37811"/>
                </a:lnTo>
                <a:lnTo>
                  <a:pt x="122877" y="40074"/>
                </a:lnTo>
                <a:lnTo>
                  <a:pt x="122054" y="41655"/>
                </a:lnTo>
                <a:lnTo>
                  <a:pt x="116207" y="56272"/>
                </a:lnTo>
                <a:lnTo>
                  <a:pt x="108090" y="77143"/>
                </a:lnTo>
                <a:lnTo>
                  <a:pt x="108025" y="111234"/>
                </a:lnTo>
                <a:lnTo>
                  <a:pt x="106633" y="164160"/>
                </a:lnTo>
                <a:lnTo>
                  <a:pt x="105171" y="216777"/>
                </a:lnTo>
                <a:lnTo>
                  <a:pt x="105169" y="263368"/>
                </a:lnTo>
                <a:lnTo>
                  <a:pt x="105373" y="264388"/>
                </a:lnTo>
                <a:lnTo>
                  <a:pt x="112105" y="270304"/>
                </a:lnTo>
                <a:lnTo>
                  <a:pt x="114226" y="270304"/>
                </a:lnTo>
                <a:lnTo>
                  <a:pt x="121174" y="216777"/>
                </a:lnTo>
                <a:lnTo>
                  <a:pt x="122623" y="164594"/>
                </a:lnTo>
                <a:lnTo>
                  <a:pt x="123613" y="126972"/>
                </a:lnTo>
                <a:lnTo>
                  <a:pt x="123718" y="123009"/>
                </a:lnTo>
                <a:lnTo>
                  <a:pt x="123808" y="119587"/>
                </a:lnTo>
                <a:lnTo>
                  <a:pt x="123909" y="115747"/>
                </a:lnTo>
                <a:lnTo>
                  <a:pt x="123979" y="37811"/>
                </a:lnTo>
                <a:close/>
              </a:path>
              <a:path w="124460" h="270510">
                <a:moveTo>
                  <a:pt x="23609" y="0"/>
                </a:moveTo>
                <a:lnTo>
                  <a:pt x="15221" y="0"/>
                </a:lnTo>
                <a:lnTo>
                  <a:pt x="13249" y="251"/>
                </a:lnTo>
                <a:lnTo>
                  <a:pt x="0" y="51391"/>
                </a:lnTo>
                <a:lnTo>
                  <a:pt x="2192" y="68569"/>
                </a:lnTo>
                <a:lnTo>
                  <a:pt x="18809" y="107549"/>
                </a:lnTo>
                <a:lnTo>
                  <a:pt x="53440" y="126972"/>
                </a:lnTo>
                <a:lnTo>
                  <a:pt x="72070" y="126972"/>
                </a:lnTo>
                <a:lnTo>
                  <a:pt x="92228" y="111488"/>
                </a:lnTo>
                <a:lnTo>
                  <a:pt x="70319" y="111488"/>
                </a:lnTo>
                <a:lnTo>
                  <a:pt x="70742" y="111234"/>
                </a:lnTo>
                <a:lnTo>
                  <a:pt x="56316" y="111234"/>
                </a:lnTo>
                <a:lnTo>
                  <a:pt x="50508" y="110303"/>
                </a:lnTo>
                <a:lnTo>
                  <a:pt x="48817" y="110303"/>
                </a:lnTo>
                <a:lnTo>
                  <a:pt x="46832" y="109714"/>
                </a:lnTo>
                <a:lnTo>
                  <a:pt x="47491" y="109714"/>
                </a:lnTo>
                <a:lnTo>
                  <a:pt x="41101" y="106874"/>
                </a:lnTo>
                <a:lnTo>
                  <a:pt x="40557" y="106874"/>
                </a:lnTo>
                <a:lnTo>
                  <a:pt x="38952" y="105919"/>
                </a:lnTo>
                <a:lnTo>
                  <a:pt x="39307" y="105919"/>
                </a:lnTo>
                <a:lnTo>
                  <a:pt x="37051" y="104195"/>
                </a:lnTo>
                <a:lnTo>
                  <a:pt x="36758" y="104195"/>
                </a:lnTo>
                <a:lnTo>
                  <a:pt x="36222" y="103568"/>
                </a:lnTo>
                <a:lnTo>
                  <a:pt x="35533" y="103036"/>
                </a:lnTo>
                <a:lnTo>
                  <a:pt x="35767" y="103036"/>
                </a:lnTo>
                <a:lnTo>
                  <a:pt x="33094" y="99910"/>
                </a:lnTo>
                <a:lnTo>
                  <a:pt x="32865" y="99910"/>
                </a:lnTo>
                <a:lnTo>
                  <a:pt x="32464" y="99173"/>
                </a:lnTo>
                <a:lnTo>
                  <a:pt x="31917" y="98534"/>
                </a:lnTo>
                <a:lnTo>
                  <a:pt x="32117" y="98534"/>
                </a:lnTo>
                <a:lnTo>
                  <a:pt x="24411" y="84352"/>
                </a:lnTo>
                <a:lnTo>
                  <a:pt x="24276" y="84352"/>
                </a:lnTo>
                <a:lnTo>
                  <a:pt x="24051" y="83689"/>
                </a:lnTo>
                <a:lnTo>
                  <a:pt x="23729" y="83098"/>
                </a:lnTo>
                <a:lnTo>
                  <a:pt x="23650" y="82509"/>
                </a:lnTo>
                <a:lnTo>
                  <a:pt x="18227" y="66541"/>
                </a:lnTo>
                <a:lnTo>
                  <a:pt x="18059" y="66541"/>
                </a:lnTo>
                <a:lnTo>
                  <a:pt x="17958" y="65750"/>
                </a:lnTo>
                <a:lnTo>
                  <a:pt x="17698" y="64985"/>
                </a:lnTo>
                <a:lnTo>
                  <a:pt x="17860" y="64985"/>
                </a:lnTo>
                <a:lnTo>
                  <a:pt x="16125" y="51391"/>
                </a:lnTo>
                <a:lnTo>
                  <a:pt x="15999" y="50406"/>
                </a:lnTo>
                <a:lnTo>
                  <a:pt x="15932" y="22605"/>
                </a:lnTo>
                <a:lnTo>
                  <a:pt x="15797" y="22605"/>
                </a:lnTo>
                <a:lnTo>
                  <a:pt x="15932" y="21879"/>
                </a:lnTo>
                <a:lnTo>
                  <a:pt x="15932" y="21149"/>
                </a:lnTo>
                <a:lnTo>
                  <a:pt x="16067" y="21149"/>
                </a:lnTo>
                <a:lnTo>
                  <a:pt x="16887" y="16722"/>
                </a:lnTo>
                <a:lnTo>
                  <a:pt x="15629" y="16722"/>
                </a:lnTo>
                <a:lnTo>
                  <a:pt x="15773" y="16567"/>
                </a:lnTo>
                <a:lnTo>
                  <a:pt x="14036" y="16567"/>
                </a:lnTo>
                <a:lnTo>
                  <a:pt x="16420" y="15144"/>
                </a:lnTo>
                <a:lnTo>
                  <a:pt x="17544" y="12900"/>
                </a:lnTo>
                <a:lnTo>
                  <a:pt x="17625" y="12740"/>
                </a:lnTo>
                <a:lnTo>
                  <a:pt x="29060" y="12740"/>
                </a:lnTo>
                <a:lnTo>
                  <a:pt x="29531" y="12035"/>
                </a:lnTo>
                <a:lnTo>
                  <a:pt x="30342" y="10077"/>
                </a:lnTo>
                <a:lnTo>
                  <a:pt x="30342" y="5915"/>
                </a:lnTo>
                <a:lnTo>
                  <a:pt x="24745" y="251"/>
                </a:lnTo>
                <a:lnTo>
                  <a:pt x="23609" y="0"/>
                </a:lnTo>
                <a:close/>
              </a:path>
              <a:path w="124460" h="270510">
                <a:moveTo>
                  <a:pt x="72806" y="109993"/>
                </a:moveTo>
                <a:lnTo>
                  <a:pt x="70319" y="111488"/>
                </a:lnTo>
                <a:lnTo>
                  <a:pt x="72153" y="110777"/>
                </a:lnTo>
                <a:lnTo>
                  <a:pt x="72806" y="109993"/>
                </a:lnTo>
                <a:close/>
              </a:path>
              <a:path w="124460" h="270510">
                <a:moveTo>
                  <a:pt x="92652" y="110777"/>
                </a:moveTo>
                <a:lnTo>
                  <a:pt x="72153" y="110777"/>
                </a:lnTo>
                <a:lnTo>
                  <a:pt x="71772" y="111234"/>
                </a:lnTo>
                <a:lnTo>
                  <a:pt x="70975" y="111234"/>
                </a:lnTo>
                <a:lnTo>
                  <a:pt x="70319" y="111488"/>
                </a:lnTo>
                <a:lnTo>
                  <a:pt x="92228" y="111488"/>
                </a:lnTo>
                <a:lnTo>
                  <a:pt x="92399" y="111234"/>
                </a:lnTo>
                <a:lnTo>
                  <a:pt x="71703" y="111234"/>
                </a:lnTo>
                <a:lnTo>
                  <a:pt x="72237" y="110777"/>
                </a:lnTo>
                <a:lnTo>
                  <a:pt x="92652" y="110777"/>
                </a:lnTo>
                <a:close/>
              </a:path>
              <a:path w="124460" h="270510">
                <a:moveTo>
                  <a:pt x="71502" y="110777"/>
                </a:moveTo>
                <a:lnTo>
                  <a:pt x="69212" y="111234"/>
                </a:lnTo>
                <a:lnTo>
                  <a:pt x="70742" y="111234"/>
                </a:lnTo>
                <a:lnTo>
                  <a:pt x="71502" y="110777"/>
                </a:lnTo>
                <a:close/>
              </a:path>
              <a:path w="124460" h="270510">
                <a:moveTo>
                  <a:pt x="73973" y="109292"/>
                </a:moveTo>
                <a:lnTo>
                  <a:pt x="72806" y="109993"/>
                </a:lnTo>
                <a:lnTo>
                  <a:pt x="72153" y="110777"/>
                </a:lnTo>
                <a:lnTo>
                  <a:pt x="72791" y="110303"/>
                </a:lnTo>
                <a:lnTo>
                  <a:pt x="73973" y="109292"/>
                </a:lnTo>
                <a:close/>
              </a:path>
              <a:path w="124460" h="270510">
                <a:moveTo>
                  <a:pt x="93459" y="109292"/>
                </a:moveTo>
                <a:lnTo>
                  <a:pt x="73973" y="109292"/>
                </a:lnTo>
                <a:lnTo>
                  <a:pt x="72237" y="110777"/>
                </a:lnTo>
                <a:lnTo>
                  <a:pt x="73377" y="110303"/>
                </a:lnTo>
                <a:lnTo>
                  <a:pt x="92910" y="110303"/>
                </a:lnTo>
                <a:lnTo>
                  <a:pt x="93459" y="109292"/>
                </a:lnTo>
                <a:close/>
              </a:path>
              <a:path w="124460" h="270510">
                <a:moveTo>
                  <a:pt x="92910" y="110303"/>
                </a:moveTo>
                <a:lnTo>
                  <a:pt x="73854" y="110303"/>
                </a:lnTo>
                <a:lnTo>
                  <a:pt x="71488" y="110777"/>
                </a:lnTo>
                <a:lnTo>
                  <a:pt x="92652" y="110777"/>
                </a:lnTo>
                <a:lnTo>
                  <a:pt x="92910" y="110303"/>
                </a:lnTo>
                <a:close/>
              </a:path>
              <a:path w="124460" h="270510">
                <a:moveTo>
                  <a:pt x="46832" y="109714"/>
                </a:moveTo>
                <a:lnTo>
                  <a:pt x="48817" y="110303"/>
                </a:lnTo>
                <a:lnTo>
                  <a:pt x="48121" y="109993"/>
                </a:lnTo>
                <a:lnTo>
                  <a:pt x="48577" y="109993"/>
                </a:lnTo>
                <a:lnTo>
                  <a:pt x="46832" y="109714"/>
                </a:lnTo>
                <a:close/>
              </a:path>
              <a:path w="124460" h="270510">
                <a:moveTo>
                  <a:pt x="48577" y="109993"/>
                </a:moveTo>
                <a:lnTo>
                  <a:pt x="48121" y="109993"/>
                </a:lnTo>
                <a:lnTo>
                  <a:pt x="48817" y="110303"/>
                </a:lnTo>
                <a:lnTo>
                  <a:pt x="50508" y="110303"/>
                </a:lnTo>
                <a:lnTo>
                  <a:pt x="48577" y="109993"/>
                </a:lnTo>
                <a:close/>
              </a:path>
              <a:path w="124460" h="270510">
                <a:moveTo>
                  <a:pt x="47491" y="109714"/>
                </a:moveTo>
                <a:lnTo>
                  <a:pt x="46832" y="109714"/>
                </a:lnTo>
                <a:lnTo>
                  <a:pt x="48577" y="109993"/>
                </a:lnTo>
                <a:lnTo>
                  <a:pt x="48121" y="109993"/>
                </a:lnTo>
                <a:lnTo>
                  <a:pt x="47491" y="109714"/>
                </a:lnTo>
                <a:close/>
              </a:path>
              <a:path w="124460" h="270510">
                <a:moveTo>
                  <a:pt x="97277" y="102260"/>
                </a:moveTo>
                <a:lnTo>
                  <a:pt x="79251" y="102260"/>
                </a:lnTo>
                <a:lnTo>
                  <a:pt x="78843" y="102863"/>
                </a:lnTo>
                <a:lnTo>
                  <a:pt x="78655" y="103036"/>
                </a:lnTo>
                <a:lnTo>
                  <a:pt x="78366" y="103568"/>
                </a:lnTo>
                <a:lnTo>
                  <a:pt x="78161" y="103568"/>
                </a:lnTo>
                <a:lnTo>
                  <a:pt x="72806" y="109993"/>
                </a:lnTo>
                <a:lnTo>
                  <a:pt x="73973" y="109292"/>
                </a:lnTo>
                <a:lnTo>
                  <a:pt x="93459" y="109292"/>
                </a:lnTo>
                <a:lnTo>
                  <a:pt x="96567" y="103568"/>
                </a:lnTo>
                <a:lnTo>
                  <a:pt x="78366" y="103568"/>
                </a:lnTo>
                <a:lnTo>
                  <a:pt x="78726" y="103036"/>
                </a:lnTo>
                <a:lnTo>
                  <a:pt x="96856" y="103036"/>
                </a:lnTo>
                <a:lnTo>
                  <a:pt x="97277" y="102260"/>
                </a:lnTo>
                <a:close/>
              </a:path>
              <a:path w="124460" h="270510">
                <a:moveTo>
                  <a:pt x="38952" y="105919"/>
                </a:moveTo>
                <a:lnTo>
                  <a:pt x="40557" y="106874"/>
                </a:lnTo>
                <a:lnTo>
                  <a:pt x="39801" y="106296"/>
                </a:lnTo>
                <a:lnTo>
                  <a:pt x="38952" y="105919"/>
                </a:lnTo>
                <a:close/>
              </a:path>
              <a:path w="124460" h="270510">
                <a:moveTo>
                  <a:pt x="39801" y="106296"/>
                </a:moveTo>
                <a:lnTo>
                  <a:pt x="40557" y="106874"/>
                </a:lnTo>
                <a:lnTo>
                  <a:pt x="41101" y="106874"/>
                </a:lnTo>
                <a:lnTo>
                  <a:pt x="39801" y="106296"/>
                </a:lnTo>
                <a:close/>
              </a:path>
              <a:path w="124460" h="270510">
                <a:moveTo>
                  <a:pt x="39307" y="105919"/>
                </a:moveTo>
                <a:lnTo>
                  <a:pt x="38952" y="105919"/>
                </a:lnTo>
                <a:lnTo>
                  <a:pt x="39801" y="106296"/>
                </a:lnTo>
                <a:lnTo>
                  <a:pt x="39307" y="105919"/>
                </a:lnTo>
                <a:close/>
              </a:path>
              <a:path w="124460" h="270510">
                <a:moveTo>
                  <a:pt x="35533" y="103036"/>
                </a:moveTo>
                <a:lnTo>
                  <a:pt x="36758" y="104195"/>
                </a:lnTo>
                <a:lnTo>
                  <a:pt x="37051" y="104195"/>
                </a:lnTo>
                <a:lnTo>
                  <a:pt x="35533" y="103036"/>
                </a:lnTo>
                <a:close/>
              </a:path>
              <a:path w="124460" h="270510">
                <a:moveTo>
                  <a:pt x="35767" y="103036"/>
                </a:moveTo>
                <a:lnTo>
                  <a:pt x="35533" y="103036"/>
                </a:lnTo>
                <a:lnTo>
                  <a:pt x="36229" y="103568"/>
                </a:lnTo>
                <a:lnTo>
                  <a:pt x="35767" y="103036"/>
                </a:lnTo>
                <a:close/>
              </a:path>
              <a:path w="124460" h="270510">
                <a:moveTo>
                  <a:pt x="117728" y="28731"/>
                </a:moveTo>
                <a:lnTo>
                  <a:pt x="113583" y="28731"/>
                </a:lnTo>
                <a:lnTo>
                  <a:pt x="111794" y="29465"/>
                </a:lnTo>
                <a:lnTo>
                  <a:pt x="91158" y="76550"/>
                </a:lnTo>
                <a:lnTo>
                  <a:pt x="85796" y="89491"/>
                </a:lnTo>
                <a:lnTo>
                  <a:pt x="85309" y="90775"/>
                </a:lnTo>
                <a:lnTo>
                  <a:pt x="78749" y="102863"/>
                </a:lnTo>
                <a:lnTo>
                  <a:pt x="79251" y="102260"/>
                </a:lnTo>
                <a:lnTo>
                  <a:pt x="97277" y="102260"/>
                </a:lnTo>
                <a:lnTo>
                  <a:pt x="99301" y="98534"/>
                </a:lnTo>
                <a:lnTo>
                  <a:pt x="99726" y="97659"/>
                </a:lnTo>
                <a:lnTo>
                  <a:pt x="106004" y="82509"/>
                </a:lnTo>
                <a:lnTo>
                  <a:pt x="108090" y="77143"/>
                </a:lnTo>
                <a:lnTo>
                  <a:pt x="108090" y="38686"/>
                </a:lnTo>
                <a:lnTo>
                  <a:pt x="107834" y="37811"/>
                </a:lnTo>
                <a:lnTo>
                  <a:pt x="123979" y="37811"/>
                </a:lnTo>
                <a:lnTo>
                  <a:pt x="119221" y="29240"/>
                </a:lnTo>
                <a:lnTo>
                  <a:pt x="117728" y="28731"/>
                </a:lnTo>
                <a:close/>
              </a:path>
              <a:path w="124460" h="270510">
                <a:moveTo>
                  <a:pt x="32464" y="99173"/>
                </a:moveTo>
                <a:lnTo>
                  <a:pt x="32865" y="99910"/>
                </a:lnTo>
                <a:lnTo>
                  <a:pt x="33094" y="99910"/>
                </a:lnTo>
                <a:lnTo>
                  <a:pt x="32464" y="99173"/>
                </a:lnTo>
                <a:close/>
              </a:path>
              <a:path w="124460" h="270510">
                <a:moveTo>
                  <a:pt x="32117" y="98534"/>
                </a:moveTo>
                <a:lnTo>
                  <a:pt x="31917" y="98534"/>
                </a:lnTo>
                <a:lnTo>
                  <a:pt x="32464" y="99173"/>
                </a:lnTo>
                <a:lnTo>
                  <a:pt x="32117" y="98534"/>
                </a:lnTo>
                <a:close/>
              </a:path>
              <a:path w="124460" h="270510">
                <a:moveTo>
                  <a:pt x="24051" y="83689"/>
                </a:moveTo>
                <a:lnTo>
                  <a:pt x="24276" y="84352"/>
                </a:lnTo>
                <a:lnTo>
                  <a:pt x="24411" y="84352"/>
                </a:lnTo>
                <a:lnTo>
                  <a:pt x="24051" y="83689"/>
                </a:lnTo>
                <a:close/>
              </a:path>
              <a:path w="124460" h="270510">
                <a:moveTo>
                  <a:pt x="107834" y="37811"/>
                </a:moveTo>
                <a:lnTo>
                  <a:pt x="108090" y="38686"/>
                </a:lnTo>
                <a:lnTo>
                  <a:pt x="108090" y="77143"/>
                </a:lnTo>
                <a:lnTo>
                  <a:pt x="116207" y="56272"/>
                </a:lnTo>
                <a:lnTo>
                  <a:pt x="121811" y="42264"/>
                </a:lnTo>
                <a:lnTo>
                  <a:pt x="121929" y="41968"/>
                </a:lnTo>
                <a:lnTo>
                  <a:pt x="122054" y="41655"/>
                </a:lnTo>
                <a:lnTo>
                  <a:pt x="122877" y="40074"/>
                </a:lnTo>
                <a:lnTo>
                  <a:pt x="107834" y="37811"/>
                </a:lnTo>
                <a:close/>
              </a:path>
              <a:path w="124460" h="270510">
                <a:moveTo>
                  <a:pt x="17958" y="65750"/>
                </a:moveTo>
                <a:lnTo>
                  <a:pt x="18059" y="66541"/>
                </a:lnTo>
                <a:lnTo>
                  <a:pt x="18227" y="66541"/>
                </a:lnTo>
                <a:lnTo>
                  <a:pt x="17958" y="65750"/>
                </a:lnTo>
                <a:close/>
              </a:path>
              <a:path w="124460" h="270510">
                <a:moveTo>
                  <a:pt x="17860" y="64985"/>
                </a:moveTo>
                <a:lnTo>
                  <a:pt x="17698" y="64985"/>
                </a:lnTo>
                <a:lnTo>
                  <a:pt x="17958" y="65750"/>
                </a:lnTo>
                <a:lnTo>
                  <a:pt x="17860" y="64985"/>
                </a:lnTo>
                <a:close/>
              </a:path>
              <a:path w="124460" h="270510">
                <a:moveTo>
                  <a:pt x="15932" y="21879"/>
                </a:moveTo>
                <a:lnTo>
                  <a:pt x="15797" y="22605"/>
                </a:lnTo>
                <a:lnTo>
                  <a:pt x="15932" y="22605"/>
                </a:lnTo>
                <a:lnTo>
                  <a:pt x="15932" y="21879"/>
                </a:lnTo>
                <a:close/>
              </a:path>
              <a:path w="124460" h="270510">
                <a:moveTo>
                  <a:pt x="16067" y="21149"/>
                </a:moveTo>
                <a:lnTo>
                  <a:pt x="15932" y="21149"/>
                </a:lnTo>
                <a:lnTo>
                  <a:pt x="15932" y="21879"/>
                </a:lnTo>
                <a:lnTo>
                  <a:pt x="16067" y="21149"/>
                </a:lnTo>
                <a:close/>
              </a:path>
              <a:path w="124460" h="270510">
                <a:moveTo>
                  <a:pt x="17179" y="15144"/>
                </a:moveTo>
                <a:lnTo>
                  <a:pt x="15707" y="16567"/>
                </a:lnTo>
                <a:lnTo>
                  <a:pt x="15629" y="16722"/>
                </a:lnTo>
                <a:lnTo>
                  <a:pt x="16887" y="16722"/>
                </a:lnTo>
                <a:lnTo>
                  <a:pt x="17179" y="15144"/>
                </a:lnTo>
                <a:close/>
              </a:path>
              <a:path w="124460" h="270510">
                <a:moveTo>
                  <a:pt x="16420" y="15144"/>
                </a:moveTo>
                <a:lnTo>
                  <a:pt x="14036" y="16567"/>
                </a:lnTo>
                <a:lnTo>
                  <a:pt x="15955" y="16071"/>
                </a:lnTo>
                <a:lnTo>
                  <a:pt x="16420" y="15144"/>
                </a:lnTo>
                <a:close/>
              </a:path>
              <a:path w="124460" h="270510">
                <a:moveTo>
                  <a:pt x="15955" y="16071"/>
                </a:moveTo>
                <a:lnTo>
                  <a:pt x="14036" y="16567"/>
                </a:lnTo>
                <a:lnTo>
                  <a:pt x="15707" y="16567"/>
                </a:lnTo>
                <a:lnTo>
                  <a:pt x="15955" y="16071"/>
                </a:lnTo>
                <a:close/>
              </a:path>
              <a:path w="124460" h="270510">
                <a:moveTo>
                  <a:pt x="17274" y="14634"/>
                </a:moveTo>
                <a:lnTo>
                  <a:pt x="16420" y="15144"/>
                </a:lnTo>
                <a:lnTo>
                  <a:pt x="15707" y="16567"/>
                </a:lnTo>
                <a:lnTo>
                  <a:pt x="16231" y="16071"/>
                </a:lnTo>
                <a:lnTo>
                  <a:pt x="17089" y="15144"/>
                </a:lnTo>
                <a:lnTo>
                  <a:pt x="17274" y="14634"/>
                </a:lnTo>
                <a:close/>
              </a:path>
              <a:path w="124460" h="270510">
                <a:moveTo>
                  <a:pt x="27600" y="14253"/>
                </a:moveTo>
                <a:lnTo>
                  <a:pt x="17913" y="14253"/>
                </a:lnTo>
                <a:lnTo>
                  <a:pt x="17560" y="14634"/>
                </a:lnTo>
                <a:lnTo>
                  <a:pt x="17179" y="15144"/>
                </a:lnTo>
                <a:lnTo>
                  <a:pt x="17008" y="16071"/>
                </a:lnTo>
                <a:lnTo>
                  <a:pt x="23949" y="16071"/>
                </a:lnTo>
                <a:lnTo>
                  <a:pt x="26188" y="15144"/>
                </a:lnTo>
                <a:lnTo>
                  <a:pt x="26340" y="15144"/>
                </a:lnTo>
                <a:lnTo>
                  <a:pt x="27453" y="14400"/>
                </a:lnTo>
                <a:lnTo>
                  <a:pt x="27600" y="14253"/>
                </a:lnTo>
                <a:close/>
              </a:path>
              <a:path w="124460" h="270510">
                <a:moveTo>
                  <a:pt x="17595" y="12900"/>
                </a:moveTo>
                <a:lnTo>
                  <a:pt x="16867" y="14253"/>
                </a:lnTo>
                <a:lnTo>
                  <a:pt x="16420" y="15144"/>
                </a:lnTo>
                <a:lnTo>
                  <a:pt x="17274" y="14634"/>
                </a:lnTo>
                <a:lnTo>
                  <a:pt x="17595" y="12900"/>
                </a:lnTo>
                <a:close/>
              </a:path>
              <a:path w="124460" h="270510">
                <a:moveTo>
                  <a:pt x="17777" y="14400"/>
                </a:moveTo>
                <a:lnTo>
                  <a:pt x="17274" y="14634"/>
                </a:lnTo>
                <a:lnTo>
                  <a:pt x="17179" y="15144"/>
                </a:lnTo>
                <a:lnTo>
                  <a:pt x="17560" y="14634"/>
                </a:lnTo>
                <a:lnTo>
                  <a:pt x="17777" y="14400"/>
                </a:lnTo>
                <a:close/>
              </a:path>
              <a:path w="124460" h="270510">
                <a:moveTo>
                  <a:pt x="29060" y="12740"/>
                </a:moveTo>
                <a:lnTo>
                  <a:pt x="17625" y="12740"/>
                </a:lnTo>
                <a:lnTo>
                  <a:pt x="17344" y="14253"/>
                </a:lnTo>
                <a:lnTo>
                  <a:pt x="17274" y="14634"/>
                </a:lnTo>
                <a:lnTo>
                  <a:pt x="17913" y="14253"/>
                </a:lnTo>
                <a:lnTo>
                  <a:pt x="27600" y="14253"/>
                </a:lnTo>
                <a:lnTo>
                  <a:pt x="28953" y="12900"/>
                </a:lnTo>
                <a:lnTo>
                  <a:pt x="29060" y="1274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713422" y="5021979"/>
            <a:ext cx="191770" cy="31115"/>
          </a:xfrm>
          <a:custGeom>
            <a:avLst/>
            <a:gdLst/>
            <a:ahLst/>
            <a:cxnLst/>
            <a:rect l="l" t="t" r="r" b="b"/>
            <a:pathLst>
              <a:path w="191769" h="31114">
                <a:moveTo>
                  <a:pt x="184129" y="0"/>
                </a:moveTo>
                <a:lnTo>
                  <a:pt x="182927" y="0"/>
                </a:lnTo>
                <a:lnTo>
                  <a:pt x="156467" y="4535"/>
                </a:lnTo>
                <a:lnTo>
                  <a:pt x="155270" y="4535"/>
                </a:lnTo>
                <a:lnTo>
                  <a:pt x="127467" y="5892"/>
                </a:lnTo>
                <a:lnTo>
                  <a:pt x="51419" y="5892"/>
                </a:lnTo>
                <a:lnTo>
                  <a:pt x="31323" y="6990"/>
                </a:lnTo>
                <a:lnTo>
                  <a:pt x="294" y="20403"/>
                </a:lnTo>
                <a:lnTo>
                  <a:pt x="190" y="20662"/>
                </a:lnTo>
                <a:lnTo>
                  <a:pt x="0" y="21685"/>
                </a:lnTo>
                <a:lnTo>
                  <a:pt x="25" y="23806"/>
                </a:lnTo>
                <a:lnTo>
                  <a:pt x="241" y="24823"/>
                </a:lnTo>
                <a:lnTo>
                  <a:pt x="7045" y="30656"/>
                </a:lnTo>
                <a:lnTo>
                  <a:pt x="9047" y="30656"/>
                </a:lnTo>
                <a:lnTo>
                  <a:pt x="9944" y="30466"/>
                </a:lnTo>
                <a:lnTo>
                  <a:pt x="11159" y="29999"/>
                </a:lnTo>
                <a:lnTo>
                  <a:pt x="20406" y="26033"/>
                </a:lnTo>
                <a:lnTo>
                  <a:pt x="20130" y="26033"/>
                </a:lnTo>
                <a:lnTo>
                  <a:pt x="21390" y="25612"/>
                </a:lnTo>
                <a:lnTo>
                  <a:pt x="21865" y="25612"/>
                </a:lnTo>
                <a:lnTo>
                  <a:pt x="32782" y="22959"/>
                </a:lnTo>
                <a:lnTo>
                  <a:pt x="32194" y="22959"/>
                </a:lnTo>
                <a:lnTo>
                  <a:pt x="33649" y="22748"/>
                </a:lnTo>
                <a:lnTo>
                  <a:pt x="36073" y="22748"/>
                </a:lnTo>
                <a:lnTo>
                  <a:pt x="52057" y="21879"/>
                </a:lnTo>
                <a:lnTo>
                  <a:pt x="127987" y="21879"/>
                </a:lnTo>
                <a:lnTo>
                  <a:pt x="158208" y="20403"/>
                </a:lnTo>
                <a:lnTo>
                  <a:pt x="158555" y="20403"/>
                </a:lnTo>
                <a:lnTo>
                  <a:pt x="185792" y="15735"/>
                </a:lnTo>
                <a:lnTo>
                  <a:pt x="191429" y="8766"/>
                </a:lnTo>
                <a:lnTo>
                  <a:pt x="191330" y="6990"/>
                </a:lnTo>
                <a:lnTo>
                  <a:pt x="191142" y="5892"/>
                </a:lnTo>
                <a:lnTo>
                  <a:pt x="191098" y="5636"/>
                </a:lnTo>
                <a:lnTo>
                  <a:pt x="186198" y="468"/>
                </a:lnTo>
                <a:lnTo>
                  <a:pt x="184129" y="0"/>
                </a:lnTo>
                <a:close/>
              </a:path>
              <a:path w="191769" h="31114">
                <a:moveTo>
                  <a:pt x="21390" y="25612"/>
                </a:moveTo>
                <a:lnTo>
                  <a:pt x="20130" y="26033"/>
                </a:lnTo>
                <a:lnTo>
                  <a:pt x="20768" y="25878"/>
                </a:lnTo>
                <a:lnTo>
                  <a:pt x="21390" y="25612"/>
                </a:lnTo>
                <a:close/>
              </a:path>
              <a:path w="191769" h="31114">
                <a:moveTo>
                  <a:pt x="20768" y="25878"/>
                </a:moveTo>
                <a:lnTo>
                  <a:pt x="20130" y="26033"/>
                </a:lnTo>
                <a:lnTo>
                  <a:pt x="20406" y="26033"/>
                </a:lnTo>
                <a:lnTo>
                  <a:pt x="20768" y="25878"/>
                </a:lnTo>
                <a:close/>
              </a:path>
              <a:path w="191769" h="31114">
                <a:moveTo>
                  <a:pt x="21865" y="25612"/>
                </a:moveTo>
                <a:lnTo>
                  <a:pt x="21390" y="25612"/>
                </a:lnTo>
                <a:lnTo>
                  <a:pt x="20768" y="25878"/>
                </a:lnTo>
                <a:lnTo>
                  <a:pt x="21865" y="25612"/>
                </a:lnTo>
                <a:close/>
              </a:path>
              <a:path w="191769" h="31114">
                <a:moveTo>
                  <a:pt x="33649" y="22748"/>
                </a:moveTo>
                <a:lnTo>
                  <a:pt x="32194" y="22959"/>
                </a:lnTo>
                <a:lnTo>
                  <a:pt x="32782" y="22959"/>
                </a:lnTo>
                <a:lnTo>
                  <a:pt x="33649" y="22748"/>
                </a:lnTo>
                <a:close/>
              </a:path>
              <a:path w="191769" h="31114">
                <a:moveTo>
                  <a:pt x="36073" y="22748"/>
                </a:moveTo>
                <a:lnTo>
                  <a:pt x="33649" y="22748"/>
                </a:lnTo>
                <a:lnTo>
                  <a:pt x="32782" y="22959"/>
                </a:lnTo>
                <a:lnTo>
                  <a:pt x="32194" y="22959"/>
                </a:lnTo>
                <a:lnTo>
                  <a:pt x="36073" y="2274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979369" y="4989927"/>
            <a:ext cx="182880" cy="27940"/>
          </a:xfrm>
          <a:custGeom>
            <a:avLst/>
            <a:gdLst/>
            <a:ahLst/>
            <a:cxnLst/>
            <a:rect l="l" t="t" r="r" b="b"/>
            <a:pathLst>
              <a:path w="182880" h="27939">
                <a:moveTo>
                  <a:pt x="12000" y="27184"/>
                </a:moveTo>
                <a:lnTo>
                  <a:pt x="5400" y="27184"/>
                </a:lnTo>
                <a:lnTo>
                  <a:pt x="7250" y="27688"/>
                </a:lnTo>
                <a:lnTo>
                  <a:pt x="8022" y="27688"/>
                </a:lnTo>
                <a:lnTo>
                  <a:pt x="12000" y="27184"/>
                </a:lnTo>
                <a:close/>
              </a:path>
              <a:path w="182880" h="27939">
                <a:moveTo>
                  <a:pt x="181777" y="15930"/>
                </a:moveTo>
                <a:lnTo>
                  <a:pt x="60663" y="15930"/>
                </a:lnTo>
                <a:lnTo>
                  <a:pt x="110140" y="17388"/>
                </a:lnTo>
                <a:lnTo>
                  <a:pt x="110012" y="17388"/>
                </a:lnTo>
                <a:lnTo>
                  <a:pt x="147031" y="20718"/>
                </a:lnTo>
                <a:lnTo>
                  <a:pt x="146328" y="20718"/>
                </a:lnTo>
                <a:lnTo>
                  <a:pt x="160318" y="23533"/>
                </a:lnTo>
                <a:lnTo>
                  <a:pt x="160172" y="23533"/>
                </a:lnTo>
                <a:lnTo>
                  <a:pt x="173709" y="27688"/>
                </a:lnTo>
                <a:lnTo>
                  <a:pt x="175808" y="27688"/>
                </a:lnTo>
                <a:lnTo>
                  <a:pt x="182576" y="21164"/>
                </a:lnTo>
                <a:lnTo>
                  <a:pt x="182544" y="17811"/>
                </a:lnTo>
                <a:lnTo>
                  <a:pt x="182418" y="17388"/>
                </a:lnTo>
                <a:lnTo>
                  <a:pt x="182359" y="17192"/>
                </a:lnTo>
                <a:lnTo>
                  <a:pt x="182246" y="16814"/>
                </a:lnTo>
                <a:lnTo>
                  <a:pt x="181777" y="15930"/>
                </a:lnTo>
                <a:close/>
              </a:path>
              <a:path w="182880" h="27939">
                <a:moveTo>
                  <a:pt x="63039" y="0"/>
                </a:moveTo>
                <a:lnTo>
                  <a:pt x="39197" y="0"/>
                </a:lnTo>
                <a:lnTo>
                  <a:pt x="27870" y="1457"/>
                </a:lnTo>
                <a:lnTo>
                  <a:pt x="0" y="19579"/>
                </a:lnTo>
                <a:lnTo>
                  <a:pt x="145" y="20718"/>
                </a:lnTo>
                <a:lnTo>
                  <a:pt x="5190" y="27184"/>
                </a:lnTo>
                <a:lnTo>
                  <a:pt x="10951" y="27184"/>
                </a:lnTo>
                <a:lnTo>
                  <a:pt x="21485" y="21164"/>
                </a:lnTo>
                <a:lnTo>
                  <a:pt x="21355" y="21164"/>
                </a:lnTo>
                <a:lnTo>
                  <a:pt x="21828" y="20968"/>
                </a:lnTo>
                <a:lnTo>
                  <a:pt x="22265" y="20718"/>
                </a:lnTo>
                <a:lnTo>
                  <a:pt x="22432" y="20718"/>
                </a:lnTo>
                <a:lnTo>
                  <a:pt x="30481" y="17388"/>
                </a:lnTo>
                <a:lnTo>
                  <a:pt x="29685" y="17388"/>
                </a:lnTo>
                <a:lnTo>
                  <a:pt x="31824" y="16814"/>
                </a:lnTo>
                <a:lnTo>
                  <a:pt x="33876" y="16814"/>
                </a:lnTo>
                <a:lnTo>
                  <a:pt x="40714" y="15930"/>
                </a:lnTo>
                <a:lnTo>
                  <a:pt x="181777" y="15930"/>
                </a:lnTo>
                <a:lnTo>
                  <a:pt x="181253" y="14941"/>
                </a:lnTo>
                <a:lnTo>
                  <a:pt x="148492" y="4837"/>
                </a:lnTo>
                <a:lnTo>
                  <a:pt x="149016" y="4837"/>
                </a:lnTo>
                <a:lnTo>
                  <a:pt x="111446" y="1457"/>
                </a:lnTo>
                <a:lnTo>
                  <a:pt x="112731" y="1457"/>
                </a:lnTo>
                <a:lnTo>
                  <a:pt x="63039" y="0"/>
                </a:lnTo>
                <a:close/>
              </a:path>
              <a:path w="182880" h="27939">
                <a:moveTo>
                  <a:pt x="21828" y="20968"/>
                </a:moveTo>
                <a:lnTo>
                  <a:pt x="21355" y="21164"/>
                </a:lnTo>
                <a:lnTo>
                  <a:pt x="21485" y="21164"/>
                </a:lnTo>
                <a:lnTo>
                  <a:pt x="21828" y="20968"/>
                </a:lnTo>
                <a:close/>
              </a:path>
              <a:path w="182880" h="27939">
                <a:moveTo>
                  <a:pt x="22432" y="20718"/>
                </a:moveTo>
                <a:lnTo>
                  <a:pt x="22265" y="20718"/>
                </a:lnTo>
                <a:lnTo>
                  <a:pt x="21828" y="20968"/>
                </a:lnTo>
                <a:lnTo>
                  <a:pt x="22432" y="20718"/>
                </a:lnTo>
                <a:close/>
              </a:path>
              <a:path w="182880" h="27939">
                <a:moveTo>
                  <a:pt x="31869" y="16814"/>
                </a:moveTo>
                <a:lnTo>
                  <a:pt x="29685" y="17388"/>
                </a:lnTo>
                <a:lnTo>
                  <a:pt x="29436" y="17388"/>
                </a:lnTo>
                <a:lnTo>
                  <a:pt x="30956" y="17192"/>
                </a:lnTo>
                <a:lnTo>
                  <a:pt x="31869" y="16814"/>
                </a:lnTo>
                <a:close/>
              </a:path>
              <a:path w="182880" h="27939">
                <a:moveTo>
                  <a:pt x="30956" y="17192"/>
                </a:moveTo>
                <a:lnTo>
                  <a:pt x="29436" y="17388"/>
                </a:lnTo>
                <a:lnTo>
                  <a:pt x="30481" y="17388"/>
                </a:lnTo>
                <a:lnTo>
                  <a:pt x="30956" y="17192"/>
                </a:lnTo>
                <a:close/>
              </a:path>
              <a:path w="182880" h="27939">
                <a:moveTo>
                  <a:pt x="33876" y="16814"/>
                </a:moveTo>
                <a:lnTo>
                  <a:pt x="31869" y="16814"/>
                </a:lnTo>
                <a:lnTo>
                  <a:pt x="30956" y="17192"/>
                </a:lnTo>
                <a:lnTo>
                  <a:pt x="33876" y="1681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236720" y="4992825"/>
            <a:ext cx="168275" cy="33655"/>
          </a:xfrm>
          <a:custGeom>
            <a:avLst/>
            <a:gdLst/>
            <a:ahLst/>
            <a:cxnLst/>
            <a:rect l="l" t="t" r="r" b="b"/>
            <a:pathLst>
              <a:path w="168275" h="33654">
                <a:moveTo>
                  <a:pt x="161284" y="0"/>
                </a:moveTo>
                <a:lnTo>
                  <a:pt x="159114" y="0"/>
                </a:lnTo>
                <a:lnTo>
                  <a:pt x="128501" y="2918"/>
                </a:lnTo>
                <a:lnTo>
                  <a:pt x="46631" y="2918"/>
                </a:lnTo>
                <a:lnTo>
                  <a:pt x="2016" y="20029"/>
                </a:lnTo>
                <a:lnTo>
                  <a:pt x="0" y="26860"/>
                </a:lnTo>
                <a:lnTo>
                  <a:pt x="631" y="28884"/>
                </a:lnTo>
                <a:lnTo>
                  <a:pt x="6448" y="33444"/>
                </a:lnTo>
                <a:lnTo>
                  <a:pt x="9316" y="33444"/>
                </a:lnTo>
                <a:lnTo>
                  <a:pt x="11341" y="32812"/>
                </a:lnTo>
                <a:lnTo>
                  <a:pt x="12254" y="32315"/>
                </a:lnTo>
                <a:lnTo>
                  <a:pt x="21036" y="25001"/>
                </a:lnTo>
                <a:lnTo>
                  <a:pt x="20905" y="25001"/>
                </a:lnTo>
                <a:lnTo>
                  <a:pt x="21403" y="24695"/>
                </a:lnTo>
                <a:lnTo>
                  <a:pt x="21840" y="24331"/>
                </a:lnTo>
                <a:lnTo>
                  <a:pt x="21996" y="24331"/>
                </a:lnTo>
                <a:lnTo>
                  <a:pt x="24856" y="22576"/>
                </a:lnTo>
                <a:lnTo>
                  <a:pt x="24455" y="22576"/>
                </a:lnTo>
                <a:lnTo>
                  <a:pt x="26111" y="21807"/>
                </a:lnTo>
                <a:lnTo>
                  <a:pt x="26765" y="21807"/>
                </a:lnTo>
                <a:lnTo>
                  <a:pt x="30189" y="20666"/>
                </a:lnTo>
                <a:lnTo>
                  <a:pt x="29557" y="20666"/>
                </a:lnTo>
                <a:lnTo>
                  <a:pt x="31306" y="20294"/>
                </a:lnTo>
                <a:lnTo>
                  <a:pt x="33346" y="20294"/>
                </a:lnTo>
                <a:lnTo>
                  <a:pt x="47804" y="18874"/>
                </a:lnTo>
                <a:lnTo>
                  <a:pt x="129685" y="18874"/>
                </a:lnTo>
                <a:lnTo>
                  <a:pt x="161766" y="15815"/>
                </a:lnTo>
                <a:lnTo>
                  <a:pt x="167907" y="9287"/>
                </a:lnTo>
                <a:lnTo>
                  <a:pt x="167812" y="6141"/>
                </a:lnTo>
                <a:lnTo>
                  <a:pt x="163311" y="622"/>
                </a:lnTo>
                <a:lnTo>
                  <a:pt x="161284" y="0"/>
                </a:lnTo>
                <a:close/>
              </a:path>
              <a:path w="168275" h="33654">
                <a:moveTo>
                  <a:pt x="21403" y="24695"/>
                </a:moveTo>
                <a:lnTo>
                  <a:pt x="20905" y="25001"/>
                </a:lnTo>
                <a:lnTo>
                  <a:pt x="21036" y="25001"/>
                </a:lnTo>
                <a:lnTo>
                  <a:pt x="21403" y="24695"/>
                </a:lnTo>
                <a:close/>
              </a:path>
              <a:path w="168275" h="33654">
                <a:moveTo>
                  <a:pt x="21996" y="24331"/>
                </a:moveTo>
                <a:lnTo>
                  <a:pt x="21840" y="24331"/>
                </a:lnTo>
                <a:lnTo>
                  <a:pt x="21403" y="24695"/>
                </a:lnTo>
                <a:lnTo>
                  <a:pt x="21996" y="24331"/>
                </a:lnTo>
                <a:close/>
              </a:path>
              <a:path w="168275" h="33654">
                <a:moveTo>
                  <a:pt x="26111" y="21807"/>
                </a:moveTo>
                <a:lnTo>
                  <a:pt x="24455" y="22576"/>
                </a:lnTo>
                <a:lnTo>
                  <a:pt x="25333" y="22284"/>
                </a:lnTo>
                <a:lnTo>
                  <a:pt x="26111" y="21807"/>
                </a:lnTo>
                <a:close/>
              </a:path>
              <a:path w="168275" h="33654">
                <a:moveTo>
                  <a:pt x="25333" y="22284"/>
                </a:moveTo>
                <a:lnTo>
                  <a:pt x="24455" y="22576"/>
                </a:lnTo>
                <a:lnTo>
                  <a:pt x="24856" y="22576"/>
                </a:lnTo>
                <a:lnTo>
                  <a:pt x="25333" y="22284"/>
                </a:lnTo>
                <a:close/>
              </a:path>
              <a:path w="168275" h="33654">
                <a:moveTo>
                  <a:pt x="26765" y="21807"/>
                </a:moveTo>
                <a:lnTo>
                  <a:pt x="26111" y="21807"/>
                </a:lnTo>
                <a:lnTo>
                  <a:pt x="25333" y="22284"/>
                </a:lnTo>
                <a:lnTo>
                  <a:pt x="26765" y="21807"/>
                </a:lnTo>
                <a:close/>
              </a:path>
              <a:path w="168275" h="33654">
                <a:moveTo>
                  <a:pt x="31306" y="20294"/>
                </a:moveTo>
                <a:lnTo>
                  <a:pt x="29557" y="20666"/>
                </a:lnTo>
                <a:lnTo>
                  <a:pt x="30189" y="20666"/>
                </a:lnTo>
                <a:lnTo>
                  <a:pt x="31306" y="20294"/>
                </a:lnTo>
                <a:close/>
              </a:path>
              <a:path w="168275" h="33654">
                <a:moveTo>
                  <a:pt x="33346" y="20294"/>
                </a:moveTo>
                <a:lnTo>
                  <a:pt x="31306" y="20294"/>
                </a:lnTo>
                <a:lnTo>
                  <a:pt x="30189" y="20666"/>
                </a:lnTo>
                <a:lnTo>
                  <a:pt x="29557" y="20666"/>
                </a:lnTo>
                <a:lnTo>
                  <a:pt x="33346" y="2029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555370" y="4981196"/>
            <a:ext cx="226695" cy="36830"/>
          </a:xfrm>
          <a:custGeom>
            <a:avLst/>
            <a:gdLst/>
            <a:ahLst/>
            <a:cxnLst/>
            <a:rect l="l" t="t" r="r" b="b"/>
            <a:pathLst>
              <a:path w="226695" h="36829">
                <a:moveTo>
                  <a:pt x="207648" y="4157"/>
                </a:moveTo>
                <a:lnTo>
                  <a:pt x="192780" y="6976"/>
                </a:lnTo>
                <a:lnTo>
                  <a:pt x="192308" y="6976"/>
                </a:lnTo>
                <a:lnTo>
                  <a:pt x="169993" y="8967"/>
                </a:lnTo>
                <a:lnTo>
                  <a:pt x="139157" y="10133"/>
                </a:lnTo>
                <a:lnTo>
                  <a:pt x="46913" y="11602"/>
                </a:lnTo>
                <a:lnTo>
                  <a:pt x="28279" y="12693"/>
                </a:lnTo>
                <a:lnTo>
                  <a:pt x="0" y="26831"/>
                </a:lnTo>
                <a:lnTo>
                  <a:pt x="20" y="29978"/>
                </a:lnTo>
                <a:lnTo>
                  <a:pt x="6790" y="36405"/>
                </a:lnTo>
                <a:lnTo>
                  <a:pt x="8993" y="36405"/>
                </a:lnTo>
                <a:lnTo>
                  <a:pt x="10549" y="35980"/>
                </a:lnTo>
                <a:lnTo>
                  <a:pt x="19140" y="31687"/>
                </a:lnTo>
                <a:lnTo>
                  <a:pt x="18796" y="31687"/>
                </a:lnTo>
                <a:lnTo>
                  <a:pt x="20267" y="31123"/>
                </a:lnTo>
                <a:lnTo>
                  <a:pt x="20861" y="31123"/>
                </a:lnTo>
                <a:lnTo>
                  <a:pt x="29857" y="28667"/>
                </a:lnTo>
                <a:lnTo>
                  <a:pt x="29218" y="28667"/>
                </a:lnTo>
                <a:lnTo>
                  <a:pt x="30853" y="28395"/>
                </a:lnTo>
                <a:lnTo>
                  <a:pt x="33834" y="28395"/>
                </a:lnTo>
                <a:lnTo>
                  <a:pt x="47637" y="27583"/>
                </a:lnTo>
                <a:lnTo>
                  <a:pt x="47510" y="27583"/>
                </a:lnTo>
                <a:lnTo>
                  <a:pt x="139766" y="26113"/>
                </a:lnTo>
                <a:lnTo>
                  <a:pt x="171413" y="24904"/>
                </a:lnTo>
                <a:lnTo>
                  <a:pt x="194981" y="22801"/>
                </a:lnTo>
                <a:lnTo>
                  <a:pt x="195172" y="22801"/>
                </a:lnTo>
                <a:lnTo>
                  <a:pt x="226315" y="6409"/>
                </a:lnTo>
                <a:lnTo>
                  <a:pt x="226058" y="5401"/>
                </a:lnTo>
                <a:lnTo>
                  <a:pt x="225676" y="4601"/>
                </a:lnTo>
                <a:lnTo>
                  <a:pt x="206717" y="4601"/>
                </a:lnTo>
                <a:lnTo>
                  <a:pt x="207648" y="4157"/>
                </a:lnTo>
                <a:close/>
              </a:path>
              <a:path w="226695" h="36829">
                <a:moveTo>
                  <a:pt x="20267" y="31123"/>
                </a:moveTo>
                <a:lnTo>
                  <a:pt x="18796" y="31687"/>
                </a:lnTo>
                <a:lnTo>
                  <a:pt x="19553" y="31480"/>
                </a:lnTo>
                <a:lnTo>
                  <a:pt x="20267" y="31123"/>
                </a:lnTo>
                <a:close/>
              </a:path>
              <a:path w="226695" h="36829">
                <a:moveTo>
                  <a:pt x="19553" y="31480"/>
                </a:moveTo>
                <a:lnTo>
                  <a:pt x="18796" y="31687"/>
                </a:lnTo>
                <a:lnTo>
                  <a:pt x="19140" y="31687"/>
                </a:lnTo>
                <a:lnTo>
                  <a:pt x="19553" y="31480"/>
                </a:lnTo>
                <a:close/>
              </a:path>
              <a:path w="226695" h="36829">
                <a:moveTo>
                  <a:pt x="20861" y="31123"/>
                </a:moveTo>
                <a:lnTo>
                  <a:pt x="20267" y="31123"/>
                </a:lnTo>
                <a:lnTo>
                  <a:pt x="19553" y="31480"/>
                </a:lnTo>
                <a:lnTo>
                  <a:pt x="20861" y="31123"/>
                </a:lnTo>
                <a:close/>
              </a:path>
              <a:path w="226695" h="36829">
                <a:moveTo>
                  <a:pt x="30853" y="28395"/>
                </a:moveTo>
                <a:lnTo>
                  <a:pt x="29218" y="28667"/>
                </a:lnTo>
                <a:lnTo>
                  <a:pt x="29857" y="28667"/>
                </a:lnTo>
                <a:lnTo>
                  <a:pt x="30853" y="28395"/>
                </a:lnTo>
                <a:close/>
              </a:path>
              <a:path w="226695" h="36829">
                <a:moveTo>
                  <a:pt x="33834" y="28395"/>
                </a:moveTo>
                <a:lnTo>
                  <a:pt x="30853" y="28395"/>
                </a:lnTo>
                <a:lnTo>
                  <a:pt x="29857" y="28667"/>
                </a:lnTo>
                <a:lnTo>
                  <a:pt x="29218" y="28667"/>
                </a:lnTo>
                <a:lnTo>
                  <a:pt x="33834" y="28395"/>
                </a:lnTo>
                <a:close/>
              </a:path>
              <a:path w="226695" h="36829">
                <a:moveTo>
                  <a:pt x="208674" y="3962"/>
                </a:moveTo>
                <a:lnTo>
                  <a:pt x="207648" y="4157"/>
                </a:lnTo>
                <a:lnTo>
                  <a:pt x="206717" y="4601"/>
                </a:lnTo>
                <a:lnTo>
                  <a:pt x="208674" y="3962"/>
                </a:lnTo>
                <a:close/>
              </a:path>
              <a:path w="226695" h="36829">
                <a:moveTo>
                  <a:pt x="225370" y="3962"/>
                </a:moveTo>
                <a:lnTo>
                  <a:pt x="208674" y="3962"/>
                </a:lnTo>
                <a:lnTo>
                  <a:pt x="206717" y="4601"/>
                </a:lnTo>
                <a:lnTo>
                  <a:pt x="225676" y="4601"/>
                </a:lnTo>
                <a:lnTo>
                  <a:pt x="225463" y="4157"/>
                </a:lnTo>
                <a:lnTo>
                  <a:pt x="225370" y="3962"/>
                </a:lnTo>
                <a:close/>
              </a:path>
              <a:path w="226695" h="36829">
                <a:moveTo>
                  <a:pt x="220051" y="0"/>
                </a:moveTo>
                <a:lnTo>
                  <a:pt x="216759" y="0"/>
                </a:lnTo>
                <a:lnTo>
                  <a:pt x="215896" y="219"/>
                </a:lnTo>
                <a:lnTo>
                  <a:pt x="207648" y="4157"/>
                </a:lnTo>
                <a:lnTo>
                  <a:pt x="208674" y="3962"/>
                </a:lnTo>
                <a:lnTo>
                  <a:pt x="225370" y="3962"/>
                </a:lnTo>
                <a:lnTo>
                  <a:pt x="225144" y="3488"/>
                </a:lnTo>
                <a:lnTo>
                  <a:pt x="224522" y="2655"/>
                </a:lnTo>
                <a:lnTo>
                  <a:pt x="222944" y="1236"/>
                </a:lnTo>
                <a:lnTo>
                  <a:pt x="222050" y="706"/>
                </a:lnTo>
                <a:lnTo>
                  <a:pt x="22005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157459" y="5007427"/>
            <a:ext cx="168275" cy="27940"/>
          </a:xfrm>
          <a:custGeom>
            <a:avLst/>
            <a:gdLst/>
            <a:ahLst/>
            <a:cxnLst/>
            <a:rect l="l" t="t" r="r" b="b"/>
            <a:pathLst>
              <a:path w="168275" h="27939">
                <a:moveTo>
                  <a:pt x="121240" y="11666"/>
                </a:moveTo>
                <a:lnTo>
                  <a:pt x="6936" y="11666"/>
                </a:lnTo>
                <a:lnTo>
                  <a:pt x="5915" y="11868"/>
                </a:lnTo>
                <a:lnTo>
                  <a:pt x="0" y="18601"/>
                </a:lnTo>
                <a:lnTo>
                  <a:pt x="0" y="20722"/>
                </a:lnTo>
                <a:lnTo>
                  <a:pt x="6071" y="27520"/>
                </a:lnTo>
                <a:lnTo>
                  <a:pt x="6243" y="27520"/>
                </a:lnTo>
                <a:lnTo>
                  <a:pt x="6949" y="27660"/>
                </a:lnTo>
                <a:lnTo>
                  <a:pt x="121971" y="27660"/>
                </a:lnTo>
                <a:lnTo>
                  <a:pt x="123494" y="27520"/>
                </a:lnTo>
                <a:lnTo>
                  <a:pt x="163874" y="15044"/>
                </a:lnTo>
                <a:lnTo>
                  <a:pt x="167018" y="11868"/>
                </a:lnTo>
                <a:lnTo>
                  <a:pt x="120181" y="11868"/>
                </a:lnTo>
                <a:lnTo>
                  <a:pt x="121240" y="11666"/>
                </a:lnTo>
                <a:close/>
              </a:path>
              <a:path w="168275" h="27939">
                <a:moveTo>
                  <a:pt x="135125" y="9018"/>
                </a:moveTo>
                <a:lnTo>
                  <a:pt x="120181" y="11868"/>
                </a:lnTo>
                <a:lnTo>
                  <a:pt x="119859" y="11868"/>
                </a:lnTo>
                <a:lnTo>
                  <a:pt x="121985" y="11666"/>
                </a:lnTo>
                <a:lnTo>
                  <a:pt x="167107" y="11666"/>
                </a:lnTo>
                <a:lnTo>
                  <a:pt x="167741" y="10231"/>
                </a:lnTo>
                <a:lnTo>
                  <a:pt x="167955" y="9277"/>
                </a:lnTo>
                <a:lnTo>
                  <a:pt x="134457" y="9277"/>
                </a:lnTo>
                <a:lnTo>
                  <a:pt x="135125" y="9018"/>
                </a:lnTo>
                <a:close/>
              </a:path>
              <a:path w="168275" h="27939">
                <a:moveTo>
                  <a:pt x="167107" y="11666"/>
                </a:moveTo>
                <a:lnTo>
                  <a:pt x="121985" y="11666"/>
                </a:lnTo>
                <a:lnTo>
                  <a:pt x="119859" y="11868"/>
                </a:lnTo>
                <a:lnTo>
                  <a:pt x="167018" y="11868"/>
                </a:lnTo>
                <a:lnTo>
                  <a:pt x="167107" y="11666"/>
                </a:lnTo>
                <a:close/>
              </a:path>
              <a:path w="168275" h="27939">
                <a:moveTo>
                  <a:pt x="135848" y="8881"/>
                </a:moveTo>
                <a:lnTo>
                  <a:pt x="135125" y="9018"/>
                </a:lnTo>
                <a:lnTo>
                  <a:pt x="134457" y="9277"/>
                </a:lnTo>
                <a:lnTo>
                  <a:pt x="135848" y="8881"/>
                </a:lnTo>
                <a:close/>
              </a:path>
              <a:path w="168275" h="27939">
                <a:moveTo>
                  <a:pt x="167976" y="8881"/>
                </a:moveTo>
                <a:lnTo>
                  <a:pt x="135848" y="8881"/>
                </a:lnTo>
                <a:lnTo>
                  <a:pt x="134457" y="9277"/>
                </a:lnTo>
                <a:lnTo>
                  <a:pt x="167967" y="9277"/>
                </a:lnTo>
                <a:lnTo>
                  <a:pt x="167976" y="8881"/>
                </a:lnTo>
                <a:close/>
              </a:path>
              <a:path w="168275" h="27939">
                <a:moveTo>
                  <a:pt x="161245" y="0"/>
                </a:moveTo>
                <a:lnTo>
                  <a:pt x="158842" y="0"/>
                </a:lnTo>
                <a:lnTo>
                  <a:pt x="157541" y="227"/>
                </a:lnTo>
                <a:lnTo>
                  <a:pt x="157848" y="227"/>
                </a:lnTo>
                <a:lnTo>
                  <a:pt x="135125" y="9018"/>
                </a:lnTo>
                <a:lnTo>
                  <a:pt x="135848" y="8881"/>
                </a:lnTo>
                <a:lnTo>
                  <a:pt x="167976" y="8881"/>
                </a:lnTo>
                <a:lnTo>
                  <a:pt x="168018" y="7096"/>
                </a:lnTo>
                <a:lnTo>
                  <a:pt x="162261" y="227"/>
                </a:lnTo>
                <a:lnTo>
                  <a:pt x="16124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426444" y="5019133"/>
            <a:ext cx="165100" cy="19050"/>
          </a:xfrm>
          <a:custGeom>
            <a:avLst/>
            <a:gdLst/>
            <a:ahLst/>
            <a:cxnLst/>
            <a:rect l="l" t="t" r="r" b="b"/>
            <a:pathLst>
              <a:path w="165100" h="19050">
                <a:moveTo>
                  <a:pt x="158350" y="0"/>
                </a:moveTo>
                <a:lnTo>
                  <a:pt x="156206" y="0"/>
                </a:lnTo>
                <a:lnTo>
                  <a:pt x="125566" y="2915"/>
                </a:lnTo>
                <a:lnTo>
                  <a:pt x="6706" y="2915"/>
                </a:lnTo>
                <a:lnTo>
                  <a:pt x="0" y="12230"/>
                </a:lnTo>
                <a:lnTo>
                  <a:pt x="145" y="12959"/>
                </a:lnTo>
                <a:lnTo>
                  <a:pt x="6891" y="18877"/>
                </a:lnTo>
                <a:lnTo>
                  <a:pt x="126696" y="18877"/>
                </a:lnTo>
                <a:lnTo>
                  <a:pt x="164351" y="11314"/>
                </a:lnTo>
                <a:lnTo>
                  <a:pt x="164973" y="9287"/>
                </a:lnTo>
                <a:lnTo>
                  <a:pt x="164878" y="6141"/>
                </a:lnTo>
                <a:lnTo>
                  <a:pt x="160377" y="622"/>
                </a:lnTo>
                <a:lnTo>
                  <a:pt x="15835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663364" y="5004587"/>
            <a:ext cx="434340" cy="45085"/>
          </a:xfrm>
          <a:custGeom>
            <a:avLst/>
            <a:gdLst/>
            <a:ahLst/>
            <a:cxnLst/>
            <a:rect l="l" t="t" r="r" b="b"/>
            <a:pathLst>
              <a:path w="434339" h="45085">
                <a:moveTo>
                  <a:pt x="129717" y="12712"/>
                </a:moveTo>
                <a:lnTo>
                  <a:pt x="99199" y="12712"/>
                </a:lnTo>
                <a:lnTo>
                  <a:pt x="98615" y="12712"/>
                </a:lnTo>
                <a:lnTo>
                  <a:pt x="86893" y="14605"/>
                </a:lnTo>
                <a:lnTo>
                  <a:pt x="41427" y="14605"/>
                </a:lnTo>
                <a:lnTo>
                  <a:pt x="27876" y="13436"/>
                </a:lnTo>
                <a:lnTo>
                  <a:pt x="24739" y="13157"/>
                </a:lnTo>
                <a:lnTo>
                  <a:pt x="22898" y="12560"/>
                </a:lnTo>
                <a:lnTo>
                  <a:pt x="20980" y="11950"/>
                </a:lnTo>
                <a:lnTo>
                  <a:pt x="20472" y="11607"/>
                </a:lnTo>
                <a:lnTo>
                  <a:pt x="19570" y="11010"/>
                </a:lnTo>
                <a:lnTo>
                  <a:pt x="18732" y="10452"/>
                </a:lnTo>
                <a:lnTo>
                  <a:pt x="18567" y="10375"/>
                </a:lnTo>
                <a:lnTo>
                  <a:pt x="18529" y="10248"/>
                </a:lnTo>
                <a:lnTo>
                  <a:pt x="18376" y="10172"/>
                </a:lnTo>
                <a:lnTo>
                  <a:pt x="8851" y="2819"/>
                </a:lnTo>
                <a:lnTo>
                  <a:pt x="6731" y="2819"/>
                </a:lnTo>
                <a:lnTo>
                  <a:pt x="0" y="8737"/>
                </a:lnTo>
                <a:lnTo>
                  <a:pt x="101" y="13157"/>
                </a:lnTo>
                <a:lnTo>
                  <a:pt x="698" y="14605"/>
                </a:lnTo>
                <a:lnTo>
                  <a:pt x="800" y="14859"/>
                </a:lnTo>
                <a:lnTo>
                  <a:pt x="39243" y="30480"/>
                </a:lnTo>
                <a:lnTo>
                  <a:pt x="89001" y="30480"/>
                </a:lnTo>
                <a:lnTo>
                  <a:pt x="126187" y="20497"/>
                </a:lnTo>
                <a:lnTo>
                  <a:pt x="129692" y="14605"/>
                </a:lnTo>
                <a:lnTo>
                  <a:pt x="129717" y="12712"/>
                </a:lnTo>
                <a:close/>
              </a:path>
              <a:path w="434339" h="45085">
                <a:moveTo>
                  <a:pt x="129717" y="12560"/>
                </a:moveTo>
                <a:lnTo>
                  <a:pt x="129616" y="11950"/>
                </a:lnTo>
                <a:lnTo>
                  <a:pt x="129120" y="10452"/>
                </a:lnTo>
                <a:lnTo>
                  <a:pt x="129057" y="10248"/>
                </a:lnTo>
                <a:lnTo>
                  <a:pt x="123685" y="5905"/>
                </a:lnTo>
                <a:lnTo>
                  <a:pt x="120002" y="5905"/>
                </a:lnTo>
                <a:lnTo>
                  <a:pt x="99656" y="12560"/>
                </a:lnTo>
                <a:lnTo>
                  <a:pt x="99822" y="12560"/>
                </a:lnTo>
                <a:lnTo>
                  <a:pt x="129717" y="12560"/>
                </a:lnTo>
                <a:close/>
              </a:path>
              <a:path w="434339" h="45085">
                <a:moveTo>
                  <a:pt x="433743" y="35775"/>
                </a:moveTo>
                <a:lnTo>
                  <a:pt x="433463" y="34874"/>
                </a:lnTo>
                <a:lnTo>
                  <a:pt x="433362" y="34505"/>
                </a:lnTo>
                <a:lnTo>
                  <a:pt x="433120" y="33743"/>
                </a:lnTo>
                <a:lnTo>
                  <a:pt x="432727" y="33020"/>
                </a:lnTo>
                <a:lnTo>
                  <a:pt x="432625" y="32829"/>
                </a:lnTo>
                <a:lnTo>
                  <a:pt x="431266" y="31203"/>
                </a:lnTo>
                <a:lnTo>
                  <a:pt x="430466" y="30543"/>
                </a:lnTo>
                <a:lnTo>
                  <a:pt x="416394" y="23114"/>
                </a:lnTo>
                <a:lnTo>
                  <a:pt x="415747" y="22847"/>
                </a:lnTo>
                <a:lnTo>
                  <a:pt x="415086" y="22567"/>
                </a:lnTo>
                <a:lnTo>
                  <a:pt x="405079" y="19354"/>
                </a:lnTo>
                <a:lnTo>
                  <a:pt x="405218" y="19354"/>
                </a:lnTo>
                <a:lnTo>
                  <a:pt x="402983" y="18910"/>
                </a:lnTo>
                <a:lnTo>
                  <a:pt x="387985" y="17843"/>
                </a:lnTo>
                <a:lnTo>
                  <a:pt x="382511" y="17449"/>
                </a:lnTo>
                <a:lnTo>
                  <a:pt x="362839" y="17449"/>
                </a:lnTo>
                <a:lnTo>
                  <a:pt x="309994" y="4356"/>
                </a:lnTo>
                <a:lnTo>
                  <a:pt x="310311" y="4356"/>
                </a:lnTo>
                <a:lnTo>
                  <a:pt x="290207" y="2921"/>
                </a:lnTo>
                <a:lnTo>
                  <a:pt x="290042" y="2921"/>
                </a:lnTo>
                <a:lnTo>
                  <a:pt x="271284" y="1358"/>
                </a:lnTo>
                <a:lnTo>
                  <a:pt x="245287" y="0"/>
                </a:lnTo>
                <a:lnTo>
                  <a:pt x="193548" y="0"/>
                </a:lnTo>
                <a:lnTo>
                  <a:pt x="157607" y="13398"/>
                </a:lnTo>
                <a:lnTo>
                  <a:pt x="157619" y="14643"/>
                </a:lnTo>
                <a:lnTo>
                  <a:pt x="165506" y="21805"/>
                </a:lnTo>
                <a:lnTo>
                  <a:pt x="166344" y="21805"/>
                </a:lnTo>
                <a:lnTo>
                  <a:pt x="177901" y="18910"/>
                </a:lnTo>
                <a:lnTo>
                  <a:pt x="177380" y="18910"/>
                </a:lnTo>
                <a:lnTo>
                  <a:pt x="195516" y="15887"/>
                </a:lnTo>
                <a:lnTo>
                  <a:pt x="242925" y="15887"/>
                </a:lnTo>
                <a:lnTo>
                  <a:pt x="272554" y="17449"/>
                </a:lnTo>
                <a:lnTo>
                  <a:pt x="271678" y="17449"/>
                </a:lnTo>
                <a:lnTo>
                  <a:pt x="289255" y="18910"/>
                </a:lnTo>
                <a:lnTo>
                  <a:pt x="289496" y="18910"/>
                </a:lnTo>
                <a:lnTo>
                  <a:pt x="308114" y="20256"/>
                </a:lnTo>
                <a:lnTo>
                  <a:pt x="327520" y="23025"/>
                </a:lnTo>
                <a:lnTo>
                  <a:pt x="328206" y="23114"/>
                </a:lnTo>
                <a:lnTo>
                  <a:pt x="327863" y="23114"/>
                </a:lnTo>
                <a:lnTo>
                  <a:pt x="327545" y="23025"/>
                </a:lnTo>
                <a:lnTo>
                  <a:pt x="345973" y="28689"/>
                </a:lnTo>
                <a:lnTo>
                  <a:pt x="358952" y="33020"/>
                </a:lnTo>
                <a:lnTo>
                  <a:pt x="361480" y="33426"/>
                </a:lnTo>
                <a:lnTo>
                  <a:pt x="381622" y="33426"/>
                </a:lnTo>
                <a:lnTo>
                  <a:pt x="400862" y="34810"/>
                </a:lnTo>
                <a:lnTo>
                  <a:pt x="401840" y="34874"/>
                </a:lnTo>
                <a:lnTo>
                  <a:pt x="401104" y="34874"/>
                </a:lnTo>
                <a:lnTo>
                  <a:pt x="409524" y="37579"/>
                </a:lnTo>
                <a:lnTo>
                  <a:pt x="422998" y="44691"/>
                </a:lnTo>
                <a:lnTo>
                  <a:pt x="424294" y="45072"/>
                </a:lnTo>
                <a:lnTo>
                  <a:pt x="427139" y="45072"/>
                </a:lnTo>
                <a:lnTo>
                  <a:pt x="433705" y="37261"/>
                </a:lnTo>
                <a:lnTo>
                  <a:pt x="433743" y="3577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259413" y="5036599"/>
            <a:ext cx="235585" cy="31115"/>
          </a:xfrm>
          <a:custGeom>
            <a:avLst/>
            <a:gdLst/>
            <a:ahLst/>
            <a:cxnLst/>
            <a:rect l="l" t="t" r="r" b="b"/>
            <a:pathLst>
              <a:path w="235585" h="31114">
                <a:moveTo>
                  <a:pt x="216980" y="19117"/>
                </a:moveTo>
                <a:lnTo>
                  <a:pt x="225089" y="30355"/>
                </a:lnTo>
                <a:lnTo>
                  <a:pt x="224535" y="30355"/>
                </a:lnTo>
                <a:lnTo>
                  <a:pt x="226532" y="30674"/>
                </a:lnTo>
                <a:lnTo>
                  <a:pt x="228327" y="30674"/>
                </a:lnTo>
                <a:lnTo>
                  <a:pt x="235247" y="21289"/>
                </a:lnTo>
                <a:lnTo>
                  <a:pt x="235007" y="20276"/>
                </a:lnTo>
                <a:lnTo>
                  <a:pt x="218477" y="20276"/>
                </a:lnTo>
                <a:lnTo>
                  <a:pt x="216980" y="19117"/>
                </a:lnTo>
                <a:close/>
              </a:path>
              <a:path w="235585" h="31114">
                <a:moveTo>
                  <a:pt x="216980" y="19117"/>
                </a:moveTo>
                <a:lnTo>
                  <a:pt x="218477" y="20276"/>
                </a:lnTo>
                <a:lnTo>
                  <a:pt x="217632" y="19258"/>
                </a:lnTo>
                <a:lnTo>
                  <a:pt x="216980" y="19117"/>
                </a:lnTo>
                <a:close/>
              </a:path>
              <a:path w="235585" h="31114">
                <a:moveTo>
                  <a:pt x="217632" y="19258"/>
                </a:moveTo>
                <a:lnTo>
                  <a:pt x="218439" y="20276"/>
                </a:lnTo>
                <a:lnTo>
                  <a:pt x="235007" y="20276"/>
                </a:lnTo>
                <a:lnTo>
                  <a:pt x="234652" y="19502"/>
                </a:lnTo>
                <a:lnTo>
                  <a:pt x="218754" y="19502"/>
                </a:lnTo>
                <a:lnTo>
                  <a:pt x="217632" y="19258"/>
                </a:lnTo>
                <a:close/>
              </a:path>
              <a:path w="235585" h="31114">
                <a:moveTo>
                  <a:pt x="233600" y="17207"/>
                </a:moveTo>
                <a:lnTo>
                  <a:pt x="216005" y="17207"/>
                </a:lnTo>
                <a:lnTo>
                  <a:pt x="217520" y="19117"/>
                </a:lnTo>
                <a:lnTo>
                  <a:pt x="217632" y="19258"/>
                </a:lnTo>
                <a:lnTo>
                  <a:pt x="218754" y="19502"/>
                </a:lnTo>
                <a:lnTo>
                  <a:pt x="217569" y="18949"/>
                </a:lnTo>
                <a:lnTo>
                  <a:pt x="234399" y="18949"/>
                </a:lnTo>
                <a:lnTo>
                  <a:pt x="233723" y="17473"/>
                </a:lnTo>
                <a:lnTo>
                  <a:pt x="233600" y="17207"/>
                </a:lnTo>
                <a:close/>
              </a:path>
              <a:path w="235585" h="31114">
                <a:moveTo>
                  <a:pt x="234399" y="18949"/>
                </a:moveTo>
                <a:lnTo>
                  <a:pt x="217569" y="18949"/>
                </a:lnTo>
                <a:lnTo>
                  <a:pt x="218754" y="19502"/>
                </a:lnTo>
                <a:lnTo>
                  <a:pt x="234652" y="19502"/>
                </a:lnTo>
                <a:lnTo>
                  <a:pt x="234540" y="19258"/>
                </a:lnTo>
                <a:lnTo>
                  <a:pt x="234476" y="19117"/>
                </a:lnTo>
                <a:lnTo>
                  <a:pt x="234399" y="18949"/>
                </a:lnTo>
                <a:close/>
              </a:path>
              <a:path w="235585" h="31114">
                <a:moveTo>
                  <a:pt x="216216" y="17473"/>
                </a:moveTo>
                <a:lnTo>
                  <a:pt x="216372" y="18007"/>
                </a:lnTo>
                <a:lnTo>
                  <a:pt x="216596" y="18495"/>
                </a:lnTo>
                <a:lnTo>
                  <a:pt x="217569" y="18949"/>
                </a:lnTo>
                <a:lnTo>
                  <a:pt x="216764" y="18949"/>
                </a:lnTo>
                <a:lnTo>
                  <a:pt x="216980" y="19117"/>
                </a:lnTo>
                <a:lnTo>
                  <a:pt x="217632" y="19258"/>
                </a:lnTo>
                <a:lnTo>
                  <a:pt x="217387" y="18949"/>
                </a:lnTo>
                <a:lnTo>
                  <a:pt x="217569" y="18949"/>
                </a:lnTo>
                <a:lnTo>
                  <a:pt x="216596" y="18495"/>
                </a:lnTo>
                <a:lnTo>
                  <a:pt x="217027" y="18495"/>
                </a:lnTo>
                <a:lnTo>
                  <a:pt x="216216" y="17473"/>
                </a:lnTo>
                <a:close/>
              </a:path>
              <a:path w="235585" h="31114">
                <a:moveTo>
                  <a:pt x="8528" y="0"/>
                </a:moveTo>
                <a:lnTo>
                  <a:pt x="7291" y="0"/>
                </a:lnTo>
                <a:lnTo>
                  <a:pt x="5224" y="477"/>
                </a:lnTo>
                <a:lnTo>
                  <a:pt x="0" y="7759"/>
                </a:lnTo>
                <a:lnTo>
                  <a:pt x="31" y="8799"/>
                </a:lnTo>
                <a:lnTo>
                  <a:pt x="16072" y="17473"/>
                </a:lnTo>
                <a:lnTo>
                  <a:pt x="16332" y="17473"/>
                </a:lnTo>
                <a:lnTo>
                  <a:pt x="39919" y="18949"/>
                </a:lnTo>
                <a:lnTo>
                  <a:pt x="216207" y="18949"/>
                </a:lnTo>
                <a:lnTo>
                  <a:pt x="216980" y="19117"/>
                </a:lnTo>
                <a:lnTo>
                  <a:pt x="216804" y="18949"/>
                </a:lnTo>
                <a:lnTo>
                  <a:pt x="215548" y="18007"/>
                </a:lnTo>
                <a:lnTo>
                  <a:pt x="216372" y="18007"/>
                </a:lnTo>
                <a:lnTo>
                  <a:pt x="216127" y="17473"/>
                </a:lnTo>
                <a:lnTo>
                  <a:pt x="216005" y="17207"/>
                </a:lnTo>
                <a:lnTo>
                  <a:pt x="233600" y="17207"/>
                </a:lnTo>
                <a:lnTo>
                  <a:pt x="230278" y="9955"/>
                </a:lnTo>
                <a:lnTo>
                  <a:pt x="217184" y="2969"/>
                </a:lnTo>
                <a:lnTo>
                  <a:pt x="40714" y="2969"/>
                </a:lnTo>
                <a:lnTo>
                  <a:pt x="18812" y="1598"/>
                </a:lnTo>
                <a:lnTo>
                  <a:pt x="18145" y="1598"/>
                </a:lnTo>
                <a:lnTo>
                  <a:pt x="8528" y="0"/>
                </a:lnTo>
                <a:close/>
              </a:path>
              <a:path w="235585" h="31114">
                <a:moveTo>
                  <a:pt x="215548" y="18007"/>
                </a:moveTo>
                <a:lnTo>
                  <a:pt x="216764" y="18949"/>
                </a:lnTo>
                <a:lnTo>
                  <a:pt x="216596" y="18495"/>
                </a:lnTo>
                <a:lnTo>
                  <a:pt x="215548" y="18007"/>
                </a:lnTo>
                <a:close/>
              </a:path>
              <a:path w="235585" h="31114">
                <a:moveTo>
                  <a:pt x="216372" y="18007"/>
                </a:moveTo>
                <a:lnTo>
                  <a:pt x="215548" y="18007"/>
                </a:lnTo>
                <a:lnTo>
                  <a:pt x="216596" y="18495"/>
                </a:lnTo>
                <a:lnTo>
                  <a:pt x="216372" y="1800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207193" y="5746991"/>
            <a:ext cx="211666" cy="232286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485678" y="5723600"/>
            <a:ext cx="479967" cy="264387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3768628" y="5833766"/>
            <a:ext cx="259079" cy="204470"/>
            <a:chOff x="3768628" y="5833766"/>
            <a:chExt cx="259079" cy="204470"/>
          </a:xfrm>
        </p:grpSpPr>
        <p:pic>
          <p:nvPicPr>
            <p:cNvPr id="58" name="object 5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92240" y="5833766"/>
              <a:ext cx="135738" cy="16309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768628" y="5837678"/>
              <a:ext cx="259079" cy="200660"/>
            </a:xfrm>
            <a:custGeom>
              <a:avLst/>
              <a:gdLst/>
              <a:ahLst/>
              <a:cxnLst/>
              <a:rect l="l" t="t" r="r" b="b"/>
              <a:pathLst>
                <a:path w="259079" h="200660">
                  <a:moveTo>
                    <a:pt x="252314" y="0"/>
                  </a:moveTo>
                  <a:lnTo>
                    <a:pt x="248979" y="0"/>
                  </a:lnTo>
                  <a:lnTo>
                    <a:pt x="227519" y="7664"/>
                  </a:lnTo>
                  <a:lnTo>
                    <a:pt x="183259" y="33473"/>
                  </a:lnTo>
                  <a:lnTo>
                    <a:pt x="79039" y="130274"/>
                  </a:lnTo>
                  <a:lnTo>
                    <a:pt x="45974" y="156907"/>
                  </a:lnTo>
                  <a:lnTo>
                    <a:pt x="2710" y="185999"/>
                  </a:lnTo>
                  <a:lnTo>
                    <a:pt x="0" y="191546"/>
                  </a:lnTo>
                  <a:lnTo>
                    <a:pt x="3" y="192587"/>
                  </a:lnTo>
                  <a:lnTo>
                    <a:pt x="7555" y="200094"/>
                  </a:lnTo>
                  <a:lnTo>
                    <a:pt x="8582" y="200094"/>
                  </a:lnTo>
                  <a:lnTo>
                    <a:pt x="54899" y="170178"/>
                  </a:lnTo>
                  <a:lnTo>
                    <a:pt x="89066" y="142737"/>
                  </a:lnTo>
                  <a:lnTo>
                    <a:pt x="170332" y="65552"/>
                  </a:lnTo>
                  <a:lnTo>
                    <a:pt x="193028" y="46111"/>
                  </a:lnTo>
                  <a:lnTo>
                    <a:pt x="212992" y="32288"/>
                  </a:lnTo>
                  <a:lnTo>
                    <a:pt x="212805" y="32288"/>
                  </a:lnTo>
                  <a:lnTo>
                    <a:pt x="213394" y="32009"/>
                  </a:lnTo>
                  <a:lnTo>
                    <a:pt x="213946" y="31625"/>
                  </a:lnTo>
                  <a:lnTo>
                    <a:pt x="214204" y="31625"/>
                  </a:lnTo>
                  <a:lnTo>
                    <a:pt x="233633" y="22423"/>
                  </a:lnTo>
                  <a:lnTo>
                    <a:pt x="258605" y="9342"/>
                  </a:lnTo>
                  <a:lnTo>
                    <a:pt x="258558" y="6195"/>
                  </a:lnTo>
                  <a:lnTo>
                    <a:pt x="253136" y="205"/>
                  </a:lnTo>
                  <a:lnTo>
                    <a:pt x="252314" y="0"/>
                  </a:lnTo>
                  <a:close/>
                </a:path>
                <a:path w="259079" h="200660">
                  <a:moveTo>
                    <a:pt x="213394" y="32009"/>
                  </a:moveTo>
                  <a:lnTo>
                    <a:pt x="212805" y="32288"/>
                  </a:lnTo>
                  <a:lnTo>
                    <a:pt x="212992" y="32288"/>
                  </a:lnTo>
                  <a:lnTo>
                    <a:pt x="213394" y="32009"/>
                  </a:lnTo>
                  <a:close/>
                </a:path>
                <a:path w="259079" h="200660">
                  <a:moveTo>
                    <a:pt x="214204" y="31625"/>
                  </a:moveTo>
                  <a:lnTo>
                    <a:pt x="213946" y="31625"/>
                  </a:lnTo>
                  <a:lnTo>
                    <a:pt x="213394" y="32009"/>
                  </a:lnTo>
                  <a:lnTo>
                    <a:pt x="214204" y="31625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0" name="object 6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336417" y="5779201"/>
            <a:ext cx="217547" cy="220534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5148345" y="5852187"/>
            <a:ext cx="197485" cy="33655"/>
          </a:xfrm>
          <a:custGeom>
            <a:avLst/>
            <a:gdLst/>
            <a:ahLst/>
            <a:cxnLst/>
            <a:rect l="l" t="t" r="r" b="b"/>
            <a:pathLst>
              <a:path w="197485" h="33654">
                <a:moveTo>
                  <a:pt x="171743" y="25357"/>
                </a:moveTo>
                <a:lnTo>
                  <a:pt x="186505" y="33103"/>
                </a:lnTo>
                <a:lnTo>
                  <a:pt x="187783" y="33481"/>
                </a:lnTo>
                <a:lnTo>
                  <a:pt x="190649" y="33481"/>
                </a:lnTo>
                <a:lnTo>
                  <a:pt x="197197" y="25586"/>
                </a:lnTo>
                <a:lnTo>
                  <a:pt x="172599" y="25586"/>
                </a:lnTo>
                <a:lnTo>
                  <a:pt x="171743" y="25357"/>
                </a:lnTo>
                <a:close/>
              </a:path>
              <a:path w="197485" h="33654">
                <a:moveTo>
                  <a:pt x="170950" y="24941"/>
                </a:moveTo>
                <a:lnTo>
                  <a:pt x="171743" y="25357"/>
                </a:lnTo>
                <a:lnTo>
                  <a:pt x="172599" y="25586"/>
                </a:lnTo>
                <a:lnTo>
                  <a:pt x="170950" y="24941"/>
                </a:lnTo>
                <a:close/>
              </a:path>
              <a:path w="197485" h="33654">
                <a:moveTo>
                  <a:pt x="197214" y="24941"/>
                </a:moveTo>
                <a:lnTo>
                  <a:pt x="170950" y="24941"/>
                </a:lnTo>
                <a:lnTo>
                  <a:pt x="172599" y="25586"/>
                </a:lnTo>
                <a:lnTo>
                  <a:pt x="197197" y="25586"/>
                </a:lnTo>
                <a:lnTo>
                  <a:pt x="197214" y="24941"/>
                </a:lnTo>
                <a:close/>
              </a:path>
              <a:path w="197485" h="33654">
                <a:moveTo>
                  <a:pt x="152137" y="20105"/>
                </a:moveTo>
                <a:lnTo>
                  <a:pt x="171743" y="25357"/>
                </a:lnTo>
                <a:lnTo>
                  <a:pt x="170950" y="24941"/>
                </a:lnTo>
                <a:lnTo>
                  <a:pt x="197214" y="24941"/>
                </a:lnTo>
                <a:lnTo>
                  <a:pt x="197234" y="24165"/>
                </a:lnTo>
                <a:lnTo>
                  <a:pt x="196603" y="22141"/>
                </a:lnTo>
                <a:lnTo>
                  <a:pt x="196107" y="21226"/>
                </a:lnTo>
                <a:lnTo>
                  <a:pt x="195337" y="20303"/>
                </a:lnTo>
                <a:lnTo>
                  <a:pt x="153126" y="20303"/>
                </a:lnTo>
                <a:lnTo>
                  <a:pt x="152137" y="20105"/>
                </a:lnTo>
                <a:close/>
              </a:path>
              <a:path w="197485" h="33654">
                <a:moveTo>
                  <a:pt x="104856" y="0"/>
                </a:moveTo>
                <a:lnTo>
                  <a:pt x="57437" y="0"/>
                </a:lnTo>
                <a:lnTo>
                  <a:pt x="36691" y="800"/>
                </a:lnTo>
                <a:lnTo>
                  <a:pt x="37663" y="800"/>
                </a:lnTo>
                <a:lnTo>
                  <a:pt x="21097" y="3069"/>
                </a:lnTo>
                <a:lnTo>
                  <a:pt x="910" y="10133"/>
                </a:lnTo>
                <a:lnTo>
                  <a:pt x="808" y="10285"/>
                </a:lnTo>
                <a:lnTo>
                  <a:pt x="411" y="11247"/>
                </a:lnTo>
                <a:lnTo>
                  <a:pt x="0" y="13327"/>
                </a:lnTo>
                <a:lnTo>
                  <a:pt x="1" y="14367"/>
                </a:lnTo>
                <a:lnTo>
                  <a:pt x="326" y="15993"/>
                </a:lnTo>
                <a:lnTo>
                  <a:pt x="417" y="16446"/>
                </a:lnTo>
                <a:lnTo>
                  <a:pt x="7538" y="21888"/>
                </a:lnTo>
                <a:lnTo>
                  <a:pt x="8578" y="21888"/>
                </a:lnTo>
                <a:lnTo>
                  <a:pt x="23307" y="18944"/>
                </a:lnTo>
                <a:lnTo>
                  <a:pt x="22971" y="18944"/>
                </a:lnTo>
                <a:lnTo>
                  <a:pt x="39367" y="16713"/>
                </a:lnTo>
                <a:lnTo>
                  <a:pt x="39051" y="16713"/>
                </a:lnTo>
                <a:lnTo>
                  <a:pt x="57885" y="15993"/>
                </a:lnTo>
                <a:lnTo>
                  <a:pt x="188318" y="15993"/>
                </a:lnTo>
                <a:lnTo>
                  <a:pt x="178386" y="10778"/>
                </a:lnTo>
                <a:lnTo>
                  <a:pt x="176738" y="10133"/>
                </a:lnTo>
                <a:lnTo>
                  <a:pt x="156276" y="4652"/>
                </a:lnTo>
                <a:lnTo>
                  <a:pt x="155287" y="4452"/>
                </a:lnTo>
                <a:lnTo>
                  <a:pt x="131171" y="1165"/>
                </a:lnTo>
                <a:lnTo>
                  <a:pt x="132001" y="1165"/>
                </a:lnTo>
                <a:lnTo>
                  <a:pt x="104856" y="0"/>
                </a:lnTo>
                <a:close/>
              </a:path>
              <a:path w="197485" h="33654">
                <a:moveTo>
                  <a:pt x="188318" y="15993"/>
                </a:moveTo>
                <a:lnTo>
                  <a:pt x="104467" y="15993"/>
                </a:lnTo>
                <a:lnTo>
                  <a:pt x="129748" y="17078"/>
                </a:lnTo>
                <a:lnTo>
                  <a:pt x="129467" y="17078"/>
                </a:lnTo>
                <a:lnTo>
                  <a:pt x="153126" y="20303"/>
                </a:lnTo>
                <a:lnTo>
                  <a:pt x="152876" y="20303"/>
                </a:lnTo>
                <a:lnTo>
                  <a:pt x="152137" y="20105"/>
                </a:lnTo>
                <a:lnTo>
                  <a:pt x="195171" y="20105"/>
                </a:lnTo>
                <a:lnTo>
                  <a:pt x="194749" y="19598"/>
                </a:lnTo>
                <a:lnTo>
                  <a:pt x="193940" y="18944"/>
                </a:lnTo>
                <a:lnTo>
                  <a:pt x="188318" y="15993"/>
                </a:lnTo>
                <a:close/>
              </a:path>
              <a:path w="197485" h="33654">
                <a:moveTo>
                  <a:pt x="195171" y="20105"/>
                </a:moveTo>
                <a:lnTo>
                  <a:pt x="152137" y="20105"/>
                </a:lnTo>
                <a:lnTo>
                  <a:pt x="153126" y="20303"/>
                </a:lnTo>
                <a:lnTo>
                  <a:pt x="195337" y="20303"/>
                </a:lnTo>
                <a:lnTo>
                  <a:pt x="195171" y="2010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01036" y="5960336"/>
            <a:ext cx="168275" cy="36830"/>
          </a:xfrm>
          <a:custGeom>
            <a:avLst/>
            <a:gdLst/>
            <a:ahLst/>
            <a:cxnLst/>
            <a:rect l="l" t="t" r="r" b="b"/>
            <a:pathLst>
              <a:path w="168275" h="36829">
                <a:moveTo>
                  <a:pt x="124119" y="9263"/>
                </a:moveTo>
                <a:lnTo>
                  <a:pt x="91657" y="13215"/>
                </a:lnTo>
                <a:lnTo>
                  <a:pt x="33400" y="17586"/>
                </a:lnTo>
                <a:lnTo>
                  <a:pt x="6038" y="20631"/>
                </a:lnTo>
                <a:lnTo>
                  <a:pt x="772" y="24867"/>
                </a:lnTo>
                <a:lnTo>
                  <a:pt x="666" y="25072"/>
                </a:lnTo>
                <a:lnTo>
                  <a:pt x="590" y="25218"/>
                </a:lnTo>
                <a:lnTo>
                  <a:pt x="0" y="27254"/>
                </a:lnTo>
                <a:lnTo>
                  <a:pt x="23" y="29090"/>
                </a:lnTo>
                <a:lnTo>
                  <a:pt x="6769" y="36437"/>
                </a:lnTo>
                <a:lnTo>
                  <a:pt x="8654" y="36437"/>
                </a:lnTo>
                <a:lnTo>
                  <a:pt x="34950" y="33511"/>
                </a:lnTo>
                <a:lnTo>
                  <a:pt x="93717" y="29090"/>
                </a:lnTo>
                <a:lnTo>
                  <a:pt x="163057" y="15455"/>
                </a:lnTo>
                <a:lnTo>
                  <a:pt x="167858" y="9408"/>
                </a:lnTo>
                <a:lnTo>
                  <a:pt x="123576" y="9408"/>
                </a:lnTo>
                <a:lnTo>
                  <a:pt x="124119" y="9263"/>
                </a:lnTo>
                <a:close/>
              </a:path>
              <a:path w="168275" h="36829">
                <a:moveTo>
                  <a:pt x="160480" y="0"/>
                </a:moveTo>
                <a:lnTo>
                  <a:pt x="158948" y="0"/>
                </a:lnTo>
                <a:lnTo>
                  <a:pt x="123576" y="9408"/>
                </a:lnTo>
                <a:lnTo>
                  <a:pt x="124320" y="9263"/>
                </a:lnTo>
                <a:lnTo>
                  <a:pt x="167877" y="9263"/>
                </a:lnTo>
                <a:lnTo>
                  <a:pt x="162087" y="214"/>
                </a:lnTo>
                <a:lnTo>
                  <a:pt x="160480" y="0"/>
                </a:lnTo>
                <a:close/>
              </a:path>
              <a:path w="168275" h="36829">
                <a:moveTo>
                  <a:pt x="167877" y="9263"/>
                </a:moveTo>
                <a:lnTo>
                  <a:pt x="124320" y="9263"/>
                </a:lnTo>
                <a:lnTo>
                  <a:pt x="123576" y="9408"/>
                </a:lnTo>
                <a:lnTo>
                  <a:pt x="167858" y="9408"/>
                </a:lnTo>
                <a:lnTo>
                  <a:pt x="167877" y="926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07000" y="6510025"/>
            <a:ext cx="45085" cy="19050"/>
          </a:xfrm>
          <a:custGeom>
            <a:avLst/>
            <a:gdLst/>
            <a:ahLst/>
            <a:cxnLst/>
            <a:rect l="l" t="t" r="r" b="b"/>
            <a:pathLst>
              <a:path w="45084" h="19050">
                <a:moveTo>
                  <a:pt x="29394" y="2233"/>
                </a:moveTo>
                <a:lnTo>
                  <a:pt x="24485" y="2842"/>
                </a:lnTo>
                <a:lnTo>
                  <a:pt x="6591" y="2842"/>
                </a:lnTo>
                <a:lnTo>
                  <a:pt x="5858" y="2988"/>
                </a:lnTo>
                <a:lnTo>
                  <a:pt x="0" y="12133"/>
                </a:lnTo>
                <a:lnTo>
                  <a:pt x="192" y="12978"/>
                </a:lnTo>
                <a:lnTo>
                  <a:pt x="6890" y="18780"/>
                </a:lnTo>
                <a:lnTo>
                  <a:pt x="25961" y="18780"/>
                </a:lnTo>
                <a:lnTo>
                  <a:pt x="44966" y="5877"/>
                </a:lnTo>
                <a:lnTo>
                  <a:pt x="44404" y="4377"/>
                </a:lnTo>
                <a:lnTo>
                  <a:pt x="44284" y="4058"/>
                </a:lnTo>
                <a:lnTo>
                  <a:pt x="43736" y="3174"/>
                </a:lnTo>
                <a:lnTo>
                  <a:pt x="43164" y="2562"/>
                </a:lnTo>
                <a:lnTo>
                  <a:pt x="28515" y="2562"/>
                </a:lnTo>
                <a:lnTo>
                  <a:pt x="29394" y="2233"/>
                </a:lnTo>
                <a:close/>
              </a:path>
              <a:path w="45084" h="19050">
                <a:moveTo>
                  <a:pt x="38912" y="0"/>
                </a:moveTo>
                <a:lnTo>
                  <a:pt x="35354" y="0"/>
                </a:lnTo>
                <a:lnTo>
                  <a:pt x="28515" y="2562"/>
                </a:lnTo>
                <a:lnTo>
                  <a:pt x="29857" y="2233"/>
                </a:lnTo>
                <a:lnTo>
                  <a:pt x="42856" y="2233"/>
                </a:lnTo>
                <a:lnTo>
                  <a:pt x="42288" y="1625"/>
                </a:lnTo>
                <a:lnTo>
                  <a:pt x="41443" y="1018"/>
                </a:lnTo>
                <a:lnTo>
                  <a:pt x="39513" y="140"/>
                </a:lnTo>
                <a:lnTo>
                  <a:pt x="38912" y="0"/>
                </a:lnTo>
                <a:close/>
              </a:path>
              <a:path w="45084" h="19050">
                <a:moveTo>
                  <a:pt x="42856" y="2233"/>
                </a:moveTo>
                <a:lnTo>
                  <a:pt x="29857" y="2233"/>
                </a:lnTo>
                <a:lnTo>
                  <a:pt x="28515" y="2562"/>
                </a:lnTo>
                <a:lnTo>
                  <a:pt x="43164" y="2562"/>
                </a:lnTo>
                <a:lnTo>
                  <a:pt x="42856" y="223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549436" y="5719687"/>
            <a:ext cx="583385" cy="43896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276359" y="5675076"/>
            <a:ext cx="704188" cy="346254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1799955" y="8467059"/>
            <a:ext cx="340995" cy="19685"/>
          </a:xfrm>
          <a:custGeom>
            <a:avLst/>
            <a:gdLst/>
            <a:ahLst/>
            <a:cxnLst/>
            <a:rect l="l" t="t" r="r" b="b"/>
            <a:pathLst>
              <a:path w="340994" h="19684">
                <a:moveTo>
                  <a:pt x="334215" y="0"/>
                </a:moveTo>
                <a:lnTo>
                  <a:pt x="331282" y="0"/>
                </a:lnTo>
                <a:lnTo>
                  <a:pt x="292922" y="2711"/>
                </a:lnTo>
                <a:lnTo>
                  <a:pt x="264176" y="3616"/>
                </a:lnTo>
                <a:lnTo>
                  <a:pt x="6922" y="3616"/>
                </a:lnTo>
                <a:lnTo>
                  <a:pt x="5915" y="3817"/>
                </a:lnTo>
                <a:lnTo>
                  <a:pt x="0" y="10549"/>
                </a:lnTo>
                <a:lnTo>
                  <a:pt x="0" y="12670"/>
                </a:lnTo>
                <a:lnTo>
                  <a:pt x="6948" y="19610"/>
                </a:lnTo>
                <a:lnTo>
                  <a:pt x="264484" y="19610"/>
                </a:lnTo>
                <a:lnTo>
                  <a:pt x="294049" y="18667"/>
                </a:lnTo>
                <a:lnTo>
                  <a:pt x="334309" y="15822"/>
                </a:lnTo>
                <a:lnTo>
                  <a:pt x="334941" y="15650"/>
                </a:lnTo>
                <a:lnTo>
                  <a:pt x="335109" y="15650"/>
                </a:lnTo>
                <a:lnTo>
                  <a:pt x="340591" y="6300"/>
                </a:lnTo>
                <a:lnTo>
                  <a:pt x="340316" y="5297"/>
                </a:lnTo>
                <a:lnTo>
                  <a:pt x="339578" y="3817"/>
                </a:lnTo>
                <a:lnTo>
                  <a:pt x="339477" y="3616"/>
                </a:lnTo>
                <a:lnTo>
                  <a:pt x="339369" y="3399"/>
                </a:lnTo>
                <a:lnTo>
                  <a:pt x="338835" y="2711"/>
                </a:lnTo>
                <a:lnTo>
                  <a:pt x="337130" y="1187"/>
                </a:lnTo>
                <a:lnTo>
                  <a:pt x="336227" y="671"/>
                </a:lnTo>
                <a:lnTo>
                  <a:pt x="33421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172460" y="8348874"/>
            <a:ext cx="334010" cy="38735"/>
          </a:xfrm>
          <a:custGeom>
            <a:avLst/>
            <a:gdLst/>
            <a:ahLst/>
            <a:cxnLst/>
            <a:rect l="l" t="t" r="r" b="b"/>
            <a:pathLst>
              <a:path w="334010" h="38734">
                <a:moveTo>
                  <a:pt x="8759" y="0"/>
                </a:moveTo>
                <a:lnTo>
                  <a:pt x="7581" y="0"/>
                </a:lnTo>
                <a:lnTo>
                  <a:pt x="5629" y="342"/>
                </a:lnTo>
                <a:lnTo>
                  <a:pt x="0" y="8375"/>
                </a:lnTo>
                <a:lnTo>
                  <a:pt x="367" y="10464"/>
                </a:lnTo>
                <a:lnTo>
                  <a:pt x="48040" y="23414"/>
                </a:lnTo>
                <a:lnTo>
                  <a:pt x="76272" y="23414"/>
                </a:lnTo>
                <a:lnTo>
                  <a:pt x="135199" y="25256"/>
                </a:lnTo>
                <a:lnTo>
                  <a:pt x="263255" y="27915"/>
                </a:lnTo>
                <a:lnTo>
                  <a:pt x="259718" y="27915"/>
                </a:lnTo>
                <a:lnTo>
                  <a:pt x="282614" y="29844"/>
                </a:lnTo>
                <a:lnTo>
                  <a:pt x="304307" y="33237"/>
                </a:lnTo>
                <a:lnTo>
                  <a:pt x="324681" y="38238"/>
                </a:lnTo>
                <a:lnTo>
                  <a:pt x="325534" y="38238"/>
                </a:lnTo>
                <a:lnTo>
                  <a:pt x="333411" y="29844"/>
                </a:lnTo>
                <a:lnTo>
                  <a:pt x="333117" y="27915"/>
                </a:lnTo>
                <a:lnTo>
                  <a:pt x="332819" y="27097"/>
                </a:lnTo>
                <a:lnTo>
                  <a:pt x="332761" y="26937"/>
                </a:lnTo>
                <a:lnTo>
                  <a:pt x="284663" y="13975"/>
                </a:lnTo>
                <a:lnTo>
                  <a:pt x="284949" y="13975"/>
                </a:lnTo>
                <a:lnTo>
                  <a:pt x="259279" y="11824"/>
                </a:lnTo>
                <a:lnTo>
                  <a:pt x="259815" y="11824"/>
                </a:lnTo>
                <a:lnTo>
                  <a:pt x="135602" y="9263"/>
                </a:lnTo>
                <a:lnTo>
                  <a:pt x="79336" y="7508"/>
                </a:lnTo>
                <a:lnTo>
                  <a:pt x="49861" y="7508"/>
                </a:lnTo>
                <a:lnTo>
                  <a:pt x="26522" y="3917"/>
                </a:lnTo>
                <a:lnTo>
                  <a:pt x="875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818266" y="8337916"/>
            <a:ext cx="208279" cy="23495"/>
          </a:xfrm>
          <a:custGeom>
            <a:avLst/>
            <a:gdLst/>
            <a:ahLst/>
            <a:cxnLst/>
            <a:rect l="l" t="t" r="r" b="b"/>
            <a:pathLst>
              <a:path w="208279" h="23495">
                <a:moveTo>
                  <a:pt x="201319" y="0"/>
                </a:moveTo>
                <a:lnTo>
                  <a:pt x="198534" y="0"/>
                </a:lnTo>
                <a:lnTo>
                  <a:pt x="161410" y="2715"/>
                </a:lnTo>
                <a:lnTo>
                  <a:pt x="121871" y="3627"/>
                </a:lnTo>
                <a:lnTo>
                  <a:pt x="64740" y="3627"/>
                </a:lnTo>
                <a:lnTo>
                  <a:pt x="27517" y="5492"/>
                </a:lnTo>
                <a:lnTo>
                  <a:pt x="0" y="13953"/>
                </a:lnTo>
                <a:lnTo>
                  <a:pt x="82" y="17082"/>
                </a:lnTo>
                <a:lnTo>
                  <a:pt x="6640" y="23271"/>
                </a:lnTo>
                <a:lnTo>
                  <a:pt x="8673" y="23271"/>
                </a:lnTo>
                <a:lnTo>
                  <a:pt x="28688" y="21449"/>
                </a:lnTo>
                <a:lnTo>
                  <a:pt x="65310" y="19612"/>
                </a:lnTo>
                <a:lnTo>
                  <a:pt x="122299" y="19612"/>
                </a:lnTo>
                <a:lnTo>
                  <a:pt x="162577" y="18670"/>
                </a:lnTo>
                <a:lnTo>
                  <a:pt x="201454" y="15821"/>
                </a:lnTo>
                <a:lnTo>
                  <a:pt x="207738" y="9429"/>
                </a:lnTo>
                <a:lnTo>
                  <a:pt x="207710" y="6282"/>
                </a:lnTo>
                <a:lnTo>
                  <a:pt x="207492" y="5492"/>
                </a:lnTo>
                <a:lnTo>
                  <a:pt x="207433" y="5280"/>
                </a:lnTo>
                <a:lnTo>
                  <a:pt x="203332" y="665"/>
                </a:lnTo>
                <a:lnTo>
                  <a:pt x="20131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249860" y="8385974"/>
            <a:ext cx="410845" cy="34925"/>
          </a:xfrm>
          <a:custGeom>
            <a:avLst/>
            <a:gdLst/>
            <a:ahLst/>
            <a:cxnLst/>
            <a:rect l="l" t="t" r="r" b="b"/>
            <a:pathLst>
              <a:path w="410845" h="34925">
                <a:moveTo>
                  <a:pt x="372552" y="8298"/>
                </a:moveTo>
                <a:lnTo>
                  <a:pt x="353749" y="10981"/>
                </a:lnTo>
                <a:lnTo>
                  <a:pt x="352139" y="10981"/>
                </a:lnTo>
                <a:lnTo>
                  <a:pt x="206699" y="14735"/>
                </a:lnTo>
                <a:lnTo>
                  <a:pt x="40774" y="14735"/>
                </a:lnTo>
                <a:lnTo>
                  <a:pt x="16704" y="16457"/>
                </a:lnTo>
                <a:lnTo>
                  <a:pt x="0" y="25768"/>
                </a:lnTo>
                <a:lnTo>
                  <a:pt x="18" y="26894"/>
                </a:lnTo>
                <a:lnTo>
                  <a:pt x="387" y="28742"/>
                </a:lnTo>
                <a:lnTo>
                  <a:pt x="416" y="28888"/>
                </a:lnTo>
                <a:lnTo>
                  <a:pt x="7538" y="34330"/>
                </a:lnTo>
                <a:lnTo>
                  <a:pt x="8572" y="34330"/>
                </a:lnTo>
                <a:lnTo>
                  <a:pt x="18164" y="32412"/>
                </a:lnTo>
                <a:lnTo>
                  <a:pt x="17843" y="32412"/>
                </a:lnTo>
                <a:lnTo>
                  <a:pt x="43404" y="30590"/>
                </a:lnTo>
                <a:lnTo>
                  <a:pt x="212740" y="30590"/>
                </a:lnTo>
                <a:lnTo>
                  <a:pt x="355116" y="26894"/>
                </a:lnTo>
                <a:lnTo>
                  <a:pt x="355487" y="26894"/>
                </a:lnTo>
                <a:lnTo>
                  <a:pt x="406095" y="15215"/>
                </a:lnTo>
                <a:lnTo>
                  <a:pt x="410801" y="8451"/>
                </a:lnTo>
                <a:lnTo>
                  <a:pt x="372022" y="8451"/>
                </a:lnTo>
                <a:lnTo>
                  <a:pt x="372552" y="8298"/>
                </a:lnTo>
                <a:close/>
              </a:path>
              <a:path w="410845" h="34925">
                <a:moveTo>
                  <a:pt x="404780" y="0"/>
                </a:moveTo>
                <a:lnTo>
                  <a:pt x="401141" y="0"/>
                </a:lnTo>
                <a:lnTo>
                  <a:pt x="372022" y="8451"/>
                </a:lnTo>
                <a:lnTo>
                  <a:pt x="372741" y="8298"/>
                </a:lnTo>
                <a:lnTo>
                  <a:pt x="410802" y="8298"/>
                </a:lnTo>
                <a:lnTo>
                  <a:pt x="405772" y="314"/>
                </a:lnTo>
                <a:lnTo>
                  <a:pt x="404780" y="0"/>
                </a:lnTo>
                <a:close/>
              </a:path>
              <a:path w="410845" h="34925">
                <a:moveTo>
                  <a:pt x="410802" y="8298"/>
                </a:moveTo>
                <a:lnTo>
                  <a:pt x="372741" y="8298"/>
                </a:lnTo>
                <a:lnTo>
                  <a:pt x="372022" y="8451"/>
                </a:lnTo>
                <a:lnTo>
                  <a:pt x="410801" y="8451"/>
                </a:lnTo>
                <a:lnTo>
                  <a:pt x="410802" y="829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0" name="object 7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585895" y="8062050"/>
            <a:ext cx="296311" cy="380343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028733" y="8116410"/>
            <a:ext cx="153277" cy="258179"/>
          </a:xfrm>
          <a:prstGeom prst="rect">
            <a:avLst/>
          </a:prstGeom>
        </p:spPr>
      </p:pic>
      <p:sp>
        <p:nvSpPr>
          <p:cNvPr id="72" name="object 72"/>
          <p:cNvSpPr/>
          <p:nvPr/>
        </p:nvSpPr>
        <p:spPr>
          <a:xfrm>
            <a:off x="3272075" y="7990995"/>
            <a:ext cx="175260" cy="307975"/>
          </a:xfrm>
          <a:custGeom>
            <a:avLst/>
            <a:gdLst/>
            <a:ahLst/>
            <a:cxnLst/>
            <a:rect l="l" t="t" r="r" b="b"/>
            <a:pathLst>
              <a:path w="175260" h="307975">
                <a:moveTo>
                  <a:pt x="66861" y="285359"/>
                </a:moveTo>
                <a:lnTo>
                  <a:pt x="48111" y="301028"/>
                </a:lnTo>
                <a:lnTo>
                  <a:pt x="48374" y="302035"/>
                </a:lnTo>
                <a:lnTo>
                  <a:pt x="54827" y="307545"/>
                </a:lnTo>
                <a:lnTo>
                  <a:pt x="57084" y="307545"/>
                </a:lnTo>
                <a:lnTo>
                  <a:pt x="89642" y="286000"/>
                </a:lnTo>
                <a:lnTo>
                  <a:pt x="66099" y="286000"/>
                </a:lnTo>
                <a:lnTo>
                  <a:pt x="66861" y="285359"/>
                </a:lnTo>
                <a:close/>
              </a:path>
              <a:path w="175260" h="307975">
                <a:moveTo>
                  <a:pt x="67762" y="284921"/>
                </a:moveTo>
                <a:lnTo>
                  <a:pt x="66861" y="285359"/>
                </a:lnTo>
                <a:lnTo>
                  <a:pt x="66099" y="286000"/>
                </a:lnTo>
                <a:lnTo>
                  <a:pt x="67762" y="284921"/>
                </a:lnTo>
                <a:close/>
              </a:path>
              <a:path w="175260" h="307975">
                <a:moveTo>
                  <a:pt x="90612" y="284921"/>
                </a:moveTo>
                <a:lnTo>
                  <a:pt x="67762" y="284921"/>
                </a:lnTo>
                <a:lnTo>
                  <a:pt x="66099" y="286000"/>
                </a:lnTo>
                <a:lnTo>
                  <a:pt x="89642" y="286000"/>
                </a:lnTo>
                <a:lnTo>
                  <a:pt x="90612" y="284921"/>
                </a:lnTo>
                <a:close/>
              </a:path>
              <a:path w="175260" h="307975">
                <a:moveTo>
                  <a:pt x="150081" y="183809"/>
                </a:moveTo>
                <a:lnTo>
                  <a:pt x="145889" y="190992"/>
                </a:lnTo>
                <a:lnTo>
                  <a:pt x="141414" y="198768"/>
                </a:lnTo>
                <a:lnTo>
                  <a:pt x="123752" y="222345"/>
                </a:lnTo>
                <a:lnTo>
                  <a:pt x="90654" y="260963"/>
                </a:lnTo>
                <a:lnTo>
                  <a:pt x="75194" y="278140"/>
                </a:lnTo>
                <a:lnTo>
                  <a:pt x="74862" y="278621"/>
                </a:lnTo>
                <a:lnTo>
                  <a:pt x="66861" y="285359"/>
                </a:lnTo>
                <a:lnTo>
                  <a:pt x="67762" y="284921"/>
                </a:lnTo>
                <a:lnTo>
                  <a:pt x="90612" y="284921"/>
                </a:lnTo>
                <a:lnTo>
                  <a:pt x="135898" y="232757"/>
                </a:lnTo>
                <a:lnTo>
                  <a:pt x="164407" y="190992"/>
                </a:lnTo>
                <a:lnTo>
                  <a:pt x="166445" y="184765"/>
                </a:lnTo>
                <a:lnTo>
                  <a:pt x="149807" y="184765"/>
                </a:lnTo>
                <a:lnTo>
                  <a:pt x="150081" y="183809"/>
                </a:lnTo>
                <a:close/>
              </a:path>
              <a:path w="175260" h="307975">
                <a:moveTo>
                  <a:pt x="8535" y="0"/>
                </a:moveTo>
                <a:lnTo>
                  <a:pt x="7155" y="0"/>
                </a:lnTo>
                <a:lnTo>
                  <a:pt x="4706" y="612"/>
                </a:lnTo>
                <a:lnTo>
                  <a:pt x="4890" y="612"/>
                </a:lnTo>
                <a:lnTo>
                  <a:pt x="4156" y="958"/>
                </a:lnTo>
                <a:lnTo>
                  <a:pt x="0" y="7886"/>
                </a:lnTo>
                <a:lnTo>
                  <a:pt x="50" y="8925"/>
                </a:lnTo>
                <a:lnTo>
                  <a:pt x="3556" y="22959"/>
                </a:lnTo>
                <a:lnTo>
                  <a:pt x="3628" y="23244"/>
                </a:lnTo>
                <a:lnTo>
                  <a:pt x="3837" y="23901"/>
                </a:lnTo>
                <a:lnTo>
                  <a:pt x="6410" y="41910"/>
                </a:lnTo>
                <a:lnTo>
                  <a:pt x="6529" y="42400"/>
                </a:lnTo>
                <a:lnTo>
                  <a:pt x="7323" y="67043"/>
                </a:lnTo>
                <a:lnTo>
                  <a:pt x="8760" y="106495"/>
                </a:lnTo>
                <a:lnTo>
                  <a:pt x="13042" y="156594"/>
                </a:lnTo>
                <a:lnTo>
                  <a:pt x="22293" y="230581"/>
                </a:lnTo>
                <a:lnTo>
                  <a:pt x="29372" y="277248"/>
                </a:lnTo>
                <a:lnTo>
                  <a:pt x="36224" y="283060"/>
                </a:lnTo>
                <a:lnTo>
                  <a:pt x="38063" y="283060"/>
                </a:lnTo>
                <a:lnTo>
                  <a:pt x="45363" y="273926"/>
                </a:lnTo>
                <a:lnTo>
                  <a:pt x="29203" y="273926"/>
                </a:lnTo>
                <a:lnTo>
                  <a:pt x="29503" y="271830"/>
                </a:lnTo>
                <a:lnTo>
                  <a:pt x="29589" y="238363"/>
                </a:lnTo>
                <a:lnTo>
                  <a:pt x="31317" y="184765"/>
                </a:lnTo>
                <a:lnTo>
                  <a:pt x="31433" y="181169"/>
                </a:lnTo>
                <a:lnTo>
                  <a:pt x="31471" y="180618"/>
                </a:lnTo>
                <a:lnTo>
                  <a:pt x="31784" y="177553"/>
                </a:lnTo>
                <a:lnTo>
                  <a:pt x="28953" y="154901"/>
                </a:lnTo>
                <a:lnTo>
                  <a:pt x="24920" y="109260"/>
                </a:lnTo>
                <a:lnTo>
                  <a:pt x="22800" y="50678"/>
                </a:lnTo>
                <a:lnTo>
                  <a:pt x="22561" y="43273"/>
                </a:lnTo>
                <a:lnTo>
                  <a:pt x="22440" y="41010"/>
                </a:lnTo>
                <a:lnTo>
                  <a:pt x="13859" y="2401"/>
                </a:lnTo>
                <a:lnTo>
                  <a:pt x="10292" y="261"/>
                </a:lnTo>
                <a:lnTo>
                  <a:pt x="8535" y="0"/>
                </a:lnTo>
                <a:close/>
              </a:path>
              <a:path w="175260" h="307975">
                <a:moveTo>
                  <a:pt x="31784" y="177553"/>
                </a:moveTo>
                <a:lnTo>
                  <a:pt x="31471" y="180618"/>
                </a:lnTo>
                <a:lnTo>
                  <a:pt x="31433" y="181169"/>
                </a:lnTo>
                <a:lnTo>
                  <a:pt x="29589" y="238363"/>
                </a:lnTo>
                <a:lnTo>
                  <a:pt x="29503" y="271830"/>
                </a:lnTo>
                <a:lnTo>
                  <a:pt x="29203" y="273926"/>
                </a:lnTo>
                <a:lnTo>
                  <a:pt x="45041" y="273926"/>
                </a:lnTo>
                <a:lnTo>
                  <a:pt x="43648" y="265108"/>
                </a:lnTo>
                <a:lnTo>
                  <a:pt x="38142" y="228404"/>
                </a:lnTo>
                <a:lnTo>
                  <a:pt x="31784" y="177553"/>
                </a:lnTo>
                <a:close/>
              </a:path>
              <a:path w="175260" h="307975">
                <a:moveTo>
                  <a:pt x="132683" y="14842"/>
                </a:moveTo>
                <a:lnTo>
                  <a:pt x="130528" y="14842"/>
                </a:lnTo>
                <a:lnTo>
                  <a:pt x="110653" y="16652"/>
                </a:lnTo>
                <a:lnTo>
                  <a:pt x="73294" y="49797"/>
                </a:lnTo>
                <a:lnTo>
                  <a:pt x="48613" y="106495"/>
                </a:lnTo>
                <a:lnTo>
                  <a:pt x="36780" y="144750"/>
                </a:lnTo>
                <a:lnTo>
                  <a:pt x="31784" y="177553"/>
                </a:lnTo>
                <a:lnTo>
                  <a:pt x="38113" y="228211"/>
                </a:lnTo>
                <a:lnTo>
                  <a:pt x="43648" y="265108"/>
                </a:lnTo>
                <a:lnTo>
                  <a:pt x="45041" y="273926"/>
                </a:lnTo>
                <a:lnTo>
                  <a:pt x="45363" y="273926"/>
                </a:lnTo>
                <a:lnTo>
                  <a:pt x="45501" y="272959"/>
                </a:lnTo>
                <a:lnTo>
                  <a:pt x="45594" y="238363"/>
                </a:lnTo>
                <a:lnTo>
                  <a:pt x="47322" y="184765"/>
                </a:lnTo>
                <a:lnTo>
                  <a:pt x="47421" y="181691"/>
                </a:lnTo>
                <a:lnTo>
                  <a:pt x="47494" y="181169"/>
                </a:lnTo>
                <a:lnTo>
                  <a:pt x="49045" y="165971"/>
                </a:lnTo>
                <a:lnTo>
                  <a:pt x="49114" y="165294"/>
                </a:lnTo>
                <a:lnTo>
                  <a:pt x="49452" y="163669"/>
                </a:lnTo>
                <a:lnTo>
                  <a:pt x="52194" y="149197"/>
                </a:lnTo>
                <a:lnTo>
                  <a:pt x="52321" y="148496"/>
                </a:lnTo>
                <a:lnTo>
                  <a:pt x="52487" y="147949"/>
                </a:lnTo>
                <a:lnTo>
                  <a:pt x="57037" y="131119"/>
                </a:lnTo>
                <a:lnTo>
                  <a:pt x="57105" y="130869"/>
                </a:lnTo>
                <a:lnTo>
                  <a:pt x="57180" y="130592"/>
                </a:lnTo>
                <a:lnTo>
                  <a:pt x="58642" y="126419"/>
                </a:lnTo>
                <a:lnTo>
                  <a:pt x="63462" y="112467"/>
                </a:lnTo>
                <a:lnTo>
                  <a:pt x="76636" y="79730"/>
                </a:lnTo>
                <a:lnTo>
                  <a:pt x="76720" y="79521"/>
                </a:lnTo>
                <a:lnTo>
                  <a:pt x="76826" y="79259"/>
                </a:lnTo>
                <a:lnTo>
                  <a:pt x="79707" y="73287"/>
                </a:lnTo>
                <a:lnTo>
                  <a:pt x="87228" y="57593"/>
                </a:lnTo>
                <a:lnTo>
                  <a:pt x="91764" y="50678"/>
                </a:lnTo>
                <a:lnTo>
                  <a:pt x="95199" y="45351"/>
                </a:lnTo>
                <a:lnTo>
                  <a:pt x="95031" y="45351"/>
                </a:lnTo>
                <a:lnTo>
                  <a:pt x="95552" y="44805"/>
                </a:lnTo>
                <a:lnTo>
                  <a:pt x="95959" y="44173"/>
                </a:lnTo>
                <a:lnTo>
                  <a:pt x="96154" y="44173"/>
                </a:lnTo>
                <a:lnTo>
                  <a:pt x="102931" y="37061"/>
                </a:lnTo>
                <a:lnTo>
                  <a:pt x="102494" y="37061"/>
                </a:lnTo>
                <a:lnTo>
                  <a:pt x="104255" y="35671"/>
                </a:lnTo>
                <a:lnTo>
                  <a:pt x="104873" y="35671"/>
                </a:lnTo>
                <a:lnTo>
                  <a:pt x="106785" y="34555"/>
                </a:lnTo>
                <a:lnTo>
                  <a:pt x="106384" y="34555"/>
                </a:lnTo>
                <a:lnTo>
                  <a:pt x="108027" y="33830"/>
                </a:lnTo>
                <a:lnTo>
                  <a:pt x="108710" y="33830"/>
                </a:lnTo>
                <a:lnTo>
                  <a:pt x="112711" y="32583"/>
                </a:lnTo>
                <a:lnTo>
                  <a:pt x="112101" y="32583"/>
                </a:lnTo>
                <a:lnTo>
                  <a:pt x="113762" y="32255"/>
                </a:lnTo>
                <a:lnTo>
                  <a:pt x="115712" y="32255"/>
                </a:lnTo>
                <a:lnTo>
                  <a:pt x="131545" y="30818"/>
                </a:lnTo>
                <a:lnTo>
                  <a:pt x="163803" y="30818"/>
                </a:lnTo>
                <a:lnTo>
                  <a:pt x="163212" y="29874"/>
                </a:lnTo>
                <a:lnTo>
                  <a:pt x="156987" y="22959"/>
                </a:lnTo>
                <a:lnTo>
                  <a:pt x="154541" y="21117"/>
                </a:lnTo>
                <a:lnTo>
                  <a:pt x="146044" y="16981"/>
                </a:lnTo>
                <a:lnTo>
                  <a:pt x="143521" y="16224"/>
                </a:lnTo>
                <a:lnTo>
                  <a:pt x="132683" y="14842"/>
                </a:lnTo>
                <a:close/>
              </a:path>
              <a:path w="175260" h="307975">
                <a:moveTo>
                  <a:pt x="150590" y="182937"/>
                </a:moveTo>
                <a:lnTo>
                  <a:pt x="150081" y="183809"/>
                </a:lnTo>
                <a:lnTo>
                  <a:pt x="149807" y="184765"/>
                </a:lnTo>
                <a:lnTo>
                  <a:pt x="150590" y="182937"/>
                </a:lnTo>
                <a:close/>
              </a:path>
              <a:path w="175260" h="307975">
                <a:moveTo>
                  <a:pt x="166967" y="182937"/>
                </a:moveTo>
                <a:lnTo>
                  <a:pt x="150590" y="182937"/>
                </a:lnTo>
                <a:lnTo>
                  <a:pt x="149807" y="184765"/>
                </a:lnTo>
                <a:lnTo>
                  <a:pt x="166445" y="184765"/>
                </a:lnTo>
                <a:lnTo>
                  <a:pt x="166967" y="182937"/>
                </a:lnTo>
                <a:close/>
              </a:path>
              <a:path w="175260" h="307975">
                <a:moveTo>
                  <a:pt x="169555" y="46300"/>
                </a:moveTo>
                <a:lnTo>
                  <a:pt x="153311" y="46300"/>
                </a:lnTo>
                <a:lnTo>
                  <a:pt x="153459" y="47134"/>
                </a:lnTo>
                <a:lnTo>
                  <a:pt x="153774" y="47913"/>
                </a:lnTo>
                <a:lnTo>
                  <a:pt x="153596" y="47913"/>
                </a:lnTo>
                <a:lnTo>
                  <a:pt x="157142" y="68011"/>
                </a:lnTo>
                <a:lnTo>
                  <a:pt x="157351" y="68854"/>
                </a:lnTo>
                <a:lnTo>
                  <a:pt x="158691" y="94303"/>
                </a:lnTo>
                <a:lnTo>
                  <a:pt x="158705" y="95140"/>
                </a:lnTo>
                <a:lnTo>
                  <a:pt x="156994" y="144750"/>
                </a:lnTo>
                <a:lnTo>
                  <a:pt x="156896" y="147594"/>
                </a:lnTo>
                <a:lnTo>
                  <a:pt x="154729" y="165294"/>
                </a:lnTo>
                <a:lnTo>
                  <a:pt x="154646" y="165971"/>
                </a:lnTo>
                <a:lnTo>
                  <a:pt x="154420" y="168624"/>
                </a:lnTo>
                <a:lnTo>
                  <a:pt x="150081" y="183809"/>
                </a:lnTo>
                <a:lnTo>
                  <a:pt x="150590" y="182937"/>
                </a:lnTo>
                <a:lnTo>
                  <a:pt x="166967" y="182937"/>
                </a:lnTo>
                <a:lnTo>
                  <a:pt x="174711" y="95140"/>
                </a:lnTo>
                <a:lnTo>
                  <a:pt x="174710" y="94303"/>
                </a:lnTo>
                <a:lnTo>
                  <a:pt x="173603" y="73287"/>
                </a:lnTo>
                <a:lnTo>
                  <a:pt x="173484" y="71031"/>
                </a:lnTo>
                <a:lnTo>
                  <a:pt x="173370" y="68854"/>
                </a:lnTo>
                <a:lnTo>
                  <a:pt x="173325" y="68011"/>
                </a:lnTo>
                <a:lnTo>
                  <a:pt x="173215" y="67043"/>
                </a:lnTo>
                <a:lnTo>
                  <a:pt x="169839" y="47913"/>
                </a:lnTo>
                <a:lnTo>
                  <a:pt x="153774" y="47913"/>
                </a:lnTo>
                <a:lnTo>
                  <a:pt x="153551" y="47134"/>
                </a:lnTo>
                <a:lnTo>
                  <a:pt x="169702" y="47134"/>
                </a:lnTo>
                <a:lnTo>
                  <a:pt x="169555" y="46300"/>
                </a:lnTo>
                <a:close/>
              </a:path>
              <a:path w="175260" h="307975">
                <a:moveTo>
                  <a:pt x="150380" y="39529"/>
                </a:moveTo>
                <a:lnTo>
                  <a:pt x="153459" y="47134"/>
                </a:lnTo>
                <a:lnTo>
                  <a:pt x="153311" y="46300"/>
                </a:lnTo>
                <a:lnTo>
                  <a:pt x="169555" y="46300"/>
                </a:lnTo>
                <a:lnTo>
                  <a:pt x="169387" y="45351"/>
                </a:lnTo>
                <a:lnTo>
                  <a:pt x="169291" y="44805"/>
                </a:lnTo>
                <a:lnTo>
                  <a:pt x="169179" y="44173"/>
                </a:lnTo>
                <a:lnTo>
                  <a:pt x="169064" y="43522"/>
                </a:lnTo>
                <a:lnTo>
                  <a:pt x="168602" y="41910"/>
                </a:lnTo>
                <a:lnTo>
                  <a:pt x="168062" y="40576"/>
                </a:lnTo>
                <a:lnTo>
                  <a:pt x="151323" y="40576"/>
                </a:lnTo>
                <a:lnTo>
                  <a:pt x="150380" y="39529"/>
                </a:lnTo>
                <a:close/>
              </a:path>
              <a:path w="175260" h="307975">
                <a:moveTo>
                  <a:pt x="95552" y="44805"/>
                </a:moveTo>
                <a:lnTo>
                  <a:pt x="95031" y="45351"/>
                </a:lnTo>
                <a:lnTo>
                  <a:pt x="95199" y="45351"/>
                </a:lnTo>
                <a:lnTo>
                  <a:pt x="95552" y="44805"/>
                </a:lnTo>
                <a:close/>
              </a:path>
              <a:path w="175260" h="307975">
                <a:moveTo>
                  <a:pt x="96154" y="44173"/>
                </a:moveTo>
                <a:lnTo>
                  <a:pt x="95959" y="44173"/>
                </a:lnTo>
                <a:lnTo>
                  <a:pt x="95552" y="44805"/>
                </a:lnTo>
                <a:lnTo>
                  <a:pt x="96154" y="44173"/>
                </a:lnTo>
                <a:close/>
              </a:path>
              <a:path w="175260" h="307975">
                <a:moveTo>
                  <a:pt x="149853" y="38227"/>
                </a:moveTo>
                <a:lnTo>
                  <a:pt x="150380" y="39529"/>
                </a:lnTo>
                <a:lnTo>
                  <a:pt x="151323" y="40576"/>
                </a:lnTo>
                <a:lnTo>
                  <a:pt x="149853" y="38227"/>
                </a:lnTo>
                <a:close/>
              </a:path>
              <a:path w="175260" h="307975">
                <a:moveTo>
                  <a:pt x="167111" y="38227"/>
                </a:moveTo>
                <a:lnTo>
                  <a:pt x="149853" y="38227"/>
                </a:lnTo>
                <a:lnTo>
                  <a:pt x="151323" y="40576"/>
                </a:lnTo>
                <a:lnTo>
                  <a:pt x="168062" y="40576"/>
                </a:lnTo>
                <a:lnTo>
                  <a:pt x="167111" y="38227"/>
                </a:lnTo>
                <a:close/>
              </a:path>
              <a:path w="175260" h="307975">
                <a:moveTo>
                  <a:pt x="146139" y="34815"/>
                </a:moveTo>
                <a:lnTo>
                  <a:pt x="150380" y="39529"/>
                </a:lnTo>
                <a:lnTo>
                  <a:pt x="149853" y="38227"/>
                </a:lnTo>
                <a:lnTo>
                  <a:pt x="167111" y="38227"/>
                </a:lnTo>
                <a:lnTo>
                  <a:pt x="166077" y="35671"/>
                </a:lnTo>
                <a:lnTo>
                  <a:pt x="166009" y="35504"/>
                </a:lnTo>
                <a:lnTo>
                  <a:pt x="147555" y="35504"/>
                </a:lnTo>
                <a:lnTo>
                  <a:pt x="146139" y="34815"/>
                </a:lnTo>
                <a:close/>
              </a:path>
              <a:path w="175260" h="307975">
                <a:moveTo>
                  <a:pt x="104255" y="35671"/>
                </a:moveTo>
                <a:lnTo>
                  <a:pt x="102494" y="37061"/>
                </a:lnTo>
                <a:lnTo>
                  <a:pt x="103480" y="36485"/>
                </a:lnTo>
                <a:lnTo>
                  <a:pt x="104255" y="35671"/>
                </a:lnTo>
                <a:close/>
              </a:path>
              <a:path w="175260" h="307975">
                <a:moveTo>
                  <a:pt x="103480" y="36485"/>
                </a:moveTo>
                <a:lnTo>
                  <a:pt x="102494" y="37061"/>
                </a:lnTo>
                <a:lnTo>
                  <a:pt x="102931" y="37061"/>
                </a:lnTo>
                <a:lnTo>
                  <a:pt x="103480" y="36485"/>
                </a:lnTo>
                <a:close/>
              </a:path>
              <a:path w="175260" h="307975">
                <a:moveTo>
                  <a:pt x="104873" y="35671"/>
                </a:moveTo>
                <a:lnTo>
                  <a:pt x="104255" y="35671"/>
                </a:lnTo>
                <a:lnTo>
                  <a:pt x="103480" y="36485"/>
                </a:lnTo>
                <a:lnTo>
                  <a:pt x="104873" y="35671"/>
                </a:lnTo>
                <a:close/>
              </a:path>
              <a:path w="175260" h="307975">
                <a:moveTo>
                  <a:pt x="145327" y="33830"/>
                </a:moveTo>
                <a:lnTo>
                  <a:pt x="145693" y="34320"/>
                </a:lnTo>
                <a:lnTo>
                  <a:pt x="146139" y="34815"/>
                </a:lnTo>
                <a:lnTo>
                  <a:pt x="147555" y="35504"/>
                </a:lnTo>
                <a:lnTo>
                  <a:pt x="145327" y="33830"/>
                </a:lnTo>
                <a:close/>
              </a:path>
              <a:path w="175260" h="307975">
                <a:moveTo>
                  <a:pt x="165261" y="33656"/>
                </a:moveTo>
                <a:lnTo>
                  <a:pt x="145096" y="33656"/>
                </a:lnTo>
                <a:lnTo>
                  <a:pt x="147550" y="35504"/>
                </a:lnTo>
                <a:lnTo>
                  <a:pt x="166009" y="35504"/>
                </a:lnTo>
                <a:lnTo>
                  <a:pt x="165332" y="33830"/>
                </a:lnTo>
                <a:lnTo>
                  <a:pt x="165261" y="33656"/>
                </a:lnTo>
                <a:close/>
              </a:path>
              <a:path w="175260" h="307975">
                <a:moveTo>
                  <a:pt x="140198" y="31927"/>
                </a:moveTo>
                <a:lnTo>
                  <a:pt x="146139" y="34815"/>
                </a:lnTo>
                <a:lnTo>
                  <a:pt x="145096" y="33656"/>
                </a:lnTo>
                <a:lnTo>
                  <a:pt x="165261" y="33656"/>
                </a:lnTo>
                <a:lnTo>
                  <a:pt x="164695" y="32255"/>
                </a:lnTo>
                <a:lnTo>
                  <a:pt x="164601" y="32094"/>
                </a:lnTo>
                <a:lnTo>
                  <a:pt x="141497" y="32094"/>
                </a:lnTo>
                <a:lnTo>
                  <a:pt x="140198" y="31927"/>
                </a:lnTo>
                <a:close/>
              </a:path>
              <a:path w="175260" h="307975">
                <a:moveTo>
                  <a:pt x="108027" y="33830"/>
                </a:moveTo>
                <a:lnTo>
                  <a:pt x="106384" y="34555"/>
                </a:lnTo>
                <a:lnTo>
                  <a:pt x="107137" y="34320"/>
                </a:lnTo>
                <a:lnTo>
                  <a:pt x="108027" y="33830"/>
                </a:lnTo>
                <a:close/>
              </a:path>
              <a:path w="175260" h="307975">
                <a:moveTo>
                  <a:pt x="107187" y="34320"/>
                </a:moveTo>
                <a:lnTo>
                  <a:pt x="106384" y="34555"/>
                </a:lnTo>
                <a:lnTo>
                  <a:pt x="106785" y="34555"/>
                </a:lnTo>
                <a:lnTo>
                  <a:pt x="107187" y="34320"/>
                </a:lnTo>
                <a:close/>
              </a:path>
              <a:path w="175260" h="307975">
                <a:moveTo>
                  <a:pt x="108710" y="33830"/>
                </a:moveTo>
                <a:lnTo>
                  <a:pt x="108027" y="33830"/>
                </a:lnTo>
                <a:lnTo>
                  <a:pt x="107187" y="34320"/>
                </a:lnTo>
                <a:lnTo>
                  <a:pt x="108710" y="33830"/>
                </a:lnTo>
                <a:close/>
              </a:path>
              <a:path w="175260" h="307975">
                <a:moveTo>
                  <a:pt x="113762" y="32255"/>
                </a:moveTo>
                <a:lnTo>
                  <a:pt x="112101" y="32583"/>
                </a:lnTo>
                <a:lnTo>
                  <a:pt x="112711" y="32583"/>
                </a:lnTo>
                <a:lnTo>
                  <a:pt x="113762" y="32255"/>
                </a:lnTo>
                <a:close/>
              </a:path>
              <a:path w="175260" h="307975">
                <a:moveTo>
                  <a:pt x="115712" y="32255"/>
                </a:moveTo>
                <a:lnTo>
                  <a:pt x="113762" y="32255"/>
                </a:lnTo>
                <a:lnTo>
                  <a:pt x="112711" y="32583"/>
                </a:lnTo>
                <a:lnTo>
                  <a:pt x="112101" y="32583"/>
                </a:lnTo>
                <a:lnTo>
                  <a:pt x="115712" y="32255"/>
                </a:lnTo>
                <a:close/>
              </a:path>
              <a:path w="175260" h="307975">
                <a:moveTo>
                  <a:pt x="139010" y="31349"/>
                </a:moveTo>
                <a:lnTo>
                  <a:pt x="140198" y="31927"/>
                </a:lnTo>
                <a:lnTo>
                  <a:pt x="141497" y="32094"/>
                </a:lnTo>
                <a:lnTo>
                  <a:pt x="139010" y="31349"/>
                </a:lnTo>
                <a:close/>
              </a:path>
              <a:path w="175260" h="307975">
                <a:moveTo>
                  <a:pt x="164135" y="31349"/>
                </a:moveTo>
                <a:lnTo>
                  <a:pt x="139010" y="31349"/>
                </a:lnTo>
                <a:lnTo>
                  <a:pt x="141497" y="32094"/>
                </a:lnTo>
                <a:lnTo>
                  <a:pt x="164601" y="32094"/>
                </a:lnTo>
                <a:lnTo>
                  <a:pt x="164135" y="31349"/>
                </a:lnTo>
                <a:close/>
              </a:path>
              <a:path w="175260" h="307975">
                <a:moveTo>
                  <a:pt x="163803" y="30818"/>
                </a:moveTo>
                <a:lnTo>
                  <a:pt x="131545" y="30818"/>
                </a:lnTo>
                <a:lnTo>
                  <a:pt x="140198" y="31927"/>
                </a:lnTo>
                <a:lnTo>
                  <a:pt x="139010" y="31349"/>
                </a:lnTo>
                <a:lnTo>
                  <a:pt x="164135" y="31349"/>
                </a:lnTo>
                <a:lnTo>
                  <a:pt x="163803" y="3081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895649" y="7965185"/>
            <a:ext cx="123189" cy="322580"/>
          </a:xfrm>
          <a:custGeom>
            <a:avLst/>
            <a:gdLst/>
            <a:ahLst/>
            <a:cxnLst/>
            <a:rect l="l" t="t" r="r" b="b"/>
            <a:pathLst>
              <a:path w="123189" h="322579">
                <a:moveTo>
                  <a:pt x="120230" y="21424"/>
                </a:moveTo>
                <a:lnTo>
                  <a:pt x="120103" y="20650"/>
                </a:lnTo>
                <a:lnTo>
                  <a:pt x="119773" y="18529"/>
                </a:lnTo>
                <a:lnTo>
                  <a:pt x="119735" y="18275"/>
                </a:lnTo>
                <a:lnTo>
                  <a:pt x="119456" y="17157"/>
                </a:lnTo>
                <a:lnTo>
                  <a:pt x="119392" y="16916"/>
                </a:lnTo>
                <a:lnTo>
                  <a:pt x="119329" y="16687"/>
                </a:lnTo>
                <a:lnTo>
                  <a:pt x="119253" y="16471"/>
                </a:lnTo>
                <a:lnTo>
                  <a:pt x="119176" y="16230"/>
                </a:lnTo>
                <a:lnTo>
                  <a:pt x="119087" y="16014"/>
                </a:lnTo>
                <a:lnTo>
                  <a:pt x="118999" y="15760"/>
                </a:lnTo>
                <a:lnTo>
                  <a:pt x="118681" y="14909"/>
                </a:lnTo>
                <a:lnTo>
                  <a:pt x="102184" y="12"/>
                </a:lnTo>
                <a:lnTo>
                  <a:pt x="102184" y="15760"/>
                </a:lnTo>
                <a:lnTo>
                  <a:pt x="102019" y="15760"/>
                </a:lnTo>
                <a:lnTo>
                  <a:pt x="101879" y="15633"/>
                </a:lnTo>
                <a:lnTo>
                  <a:pt x="100888" y="14909"/>
                </a:lnTo>
                <a:lnTo>
                  <a:pt x="101854" y="15544"/>
                </a:lnTo>
                <a:lnTo>
                  <a:pt x="101663" y="14909"/>
                </a:lnTo>
                <a:lnTo>
                  <a:pt x="102006" y="15646"/>
                </a:lnTo>
                <a:lnTo>
                  <a:pt x="102184" y="15760"/>
                </a:lnTo>
                <a:lnTo>
                  <a:pt x="102184" y="12"/>
                </a:lnTo>
                <a:lnTo>
                  <a:pt x="50482" y="0"/>
                </a:lnTo>
                <a:lnTo>
                  <a:pt x="47688" y="342"/>
                </a:lnTo>
                <a:lnTo>
                  <a:pt x="48120" y="342"/>
                </a:lnTo>
                <a:lnTo>
                  <a:pt x="37465" y="3009"/>
                </a:lnTo>
                <a:lnTo>
                  <a:pt x="2730" y="24079"/>
                </a:lnTo>
                <a:lnTo>
                  <a:pt x="190" y="28651"/>
                </a:lnTo>
                <a:lnTo>
                  <a:pt x="101" y="29095"/>
                </a:lnTo>
                <a:lnTo>
                  <a:pt x="5943" y="37884"/>
                </a:lnTo>
                <a:lnTo>
                  <a:pt x="4038" y="44538"/>
                </a:lnTo>
                <a:lnTo>
                  <a:pt x="3848" y="45427"/>
                </a:lnTo>
                <a:lnTo>
                  <a:pt x="1079" y="62026"/>
                </a:lnTo>
                <a:lnTo>
                  <a:pt x="977" y="63042"/>
                </a:lnTo>
                <a:lnTo>
                  <a:pt x="50" y="87020"/>
                </a:lnTo>
                <a:lnTo>
                  <a:pt x="50" y="144741"/>
                </a:lnTo>
                <a:lnTo>
                  <a:pt x="1879" y="210400"/>
                </a:lnTo>
                <a:lnTo>
                  <a:pt x="1905" y="211467"/>
                </a:lnTo>
                <a:lnTo>
                  <a:pt x="4127" y="244665"/>
                </a:lnTo>
                <a:lnTo>
                  <a:pt x="4241" y="246380"/>
                </a:lnTo>
                <a:lnTo>
                  <a:pt x="7467" y="276364"/>
                </a:lnTo>
                <a:lnTo>
                  <a:pt x="24498" y="319976"/>
                </a:lnTo>
                <a:lnTo>
                  <a:pt x="30213" y="322313"/>
                </a:lnTo>
                <a:lnTo>
                  <a:pt x="30988" y="322313"/>
                </a:lnTo>
                <a:lnTo>
                  <a:pt x="38252" y="314210"/>
                </a:lnTo>
                <a:lnTo>
                  <a:pt x="38176" y="313182"/>
                </a:lnTo>
                <a:lnTo>
                  <a:pt x="37630" y="311137"/>
                </a:lnTo>
                <a:lnTo>
                  <a:pt x="37160" y="310197"/>
                </a:lnTo>
                <a:lnTo>
                  <a:pt x="32537" y="304215"/>
                </a:lnTo>
                <a:lnTo>
                  <a:pt x="31953" y="303453"/>
                </a:lnTo>
                <a:lnTo>
                  <a:pt x="31635" y="302780"/>
                </a:lnTo>
                <a:lnTo>
                  <a:pt x="28168" y="295567"/>
                </a:lnTo>
                <a:lnTo>
                  <a:pt x="26771" y="290601"/>
                </a:lnTo>
                <a:lnTo>
                  <a:pt x="25387" y="286004"/>
                </a:lnTo>
                <a:lnTo>
                  <a:pt x="23393" y="274650"/>
                </a:lnTo>
                <a:lnTo>
                  <a:pt x="23291" y="274091"/>
                </a:lnTo>
                <a:lnTo>
                  <a:pt x="20180" y="244995"/>
                </a:lnTo>
                <a:lnTo>
                  <a:pt x="20142" y="244665"/>
                </a:lnTo>
                <a:lnTo>
                  <a:pt x="17945" y="211467"/>
                </a:lnTo>
                <a:lnTo>
                  <a:pt x="17868" y="210400"/>
                </a:lnTo>
                <a:lnTo>
                  <a:pt x="16052" y="144741"/>
                </a:lnTo>
                <a:lnTo>
                  <a:pt x="16065" y="87020"/>
                </a:lnTo>
                <a:lnTo>
                  <a:pt x="16916" y="64655"/>
                </a:lnTo>
                <a:lnTo>
                  <a:pt x="16954" y="63652"/>
                </a:lnTo>
                <a:lnTo>
                  <a:pt x="17132" y="63042"/>
                </a:lnTo>
                <a:lnTo>
                  <a:pt x="19481" y="48945"/>
                </a:lnTo>
                <a:lnTo>
                  <a:pt x="19545" y="48501"/>
                </a:lnTo>
                <a:lnTo>
                  <a:pt x="19621" y="48056"/>
                </a:lnTo>
                <a:lnTo>
                  <a:pt x="20434" y="45427"/>
                </a:lnTo>
                <a:lnTo>
                  <a:pt x="23406" y="35001"/>
                </a:lnTo>
                <a:lnTo>
                  <a:pt x="23368" y="32918"/>
                </a:lnTo>
                <a:lnTo>
                  <a:pt x="23253" y="31864"/>
                </a:lnTo>
                <a:lnTo>
                  <a:pt x="22923" y="30873"/>
                </a:lnTo>
                <a:lnTo>
                  <a:pt x="22491" y="30124"/>
                </a:lnTo>
                <a:lnTo>
                  <a:pt x="29083" y="25730"/>
                </a:lnTo>
                <a:lnTo>
                  <a:pt x="30759" y="24803"/>
                </a:lnTo>
                <a:lnTo>
                  <a:pt x="41922" y="18529"/>
                </a:lnTo>
                <a:lnTo>
                  <a:pt x="42379" y="18275"/>
                </a:lnTo>
                <a:lnTo>
                  <a:pt x="44513" y="17741"/>
                </a:lnTo>
                <a:lnTo>
                  <a:pt x="51396" y="16014"/>
                </a:lnTo>
                <a:lnTo>
                  <a:pt x="100977" y="16014"/>
                </a:lnTo>
                <a:lnTo>
                  <a:pt x="101701" y="16230"/>
                </a:lnTo>
                <a:lnTo>
                  <a:pt x="102489" y="17157"/>
                </a:lnTo>
                <a:lnTo>
                  <a:pt x="102387" y="16687"/>
                </a:lnTo>
                <a:lnTo>
                  <a:pt x="102336" y="16471"/>
                </a:lnTo>
                <a:lnTo>
                  <a:pt x="102260" y="16230"/>
                </a:lnTo>
                <a:lnTo>
                  <a:pt x="102184" y="16014"/>
                </a:lnTo>
                <a:lnTo>
                  <a:pt x="102489" y="16471"/>
                </a:lnTo>
                <a:lnTo>
                  <a:pt x="102565" y="16687"/>
                </a:lnTo>
                <a:lnTo>
                  <a:pt x="102463" y="16471"/>
                </a:lnTo>
                <a:lnTo>
                  <a:pt x="102489" y="17157"/>
                </a:lnTo>
                <a:lnTo>
                  <a:pt x="104038" y="21424"/>
                </a:lnTo>
                <a:lnTo>
                  <a:pt x="104305" y="22148"/>
                </a:lnTo>
                <a:lnTo>
                  <a:pt x="104114" y="21424"/>
                </a:lnTo>
                <a:lnTo>
                  <a:pt x="120230" y="21424"/>
                </a:lnTo>
                <a:close/>
              </a:path>
              <a:path w="123189" h="322579">
                <a:moveTo>
                  <a:pt x="121754" y="121234"/>
                </a:moveTo>
                <a:lnTo>
                  <a:pt x="105689" y="121234"/>
                </a:lnTo>
                <a:lnTo>
                  <a:pt x="105562" y="121234"/>
                </a:lnTo>
                <a:lnTo>
                  <a:pt x="104800" y="124028"/>
                </a:lnTo>
                <a:lnTo>
                  <a:pt x="102120" y="134099"/>
                </a:lnTo>
                <a:lnTo>
                  <a:pt x="89522" y="164782"/>
                </a:lnTo>
                <a:lnTo>
                  <a:pt x="85610" y="172224"/>
                </a:lnTo>
                <a:lnTo>
                  <a:pt x="80187" y="182613"/>
                </a:lnTo>
                <a:lnTo>
                  <a:pt x="66001" y="204584"/>
                </a:lnTo>
                <a:lnTo>
                  <a:pt x="38328" y="245173"/>
                </a:lnTo>
                <a:lnTo>
                  <a:pt x="25247" y="265722"/>
                </a:lnTo>
                <a:lnTo>
                  <a:pt x="24688" y="266649"/>
                </a:lnTo>
                <a:lnTo>
                  <a:pt x="24447" y="267258"/>
                </a:lnTo>
                <a:lnTo>
                  <a:pt x="24371" y="267449"/>
                </a:lnTo>
                <a:lnTo>
                  <a:pt x="24104" y="268808"/>
                </a:lnTo>
                <a:lnTo>
                  <a:pt x="23977" y="270433"/>
                </a:lnTo>
                <a:lnTo>
                  <a:pt x="24345" y="272427"/>
                </a:lnTo>
                <a:lnTo>
                  <a:pt x="31381" y="278853"/>
                </a:lnTo>
                <a:lnTo>
                  <a:pt x="33782" y="278853"/>
                </a:lnTo>
                <a:lnTo>
                  <a:pt x="38176" y="277710"/>
                </a:lnTo>
                <a:lnTo>
                  <a:pt x="39509" y="277241"/>
                </a:lnTo>
                <a:lnTo>
                  <a:pt x="46024" y="274256"/>
                </a:lnTo>
                <a:lnTo>
                  <a:pt x="56565" y="269443"/>
                </a:lnTo>
                <a:lnTo>
                  <a:pt x="60274" y="261239"/>
                </a:lnTo>
                <a:lnTo>
                  <a:pt x="60032" y="260235"/>
                </a:lnTo>
                <a:lnTo>
                  <a:pt x="54114" y="254723"/>
                </a:lnTo>
                <a:lnTo>
                  <a:pt x="51206" y="254723"/>
                </a:lnTo>
                <a:lnTo>
                  <a:pt x="51689" y="253974"/>
                </a:lnTo>
                <a:lnTo>
                  <a:pt x="79336" y="213423"/>
                </a:lnTo>
                <a:lnTo>
                  <a:pt x="103682" y="172224"/>
                </a:lnTo>
                <a:lnTo>
                  <a:pt x="121373" y="124028"/>
                </a:lnTo>
                <a:lnTo>
                  <a:pt x="121627" y="122605"/>
                </a:lnTo>
                <a:lnTo>
                  <a:pt x="121754" y="121234"/>
                </a:lnTo>
                <a:close/>
              </a:path>
              <a:path w="123189" h="322579">
                <a:moveTo>
                  <a:pt x="123037" y="68516"/>
                </a:moveTo>
                <a:lnTo>
                  <a:pt x="121653" y="38188"/>
                </a:lnTo>
                <a:lnTo>
                  <a:pt x="121539" y="35458"/>
                </a:lnTo>
                <a:lnTo>
                  <a:pt x="121412" y="32727"/>
                </a:lnTo>
                <a:lnTo>
                  <a:pt x="121310" y="30645"/>
                </a:lnTo>
                <a:lnTo>
                  <a:pt x="121196" y="27927"/>
                </a:lnTo>
                <a:lnTo>
                  <a:pt x="121107" y="27063"/>
                </a:lnTo>
                <a:lnTo>
                  <a:pt x="120332" y="22148"/>
                </a:lnTo>
                <a:lnTo>
                  <a:pt x="104305" y="22148"/>
                </a:lnTo>
                <a:lnTo>
                  <a:pt x="104152" y="22148"/>
                </a:lnTo>
                <a:lnTo>
                  <a:pt x="104711" y="25730"/>
                </a:lnTo>
                <a:lnTo>
                  <a:pt x="104736" y="25895"/>
                </a:lnTo>
                <a:lnTo>
                  <a:pt x="104838" y="26568"/>
                </a:lnTo>
                <a:lnTo>
                  <a:pt x="104914" y="27063"/>
                </a:lnTo>
                <a:lnTo>
                  <a:pt x="104990" y="27533"/>
                </a:lnTo>
                <a:lnTo>
                  <a:pt x="105054" y="27927"/>
                </a:lnTo>
                <a:lnTo>
                  <a:pt x="105206" y="28651"/>
                </a:lnTo>
                <a:lnTo>
                  <a:pt x="107022" y="68516"/>
                </a:lnTo>
                <a:lnTo>
                  <a:pt x="106959" y="106464"/>
                </a:lnTo>
                <a:lnTo>
                  <a:pt x="105816" y="119811"/>
                </a:lnTo>
                <a:lnTo>
                  <a:pt x="105752" y="120510"/>
                </a:lnTo>
                <a:lnTo>
                  <a:pt x="105689" y="121234"/>
                </a:lnTo>
                <a:lnTo>
                  <a:pt x="105816" y="120510"/>
                </a:lnTo>
                <a:lnTo>
                  <a:pt x="121805" y="120510"/>
                </a:lnTo>
                <a:lnTo>
                  <a:pt x="121869" y="119811"/>
                </a:lnTo>
                <a:lnTo>
                  <a:pt x="123012" y="106464"/>
                </a:lnTo>
                <a:lnTo>
                  <a:pt x="123037" y="6851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4" name="object 7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895631" y="8100592"/>
            <a:ext cx="436551" cy="327018"/>
          </a:xfrm>
          <a:prstGeom prst="rect">
            <a:avLst/>
          </a:prstGeom>
        </p:spPr>
      </p:pic>
      <p:sp>
        <p:nvSpPr>
          <p:cNvPr id="75" name="object 75"/>
          <p:cNvSpPr/>
          <p:nvPr/>
        </p:nvSpPr>
        <p:spPr>
          <a:xfrm>
            <a:off x="4393870" y="8009470"/>
            <a:ext cx="167640" cy="311150"/>
          </a:xfrm>
          <a:custGeom>
            <a:avLst/>
            <a:gdLst/>
            <a:ahLst/>
            <a:cxnLst/>
            <a:rect l="l" t="t" r="r" b="b"/>
            <a:pathLst>
              <a:path w="167639" h="311150">
                <a:moveTo>
                  <a:pt x="155321" y="163474"/>
                </a:moveTo>
                <a:lnTo>
                  <a:pt x="138315" y="163474"/>
                </a:lnTo>
                <a:lnTo>
                  <a:pt x="138137" y="163474"/>
                </a:lnTo>
                <a:lnTo>
                  <a:pt x="134035" y="170307"/>
                </a:lnTo>
                <a:lnTo>
                  <a:pt x="111836" y="201333"/>
                </a:lnTo>
                <a:lnTo>
                  <a:pt x="76822" y="236423"/>
                </a:lnTo>
                <a:lnTo>
                  <a:pt x="43599" y="262267"/>
                </a:lnTo>
                <a:lnTo>
                  <a:pt x="42405" y="263423"/>
                </a:lnTo>
                <a:lnTo>
                  <a:pt x="35026" y="272186"/>
                </a:lnTo>
                <a:lnTo>
                  <a:pt x="34480" y="272910"/>
                </a:lnTo>
                <a:lnTo>
                  <a:pt x="33172" y="274878"/>
                </a:lnTo>
                <a:lnTo>
                  <a:pt x="29692" y="280263"/>
                </a:lnTo>
                <a:lnTo>
                  <a:pt x="22796" y="287845"/>
                </a:lnTo>
                <a:lnTo>
                  <a:pt x="30683" y="233464"/>
                </a:lnTo>
                <a:lnTo>
                  <a:pt x="34366" y="159664"/>
                </a:lnTo>
                <a:lnTo>
                  <a:pt x="34404" y="68491"/>
                </a:lnTo>
                <a:lnTo>
                  <a:pt x="35699" y="41719"/>
                </a:lnTo>
                <a:lnTo>
                  <a:pt x="35750" y="40665"/>
                </a:lnTo>
                <a:lnTo>
                  <a:pt x="35966" y="39890"/>
                </a:lnTo>
                <a:lnTo>
                  <a:pt x="37096" y="33718"/>
                </a:lnTo>
                <a:lnTo>
                  <a:pt x="37223" y="33007"/>
                </a:lnTo>
                <a:lnTo>
                  <a:pt x="37515" y="32258"/>
                </a:lnTo>
                <a:lnTo>
                  <a:pt x="39128" y="28130"/>
                </a:lnTo>
                <a:lnTo>
                  <a:pt x="39154" y="27927"/>
                </a:lnTo>
                <a:lnTo>
                  <a:pt x="39370" y="27495"/>
                </a:lnTo>
                <a:lnTo>
                  <a:pt x="39204" y="27927"/>
                </a:lnTo>
                <a:lnTo>
                  <a:pt x="39509" y="27495"/>
                </a:lnTo>
                <a:lnTo>
                  <a:pt x="44856" y="18580"/>
                </a:lnTo>
                <a:lnTo>
                  <a:pt x="45199" y="17602"/>
                </a:lnTo>
                <a:lnTo>
                  <a:pt x="45516" y="15494"/>
                </a:lnTo>
                <a:lnTo>
                  <a:pt x="45466" y="14465"/>
                </a:lnTo>
                <a:lnTo>
                  <a:pt x="37922" y="7353"/>
                </a:lnTo>
                <a:lnTo>
                  <a:pt x="36537" y="7353"/>
                </a:lnTo>
                <a:lnTo>
                  <a:pt x="34086" y="7975"/>
                </a:lnTo>
                <a:lnTo>
                  <a:pt x="34277" y="7975"/>
                </a:lnTo>
                <a:lnTo>
                  <a:pt x="33540" y="8318"/>
                </a:lnTo>
                <a:lnTo>
                  <a:pt x="18389" y="68491"/>
                </a:lnTo>
                <a:lnTo>
                  <a:pt x="18351" y="159664"/>
                </a:lnTo>
                <a:lnTo>
                  <a:pt x="14732" y="232333"/>
                </a:lnTo>
                <a:lnTo>
                  <a:pt x="12484" y="256933"/>
                </a:lnTo>
                <a:lnTo>
                  <a:pt x="9448" y="276136"/>
                </a:lnTo>
                <a:lnTo>
                  <a:pt x="5511" y="290322"/>
                </a:lnTo>
                <a:lnTo>
                  <a:pt x="5295" y="291122"/>
                </a:lnTo>
                <a:lnTo>
                  <a:pt x="5600" y="290322"/>
                </a:lnTo>
                <a:lnTo>
                  <a:pt x="20535" y="290322"/>
                </a:lnTo>
                <a:lnTo>
                  <a:pt x="19812" y="291122"/>
                </a:lnTo>
                <a:lnTo>
                  <a:pt x="5295" y="291122"/>
                </a:lnTo>
                <a:lnTo>
                  <a:pt x="5105" y="291122"/>
                </a:lnTo>
                <a:lnTo>
                  <a:pt x="330" y="300469"/>
                </a:lnTo>
                <a:lnTo>
                  <a:pt x="50" y="301472"/>
                </a:lnTo>
                <a:lnTo>
                  <a:pt x="0" y="304622"/>
                </a:lnTo>
                <a:lnTo>
                  <a:pt x="647" y="306641"/>
                </a:lnTo>
                <a:lnTo>
                  <a:pt x="6413" y="311099"/>
                </a:lnTo>
                <a:lnTo>
                  <a:pt x="9385" y="311099"/>
                </a:lnTo>
                <a:lnTo>
                  <a:pt x="19050" y="298996"/>
                </a:lnTo>
                <a:lnTo>
                  <a:pt x="19596" y="300151"/>
                </a:lnTo>
                <a:lnTo>
                  <a:pt x="20218" y="300990"/>
                </a:lnTo>
                <a:lnTo>
                  <a:pt x="21793" y="302425"/>
                </a:lnTo>
                <a:lnTo>
                  <a:pt x="22682" y="302958"/>
                </a:lnTo>
                <a:lnTo>
                  <a:pt x="25095" y="303822"/>
                </a:lnTo>
                <a:lnTo>
                  <a:pt x="27419" y="303822"/>
                </a:lnTo>
                <a:lnTo>
                  <a:pt x="47790" y="281774"/>
                </a:lnTo>
                <a:lnTo>
                  <a:pt x="48348" y="281203"/>
                </a:lnTo>
                <a:lnTo>
                  <a:pt x="53670" y="274878"/>
                </a:lnTo>
                <a:lnTo>
                  <a:pt x="54114" y="274358"/>
                </a:lnTo>
                <a:lnTo>
                  <a:pt x="54914" y="273735"/>
                </a:lnTo>
                <a:lnTo>
                  <a:pt x="86626" y="249072"/>
                </a:lnTo>
                <a:lnTo>
                  <a:pt x="87160" y="248627"/>
                </a:lnTo>
                <a:lnTo>
                  <a:pt x="123571" y="212204"/>
                </a:lnTo>
                <a:lnTo>
                  <a:pt x="152692" y="170307"/>
                </a:lnTo>
                <a:lnTo>
                  <a:pt x="153352" y="168910"/>
                </a:lnTo>
                <a:lnTo>
                  <a:pt x="155321" y="163474"/>
                </a:lnTo>
                <a:close/>
              </a:path>
              <a:path w="167639" h="311150">
                <a:moveTo>
                  <a:pt x="167195" y="99733"/>
                </a:moveTo>
                <a:lnTo>
                  <a:pt x="165404" y="56883"/>
                </a:lnTo>
                <a:lnTo>
                  <a:pt x="165315" y="55029"/>
                </a:lnTo>
                <a:lnTo>
                  <a:pt x="163487" y="39370"/>
                </a:lnTo>
                <a:lnTo>
                  <a:pt x="163398" y="38633"/>
                </a:lnTo>
                <a:lnTo>
                  <a:pt x="163309" y="37795"/>
                </a:lnTo>
                <a:lnTo>
                  <a:pt x="163220" y="37045"/>
                </a:lnTo>
                <a:lnTo>
                  <a:pt x="163144" y="36385"/>
                </a:lnTo>
                <a:lnTo>
                  <a:pt x="163055" y="35661"/>
                </a:lnTo>
                <a:lnTo>
                  <a:pt x="163004" y="35204"/>
                </a:lnTo>
                <a:lnTo>
                  <a:pt x="162890" y="34467"/>
                </a:lnTo>
                <a:lnTo>
                  <a:pt x="159791" y="19913"/>
                </a:lnTo>
                <a:lnTo>
                  <a:pt x="159740" y="19672"/>
                </a:lnTo>
                <a:lnTo>
                  <a:pt x="158699" y="16510"/>
                </a:lnTo>
                <a:lnTo>
                  <a:pt x="158508" y="15989"/>
                </a:lnTo>
                <a:lnTo>
                  <a:pt x="158280" y="15417"/>
                </a:lnTo>
                <a:lnTo>
                  <a:pt x="157099" y="12369"/>
                </a:lnTo>
                <a:lnTo>
                  <a:pt x="156146" y="10604"/>
                </a:lnTo>
                <a:lnTo>
                  <a:pt x="141693" y="393"/>
                </a:lnTo>
                <a:lnTo>
                  <a:pt x="141693" y="16649"/>
                </a:lnTo>
                <a:lnTo>
                  <a:pt x="140906" y="16522"/>
                </a:lnTo>
                <a:lnTo>
                  <a:pt x="141693" y="16649"/>
                </a:lnTo>
                <a:lnTo>
                  <a:pt x="141693" y="393"/>
                </a:lnTo>
                <a:lnTo>
                  <a:pt x="140398" y="139"/>
                </a:lnTo>
                <a:lnTo>
                  <a:pt x="138468" y="0"/>
                </a:lnTo>
                <a:lnTo>
                  <a:pt x="73875" y="3695"/>
                </a:lnTo>
                <a:lnTo>
                  <a:pt x="51523" y="63258"/>
                </a:lnTo>
                <a:lnTo>
                  <a:pt x="51625" y="64465"/>
                </a:lnTo>
                <a:lnTo>
                  <a:pt x="59512" y="71399"/>
                </a:lnTo>
                <a:lnTo>
                  <a:pt x="60325" y="71399"/>
                </a:lnTo>
                <a:lnTo>
                  <a:pt x="71196" y="38633"/>
                </a:lnTo>
                <a:lnTo>
                  <a:pt x="71424" y="37795"/>
                </a:lnTo>
                <a:lnTo>
                  <a:pt x="75006" y="22567"/>
                </a:lnTo>
                <a:lnTo>
                  <a:pt x="75057" y="22352"/>
                </a:lnTo>
                <a:lnTo>
                  <a:pt x="75285" y="21386"/>
                </a:lnTo>
                <a:lnTo>
                  <a:pt x="76339" y="19672"/>
                </a:lnTo>
                <a:lnTo>
                  <a:pt x="76149" y="19672"/>
                </a:lnTo>
                <a:lnTo>
                  <a:pt x="75615" y="19672"/>
                </a:lnTo>
                <a:lnTo>
                  <a:pt x="75615" y="19926"/>
                </a:lnTo>
                <a:lnTo>
                  <a:pt x="75463" y="20586"/>
                </a:lnTo>
                <a:lnTo>
                  <a:pt x="75069" y="21348"/>
                </a:lnTo>
                <a:lnTo>
                  <a:pt x="75387" y="20548"/>
                </a:lnTo>
                <a:lnTo>
                  <a:pt x="75615" y="19926"/>
                </a:lnTo>
                <a:lnTo>
                  <a:pt x="75615" y="19672"/>
                </a:lnTo>
                <a:lnTo>
                  <a:pt x="75247" y="19672"/>
                </a:lnTo>
                <a:lnTo>
                  <a:pt x="74815" y="19672"/>
                </a:lnTo>
                <a:lnTo>
                  <a:pt x="75272" y="19646"/>
                </a:lnTo>
                <a:lnTo>
                  <a:pt x="76339" y="19583"/>
                </a:lnTo>
                <a:lnTo>
                  <a:pt x="87325" y="18935"/>
                </a:lnTo>
                <a:lnTo>
                  <a:pt x="111645" y="17500"/>
                </a:lnTo>
                <a:lnTo>
                  <a:pt x="137909" y="15989"/>
                </a:lnTo>
                <a:lnTo>
                  <a:pt x="138176" y="15989"/>
                </a:lnTo>
                <a:lnTo>
                  <a:pt x="140042" y="16344"/>
                </a:lnTo>
                <a:lnTo>
                  <a:pt x="140665" y="16459"/>
                </a:lnTo>
                <a:lnTo>
                  <a:pt x="140436" y="16141"/>
                </a:lnTo>
                <a:lnTo>
                  <a:pt x="140335" y="15989"/>
                </a:lnTo>
                <a:lnTo>
                  <a:pt x="140474" y="16154"/>
                </a:lnTo>
                <a:lnTo>
                  <a:pt x="140665" y="16459"/>
                </a:lnTo>
                <a:lnTo>
                  <a:pt x="140893" y="16510"/>
                </a:lnTo>
                <a:lnTo>
                  <a:pt x="140703" y="16510"/>
                </a:lnTo>
                <a:lnTo>
                  <a:pt x="140309" y="16510"/>
                </a:lnTo>
                <a:lnTo>
                  <a:pt x="141084" y="17030"/>
                </a:lnTo>
                <a:lnTo>
                  <a:pt x="142659" y="19253"/>
                </a:lnTo>
                <a:lnTo>
                  <a:pt x="142608" y="18948"/>
                </a:lnTo>
                <a:lnTo>
                  <a:pt x="142773" y="19253"/>
                </a:lnTo>
                <a:lnTo>
                  <a:pt x="142913" y="19570"/>
                </a:lnTo>
                <a:lnTo>
                  <a:pt x="142659" y="19253"/>
                </a:lnTo>
                <a:lnTo>
                  <a:pt x="142773" y="19672"/>
                </a:lnTo>
                <a:lnTo>
                  <a:pt x="143814" y="22352"/>
                </a:lnTo>
                <a:lnTo>
                  <a:pt x="144005" y="22567"/>
                </a:lnTo>
                <a:lnTo>
                  <a:pt x="146939" y="36385"/>
                </a:lnTo>
                <a:lnTo>
                  <a:pt x="147116" y="37045"/>
                </a:lnTo>
                <a:lnTo>
                  <a:pt x="149199" y="55029"/>
                </a:lnTo>
                <a:lnTo>
                  <a:pt x="149275" y="55626"/>
                </a:lnTo>
                <a:lnTo>
                  <a:pt x="149402" y="56883"/>
                </a:lnTo>
                <a:lnTo>
                  <a:pt x="151231" y="99733"/>
                </a:lnTo>
                <a:lnTo>
                  <a:pt x="149961" y="120891"/>
                </a:lnTo>
                <a:lnTo>
                  <a:pt x="149415" y="123850"/>
                </a:lnTo>
                <a:lnTo>
                  <a:pt x="146151" y="141795"/>
                </a:lnTo>
                <a:lnTo>
                  <a:pt x="138582" y="162737"/>
                </a:lnTo>
                <a:lnTo>
                  <a:pt x="138315" y="163474"/>
                </a:lnTo>
                <a:lnTo>
                  <a:pt x="138658" y="162737"/>
                </a:lnTo>
                <a:lnTo>
                  <a:pt x="155587" y="162737"/>
                </a:lnTo>
                <a:lnTo>
                  <a:pt x="155829" y="162077"/>
                </a:lnTo>
                <a:lnTo>
                  <a:pt x="165684" y="123850"/>
                </a:lnTo>
                <a:lnTo>
                  <a:pt x="167195" y="100736"/>
                </a:lnTo>
                <a:lnTo>
                  <a:pt x="167195" y="9973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6" name="object 7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962460" y="8812795"/>
            <a:ext cx="237933" cy="327325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274368" y="8822525"/>
            <a:ext cx="178920" cy="210553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535850" y="8807077"/>
            <a:ext cx="192114" cy="308729"/>
          </a:xfrm>
          <a:prstGeom prst="rect">
            <a:avLst/>
          </a:prstGeom>
        </p:spPr>
      </p:pic>
      <p:grpSp>
        <p:nvGrpSpPr>
          <p:cNvPr id="79" name="object 79"/>
          <p:cNvGrpSpPr/>
          <p:nvPr/>
        </p:nvGrpSpPr>
        <p:grpSpPr>
          <a:xfrm>
            <a:off x="3911475" y="8791069"/>
            <a:ext cx="222885" cy="266700"/>
            <a:chOff x="3911475" y="8791069"/>
            <a:chExt cx="222885" cy="266700"/>
          </a:xfrm>
        </p:grpSpPr>
        <p:pic>
          <p:nvPicPr>
            <p:cNvPr id="80" name="object 8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938172" y="8827450"/>
              <a:ext cx="186226" cy="142481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3911475" y="8791069"/>
              <a:ext cx="222885" cy="266700"/>
            </a:xfrm>
            <a:custGeom>
              <a:avLst/>
              <a:gdLst/>
              <a:ahLst/>
              <a:cxnLst/>
              <a:rect l="l" t="t" r="r" b="b"/>
              <a:pathLst>
                <a:path w="222885" h="266700">
                  <a:moveTo>
                    <a:pt x="216300" y="0"/>
                  </a:moveTo>
                  <a:lnTo>
                    <a:pt x="213036" y="0"/>
                  </a:lnTo>
                  <a:lnTo>
                    <a:pt x="211137" y="621"/>
                  </a:lnTo>
                  <a:lnTo>
                    <a:pt x="173109" y="35666"/>
                  </a:lnTo>
                  <a:lnTo>
                    <a:pt x="87989" y="145185"/>
                  </a:lnTo>
                  <a:lnTo>
                    <a:pt x="29738" y="219208"/>
                  </a:lnTo>
                  <a:lnTo>
                    <a:pt x="1107" y="254071"/>
                  </a:lnTo>
                  <a:lnTo>
                    <a:pt x="617" y="254988"/>
                  </a:lnTo>
                  <a:lnTo>
                    <a:pt x="0" y="257017"/>
                  </a:lnTo>
                  <a:lnTo>
                    <a:pt x="105" y="260163"/>
                  </a:lnTo>
                  <a:lnTo>
                    <a:pt x="6649" y="266287"/>
                  </a:lnTo>
                  <a:lnTo>
                    <a:pt x="9446" y="266287"/>
                  </a:lnTo>
                  <a:lnTo>
                    <a:pt x="42205" y="229236"/>
                  </a:lnTo>
                  <a:lnTo>
                    <a:pt x="100638" y="154976"/>
                  </a:lnTo>
                  <a:lnTo>
                    <a:pt x="162647" y="73524"/>
                  </a:lnTo>
                  <a:lnTo>
                    <a:pt x="184945" y="46407"/>
                  </a:lnTo>
                  <a:lnTo>
                    <a:pt x="203266" y="28138"/>
                  </a:lnTo>
                  <a:lnTo>
                    <a:pt x="220638" y="13272"/>
                  </a:lnTo>
                  <a:lnTo>
                    <a:pt x="221280" y="12454"/>
                  </a:lnTo>
                  <a:lnTo>
                    <a:pt x="222241" y="10563"/>
                  </a:lnTo>
                  <a:lnTo>
                    <a:pt x="222520" y="9561"/>
                  </a:lnTo>
                  <a:lnTo>
                    <a:pt x="222559" y="6414"/>
                  </a:lnTo>
                  <a:lnTo>
                    <a:pt x="221900" y="4399"/>
                  </a:lnTo>
                  <a:lnTo>
                    <a:pt x="221391" y="3492"/>
                  </a:lnTo>
                  <a:lnTo>
                    <a:pt x="220010" y="1883"/>
                  </a:lnTo>
                  <a:lnTo>
                    <a:pt x="219193" y="1240"/>
                  </a:lnTo>
                  <a:lnTo>
                    <a:pt x="217302" y="280"/>
                  </a:lnTo>
                  <a:lnTo>
                    <a:pt x="216300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/>
          <p:nvPr/>
        </p:nvSpPr>
        <p:spPr>
          <a:xfrm>
            <a:off x="4500038" y="8696221"/>
            <a:ext cx="31115" cy="269240"/>
          </a:xfrm>
          <a:custGeom>
            <a:avLst/>
            <a:gdLst/>
            <a:ahLst/>
            <a:cxnLst/>
            <a:rect l="l" t="t" r="r" b="b"/>
            <a:pathLst>
              <a:path w="31114" h="269240">
                <a:moveTo>
                  <a:pt x="17677" y="0"/>
                </a:moveTo>
                <a:lnTo>
                  <a:pt x="14304" y="0"/>
                </a:lnTo>
                <a:lnTo>
                  <a:pt x="13220" y="350"/>
                </a:lnTo>
                <a:lnTo>
                  <a:pt x="6484" y="65859"/>
                </a:lnTo>
                <a:lnTo>
                  <a:pt x="2884" y="140075"/>
                </a:lnTo>
                <a:lnTo>
                  <a:pt x="0" y="194149"/>
                </a:lnTo>
                <a:lnTo>
                  <a:pt x="95" y="235536"/>
                </a:lnTo>
                <a:lnTo>
                  <a:pt x="1311" y="242878"/>
                </a:lnTo>
                <a:lnTo>
                  <a:pt x="1788" y="244513"/>
                </a:lnTo>
                <a:lnTo>
                  <a:pt x="1841" y="244695"/>
                </a:lnTo>
                <a:lnTo>
                  <a:pt x="21727" y="268925"/>
                </a:lnTo>
                <a:lnTo>
                  <a:pt x="24775" y="268925"/>
                </a:lnTo>
                <a:lnTo>
                  <a:pt x="31088" y="259608"/>
                </a:lnTo>
                <a:lnTo>
                  <a:pt x="30855" y="258593"/>
                </a:lnTo>
                <a:lnTo>
                  <a:pt x="29987" y="256659"/>
                </a:lnTo>
                <a:lnTo>
                  <a:pt x="29385" y="255812"/>
                </a:lnTo>
                <a:lnTo>
                  <a:pt x="23470" y="250233"/>
                </a:lnTo>
                <a:lnTo>
                  <a:pt x="23263" y="250233"/>
                </a:lnTo>
                <a:lnTo>
                  <a:pt x="22824" y="249623"/>
                </a:lnTo>
                <a:lnTo>
                  <a:pt x="22261" y="249092"/>
                </a:lnTo>
                <a:lnTo>
                  <a:pt x="22442" y="249092"/>
                </a:lnTo>
                <a:lnTo>
                  <a:pt x="19739" y="245341"/>
                </a:lnTo>
                <a:lnTo>
                  <a:pt x="19494" y="245341"/>
                </a:lnTo>
                <a:lnTo>
                  <a:pt x="19220" y="244695"/>
                </a:lnTo>
                <a:lnTo>
                  <a:pt x="19028" y="244513"/>
                </a:lnTo>
                <a:lnTo>
                  <a:pt x="18622" y="243790"/>
                </a:lnTo>
                <a:lnTo>
                  <a:pt x="18835" y="243790"/>
                </a:lnTo>
                <a:lnTo>
                  <a:pt x="17336" y="240262"/>
                </a:lnTo>
                <a:lnTo>
                  <a:pt x="17094" y="240262"/>
                </a:lnTo>
                <a:lnTo>
                  <a:pt x="16939" y="239326"/>
                </a:lnTo>
                <a:lnTo>
                  <a:pt x="16564" y="238445"/>
                </a:lnTo>
                <a:lnTo>
                  <a:pt x="16793" y="238445"/>
                </a:lnTo>
                <a:lnTo>
                  <a:pt x="16094" y="234228"/>
                </a:lnTo>
                <a:lnTo>
                  <a:pt x="16019" y="194149"/>
                </a:lnTo>
                <a:lnTo>
                  <a:pt x="18859" y="140893"/>
                </a:lnTo>
                <a:lnTo>
                  <a:pt x="22471" y="66461"/>
                </a:lnTo>
                <a:lnTo>
                  <a:pt x="23622" y="23848"/>
                </a:lnTo>
                <a:lnTo>
                  <a:pt x="16534" y="23848"/>
                </a:lnTo>
                <a:lnTo>
                  <a:pt x="14382" y="23257"/>
                </a:lnTo>
                <a:lnTo>
                  <a:pt x="8912" y="12684"/>
                </a:lnTo>
                <a:lnTo>
                  <a:pt x="8820" y="11953"/>
                </a:lnTo>
                <a:lnTo>
                  <a:pt x="8702" y="11004"/>
                </a:lnTo>
                <a:lnTo>
                  <a:pt x="8337" y="9789"/>
                </a:lnTo>
                <a:lnTo>
                  <a:pt x="24090" y="8139"/>
                </a:lnTo>
                <a:lnTo>
                  <a:pt x="24413" y="8139"/>
                </a:lnTo>
                <a:lnTo>
                  <a:pt x="23621" y="4978"/>
                </a:lnTo>
                <a:lnTo>
                  <a:pt x="19032" y="350"/>
                </a:lnTo>
                <a:lnTo>
                  <a:pt x="17677" y="0"/>
                </a:lnTo>
                <a:close/>
              </a:path>
              <a:path w="31114" h="269240">
                <a:moveTo>
                  <a:pt x="22824" y="249623"/>
                </a:moveTo>
                <a:lnTo>
                  <a:pt x="23263" y="250233"/>
                </a:lnTo>
                <a:lnTo>
                  <a:pt x="23470" y="250233"/>
                </a:lnTo>
                <a:lnTo>
                  <a:pt x="22824" y="249623"/>
                </a:lnTo>
                <a:close/>
              </a:path>
              <a:path w="31114" h="269240">
                <a:moveTo>
                  <a:pt x="22442" y="249092"/>
                </a:moveTo>
                <a:lnTo>
                  <a:pt x="22261" y="249092"/>
                </a:lnTo>
                <a:lnTo>
                  <a:pt x="22824" y="249623"/>
                </a:lnTo>
                <a:lnTo>
                  <a:pt x="22442" y="249092"/>
                </a:lnTo>
                <a:close/>
              </a:path>
              <a:path w="31114" h="269240">
                <a:moveTo>
                  <a:pt x="19142" y="244513"/>
                </a:moveTo>
                <a:lnTo>
                  <a:pt x="19131" y="244695"/>
                </a:lnTo>
                <a:lnTo>
                  <a:pt x="19494" y="245341"/>
                </a:lnTo>
                <a:lnTo>
                  <a:pt x="19739" y="245341"/>
                </a:lnTo>
                <a:lnTo>
                  <a:pt x="19142" y="244513"/>
                </a:lnTo>
                <a:close/>
              </a:path>
              <a:path w="31114" h="269240">
                <a:moveTo>
                  <a:pt x="18835" y="243790"/>
                </a:moveTo>
                <a:lnTo>
                  <a:pt x="18622" y="243790"/>
                </a:lnTo>
                <a:lnTo>
                  <a:pt x="19142" y="244513"/>
                </a:lnTo>
                <a:lnTo>
                  <a:pt x="18835" y="243790"/>
                </a:lnTo>
                <a:close/>
              </a:path>
              <a:path w="31114" h="269240">
                <a:moveTo>
                  <a:pt x="16939" y="239326"/>
                </a:moveTo>
                <a:lnTo>
                  <a:pt x="17094" y="240262"/>
                </a:lnTo>
                <a:lnTo>
                  <a:pt x="17336" y="240262"/>
                </a:lnTo>
                <a:lnTo>
                  <a:pt x="16939" y="239326"/>
                </a:lnTo>
                <a:close/>
              </a:path>
              <a:path w="31114" h="269240">
                <a:moveTo>
                  <a:pt x="16793" y="238445"/>
                </a:moveTo>
                <a:lnTo>
                  <a:pt x="16564" y="238445"/>
                </a:lnTo>
                <a:lnTo>
                  <a:pt x="16939" y="239326"/>
                </a:lnTo>
                <a:lnTo>
                  <a:pt x="16793" y="238445"/>
                </a:lnTo>
                <a:close/>
              </a:path>
              <a:path w="31114" h="269240">
                <a:moveTo>
                  <a:pt x="24090" y="8139"/>
                </a:moveTo>
                <a:lnTo>
                  <a:pt x="8337" y="9789"/>
                </a:lnTo>
                <a:lnTo>
                  <a:pt x="8702" y="11004"/>
                </a:lnTo>
                <a:lnTo>
                  <a:pt x="9437" y="16880"/>
                </a:lnTo>
                <a:lnTo>
                  <a:pt x="16534" y="23848"/>
                </a:lnTo>
                <a:lnTo>
                  <a:pt x="17298" y="23848"/>
                </a:lnTo>
                <a:lnTo>
                  <a:pt x="23928" y="12684"/>
                </a:lnTo>
                <a:lnTo>
                  <a:pt x="24031" y="9789"/>
                </a:lnTo>
                <a:lnTo>
                  <a:pt x="24090" y="8139"/>
                </a:lnTo>
                <a:close/>
              </a:path>
              <a:path w="31114" h="269240">
                <a:moveTo>
                  <a:pt x="23708" y="20656"/>
                </a:moveTo>
                <a:lnTo>
                  <a:pt x="17298" y="23848"/>
                </a:lnTo>
                <a:lnTo>
                  <a:pt x="23622" y="23848"/>
                </a:lnTo>
                <a:lnTo>
                  <a:pt x="23708" y="20656"/>
                </a:lnTo>
                <a:close/>
              </a:path>
              <a:path w="31114" h="269240">
                <a:moveTo>
                  <a:pt x="24409" y="8139"/>
                </a:moveTo>
                <a:lnTo>
                  <a:pt x="24090" y="8139"/>
                </a:lnTo>
                <a:lnTo>
                  <a:pt x="24031" y="9789"/>
                </a:lnTo>
                <a:lnTo>
                  <a:pt x="23928" y="12684"/>
                </a:lnTo>
                <a:lnTo>
                  <a:pt x="23810" y="16880"/>
                </a:lnTo>
                <a:lnTo>
                  <a:pt x="23708" y="20656"/>
                </a:lnTo>
                <a:lnTo>
                  <a:pt x="24321" y="19855"/>
                </a:lnTo>
                <a:lnTo>
                  <a:pt x="24787" y="18924"/>
                </a:lnTo>
                <a:lnTo>
                  <a:pt x="25350" y="16880"/>
                </a:lnTo>
                <a:lnTo>
                  <a:pt x="25295" y="14790"/>
                </a:lnTo>
                <a:lnTo>
                  <a:pt x="24670" y="9789"/>
                </a:lnTo>
                <a:lnTo>
                  <a:pt x="24574" y="9019"/>
                </a:lnTo>
                <a:lnTo>
                  <a:pt x="24409" y="813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3" name="object 8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611593" y="8715693"/>
            <a:ext cx="149525" cy="22986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849734" y="8726369"/>
            <a:ext cx="225083" cy="221443"/>
          </a:xfrm>
          <a:prstGeom prst="rect">
            <a:avLst/>
          </a:prstGeom>
        </p:spPr>
      </p:pic>
      <p:sp>
        <p:nvSpPr>
          <p:cNvPr id="85" name="object 85"/>
          <p:cNvSpPr/>
          <p:nvPr/>
        </p:nvSpPr>
        <p:spPr>
          <a:xfrm>
            <a:off x="5145197" y="8744475"/>
            <a:ext cx="43815" cy="268605"/>
          </a:xfrm>
          <a:custGeom>
            <a:avLst/>
            <a:gdLst/>
            <a:ahLst/>
            <a:cxnLst/>
            <a:rect l="l" t="t" r="r" b="b"/>
            <a:pathLst>
              <a:path w="43814" h="268604">
                <a:moveTo>
                  <a:pt x="37045" y="0"/>
                </a:moveTo>
                <a:lnTo>
                  <a:pt x="33837" y="0"/>
                </a:lnTo>
                <a:lnTo>
                  <a:pt x="32834" y="274"/>
                </a:lnTo>
                <a:lnTo>
                  <a:pt x="23127" y="9424"/>
                </a:lnTo>
                <a:lnTo>
                  <a:pt x="23051" y="9583"/>
                </a:lnTo>
                <a:lnTo>
                  <a:pt x="22646" y="10764"/>
                </a:lnTo>
                <a:lnTo>
                  <a:pt x="22509" y="11436"/>
                </a:lnTo>
                <a:lnTo>
                  <a:pt x="21704" y="19789"/>
                </a:lnTo>
                <a:lnTo>
                  <a:pt x="19551" y="66428"/>
                </a:lnTo>
                <a:lnTo>
                  <a:pt x="15247" y="124583"/>
                </a:lnTo>
                <a:lnTo>
                  <a:pt x="7334" y="200144"/>
                </a:lnTo>
                <a:lnTo>
                  <a:pt x="0" y="260314"/>
                </a:lnTo>
                <a:lnTo>
                  <a:pt x="78" y="261350"/>
                </a:lnTo>
                <a:lnTo>
                  <a:pt x="603" y="263237"/>
                </a:lnTo>
                <a:lnTo>
                  <a:pt x="646" y="263394"/>
                </a:lnTo>
                <a:lnTo>
                  <a:pt x="1115" y="264322"/>
                </a:lnTo>
                <a:lnTo>
                  <a:pt x="7486" y="268217"/>
                </a:lnTo>
                <a:lnTo>
                  <a:pt x="9188" y="268217"/>
                </a:lnTo>
                <a:lnTo>
                  <a:pt x="23230" y="201949"/>
                </a:lnTo>
                <a:lnTo>
                  <a:pt x="31182" y="126003"/>
                </a:lnTo>
                <a:lnTo>
                  <a:pt x="35521" y="67390"/>
                </a:lnTo>
                <a:lnTo>
                  <a:pt x="37665" y="20935"/>
                </a:lnTo>
                <a:lnTo>
                  <a:pt x="38035" y="17035"/>
                </a:lnTo>
                <a:lnTo>
                  <a:pt x="37177" y="17035"/>
                </a:lnTo>
                <a:lnTo>
                  <a:pt x="37363" y="16496"/>
                </a:lnTo>
                <a:lnTo>
                  <a:pt x="36155" y="16496"/>
                </a:lnTo>
                <a:lnTo>
                  <a:pt x="37906" y="14910"/>
                </a:lnTo>
                <a:lnTo>
                  <a:pt x="38239" y="13942"/>
                </a:lnTo>
                <a:lnTo>
                  <a:pt x="38352" y="13613"/>
                </a:lnTo>
                <a:lnTo>
                  <a:pt x="41092" y="13613"/>
                </a:lnTo>
                <a:lnTo>
                  <a:pt x="42197" y="12339"/>
                </a:lnTo>
                <a:lnTo>
                  <a:pt x="42712" y="11436"/>
                </a:lnTo>
                <a:lnTo>
                  <a:pt x="43330" y="9583"/>
                </a:lnTo>
                <a:lnTo>
                  <a:pt x="43362" y="6276"/>
                </a:lnTo>
                <a:lnTo>
                  <a:pt x="43088" y="5273"/>
                </a:lnTo>
                <a:lnTo>
                  <a:pt x="37868" y="274"/>
                </a:lnTo>
                <a:lnTo>
                  <a:pt x="37045" y="0"/>
                </a:lnTo>
                <a:close/>
              </a:path>
              <a:path w="43814" h="268604">
                <a:moveTo>
                  <a:pt x="38149" y="15498"/>
                </a:moveTo>
                <a:lnTo>
                  <a:pt x="37613" y="15766"/>
                </a:lnTo>
                <a:lnTo>
                  <a:pt x="37177" y="17035"/>
                </a:lnTo>
                <a:lnTo>
                  <a:pt x="38149" y="15498"/>
                </a:lnTo>
                <a:close/>
              </a:path>
              <a:path w="43814" h="268604">
                <a:moveTo>
                  <a:pt x="38185" y="15498"/>
                </a:moveTo>
                <a:lnTo>
                  <a:pt x="37979" y="15766"/>
                </a:lnTo>
                <a:lnTo>
                  <a:pt x="37177" y="17035"/>
                </a:lnTo>
                <a:lnTo>
                  <a:pt x="38035" y="17035"/>
                </a:lnTo>
                <a:lnTo>
                  <a:pt x="38159" y="15766"/>
                </a:lnTo>
                <a:lnTo>
                  <a:pt x="38185" y="15498"/>
                </a:lnTo>
                <a:close/>
              </a:path>
              <a:path w="43814" h="268604">
                <a:moveTo>
                  <a:pt x="37906" y="14910"/>
                </a:moveTo>
                <a:lnTo>
                  <a:pt x="36155" y="16496"/>
                </a:lnTo>
                <a:lnTo>
                  <a:pt x="37613" y="15766"/>
                </a:lnTo>
                <a:lnTo>
                  <a:pt x="37906" y="14910"/>
                </a:lnTo>
                <a:close/>
              </a:path>
              <a:path w="43814" h="268604">
                <a:moveTo>
                  <a:pt x="37613" y="15766"/>
                </a:moveTo>
                <a:lnTo>
                  <a:pt x="36155" y="16496"/>
                </a:lnTo>
                <a:lnTo>
                  <a:pt x="37363" y="16496"/>
                </a:lnTo>
                <a:lnTo>
                  <a:pt x="37613" y="15766"/>
                </a:lnTo>
                <a:close/>
              </a:path>
              <a:path w="43814" h="268604">
                <a:moveTo>
                  <a:pt x="38274" y="14579"/>
                </a:moveTo>
                <a:lnTo>
                  <a:pt x="37906" y="14910"/>
                </a:lnTo>
                <a:lnTo>
                  <a:pt x="37705" y="15498"/>
                </a:lnTo>
                <a:lnTo>
                  <a:pt x="37613" y="15766"/>
                </a:lnTo>
                <a:lnTo>
                  <a:pt x="38149" y="15498"/>
                </a:lnTo>
                <a:lnTo>
                  <a:pt x="38274" y="14579"/>
                </a:lnTo>
                <a:close/>
              </a:path>
              <a:path w="43814" h="268604">
                <a:moveTo>
                  <a:pt x="39340" y="13613"/>
                </a:moveTo>
                <a:lnTo>
                  <a:pt x="38274" y="14579"/>
                </a:lnTo>
                <a:lnTo>
                  <a:pt x="38185" y="15498"/>
                </a:lnTo>
                <a:lnTo>
                  <a:pt x="38520" y="14910"/>
                </a:lnTo>
                <a:lnTo>
                  <a:pt x="39340" y="13613"/>
                </a:lnTo>
                <a:close/>
              </a:path>
              <a:path w="43814" h="268604">
                <a:moveTo>
                  <a:pt x="41092" y="13613"/>
                </a:moveTo>
                <a:lnTo>
                  <a:pt x="39340" y="13613"/>
                </a:lnTo>
                <a:lnTo>
                  <a:pt x="38149" y="15498"/>
                </a:lnTo>
                <a:lnTo>
                  <a:pt x="39985" y="14579"/>
                </a:lnTo>
                <a:lnTo>
                  <a:pt x="40807" y="13942"/>
                </a:lnTo>
                <a:lnTo>
                  <a:pt x="41092" y="13613"/>
                </a:lnTo>
                <a:close/>
              </a:path>
              <a:path w="43814" h="268604">
                <a:moveTo>
                  <a:pt x="38336" y="13942"/>
                </a:moveTo>
                <a:lnTo>
                  <a:pt x="38020" y="14579"/>
                </a:lnTo>
                <a:lnTo>
                  <a:pt x="37906" y="14910"/>
                </a:lnTo>
                <a:lnTo>
                  <a:pt x="38272" y="14579"/>
                </a:lnTo>
                <a:lnTo>
                  <a:pt x="38336" y="13942"/>
                </a:lnTo>
                <a:close/>
              </a:path>
              <a:path w="43814" h="268604">
                <a:moveTo>
                  <a:pt x="39340" y="13613"/>
                </a:moveTo>
                <a:lnTo>
                  <a:pt x="38368" y="13613"/>
                </a:lnTo>
                <a:lnTo>
                  <a:pt x="38274" y="14579"/>
                </a:lnTo>
                <a:lnTo>
                  <a:pt x="39340" y="1361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object 86"/>
          <p:cNvGrpSpPr/>
          <p:nvPr/>
        </p:nvGrpSpPr>
        <p:grpSpPr>
          <a:xfrm>
            <a:off x="5319828" y="7906995"/>
            <a:ext cx="850265" cy="1125855"/>
            <a:chOff x="5319828" y="7906995"/>
            <a:chExt cx="850265" cy="1125855"/>
          </a:xfrm>
        </p:grpSpPr>
        <p:pic>
          <p:nvPicPr>
            <p:cNvPr id="87" name="object 8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19828" y="8826700"/>
              <a:ext cx="152834" cy="8651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407300" y="7906995"/>
              <a:ext cx="762255" cy="1125580"/>
            </a:xfrm>
            <a:prstGeom prst="rect">
              <a:avLst/>
            </a:prstGeom>
          </p:spPr>
        </p:pic>
      </p:grpSp>
      <p:sp>
        <p:nvSpPr>
          <p:cNvPr id="89" name="object 89"/>
          <p:cNvSpPr/>
          <p:nvPr/>
        </p:nvSpPr>
        <p:spPr>
          <a:xfrm>
            <a:off x="3168766" y="9378339"/>
            <a:ext cx="45720" cy="352425"/>
          </a:xfrm>
          <a:custGeom>
            <a:avLst/>
            <a:gdLst/>
            <a:ahLst/>
            <a:cxnLst/>
            <a:rect l="l" t="t" r="r" b="b"/>
            <a:pathLst>
              <a:path w="45719" h="352425">
                <a:moveTo>
                  <a:pt x="38639" y="0"/>
                </a:moveTo>
                <a:lnTo>
                  <a:pt x="36520" y="0"/>
                </a:lnTo>
                <a:lnTo>
                  <a:pt x="35499" y="203"/>
                </a:lnTo>
                <a:lnTo>
                  <a:pt x="16831" y="23677"/>
                </a:lnTo>
                <a:lnTo>
                  <a:pt x="16733" y="24038"/>
                </a:lnTo>
                <a:lnTo>
                  <a:pt x="14888" y="38332"/>
                </a:lnTo>
                <a:lnTo>
                  <a:pt x="14816" y="105956"/>
                </a:lnTo>
                <a:lnTo>
                  <a:pt x="12980" y="186726"/>
                </a:lnTo>
                <a:lnTo>
                  <a:pt x="11151" y="252812"/>
                </a:lnTo>
                <a:lnTo>
                  <a:pt x="8472" y="292183"/>
                </a:lnTo>
                <a:lnTo>
                  <a:pt x="0" y="343502"/>
                </a:lnTo>
                <a:lnTo>
                  <a:pt x="34" y="344541"/>
                </a:lnTo>
                <a:lnTo>
                  <a:pt x="7805" y="351821"/>
                </a:lnTo>
                <a:lnTo>
                  <a:pt x="8699" y="351821"/>
                </a:lnTo>
                <a:lnTo>
                  <a:pt x="24255" y="294788"/>
                </a:lnTo>
                <a:lnTo>
                  <a:pt x="27127" y="253581"/>
                </a:lnTo>
                <a:lnTo>
                  <a:pt x="28972" y="187129"/>
                </a:lnTo>
                <a:lnTo>
                  <a:pt x="30817" y="105956"/>
                </a:lnTo>
                <a:lnTo>
                  <a:pt x="30819" y="39356"/>
                </a:lnTo>
                <a:lnTo>
                  <a:pt x="31018" y="38332"/>
                </a:lnTo>
                <a:lnTo>
                  <a:pt x="32326" y="28193"/>
                </a:lnTo>
                <a:lnTo>
                  <a:pt x="32025" y="28193"/>
                </a:lnTo>
                <a:lnTo>
                  <a:pt x="32598" y="26085"/>
                </a:lnTo>
                <a:lnTo>
                  <a:pt x="32922" y="26085"/>
                </a:lnTo>
                <a:lnTo>
                  <a:pt x="33611" y="24466"/>
                </a:lnTo>
                <a:lnTo>
                  <a:pt x="33350" y="24466"/>
                </a:lnTo>
                <a:lnTo>
                  <a:pt x="33674" y="24038"/>
                </a:lnTo>
                <a:lnTo>
                  <a:pt x="33807" y="23677"/>
                </a:lnTo>
                <a:lnTo>
                  <a:pt x="34331" y="22773"/>
                </a:lnTo>
                <a:lnTo>
                  <a:pt x="34631" y="22773"/>
                </a:lnTo>
                <a:lnTo>
                  <a:pt x="36578" y="20200"/>
                </a:lnTo>
                <a:lnTo>
                  <a:pt x="45576" y="9056"/>
                </a:lnTo>
                <a:lnTo>
                  <a:pt x="45576" y="6936"/>
                </a:lnTo>
                <a:lnTo>
                  <a:pt x="39660" y="203"/>
                </a:lnTo>
                <a:lnTo>
                  <a:pt x="38639" y="0"/>
                </a:lnTo>
                <a:close/>
              </a:path>
              <a:path w="45719" h="352425">
                <a:moveTo>
                  <a:pt x="32598" y="26085"/>
                </a:moveTo>
                <a:lnTo>
                  <a:pt x="32025" y="28193"/>
                </a:lnTo>
                <a:lnTo>
                  <a:pt x="32457" y="27179"/>
                </a:lnTo>
                <a:lnTo>
                  <a:pt x="32598" y="26085"/>
                </a:lnTo>
                <a:close/>
              </a:path>
              <a:path w="45719" h="352425">
                <a:moveTo>
                  <a:pt x="32457" y="27179"/>
                </a:moveTo>
                <a:lnTo>
                  <a:pt x="32025" y="28193"/>
                </a:lnTo>
                <a:lnTo>
                  <a:pt x="32326" y="28193"/>
                </a:lnTo>
                <a:lnTo>
                  <a:pt x="32457" y="27179"/>
                </a:lnTo>
                <a:close/>
              </a:path>
              <a:path w="45719" h="352425">
                <a:moveTo>
                  <a:pt x="32922" y="26085"/>
                </a:moveTo>
                <a:lnTo>
                  <a:pt x="32598" y="26085"/>
                </a:lnTo>
                <a:lnTo>
                  <a:pt x="32457" y="27179"/>
                </a:lnTo>
                <a:lnTo>
                  <a:pt x="32922" y="26085"/>
                </a:lnTo>
                <a:close/>
              </a:path>
              <a:path w="45719" h="352425">
                <a:moveTo>
                  <a:pt x="34331" y="22773"/>
                </a:moveTo>
                <a:lnTo>
                  <a:pt x="33350" y="24466"/>
                </a:lnTo>
                <a:lnTo>
                  <a:pt x="33611" y="24466"/>
                </a:lnTo>
                <a:lnTo>
                  <a:pt x="34331" y="22773"/>
                </a:lnTo>
                <a:close/>
              </a:path>
              <a:path w="45719" h="352425">
                <a:moveTo>
                  <a:pt x="34631" y="22773"/>
                </a:moveTo>
                <a:lnTo>
                  <a:pt x="34331" y="22773"/>
                </a:lnTo>
                <a:lnTo>
                  <a:pt x="33947" y="23677"/>
                </a:lnTo>
                <a:lnTo>
                  <a:pt x="34631" y="2277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515601" y="9389414"/>
            <a:ext cx="326390" cy="296545"/>
          </a:xfrm>
          <a:custGeom>
            <a:avLst/>
            <a:gdLst/>
            <a:ahLst/>
            <a:cxnLst/>
            <a:rect l="l" t="t" r="r" b="b"/>
            <a:pathLst>
              <a:path w="326389" h="296545">
                <a:moveTo>
                  <a:pt x="325945" y="46228"/>
                </a:moveTo>
                <a:lnTo>
                  <a:pt x="319633" y="37033"/>
                </a:lnTo>
                <a:lnTo>
                  <a:pt x="316179" y="37033"/>
                </a:lnTo>
                <a:lnTo>
                  <a:pt x="255244" y="71272"/>
                </a:lnTo>
                <a:lnTo>
                  <a:pt x="219798" y="105029"/>
                </a:lnTo>
                <a:lnTo>
                  <a:pt x="204025" y="119926"/>
                </a:lnTo>
                <a:lnTo>
                  <a:pt x="161099" y="90081"/>
                </a:lnTo>
                <a:lnTo>
                  <a:pt x="152273" y="62992"/>
                </a:lnTo>
                <a:lnTo>
                  <a:pt x="152171" y="62699"/>
                </a:lnTo>
                <a:lnTo>
                  <a:pt x="146469" y="39331"/>
                </a:lnTo>
                <a:lnTo>
                  <a:pt x="146342" y="38836"/>
                </a:lnTo>
                <a:lnTo>
                  <a:pt x="143294" y="21767"/>
                </a:lnTo>
                <a:lnTo>
                  <a:pt x="143217" y="21336"/>
                </a:lnTo>
                <a:lnTo>
                  <a:pt x="141427" y="6896"/>
                </a:lnTo>
                <a:lnTo>
                  <a:pt x="141312" y="5956"/>
                </a:lnTo>
                <a:lnTo>
                  <a:pt x="140982" y="4965"/>
                </a:lnTo>
                <a:lnTo>
                  <a:pt x="134607" y="0"/>
                </a:lnTo>
                <a:lnTo>
                  <a:pt x="132969" y="0"/>
                </a:lnTo>
                <a:lnTo>
                  <a:pt x="125514" y="6896"/>
                </a:lnTo>
                <a:lnTo>
                  <a:pt x="125564" y="8991"/>
                </a:lnTo>
                <a:lnTo>
                  <a:pt x="136804" y="67094"/>
                </a:lnTo>
                <a:lnTo>
                  <a:pt x="159397" y="125628"/>
                </a:lnTo>
                <a:lnTo>
                  <a:pt x="170967" y="147459"/>
                </a:lnTo>
                <a:lnTo>
                  <a:pt x="170700" y="147688"/>
                </a:lnTo>
                <a:lnTo>
                  <a:pt x="76860" y="228727"/>
                </a:lnTo>
                <a:lnTo>
                  <a:pt x="51955" y="248475"/>
                </a:lnTo>
                <a:lnTo>
                  <a:pt x="27762" y="266001"/>
                </a:lnTo>
                <a:lnTo>
                  <a:pt x="2794" y="282295"/>
                </a:lnTo>
                <a:lnTo>
                  <a:pt x="2057" y="283019"/>
                </a:lnTo>
                <a:lnTo>
                  <a:pt x="850" y="284772"/>
                </a:lnTo>
                <a:lnTo>
                  <a:pt x="444" y="285724"/>
                </a:lnTo>
                <a:lnTo>
                  <a:pt x="12" y="287807"/>
                </a:lnTo>
                <a:lnTo>
                  <a:pt x="0" y="288848"/>
                </a:lnTo>
                <a:lnTo>
                  <a:pt x="393" y="290931"/>
                </a:lnTo>
                <a:lnTo>
                  <a:pt x="5499" y="296075"/>
                </a:lnTo>
                <a:lnTo>
                  <a:pt x="5638" y="296075"/>
                </a:lnTo>
                <a:lnTo>
                  <a:pt x="7493" y="296468"/>
                </a:lnTo>
                <a:lnTo>
                  <a:pt x="8483" y="296468"/>
                </a:lnTo>
                <a:lnTo>
                  <a:pt x="10566" y="296075"/>
                </a:lnTo>
                <a:lnTo>
                  <a:pt x="61633" y="261226"/>
                </a:lnTo>
                <a:lnTo>
                  <a:pt x="178917" y="161721"/>
                </a:lnTo>
                <a:lnTo>
                  <a:pt x="193040" y="185496"/>
                </a:lnTo>
                <a:lnTo>
                  <a:pt x="234365" y="240042"/>
                </a:lnTo>
                <a:lnTo>
                  <a:pt x="263321" y="265785"/>
                </a:lnTo>
                <a:lnTo>
                  <a:pt x="304088" y="270598"/>
                </a:lnTo>
                <a:lnTo>
                  <a:pt x="305117" y="270421"/>
                </a:lnTo>
                <a:lnTo>
                  <a:pt x="311200" y="263842"/>
                </a:lnTo>
                <a:lnTo>
                  <a:pt x="311073" y="260692"/>
                </a:lnTo>
                <a:lnTo>
                  <a:pt x="285203" y="254177"/>
                </a:lnTo>
                <a:lnTo>
                  <a:pt x="278053" y="253377"/>
                </a:lnTo>
                <a:lnTo>
                  <a:pt x="264579" y="247218"/>
                </a:lnTo>
                <a:lnTo>
                  <a:pt x="264096" y="246875"/>
                </a:lnTo>
                <a:lnTo>
                  <a:pt x="257835" y="240639"/>
                </a:lnTo>
                <a:lnTo>
                  <a:pt x="246087" y="229184"/>
                </a:lnTo>
                <a:lnTo>
                  <a:pt x="225425" y="204406"/>
                </a:lnTo>
                <a:lnTo>
                  <a:pt x="206502" y="176872"/>
                </a:lnTo>
                <a:lnTo>
                  <a:pt x="191325" y="151320"/>
                </a:lnTo>
                <a:lnTo>
                  <a:pt x="214261" y="132207"/>
                </a:lnTo>
                <a:lnTo>
                  <a:pt x="230771" y="116662"/>
                </a:lnTo>
                <a:lnTo>
                  <a:pt x="246329" y="100190"/>
                </a:lnTo>
                <a:lnTo>
                  <a:pt x="254533" y="92100"/>
                </a:lnTo>
                <a:lnTo>
                  <a:pt x="258521" y="89014"/>
                </a:lnTo>
                <a:lnTo>
                  <a:pt x="264375" y="84366"/>
                </a:lnTo>
                <a:lnTo>
                  <a:pt x="270497" y="80708"/>
                </a:lnTo>
                <a:lnTo>
                  <a:pt x="290652" y="68414"/>
                </a:lnTo>
                <a:lnTo>
                  <a:pt x="322668" y="51460"/>
                </a:lnTo>
                <a:lnTo>
                  <a:pt x="323469" y="50812"/>
                </a:lnTo>
                <a:lnTo>
                  <a:pt x="324827" y="49174"/>
                </a:lnTo>
                <a:lnTo>
                  <a:pt x="325323" y="48260"/>
                </a:lnTo>
                <a:lnTo>
                  <a:pt x="325945" y="4622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1" name="object 91"/>
          <p:cNvGrpSpPr/>
          <p:nvPr/>
        </p:nvGrpSpPr>
        <p:grpSpPr>
          <a:xfrm>
            <a:off x="4046979" y="9304664"/>
            <a:ext cx="367030" cy="405130"/>
            <a:chOff x="4046979" y="9304664"/>
            <a:chExt cx="367030" cy="405130"/>
          </a:xfrm>
        </p:grpSpPr>
        <p:sp>
          <p:nvSpPr>
            <p:cNvPr id="92" name="object 92"/>
            <p:cNvSpPr/>
            <p:nvPr/>
          </p:nvSpPr>
          <p:spPr>
            <a:xfrm>
              <a:off x="4046979" y="9360179"/>
              <a:ext cx="67945" cy="344170"/>
            </a:xfrm>
            <a:custGeom>
              <a:avLst/>
              <a:gdLst/>
              <a:ahLst/>
              <a:cxnLst/>
              <a:rect l="l" t="t" r="r" b="b"/>
              <a:pathLst>
                <a:path w="67945" h="344170">
                  <a:moveTo>
                    <a:pt x="13576" y="0"/>
                  </a:moveTo>
                  <a:lnTo>
                    <a:pt x="9541" y="0"/>
                  </a:lnTo>
                  <a:lnTo>
                    <a:pt x="7574" y="252"/>
                  </a:lnTo>
                  <a:lnTo>
                    <a:pt x="0" y="13239"/>
                  </a:lnTo>
                  <a:lnTo>
                    <a:pt x="3" y="197978"/>
                  </a:lnTo>
                  <a:lnTo>
                    <a:pt x="1812" y="254985"/>
                  </a:lnTo>
                  <a:lnTo>
                    <a:pt x="7529" y="295206"/>
                  </a:lnTo>
                  <a:lnTo>
                    <a:pt x="27166" y="331331"/>
                  </a:lnTo>
                  <a:lnTo>
                    <a:pt x="43654" y="344061"/>
                  </a:lnTo>
                  <a:lnTo>
                    <a:pt x="46376" y="344061"/>
                  </a:lnTo>
                  <a:lnTo>
                    <a:pt x="52865" y="337330"/>
                  </a:lnTo>
                  <a:lnTo>
                    <a:pt x="52847" y="335240"/>
                  </a:lnTo>
                  <a:lnTo>
                    <a:pt x="40850" y="322733"/>
                  </a:lnTo>
                  <a:lnTo>
                    <a:pt x="40360" y="322154"/>
                  </a:lnTo>
                  <a:lnTo>
                    <a:pt x="39771" y="321679"/>
                  </a:lnTo>
                  <a:lnTo>
                    <a:pt x="39957" y="321679"/>
                  </a:lnTo>
                  <a:lnTo>
                    <a:pt x="33589" y="314163"/>
                  </a:lnTo>
                  <a:lnTo>
                    <a:pt x="33407" y="314163"/>
                  </a:lnTo>
                  <a:lnTo>
                    <a:pt x="33041" y="313517"/>
                  </a:lnTo>
                  <a:lnTo>
                    <a:pt x="32548" y="312935"/>
                  </a:lnTo>
                  <a:lnTo>
                    <a:pt x="32712" y="312935"/>
                  </a:lnTo>
                  <a:lnTo>
                    <a:pt x="27666" y="304018"/>
                  </a:lnTo>
                  <a:lnTo>
                    <a:pt x="27529" y="304018"/>
                  </a:lnTo>
                  <a:lnTo>
                    <a:pt x="27301" y="303372"/>
                  </a:lnTo>
                  <a:lnTo>
                    <a:pt x="26950" y="302753"/>
                  </a:lnTo>
                  <a:lnTo>
                    <a:pt x="27081" y="302753"/>
                  </a:lnTo>
                  <a:lnTo>
                    <a:pt x="22917" y="290989"/>
                  </a:lnTo>
                  <a:lnTo>
                    <a:pt x="20606" y="278835"/>
                  </a:lnTo>
                  <a:lnTo>
                    <a:pt x="20131" y="276429"/>
                  </a:lnTo>
                  <a:lnTo>
                    <a:pt x="20065" y="276091"/>
                  </a:lnTo>
                  <a:lnTo>
                    <a:pt x="19996" y="275741"/>
                  </a:lnTo>
                  <a:lnTo>
                    <a:pt x="17979" y="256697"/>
                  </a:lnTo>
                  <a:lnTo>
                    <a:pt x="17859" y="255587"/>
                  </a:lnTo>
                  <a:lnTo>
                    <a:pt x="17795" y="254985"/>
                  </a:lnTo>
                  <a:lnTo>
                    <a:pt x="16007" y="197978"/>
                  </a:lnTo>
                  <a:lnTo>
                    <a:pt x="15995" y="21237"/>
                  </a:lnTo>
                  <a:lnTo>
                    <a:pt x="10005" y="15848"/>
                  </a:lnTo>
                  <a:lnTo>
                    <a:pt x="8291" y="15062"/>
                  </a:lnTo>
                  <a:lnTo>
                    <a:pt x="11807" y="15062"/>
                  </a:lnTo>
                  <a:lnTo>
                    <a:pt x="17249" y="10430"/>
                  </a:lnTo>
                  <a:lnTo>
                    <a:pt x="27897" y="10430"/>
                  </a:lnTo>
                  <a:lnTo>
                    <a:pt x="19805" y="3143"/>
                  </a:lnTo>
                  <a:lnTo>
                    <a:pt x="17792" y="1822"/>
                  </a:lnTo>
                  <a:lnTo>
                    <a:pt x="14372" y="252"/>
                  </a:lnTo>
                  <a:lnTo>
                    <a:pt x="13576" y="0"/>
                  </a:lnTo>
                  <a:close/>
                </a:path>
                <a:path w="67945" h="344170">
                  <a:moveTo>
                    <a:pt x="40360" y="322154"/>
                  </a:moveTo>
                  <a:lnTo>
                    <a:pt x="40850" y="322733"/>
                  </a:lnTo>
                  <a:lnTo>
                    <a:pt x="41077" y="322733"/>
                  </a:lnTo>
                  <a:lnTo>
                    <a:pt x="40360" y="322154"/>
                  </a:lnTo>
                  <a:close/>
                </a:path>
                <a:path w="67945" h="344170">
                  <a:moveTo>
                    <a:pt x="39957" y="321679"/>
                  </a:moveTo>
                  <a:lnTo>
                    <a:pt x="39771" y="321679"/>
                  </a:lnTo>
                  <a:lnTo>
                    <a:pt x="40360" y="322154"/>
                  </a:lnTo>
                  <a:lnTo>
                    <a:pt x="39957" y="321679"/>
                  </a:lnTo>
                  <a:close/>
                </a:path>
                <a:path w="67945" h="344170">
                  <a:moveTo>
                    <a:pt x="33041" y="313517"/>
                  </a:moveTo>
                  <a:lnTo>
                    <a:pt x="33407" y="314163"/>
                  </a:lnTo>
                  <a:lnTo>
                    <a:pt x="33589" y="314163"/>
                  </a:lnTo>
                  <a:lnTo>
                    <a:pt x="33041" y="313517"/>
                  </a:lnTo>
                  <a:close/>
                </a:path>
                <a:path w="67945" h="344170">
                  <a:moveTo>
                    <a:pt x="32712" y="312935"/>
                  </a:moveTo>
                  <a:lnTo>
                    <a:pt x="32548" y="312935"/>
                  </a:lnTo>
                  <a:lnTo>
                    <a:pt x="33041" y="313517"/>
                  </a:lnTo>
                  <a:lnTo>
                    <a:pt x="32712" y="312935"/>
                  </a:lnTo>
                  <a:close/>
                </a:path>
                <a:path w="67945" h="344170">
                  <a:moveTo>
                    <a:pt x="27301" y="303372"/>
                  </a:moveTo>
                  <a:lnTo>
                    <a:pt x="27529" y="304018"/>
                  </a:lnTo>
                  <a:lnTo>
                    <a:pt x="27666" y="304018"/>
                  </a:lnTo>
                  <a:lnTo>
                    <a:pt x="27301" y="303372"/>
                  </a:lnTo>
                  <a:close/>
                </a:path>
                <a:path w="67945" h="344170">
                  <a:moveTo>
                    <a:pt x="27081" y="302753"/>
                  </a:moveTo>
                  <a:lnTo>
                    <a:pt x="26950" y="302753"/>
                  </a:lnTo>
                  <a:lnTo>
                    <a:pt x="27301" y="303372"/>
                  </a:lnTo>
                  <a:lnTo>
                    <a:pt x="27081" y="302753"/>
                  </a:lnTo>
                  <a:close/>
                </a:path>
                <a:path w="67945" h="344170">
                  <a:moveTo>
                    <a:pt x="27894" y="10430"/>
                  </a:moveTo>
                  <a:lnTo>
                    <a:pt x="17249" y="10430"/>
                  </a:lnTo>
                  <a:lnTo>
                    <a:pt x="15995" y="14461"/>
                  </a:lnTo>
                  <a:lnTo>
                    <a:pt x="15995" y="21237"/>
                  </a:lnTo>
                  <a:lnTo>
                    <a:pt x="16394" y="21493"/>
                  </a:lnTo>
                  <a:lnTo>
                    <a:pt x="27569" y="34830"/>
                  </a:lnTo>
                  <a:lnTo>
                    <a:pt x="53992" y="68799"/>
                  </a:lnTo>
                  <a:lnTo>
                    <a:pt x="59714" y="71119"/>
                  </a:lnTo>
                  <a:lnTo>
                    <a:pt x="60479" y="71119"/>
                  </a:lnTo>
                  <a:lnTo>
                    <a:pt x="67720" y="62993"/>
                  </a:lnTo>
                  <a:lnTo>
                    <a:pt x="67645" y="61955"/>
                  </a:lnTo>
                  <a:lnTo>
                    <a:pt x="67082" y="59910"/>
                  </a:lnTo>
                  <a:lnTo>
                    <a:pt x="66616" y="58981"/>
                  </a:lnTo>
                  <a:lnTo>
                    <a:pt x="40139" y="24935"/>
                  </a:lnTo>
                  <a:lnTo>
                    <a:pt x="28657" y="11217"/>
                  </a:lnTo>
                  <a:lnTo>
                    <a:pt x="27894" y="10430"/>
                  </a:lnTo>
                  <a:close/>
                </a:path>
                <a:path w="67945" h="344170">
                  <a:moveTo>
                    <a:pt x="10005" y="15848"/>
                  </a:moveTo>
                  <a:lnTo>
                    <a:pt x="15995" y="21237"/>
                  </a:lnTo>
                  <a:lnTo>
                    <a:pt x="15995" y="16358"/>
                  </a:lnTo>
                  <a:lnTo>
                    <a:pt x="11117" y="16358"/>
                  </a:lnTo>
                  <a:lnTo>
                    <a:pt x="10005" y="15848"/>
                  </a:lnTo>
                  <a:close/>
                </a:path>
                <a:path w="67945" h="344170">
                  <a:moveTo>
                    <a:pt x="9398" y="15230"/>
                  </a:moveTo>
                  <a:lnTo>
                    <a:pt x="10005" y="15848"/>
                  </a:lnTo>
                  <a:lnTo>
                    <a:pt x="11117" y="16358"/>
                  </a:lnTo>
                  <a:lnTo>
                    <a:pt x="9398" y="15230"/>
                  </a:lnTo>
                  <a:close/>
                </a:path>
                <a:path w="67945" h="344170">
                  <a:moveTo>
                    <a:pt x="15995" y="14461"/>
                  </a:moveTo>
                  <a:lnTo>
                    <a:pt x="15808" y="15062"/>
                  </a:lnTo>
                  <a:lnTo>
                    <a:pt x="15694" y="15230"/>
                  </a:lnTo>
                  <a:lnTo>
                    <a:pt x="15600" y="15848"/>
                  </a:lnTo>
                  <a:lnTo>
                    <a:pt x="11703" y="15848"/>
                  </a:lnTo>
                  <a:lnTo>
                    <a:pt x="9675" y="16110"/>
                  </a:lnTo>
                  <a:lnTo>
                    <a:pt x="10738" y="16110"/>
                  </a:lnTo>
                  <a:lnTo>
                    <a:pt x="11117" y="16358"/>
                  </a:lnTo>
                  <a:lnTo>
                    <a:pt x="15995" y="16358"/>
                  </a:lnTo>
                  <a:lnTo>
                    <a:pt x="15995" y="14461"/>
                  </a:lnTo>
                  <a:close/>
                </a:path>
                <a:path w="67945" h="344170">
                  <a:moveTo>
                    <a:pt x="9398" y="15230"/>
                  </a:moveTo>
                  <a:lnTo>
                    <a:pt x="10738" y="16110"/>
                  </a:lnTo>
                  <a:lnTo>
                    <a:pt x="10575" y="16110"/>
                  </a:lnTo>
                  <a:lnTo>
                    <a:pt x="10883" y="15848"/>
                  </a:lnTo>
                  <a:lnTo>
                    <a:pt x="13452" y="15848"/>
                  </a:lnTo>
                  <a:lnTo>
                    <a:pt x="9398" y="15230"/>
                  </a:lnTo>
                  <a:close/>
                </a:path>
                <a:path w="67945" h="344170">
                  <a:moveTo>
                    <a:pt x="17249" y="10430"/>
                  </a:moveTo>
                  <a:lnTo>
                    <a:pt x="10575" y="16110"/>
                  </a:lnTo>
                  <a:lnTo>
                    <a:pt x="9675" y="16110"/>
                  </a:lnTo>
                  <a:lnTo>
                    <a:pt x="11703" y="15848"/>
                  </a:lnTo>
                  <a:lnTo>
                    <a:pt x="15564" y="15848"/>
                  </a:lnTo>
                  <a:lnTo>
                    <a:pt x="15756" y="15230"/>
                  </a:lnTo>
                  <a:lnTo>
                    <a:pt x="15810" y="14461"/>
                  </a:lnTo>
                  <a:lnTo>
                    <a:pt x="15995" y="13239"/>
                  </a:lnTo>
                  <a:lnTo>
                    <a:pt x="16375" y="13239"/>
                  </a:lnTo>
                  <a:lnTo>
                    <a:pt x="17249" y="10430"/>
                  </a:lnTo>
                  <a:close/>
                </a:path>
                <a:path w="67945" h="344170">
                  <a:moveTo>
                    <a:pt x="8291" y="15062"/>
                  </a:moveTo>
                  <a:lnTo>
                    <a:pt x="10005" y="15848"/>
                  </a:lnTo>
                  <a:lnTo>
                    <a:pt x="9318" y="15230"/>
                  </a:lnTo>
                  <a:lnTo>
                    <a:pt x="8291" y="15062"/>
                  </a:lnTo>
                  <a:close/>
                </a:path>
                <a:path w="67945" h="344170">
                  <a:moveTo>
                    <a:pt x="11807" y="15062"/>
                  </a:moveTo>
                  <a:lnTo>
                    <a:pt x="9141" y="15062"/>
                  </a:lnTo>
                  <a:lnTo>
                    <a:pt x="9398" y="15230"/>
                  </a:lnTo>
                  <a:lnTo>
                    <a:pt x="13452" y="15848"/>
                  </a:lnTo>
                  <a:lnTo>
                    <a:pt x="10883" y="15848"/>
                  </a:lnTo>
                  <a:lnTo>
                    <a:pt x="11807" y="15062"/>
                  </a:lnTo>
                  <a:close/>
                </a:path>
                <a:path w="67945" h="344170">
                  <a:moveTo>
                    <a:pt x="9131" y="15062"/>
                  </a:moveTo>
                  <a:lnTo>
                    <a:pt x="8291" y="15062"/>
                  </a:lnTo>
                  <a:lnTo>
                    <a:pt x="9398" y="15230"/>
                  </a:lnTo>
                  <a:lnTo>
                    <a:pt x="9131" y="15062"/>
                  </a:lnTo>
                  <a:close/>
                </a:path>
                <a:path w="67945" h="344170">
                  <a:moveTo>
                    <a:pt x="15995" y="13239"/>
                  </a:moveTo>
                  <a:lnTo>
                    <a:pt x="15810" y="14461"/>
                  </a:lnTo>
                  <a:lnTo>
                    <a:pt x="15719" y="15062"/>
                  </a:lnTo>
                  <a:lnTo>
                    <a:pt x="15995" y="14461"/>
                  </a:lnTo>
                  <a:lnTo>
                    <a:pt x="15995" y="13239"/>
                  </a:lnTo>
                  <a:close/>
                </a:path>
                <a:path w="67945" h="344170">
                  <a:moveTo>
                    <a:pt x="16375" y="13239"/>
                  </a:moveTo>
                  <a:lnTo>
                    <a:pt x="15995" y="13239"/>
                  </a:lnTo>
                  <a:lnTo>
                    <a:pt x="15995" y="14461"/>
                  </a:lnTo>
                  <a:lnTo>
                    <a:pt x="16375" y="13239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142451" y="9304664"/>
              <a:ext cx="271492" cy="405130"/>
            </a:xfrm>
            <a:prstGeom prst="rect">
              <a:avLst/>
            </a:prstGeom>
          </p:spPr>
        </p:pic>
      </p:grpSp>
      <p:sp>
        <p:nvSpPr>
          <p:cNvPr id="94" name="object 94"/>
          <p:cNvSpPr/>
          <p:nvPr/>
        </p:nvSpPr>
        <p:spPr>
          <a:xfrm>
            <a:off x="4644699" y="9418939"/>
            <a:ext cx="204470" cy="31115"/>
          </a:xfrm>
          <a:custGeom>
            <a:avLst/>
            <a:gdLst/>
            <a:ahLst/>
            <a:cxnLst/>
            <a:rect l="l" t="t" r="r" b="b"/>
            <a:pathLst>
              <a:path w="204470" h="31115">
                <a:moveTo>
                  <a:pt x="9165" y="0"/>
                </a:moveTo>
                <a:lnTo>
                  <a:pt x="6902" y="0"/>
                </a:lnTo>
                <a:lnTo>
                  <a:pt x="5750" y="214"/>
                </a:lnTo>
                <a:lnTo>
                  <a:pt x="5896" y="214"/>
                </a:lnTo>
                <a:lnTo>
                  <a:pt x="4053" y="951"/>
                </a:lnTo>
                <a:lnTo>
                  <a:pt x="0" y="8945"/>
                </a:lnTo>
                <a:lnTo>
                  <a:pt x="147" y="9738"/>
                </a:lnTo>
                <a:lnTo>
                  <a:pt x="34999" y="25518"/>
                </a:lnTo>
                <a:lnTo>
                  <a:pt x="35278" y="25518"/>
                </a:lnTo>
                <a:lnTo>
                  <a:pt x="36083" y="25649"/>
                </a:lnTo>
                <a:lnTo>
                  <a:pt x="57585" y="27051"/>
                </a:lnTo>
                <a:lnTo>
                  <a:pt x="126160" y="27051"/>
                </a:lnTo>
                <a:lnTo>
                  <a:pt x="165557" y="27968"/>
                </a:lnTo>
                <a:lnTo>
                  <a:pt x="165359" y="27968"/>
                </a:lnTo>
                <a:lnTo>
                  <a:pt x="195459" y="30706"/>
                </a:lnTo>
                <a:lnTo>
                  <a:pt x="197499" y="30706"/>
                </a:lnTo>
                <a:lnTo>
                  <a:pt x="203687" y="25649"/>
                </a:lnTo>
                <a:lnTo>
                  <a:pt x="203756" y="25518"/>
                </a:lnTo>
                <a:lnTo>
                  <a:pt x="204050" y="24521"/>
                </a:lnTo>
                <a:lnTo>
                  <a:pt x="203974" y="20868"/>
                </a:lnTo>
                <a:lnTo>
                  <a:pt x="203502" y="19350"/>
                </a:lnTo>
                <a:lnTo>
                  <a:pt x="198101" y="14914"/>
                </a:lnTo>
                <a:lnTo>
                  <a:pt x="198468" y="14914"/>
                </a:lnTo>
                <a:lnTo>
                  <a:pt x="166466" y="12007"/>
                </a:lnTo>
                <a:lnTo>
                  <a:pt x="167268" y="12007"/>
                </a:lnTo>
                <a:lnTo>
                  <a:pt x="126802" y="11070"/>
                </a:lnTo>
                <a:lnTo>
                  <a:pt x="58339" y="11070"/>
                </a:lnTo>
                <a:lnTo>
                  <a:pt x="41420" y="9967"/>
                </a:lnTo>
                <a:lnTo>
                  <a:pt x="38846" y="9967"/>
                </a:lnTo>
                <a:lnTo>
                  <a:pt x="37437" y="9738"/>
                </a:lnTo>
                <a:lnTo>
                  <a:pt x="37904" y="9738"/>
                </a:lnTo>
                <a:lnTo>
                  <a:pt x="24399" y="6165"/>
                </a:lnTo>
                <a:lnTo>
                  <a:pt x="24072" y="6165"/>
                </a:lnTo>
                <a:lnTo>
                  <a:pt x="23027" y="5807"/>
                </a:lnTo>
                <a:lnTo>
                  <a:pt x="23236" y="5807"/>
                </a:lnTo>
                <a:lnTo>
                  <a:pt x="10184" y="214"/>
                </a:lnTo>
                <a:lnTo>
                  <a:pt x="9165" y="0"/>
                </a:lnTo>
                <a:close/>
              </a:path>
              <a:path w="204470" h="31115">
                <a:moveTo>
                  <a:pt x="37904" y="9738"/>
                </a:moveTo>
                <a:lnTo>
                  <a:pt x="37437" y="9738"/>
                </a:lnTo>
                <a:lnTo>
                  <a:pt x="38846" y="9967"/>
                </a:lnTo>
                <a:lnTo>
                  <a:pt x="37904" y="9738"/>
                </a:lnTo>
                <a:close/>
              </a:path>
              <a:path w="204470" h="31115">
                <a:moveTo>
                  <a:pt x="37904" y="9738"/>
                </a:moveTo>
                <a:lnTo>
                  <a:pt x="38770" y="9967"/>
                </a:lnTo>
                <a:lnTo>
                  <a:pt x="41420" y="9967"/>
                </a:lnTo>
                <a:lnTo>
                  <a:pt x="37904" y="9738"/>
                </a:lnTo>
                <a:close/>
              </a:path>
              <a:path w="204470" h="31115">
                <a:moveTo>
                  <a:pt x="23044" y="5807"/>
                </a:moveTo>
                <a:lnTo>
                  <a:pt x="24072" y="6165"/>
                </a:lnTo>
                <a:lnTo>
                  <a:pt x="23546" y="5939"/>
                </a:lnTo>
                <a:lnTo>
                  <a:pt x="23044" y="5807"/>
                </a:lnTo>
                <a:close/>
              </a:path>
              <a:path w="204470" h="31115">
                <a:moveTo>
                  <a:pt x="23546" y="5939"/>
                </a:moveTo>
                <a:lnTo>
                  <a:pt x="24072" y="6165"/>
                </a:lnTo>
                <a:lnTo>
                  <a:pt x="24399" y="6165"/>
                </a:lnTo>
                <a:lnTo>
                  <a:pt x="23546" y="5939"/>
                </a:lnTo>
                <a:close/>
              </a:path>
              <a:path w="204470" h="31115">
                <a:moveTo>
                  <a:pt x="23236" y="5807"/>
                </a:moveTo>
                <a:lnTo>
                  <a:pt x="23044" y="5807"/>
                </a:lnTo>
                <a:lnTo>
                  <a:pt x="23546" y="5939"/>
                </a:lnTo>
                <a:lnTo>
                  <a:pt x="23236" y="580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618904" y="9500358"/>
            <a:ext cx="204470" cy="60325"/>
          </a:xfrm>
          <a:custGeom>
            <a:avLst/>
            <a:gdLst/>
            <a:ahLst/>
            <a:cxnLst/>
            <a:rect l="l" t="t" r="r" b="b"/>
            <a:pathLst>
              <a:path w="204470" h="60325">
                <a:moveTo>
                  <a:pt x="181548" y="5475"/>
                </a:moveTo>
                <a:lnTo>
                  <a:pt x="167429" y="7179"/>
                </a:lnTo>
                <a:lnTo>
                  <a:pt x="145500" y="9089"/>
                </a:lnTo>
                <a:lnTo>
                  <a:pt x="145830" y="9089"/>
                </a:lnTo>
                <a:lnTo>
                  <a:pt x="52528" y="25721"/>
                </a:lnTo>
                <a:lnTo>
                  <a:pt x="13084" y="37776"/>
                </a:lnTo>
                <a:lnTo>
                  <a:pt x="0" y="53221"/>
                </a:lnTo>
                <a:lnTo>
                  <a:pt x="590" y="55258"/>
                </a:lnTo>
                <a:lnTo>
                  <a:pt x="6496" y="59989"/>
                </a:lnTo>
                <a:lnTo>
                  <a:pt x="9182" y="59989"/>
                </a:lnTo>
                <a:lnTo>
                  <a:pt x="11219" y="59399"/>
                </a:lnTo>
                <a:lnTo>
                  <a:pt x="12142" y="58920"/>
                </a:lnTo>
                <a:lnTo>
                  <a:pt x="22195" y="50879"/>
                </a:lnTo>
                <a:lnTo>
                  <a:pt x="22337" y="50879"/>
                </a:lnTo>
                <a:lnTo>
                  <a:pt x="26015" y="48671"/>
                </a:lnTo>
                <a:lnTo>
                  <a:pt x="25750" y="48671"/>
                </a:lnTo>
                <a:lnTo>
                  <a:pt x="27080" y="48033"/>
                </a:lnTo>
                <a:lnTo>
                  <a:pt x="27471" y="48033"/>
                </a:lnTo>
                <a:lnTo>
                  <a:pt x="32885" y="46023"/>
                </a:lnTo>
                <a:lnTo>
                  <a:pt x="32604" y="46023"/>
                </a:lnTo>
                <a:lnTo>
                  <a:pt x="33821" y="45676"/>
                </a:lnTo>
                <a:lnTo>
                  <a:pt x="34340" y="45676"/>
                </a:lnTo>
                <a:lnTo>
                  <a:pt x="55510" y="41441"/>
                </a:lnTo>
                <a:lnTo>
                  <a:pt x="148181" y="24927"/>
                </a:lnTo>
                <a:lnTo>
                  <a:pt x="147954" y="24927"/>
                </a:lnTo>
                <a:lnTo>
                  <a:pt x="169439" y="23054"/>
                </a:lnTo>
                <a:lnTo>
                  <a:pt x="184659" y="21212"/>
                </a:lnTo>
                <a:lnTo>
                  <a:pt x="204002" y="5964"/>
                </a:lnTo>
                <a:lnTo>
                  <a:pt x="180449" y="5964"/>
                </a:lnTo>
                <a:lnTo>
                  <a:pt x="181548" y="5475"/>
                </a:lnTo>
                <a:close/>
              </a:path>
              <a:path w="204470" h="60325">
                <a:moveTo>
                  <a:pt x="22337" y="50879"/>
                </a:moveTo>
                <a:lnTo>
                  <a:pt x="22195" y="50879"/>
                </a:lnTo>
                <a:lnTo>
                  <a:pt x="21770" y="51219"/>
                </a:lnTo>
                <a:lnTo>
                  <a:pt x="22337" y="50879"/>
                </a:lnTo>
                <a:close/>
              </a:path>
              <a:path w="204470" h="60325">
                <a:moveTo>
                  <a:pt x="27080" y="48033"/>
                </a:moveTo>
                <a:lnTo>
                  <a:pt x="25750" y="48671"/>
                </a:lnTo>
                <a:lnTo>
                  <a:pt x="26446" y="48413"/>
                </a:lnTo>
                <a:lnTo>
                  <a:pt x="27080" y="48033"/>
                </a:lnTo>
                <a:close/>
              </a:path>
              <a:path w="204470" h="60325">
                <a:moveTo>
                  <a:pt x="26446" y="48413"/>
                </a:moveTo>
                <a:lnTo>
                  <a:pt x="25750" y="48671"/>
                </a:lnTo>
                <a:lnTo>
                  <a:pt x="26015" y="48671"/>
                </a:lnTo>
                <a:lnTo>
                  <a:pt x="26446" y="48413"/>
                </a:lnTo>
                <a:close/>
              </a:path>
              <a:path w="204470" h="60325">
                <a:moveTo>
                  <a:pt x="27471" y="48033"/>
                </a:moveTo>
                <a:lnTo>
                  <a:pt x="27080" y="48033"/>
                </a:lnTo>
                <a:lnTo>
                  <a:pt x="26446" y="48413"/>
                </a:lnTo>
                <a:lnTo>
                  <a:pt x="27471" y="48033"/>
                </a:lnTo>
                <a:close/>
              </a:path>
              <a:path w="204470" h="60325">
                <a:moveTo>
                  <a:pt x="33821" y="45676"/>
                </a:moveTo>
                <a:lnTo>
                  <a:pt x="32604" y="46023"/>
                </a:lnTo>
                <a:lnTo>
                  <a:pt x="32885" y="46023"/>
                </a:lnTo>
                <a:lnTo>
                  <a:pt x="33821" y="45676"/>
                </a:lnTo>
                <a:close/>
              </a:path>
              <a:path w="204470" h="60325">
                <a:moveTo>
                  <a:pt x="34340" y="45676"/>
                </a:moveTo>
                <a:lnTo>
                  <a:pt x="33821" y="45676"/>
                </a:lnTo>
                <a:lnTo>
                  <a:pt x="32885" y="46023"/>
                </a:lnTo>
                <a:lnTo>
                  <a:pt x="32604" y="46023"/>
                </a:lnTo>
                <a:lnTo>
                  <a:pt x="34340" y="45676"/>
                </a:lnTo>
                <a:close/>
              </a:path>
              <a:path w="204470" h="60325">
                <a:moveTo>
                  <a:pt x="182735" y="5331"/>
                </a:moveTo>
                <a:lnTo>
                  <a:pt x="181548" y="5475"/>
                </a:lnTo>
                <a:lnTo>
                  <a:pt x="180449" y="5964"/>
                </a:lnTo>
                <a:lnTo>
                  <a:pt x="182735" y="5331"/>
                </a:lnTo>
                <a:close/>
              </a:path>
              <a:path w="204470" h="60325">
                <a:moveTo>
                  <a:pt x="203831" y="5331"/>
                </a:moveTo>
                <a:lnTo>
                  <a:pt x="182735" y="5331"/>
                </a:lnTo>
                <a:lnTo>
                  <a:pt x="180449" y="5964"/>
                </a:lnTo>
                <a:lnTo>
                  <a:pt x="204002" y="5964"/>
                </a:lnTo>
                <a:lnTo>
                  <a:pt x="203892" y="5475"/>
                </a:lnTo>
                <a:lnTo>
                  <a:pt x="203831" y="5331"/>
                </a:lnTo>
                <a:close/>
              </a:path>
              <a:path w="204470" h="60325">
                <a:moveTo>
                  <a:pt x="198307" y="0"/>
                </a:moveTo>
                <a:lnTo>
                  <a:pt x="193871" y="0"/>
                </a:lnTo>
                <a:lnTo>
                  <a:pt x="181548" y="5475"/>
                </a:lnTo>
                <a:lnTo>
                  <a:pt x="182735" y="5331"/>
                </a:lnTo>
                <a:lnTo>
                  <a:pt x="203831" y="5331"/>
                </a:lnTo>
                <a:lnTo>
                  <a:pt x="203026" y="3521"/>
                </a:lnTo>
                <a:lnTo>
                  <a:pt x="202426" y="2671"/>
                </a:lnTo>
                <a:lnTo>
                  <a:pt x="200889" y="1210"/>
                </a:lnTo>
                <a:lnTo>
                  <a:pt x="200009" y="655"/>
                </a:lnTo>
                <a:lnTo>
                  <a:pt x="19830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87874" y="9278698"/>
            <a:ext cx="57150" cy="348615"/>
          </a:xfrm>
          <a:custGeom>
            <a:avLst/>
            <a:gdLst/>
            <a:ahLst/>
            <a:cxnLst/>
            <a:rect l="l" t="t" r="r" b="b"/>
            <a:pathLst>
              <a:path w="57150" h="348615">
                <a:moveTo>
                  <a:pt x="49472" y="0"/>
                </a:moveTo>
                <a:lnTo>
                  <a:pt x="48093" y="0"/>
                </a:lnTo>
                <a:lnTo>
                  <a:pt x="46337" y="261"/>
                </a:lnTo>
                <a:lnTo>
                  <a:pt x="41173" y="4809"/>
                </a:lnTo>
                <a:lnTo>
                  <a:pt x="41061" y="5046"/>
                </a:lnTo>
                <a:lnTo>
                  <a:pt x="33200" y="53637"/>
                </a:lnTo>
                <a:lnTo>
                  <a:pt x="29542" y="112299"/>
                </a:lnTo>
                <a:lnTo>
                  <a:pt x="25467" y="149593"/>
                </a:lnTo>
                <a:lnTo>
                  <a:pt x="20392" y="178193"/>
                </a:lnTo>
                <a:lnTo>
                  <a:pt x="14792" y="209993"/>
                </a:lnTo>
                <a:lnTo>
                  <a:pt x="9250" y="256185"/>
                </a:lnTo>
                <a:lnTo>
                  <a:pt x="26" y="339204"/>
                </a:lnTo>
                <a:lnTo>
                  <a:pt x="0" y="341294"/>
                </a:lnTo>
                <a:lnTo>
                  <a:pt x="499" y="343016"/>
                </a:lnTo>
                <a:lnTo>
                  <a:pt x="6496" y="348063"/>
                </a:lnTo>
                <a:lnTo>
                  <a:pt x="9183" y="348063"/>
                </a:lnTo>
                <a:lnTo>
                  <a:pt x="25140" y="258021"/>
                </a:lnTo>
                <a:lnTo>
                  <a:pt x="30623" y="212337"/>
                </a:lnTo>
                <a:lnTo>
                  <a:pt x="30675" y="211903"/>
                </a:lnTo>
                <a:lnTo>
                  <a:pt x="41217" y="152390"/>
                </a:lnTo>
                <a:lnTo>
                  <a:pt x="41292" y="151863"/>
                </a:lnTo>
                <a:lnTo>
                  <a:pt x="45476" y="113670"/>
                </a:lnTo>
                <a:lnTo>
                  <a:pt x="49168" y="54592"/>
                </a:lnTo>
                <a:lnTo>
                  <a:pt x="50035" y="39423"/>
                </a:lnTo>
                <a:lnTo>
                  <a:pt x="50091" y="38450"/>
                </a:lnTo>
                <a:lnTo>
                  <a:pt x="50317" y="37538"/>
                </a:lnTo>
                <a:lnTo>
                  <a:pt x="52649" y="24714"/>
                </a:lnTo>
                <a:lnTo>
                  <a:pt x="52741" y="24206"/>
                </a:lnTo>
                <a:lnTo>
                  <a:pt x="53475" y="21341"/>
                </a:lnTo>
                <a:lnTo>
                  <a:pt x="56577" y="8925"/>
                </a:lnTo>
                <a:lnTo>
                  <a:pt x="56628" y="7886"/>
                </a:lnTo>
                <a:lnTo>
                  <a:pt x="56358" y="6075"/>
                </a:lnTo>
                <a:lnTo>
                  <a:pt x="56315" y="5789"/>
                </a:lnTo>
                <a:lnTo>
                  <a:pt x="56049" y="5046"/>
                </a:lnTo>
                <a:lnTo>
                  <a:pt x="55965" y="4809"/>
                </a:lnTo>
                <a:lnTo>
                  <a:pt x="54874" y="2992"/>
                </a:lnTo>
                <a:lnTo>
                  <a:pt x="54174" y="2221"/>
                </a:lnTo>
                <a:lnTo>
                  <a:pt x="52471" y="958"/>
                </a:lnTo>
                <a:lnTo>
                  <a:pt x="51737" y="612"/>
                </a:lnTo>
                <a:lnTo>
                  <a:pt x="51921" y="612"/>
                </a:lnTo>
                <a:lnTo>
                  <a:pt x="4947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7" name="object 9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122531" y="9305495"/>
            <a:ext cx="336964" cy="386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object 4">
            <a:extLst>
              <a:ext uri="{FF2B5EF4-FFF2-40B4-BE49-F238E27FC236}">
                <a16:creationId xmlns:a16="http://schemas.microsoft.com/office/drawing/2014/main" id="{FCCCAB6B-D9BA-7E7B-5DCA-0567F058A7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405" y="927100"/>
            <a:ext cx="6863690" cy="7633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1B071F7-A517-1CF8-8D3F-0950A0058D1E}"/>
                  </a:ext>
                </a:extLst>
              </p14:cNvPr>
              <p14:cNvContentPartPr/>
              <p14:nvPr/>
            </p14:nvContentPartPr>
            <p14:xfrm>
              <a:off x="2060208" y="2466960"/>
              <a:ext cx="485280" cy="723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1B071F7-A517-1CF8-8D3F-0950A0058D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4088" y="2460840"/>
                <a:ext cx="4975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ADD7B92-6CD1-312D-1827-6256B774B30B}"/>
                  </a:ext>
                </a:extLst>
              </p14:cNvPr>
              <p14:cNvContentPartPr/>
              <p14:nvPr/>
            </p14:nvContentPartPr>
            <p14:xfrm>
              <a:off x="3025728" y="2494320"/>
              <a:ext cx="358560" cy="612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ADD7B92-6CD1-312D-1827-6256B774B3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9608" y="2488200"/>
                <a:ext cx="3708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9048040-791C-769A-6195-8B284FF9F078}"/>
                  </a:ext>
                </a:extLst>
              </p14:cNvPr>
              <p14:cNvContentPartPr/>
              <p14:nvPr/>
            </p14:nvContentPartPr>
            <p14:xfrm>
              <a:off x="4071168" y="2474520"/>
              <a:ext cx="372600" cy="36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9048040-791C-769A-6195-8B284FF9F07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65048" y="2468400"/>
                <a:ext cx="38484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1082EDEB-9F15-539F-61CB-65410C201C39}"/>
              </a:ext>
            </a:extLst>
          </p:cNvPr>
          <p:cNvGrpSpPr/>
          <p:nvPr/>
        </p:nvGrpSpPr>
        <p:grpSpPr>
          <a:xfrm>
            <a:off x="5078448" y="2429880"/>
            <a:ext cx="964080" cy="63000"/>
            <a:chOff x="5078448" y="2429880"/>
            <a:chExt cx="964080" cy="6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F8129D8-D010-B600-F02D-1904DE8BCDE1}"/>
                    </a:ext>
                  </a:extLst>
                </p14:cNvPr>
                <p14:cNvContentPartPr/>
                <p14:nvPr/>
              </p14:nvContentPartPr>
              <p14:xfrm>
                <a:off x="5078448" y="2468040"/>
                <a:ext cx="288360" cy="24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F8129D8-D010-B600-F02D-1904DE8BCDE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72328" y="2461920"/>
                  <a:ext cx="300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BB37677-549F-B95D-52EA-F6C8D07301D9}"/>
                    </a:ext>
                  </a:extLst>
                </p14:cNvPr>
                <p14:cNvContentPartPr/>
                <p14:nvPr/>
              </p14:nvContentPartPr>
              <p14:xfrm>
                <a:off x="5723568" y="2429880"/>
                <a:ext cx="318960" cy="18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BB37677-549F-B95D-52EA-F6C8D07301D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17448" y="2423760"/>
                  <a:ext cx="33120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0D49DA8-0061-E5DE-532E-DFA2C2D228C9}"/>
                  </a:ext>
                </a:extLst>
              </p14:cNvPr>
              <p14:cNvContentPartPr/>
              <p14:nvPr/>
            </p14:nvContentPartPr>
            <p14:xfrm>
              <a:off x="6543288" y="2503320"/>
              <a:ext cx="410040" cy="450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0D49DA8-0061-E5DE-532E-DFA2C2D228C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37168" y="2497200"/>
                <a:ext cx="42228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9DFC3E1-15B5-B8AB-F592-6817A76CB752}"/>
              </a:ext>
            </a:extLst>
          </p:cNvPr>
          <p:cNvGrpSpPr/>
          <p:nvPr/>
        </p:nvGrpSpPr>
        <p:grpSpPr>
          <a:xfrm>
            <a:off x="1297728" y="2116680"/>
            <a:ext cx="526320" cy="463680"/>
            <a:chOff x="1297728" y="2116680"/>
            <a:chExt cx="526320" cy="46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5D53627-6719-BEAD-C6E4-0F7AFD5E693D}"/>
                    </a:ext>
                  </a:extLst>
                </p14:cNvPr>
                <p14:cNvContentPartPr/>
                <p14:nvPr/>
              </p14:nvContentPartPr>
              <p14:xfrm>
                <a:off x="1297728" y="2548320"/>
                <a:ext cx="526320" cy="32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5D53627-6719-BEAD-C6E4-0F7AFD5E69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91608" y="2542200"/>
                  <a:ext cx="538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E4FCAC4-462E-E4EA-D6A8-384C7177FEF0}"/>
                    </a:ext>
                  </a:extLst>
                </p14:cNvPr>
                <p14:cNvContentPartPr/>
                <p14:nvPr/>
              </p14:nvContentPartPr>
              <p14:xfrm>
                <a:off x="1386648" y="2116680"/>
                <a:ext cx="178200" cy="327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E4FCAC4-462E-E4EA-D6A8-384C7177FEF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80528" y="2110560"/>
                  <a:ext cx="190440" cy="34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B14B753-ED3E-B1CE-F5D9-3998E5C6A8CE}"/>
                  </a:ext>
                </a:extLst>
              </p14:cNvPr>
              <p14:cNvContentPartPr/>
              <p14:nvPr/>
            </p14:nvContentPartPr>
            <p14:xfrm>
              <a:off x="2213568" y="2025600"/>
              <a:ext cx="166320" cy="3945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B14B753-ED3E-B1CE-F5D9-3998E5C6A8C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207448" y="2019480"/>
                <a:ext cx="17856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16891DF-FAA0-0FD8-2355-86FC26B86A96}"/>
                  </a:ext>
                </a:extLst>
              </p14:cNvPr>
              <p14:cNvContentPartPr/>
              <p14:nvPr/>
            </p14:nvContentPartPr>
            <p14:xfrm>
              <a:off x="3107448" y="2030640"/>
              <a:ext cx="216000" cy="4370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16891DF-FAA0-0FD8-2355-86FC26B86A9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01328" y="2024520"/>
                <a:ext cx="22824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39350F6-92F8-983F-3BEB-BCA39D876A10}"/>
                  </a:ext>
                </a:extLst>
              </p14:cNvPr>
              <p14:cNvContentPartPr/>
              <p14:nvPr/>
            </p14:nvContentPartPr>
            <p14:xfrm>
              <a:off x="4162968" y="1921200"/>
              <a:ext cx="168480" cy="4280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39350F6-92F8-983F-3BEB-BCA39D876A1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156848" y="1915080"/>
                <a:ext cx="18072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AC03C50-AFA2-F80F-9603-D3616FE5BD71}"/>
                  </a:ext>
                </a:extLst>
              </p14:cNvPr>
              <p14:cNvContentPartPr/>
              <p14:nvPr/>
            </p14:nvContentPartPr>
            <p14:xfrm>
              <a:off x="5122728" y="1925160"/>
              <a:ext cx="138600" cy="4154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AC03C50-AFA2-F80F-9603-D3616FE5BD7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116608" y="1919040"/>
                <a:ext cx="15084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368D972-ADF8-2DD5-CAB0-CBC8724BFD3B}"/>
                  </a:ext>
                </a:extLst>
              </p14:cNvPr>
              <p14:cNvContentPartPr/>
              <p14:nvPr/>
            </p14:nvContentPartPr>
            <p14:xfrm>
              <a:off x="5773248" y="1921920"/>
              <a:ext cx="160920" cy="3578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368D972-ADF8-2DD5-CAB0-CBC8724BFD3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767128" y="1915800"/>
                <a:ext cx="173160" cy="37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055B4CF-C65E-DD29-4812-396C8ED4A0B9}"/>
              </a:ext>
            </a:extLst>
          </p:cNvPr>
          <p:cNvGrpSpPr/>
          <p:nvPr/>
        </p:nvGrpSpPr>
        <p:grpSpPr>
          <a:xfrm>
            <a:off x="6653808" y="1492440"/>
            <a:ext cx="1287360" cy="642600"/>
            <a:chOff x="6653808" y="1492440"/>
            <a:chExt cx="1287360" cy="64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6B5CB3-39E4-B768-3217-03724D34BC1A}"/>
                    </a:ext>
                  </a:extLst>
                </p14:cNvPr>
                <p14:cNvContentPartPr/>
                <p14:nvPr/>
              </p14:nvContentPartPr>
              <p14:xfrm>
                <a:off x="6801768" y="1772160"/>
                <a:ext cx="25560" cy="41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6B5CB3-39E4-B768-3217-03724D34BC1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95648" y="1766040"/>
                  <a:ext cx="37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64790F0-1247-3AD7-C216-0CB7A36AB437}"/>
                    </a:ext>
                  </a:extLst>
                </p14:cNvPr>
                <p14:cNvContentPartPr/>
                <p14:nvPr/>
              </p14:nvContentPartPr>
              <p14:xfrm>
                <a:off x="6653808" y="1608360"/>
                <a:ext cx="748080" cy="526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64790F0-1247-3AD7-C216-0CB7A36AB43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47688" y="1602240"/>
                  <a:ext cx="76032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24008D9-C179-4CB4-7A28-1227618C9B49}"/>
                    </a:ext>
                  </a:extLst>
                </p14:cNvPr>
                <p14:cNvContentPartPr/>
                <p14:nvPr/>
              </p14:nvContentPartPr>
              <p14:xfrm>
                <a:off x="7606368" y="1492440"/>
                <a:ext cx="41760" cy="299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24008D9-C179-4CB4-7A28-1227618C9B4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00248" y="1486320"/>
                  <a:ext cx="540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DDD5AA9-E81B-40F4-BB01-D214A65800DF}"/>
                    </a:ext>
                  </a:extLst>
                </p14:cNvPr>
                <p14:cNvContentPartPr/>
                <p14:nvPr/>
              </p14:nvContentPartPr>
              <p14:xfrm>
                <a:off x="7679088" y="1722120"/>
                <a:ext cx="13680" cy="18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DDD5AA9-E81B-40F4-BB01-D214A65800D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72968" y="1716000"/>
                  <a:ext cx="2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232123B-EDC1-804F-4A4A-48981C99F48D}"/>
                    </a:ext>
                  </a:extLst>
                </p14:cNvPr>
                <p14:cNvContentPartPr/>
                <p14:nvPr/>
              </p14:nvContentPartPr>
              <p14:xfrm>
                <a:off x="7712568" y="1501800"/>
                <a:ext cx="228600" cy="299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232123B-EDC1-804F-4A4A-48981C99F48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06448" y="1495680"/>
                  <a:ext cx="24084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881C9F5-2041-FDEF-50C3-6DD7A1B56402}"/>
              </a:ext>
            </a:extLst>
          </p:cNvPr>
          <p:cNvGrpSpPr/>
          <p:nvPr/>
        </p:nvGrpSpPr>
        <p:grpSpPr>
          <a:xfrm>
            <a:off x="2831328" y="3126120"/>
            <a:ext cx="1257840" cy="503280"/>
            <a:chOff x="2831328" y="3126120"/>
            <a:chExt cx="125784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B8524D3-065A-DDEB-20D5-3EE8320B5B52}"/>
                    </a:ext>
                  </a:extLst>
                </p14:cNvPr>
                <p14:cNvContentPartPr/>
                <p14:nvPr/>
              </p14:nvContentPartPr>
              <p14:xfrm>
                <a:off x="2831328" y="3126120"/>
                <a:ext cx="312480" cy="466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B8524D3-065A-DDEB-20D5-3EE8320B5B5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825208" y="3120000"/>
                  <a:ext cx="3247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6DB4E63-A970-9E55-0FDB-374A1F8B5EA0}"/>
                    </a:ext>
                  </a:extLst>
                </p14:cNvPr>
                <p14:cNvContentPartPr/>
                <p14:nvPr/>
              </p14:nvContentPartPr>
              <p14:xfrm>
                <a:off x="3345408" y="3195960"/>
                <a:ext cx="309960" cy="369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6DB4E63-A970-9E55-0FDB-374A1F8B5EA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39288" y="3189840"/>
                  <a:ext cx="3222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D6A43A3-F17A-8D83-D1EF-AB846265AF80}"/>
                    </a:ext>
                  </a:extLst>
                </p14:cNvPr>
                <p14:cNvContentPartPr/>
                <p14:nvPr/>
              </p14:nvContentPartPr>
              <p14:xfrm>
                <a:off x="3778128" y="3166800"/>
                <a:ext cx="311040" cy="462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D6A43A3-F17A-8D83-D1EF-AB846265AF8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72008" y="3160680"/>
                  <a:ext cx="323280" cy="47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5617DF0-8C74-10D6-E71C-C671D16C4A1A}"/>
              </a:ext>
            </a:extLst>
          </p:cNvPr>
          <p:cNvGrpSpPr/>
          <p:nvPr/>
        </p:nvGrpSpPr>
        <p:grpSpPr>
          <a:xfrm>
            <a:off x="4452048" y="3215040"/>
            <a:ext cx="273600" cy="244800"/>
            <a:chOff x="4452048" y="3215040"/>
            <a:chExt cx="273600" cy="24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80ECA45-D1FD-0E8E-AEED-7D0E754B0C08}"/>
                    </a:ext>
                  </a:extLst>
                </p14:cNvPr>
                <p14:cNvContentPartPr/>
                <p14:nvPr/>
              </p14:nvContentPartPr>
              <p14:xfrm>
                <a:off x="4452048" y="3215040"/>
                <a:ext cx="273600" cy="200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80ECA45-D1FD-0E8E-AEED-7D0E754B0C0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45928" y="3208920"/>
                  <a:ext cx="2858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828228B-CFAB-8E93-58B4-672FEFC2B55C}"/>
                    </a:ext>
                  </a:extLst>
                </p14:cNvPr>
                <p14:cNvContentPartPr/>
                <p14:nvPr/>
              </p14:nvContentPartPr>
              <p14:xfrm>
                <a:off x="4563648" y="3227640"/>
                <a:ext cx="139680" cy="232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828228B-CFAB-8E93-58B4-672FEFC2B55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57528" y="3221520"/>
                  <a:ext cx="15192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8969F84-F2F9-64E4-FD38-56D89C114CA3}"/>
              </a:ext>
            </a:extLst>
          </p:cNvPr>
          <p:cNvGrpSpPr/>
          <p:nvPr/>
        </p:nvGrpSpPr>
        <p:grpSpPr>
          <a:xfrm>
            <a:off x="5506128" y="2945040"/>
            <a:ext cx="584640" cy="583200"/>
            <a:chOff x="5506128" y="2945040"/>
            <a:chExt cx="584640" cy="58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468E89A-BA62-CF7A-5088-1BECBE5C76CC}"/>
                    </a:ext>
                  </a:extLst>
                </p14:cNvPr>
                <p14:cNvContentPartPr/>
                <p14:nvPr/>
              </p14:nvContentPartPr>
              <p14:xfrm>
                <a:off x="5506128" y="3035760"/>
                <a:ext cx="191520" cy="492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468E89A-BA62-CF7A-5088-1BECBE5C76C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500008" y="3029640"/>
                  <a:ext cx="20376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2D889DB-8DCC-ABDE-26DA-7DCC73ECB3DD}"/>
                    </a:ext>
                  </a:extLst>
                </p14:cNvPr>
                <p14:cNvContentPartPr/>
                <p14:nvPr/>
              </p14:nvContentPartPr>
              <p14:xfrm>
                <a:off x="5736168" y="2945040"/>
                <a:ext cx="354600" cy="492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2D889DB-8DCC-ABDE-26DA-7DCC73ECB3D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30048" y="2938920"/>
                  <a:ext cx="366840" cy="50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B1CEAB7-CE53-2DA0-6E97-45C6DFC8C194}"/>
              </a:ext>
            </a:extLst>
          </p:cNvPr>
          <p:cNvGrpSpPr/>
          <p:nvPr/>
        </p:nvGrpSpPr>
        <p:grpSpPr>
          <a:xfrm>
            <a:off x="6279408" y="2936040"/>
            <a:ext cx="582120" cy="842400"/>
            <a:chOff x="6279408" y="2936040"/>
            <a:chExt cx="582120" cy="84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92D95D-7902-EBCD-2392-ACA40EEBA23A}"/>
                    </a:ext>
                  </a:extLst>
                </p14:cNvPr>
                <p14:cNvContentPartPr/>
                <p14:nvPr/>
              </p14:nvContentPartPr>
              <p14:xfrm>
                <a:off x="6279408" y="2936040"/>
                <a:ext cx="293400" cy="503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92D95D-7902-EBCD-2392-ACA40EEBA23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273288" y="2929920"/>
                  <a:ext cx="30564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E2F779A-1A99-1FFC-EDF9-9308233E1436}"/>
                    </a:ext>
                  </a:extLst>
                </p14:cNvPr>
                <p14:cNvContentPartPr/>
                <p14:nvPr/>
              </p14:nvContentPartPr>
              <p14:xfrm>
                <a:off x="6782688" y="3177240"/>
                <a:ext cx="78840" cy="601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E2F779A-1A99-1FFC-EDF9-9308233E143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776568" y="3171120"/>
                  <a:ext cx="91080" cy="61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A425914-DDF6-2DBB-DA8A-9F6FD006313A}"/>
              </a:ext>
            </a:extLst>
          </p:cNvPr>
          <p:cNvGrpSpPr/>
          <p:nvPr/>
        </p:nvGrpSpPr>
        <p:grpSpPr>
          <a:xfrm>
            <a:off x="1784448" y="4329600"/>
            <a:ext cx="349920" cy="180360"/>
            <a:chOff x="1784448" y="4329600"/>
            <a:chExt cx="34992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E1DC574-9950-332A-A07D-BCD411052A14}"/>
                    </a:ext>
                  </a:extLst>
                </p14:cNvPr>
                <p14:cNvContentPartPr/>
                <p14:nvPr/>
              </p14:nvContentPartPr>
              <p14:xfrm>
                <a:off x="1784448" y="4329600"/>
                <a:ext cx="294120" cy="58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E1DC574-9950-332A-A07D-BCD411052A1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778328" y="4323480"/>
                  <a:ext cx="306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2028257-63FA-D99D-1D41-8D4C26E54B94}"/>
                    </a:ext>
                  </a:extLst>
                </p14:cNvPr>
                <p14:cNvContentPartPr/>
                <p14:nvPr/>
              </p14:nvContentPartPr>
              <p14:xfrm>
                <a:off x="1895688" y="4479000"/>
                <a:ext cx="238680" cy="30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2028257-63FA-D99D-1D41-8D4C26E54B9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89568" y="4472880"/>
                  <a:ext cx="25092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57B7720-175C-A465-513D-5BF309F18675}"/>
              </a:ext>
            </a:extLst>
          </p:cNvPr>
          <p:cNvGrpSpPr/>
          <p:nvPr/>
        </p:nvGrpSpPr>
        <p:grpSpPr>
          <a:xfrm>
            <a:off x="2805768" y="3970320"/>
            <a:ext cx="608040" cy="615600"/>
            <a:chOff x="2805768" y="3970320"/>
            <a:chExt cx="60804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91A3847-3E75-E3D4-4849-7E9173AB54FF}"/>
                    </a:ext>
                  </a:extLst>
                </p14:cNvPr>
                <p14:cNvContentPartPr/>
                <p14:nvPr/>
              </p14:nvContentPartPr>
              <p14:xfrm>
                <a:off x="2805768" y="4080840"/>
                <a:ext cx="95400" cy="505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91A3847-3E75-E3D4-4849-7E9173AB54F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799648" y="4074720"/>
                  <a:ext cx="1076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DBA2EB-5B3D-8083-0A22-E166AB81FD76}"/>
                    </a:ext>
                  </a:extLst>
                </p14:cNvPr>
                <p14:cNvContentPartPr/>
                <p14:nvPr/>
              </p14:nvContentPartPr>
              <p14:xfrm>
                <a:off x="3021048" y="3970320"/>
                <a:ext cx="392760" cy="563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DBA2EB-5B3D-8083-0A22-E166AB81FD7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014928" y="3964200"/>
                  <a:ext cx="405000" cy="57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47784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6850" y="539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850" y="1079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850" y="1619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850" y="2159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850" y="2698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6850" y="3778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6850" y="4318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6850" y="4857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6850" y="5397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6850" y="5937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6850" y="6477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6850" y="7016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6850" y="7556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6850" y="8096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6850" y="8636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6850" y="9175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6850" y="9715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6850" y="10255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99" y="147270"/>
            <a:ext cx="7011772" cy="79209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154" y="2818339"/>
            <a:ext cx="7209650" cy="69245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446" y="6062413"/>
            <a:ext cx="6968044" cy="1005409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2942859" y="1360996"/>
            <a:ext cx="193040" cy="29845"/>
          </a:xfrm>
          <a:custGeom>
            <a:avLst/>
            <a:gdLst/>
            <a:ahLst/>
            <a:cxnLst/>
            <a:rect l="l" t="t" r="r" b="b"/>
            <a:pathLst>
              <a:path w="193039" h="29844">
                <a:moveTo>
                  <a:pt x="159801" y="25963"/>
                </a:moveTo>
                <a:lnTo>
                  <a:pt x="7382" y="25963"/>
                </a:lnTo>
                <a:lnTo>
                  <a:pt x="32674" y="27644"/>
                </a:lnTo>
                <a:lnTo>
                  <a:pt x="81258" y="29317"/>
                </a:lnTo>
                <a:lnTo>
                  <a:pt x="141433" y="29317"/>
                </a:lnTo>
                <a:lnTo>
                  <a:pt x="142930" y="29175"/>
                </a:lnTo>
                <a:lnTo>
                  <a:pt x="159801" y="25963"/>
                </a:lnTo>
                <a:close/>
              </a:path>
              <a:path w="193039" h="29844">
                <a:moveTo>
                  <a:pt x="12341" y="10261"/>
                </a:moveTo>
                <a:lnTo>
                  <a:pt x="5785" y="10261"/>
                </a:lnTo>
                <a:lnTo>
                  <a:pt x="4348" y="10748"/>
                </a:lnTo>
                <a:lnTo>
                  <a:pt x="3446" y="11267"/>
                </a:lnTo>
                <a:lnTo>
                  <a:pt x="1851" y="12663"/>
                </a:lnTo>
                <a:lnTo>
                  <a:pt x="1341" y="13326"/>
                </a:lnTo>
                <a:lnTo>
                  <a:pt x="1216" y="13488"/>
                </a:lnTo>
                <a:lnTo>
                  <a:pt x="276" y="15388"/>
                </a:lnTo>
                <a:lnTo>
                  <a:pt x="6" y="16393"/>
                </a:lnTo>
                <a:lnTo>
                  <a:pt x="0" y="19540"/>
                </a:lnTo>
                <a:lnTo>
                  <a:pt x="679" y="21549"/>
                </a:lnTo>
                <a:lnTo>
                  <a:pt x="6593" y="25963"/>
                </a:lnTo>
                <a:lnTo>
                  <a:pt x="160018" y="25963"/>
                </a:lnTo>
                <a:lnTo>
                  <a:pt x="161846" y="25443"/>
                </a:lnTo>
                <a:lnTo>
                  <a:pt x="188702" y="15043"/>
                </a:lnTo>
                <a:lnTo>
                  <a:pt x="189581" y="14485"/>
                </a:lnTo>
                <a:lnTo>
                  <a:pt x="190627" y="13488"/>
                </a:lnTo>
                <a:lnTo>
                  <a:pt x="139797" y="13488"/>
                </a:lnTo>
                <a:lnTo>
                  <a:pt x="140651" y="13326"/>
                </a:lnTo>
                <a:lnTo>
                  <a:pt x="81625" y="13326"/>
                </a:lnTo>
                <a:lnTo>
                  <a:pt x="33594" y="11670"/>
                </a:lnTo>
                <a:lnTo>
                  <a:pt x="12341" y="10261"/>
                </a:lnTo>
                <a:close/>
              </a:path>
              <a:path w="193039" h="29844">
                <a:moveTo>
                  <a:pt x="156746" y="10261"/>
                </a:moveTo>
                <a:lnTo>
                  <a:pt x="139797" y="13488"/>
                </a:lnTo>
                <a:lnTo>
                  <a:pt x="139643" y="13488"/>
                </a:lnTo>
                <a:lnTo>
                  <a:pt x="141433" y="13326"/>
                </a:lnTo>
                <a:lnTo>
                  <a:pt x="190797" y="13326"/>
                </a:lnTo>
                <a:lnTo>
                  <a:pt x="191115" y="13022"/>
                </a:lnTo>
                <a:lnTo>
                  <a:pt x="191712" y="12170"/>
                </a:lnTo>
                <a:lnTo>
                  <a:pt x="192341" y="10748"/>
                </a:lnTo>
                <a:lnTo>
                  <a:pt x="192440" y="10523"/>
                </a:lnTo>
                <a:lnTo>
                  <a:pt x="156071" y="10523"/>
                </a:lnTo>
                <a:lnTo>
                  <a:pt x="156746" y="10261"/>
                </a:lnTo>
                <a:close/>
              </a:path>
              <a:path w="193039" h="29844">
                <a:moveTo>
                  <a:pt x="190797" y="13326"/>
                </a:moveTo>
                <a:lnTo>
                  <a:pt x="141433" y="13326"/>
                </a:lnTo>
                <a:lnTo>
                  <a:pt x="139643" y="13488"/>
                </a:lnTo>
                <a:lnTo>
                  <a:pt x="190627" y="13488"/>
                </a:lnTo>
                <a:lnTo>
                  <a:pt x="190797" y="13326"/>
                </a:lnTo>
                <a:close/>
              </a:path>
              <a:path w="193039" h="29844">
                <a:moveTo>
                  <a:pt x="186074" y="0"/>
                </a:moveTo>
                <a:lnTo>
                  <a:pt x="183670" y="0"/>
                </a:lnTo>
                <a:lnTo>
                  <a:pt x="182377" y="226"/>
                </a:lnTo>
                <a:lnTo>
                  <a:pt x="182680" y="226"/>
                </a:lnTo>
                <a:lnTo>
                  <a:pt x="156071" y="10523"/>
                </a:lnTo>
                <a:lnTo>
                  <a:pt x="156985" y="10261"/>
                </a:lnTo>
                <a:lnTo>
                  <a:pt x="192563" y="10261"/>
                </a:lnTo>
                <a:lnTo>
                  <a:pt x="192797" y="9216"/>
                </a:lnTo>
                <a:lnTo>
                  <a:pt x="187090" y="226"/>
                </a:lnTo>
                <a:lnTo>
                  <a:pt x="186074" y="0"/>
                </a:lnTo>
                <a:close/>
              </a:path>
              <a:path w="193039" h="29844">
                <a:moveTo>
                  <a:pt x="192556" y="10261"/>
                </a:moveTo>
                <a:lnTo>
                  <a:pt x="156985" y="10261"/>
                </a:lnTo>
                <a:lnTo>
                  <a:pt x="156071" y="10523"/>
                </a:lnTo>
                <a:lnTo>
                  <a:pt x="192440" y="10523"/>
                </a:lnTo>
                <a:lnTo>
                  <a:pt x="192556" y="1026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05486" y="1068708"/>
            <a:ext cx="262869" cy="32160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26856" y="1015442"/>
            <a:ext cx="222018" cy="27473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16701" y="1017823"/>
            <a:ext cx="303507" cy="34246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31808" y="935635"/>
            <a:ext cx="222728" cy="40791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21854" y="990234"/>
            <a:ext cx="224859" cy="36664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82516" y="977472"/>
            <a:ext cx="279358" cy="349417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2291360" y="1822019"/>
            <a:ext cx="244475" cy="53975"/>
          </a:xfrm>
          <a:custGeom>
            <a:avLst/>
            <a:gdLst/>
            <a:ahLst/>
            <a:cxnLst/>
            <a:rect l="l" t="t" r="r" b="b"/>
            <a:pathLst>
              <a:path w="244475" h="53975">
                <a:moveTo>
                  <a:pt x="9874" y="12642"/>
                </a:moveTo>
                <a:lnTo>
                  <a:pt x="5712" y="12642"/>
                </a:lnTo>
                <a:lnTo>
                  <a:pt x="3754" y="13454"/>
                </a:lnTo>
                <a:lnTo>
                  <a:pt x="2849" y="14071"/>
                </a:lnTo>
                <a:lnTo>
                  <a:pt x="1389" y="15530"/>
                </a:lnTo>
                <a:lnTo>
                  <a:pt x="811" y="16395"/>
                </a:lnTo>
                <a:lnTo>
                  <a:pt x="0" y="18355"/>
                </a:lnTo>
                <a:lnTo>
                  <a:pt x="90" y="36353"/>
                </a:lnTo>
                <a:lnTo>
                  <a:pt x="16920" y="53555"/>
                </a:lnTo>
                <a:lnTo>
                  <a:pt x="47073" y="52297"/>
                </a:lnTo>
                <a:lnTo>
                  <a:pt x="47276" y="52297"/>
                </a:lnTo>
                <a:lnTo>
                  <a:pt x="70540" y="49742"/>
                </a:lnTo>
                <a:lnTo>
                  <a:pt x="70702" y="49742"/>
                </a:lnTo>
                <a:lnTo>
                  <a:pt x="97156" y="44639"/>
                </a:lnTo>
                <a:lnTo>
                  <a:pt x="126700" y="39324"/>
                </a:lnTo>
                <a:lnTo>
                  <a:pt x="17365" y="39324"/>
                </a:lnTo>
                <a:lnTo>
                  <a:pt x="17256" y="39063"/>
                </a:lnTo>
                <a:lnTo>
                  <a:pt x="16914" y="38704"/>
                </a:lnTo>
                <a:lnTo>
                  <a:pt x="16320" y="37889"/>
                </a:lnTo>
                <a:lnTo>
                  <a:pt x="20255" y="37889"/>
                </a:lnTo>
                <a:lnTo>
                  <a:pt x="14053" y="37392"/>
                </a:lnTo>
                <a:lnTo>
                  <a:pt x="15259" y="37392"/>
                </a:lnTo>
                <a:lnTo>
                  <a:pt x="14339" y="36943"/>
                </a:lnTo>
                <a:lnTo>
                  <a:pt x="15630" y="36943"/>
                </a:lnTo>
                <a:lnTo>
                  <a:pt x="15311" y="36505"/>
                </a:lnTo>
                <a:lnTo>
                  <a:pt x="15201" y="36353"/>
                </a:lnTo>
                <a:lnTo>
                  <a:pt x="15922" y="36353"/>
                </a:lnTo>
                <a:lnTo>
                  <a:pt x="15717" y="35398"/>
                </a:lnTo>
                <a:lnTo>
                  <a:pt x="16071" y="35398"/>
                </a:lnTo>
                <a:lnTo>
                  <a:pt x="15996" y="34654"/>
                </a:lnTo>
                <a:lnTo>
                  <a:pt x="15925" y="33942"/>
                </a:lnTo>
                <a:lnTo>
                  <a:pt x="15831" y="32999"/>
                </a:lnTo>
                <a:lnTo>
                  <a:pt x="11832" y="13454"/>
                </a:lnTo>
                <a:lnTo>
                  <a:pt x="9874" y="12642"/>
                </a:lnTo>
                <a:close/>
              </a:path>
              <a:path w="244475" h="53975">
                <a:moveTo>
                  <a:pt x="244423" y="7096"/>
                </a:moveTo>
                <a:lnTo>
                  <a:pt x="219214" y="7096"/>
                </a:lnTo>
                <a:lnTo>
                  <a:pt x="218760" y="7244"/>
                </a:lnTo>
                <a:lnTo>
                  <a:pt x="218330" y="7443"/>
                </a:lnTo>
                <a:lnTo>
                  <a:pt x="218149" y="7443"/>
                </a:lnTo>
                <a:lnTo>
                  <a:pt x="202181" y="12642"/>
                </a:lnTo>
                <a:lnTo>
                  <a:pt x="201794" y="12642"/>
                </a:lnTo>
                <a:lnTo>
                  <a:pt x="184403" y="16395"/>
                </a:lnTo>
                <a:lnTo>
                  <a:pt x="183910" y="16395"/>
                </a:lnTo>
                <a:lnTo>
                  <a:pt x="165197" y="18766"/>
                </a:lnTo>
                <a:lnTo>
                  <a:pt x="125587" y="23244"/>
                </a:lnTo>
                <a:lnTo>
                  <a:pt x="125731" y="23244"/>
                </a:lnTo>
                <a:lnTo>
                  <a:pt x="94225" y="28912"/>
                </a:lnTo>
                <a:lnTo>
                  <a:pt x="68155" y="33942"/>
                </a:lnTo>
                <a:lnTo>
                  <a:pt x="67893" y="33942"/>
                </a:lnTo>
                <a:lnTo>
                  <a:pt x="45869" y="36353"/>
                </a:lnTo>
                <a:lnTo>
                  <a:pt x="45570" y="36353"/>
                </a:lnTo>
                <a:lnTo>
                  <a:pt x="10673" y="37889"/>
                </a:lnTo>
                <a:lnTo>
                  <a:pt x="16995" y="37889"/>
                </a:lnTo>
                <a:lnTo>
                  <a:pt x="17945" y="38704"/>
                </a:lnTo>
                <a:lnTo>
                  <a:pt x="17105" y="38704"/>
                </a:lnTo>
                <a:lnTo>
                  <a:pt x="17176" y="39063"/>
                </a:lnTo>
                <a:lnTo>
                  <a:pt x="17365" y="39324"/>
                </a:lnTo>
                <a:lnTo>
                  <a:pt x="126700" y="39324"/>
                </a:lnTo>
                <a:lnTo>
                  <a:pt x="128148" y="39063"/>
                </a:lnTo>
                <a:lnTo>
                  <a:pt x="131228" y="38704"/>
                </a:lnTo>
                <a:lnTo>
                  <a:pt x="17945" y="38704"/>
                </a:lnTo>
                <a:lnTo>
                  <a:pt x="16889" y="38188"/>
                </a:lnTo>
                <a:lnTo>
                  <a:pt x="135798" y="38188"/>
                </a:lnTo>
                <a:lnTo>
                  <a:pt x="167102" y="34654"/>
                </a:lnTo>
                <a:lnTo>
                  <a:pt x="187518" y="32062"/>
                </a:lnTo>
                <a:lnTo>
                  <a:pt x="187654" y="32062"/>
                </a:lnTo>
                <a:lnTo>
                  <a:pt x="206731" y="27938"/>
                </a:lnTo>
                <a:lnTo>
                  <a:pt x="242929" y="12642"/>
                </a:lnTo>
                <a:lnTo>
                  <a:pt x="244437" y="7443"/>
                </a:lnTo>
                <a:lnTo>
                  <a:pt x="218330" y="7443"/>
                </a:lnTo>
                <a:lnTo>
                  <a:pt x="218838" y="7244"/>
                </a:lnTo>
                <a:lnTo>
                  <a:pt x="244429" y="7244"/>
                </a:lnTo>
                <a:lnTo>
                  <a:pt x="244423" y="7096"/>
                </a:lnTo>
                <a:close/>
              </a:path>
              <a:path w="244475" h="53975">
                <a:moveTo>
                  <a:pt x="16277" y="37889"/>
                </a:moveTo>
                <a:lnTo>
                  <a:pt x="16538" y="38188"/>
                </a:lnTo>
                <a:lnTo>
                  <a:pt x="17176" y="39063"/>
                </a:lnTo>
                <a:lnTo>
                  <a:pt x="17105" y="38704"/>
                </a:lnTo>
                <a:lnTo>
                  <a:pt x="16889" y="38188"/>
                </a:lnTo>
                <a:lnTo>
                  <a:pt x="16277" y="37889"/>
                </a:lnTo>
                <a:close/>
              </a:path>
              <a:path w="244475" h="53975">
                <a:moveTo>
                  <a:pt x="16554" y="37392"/>
                </a:moveTo>
                <a:lnTo>
                  <a:pt x="16763" y="37889"/>
                </a:lnTo>
                <a:lnTo>
                  <a:pt x="16889" y="38188"/>
                </a:lnTo>
                <a:lnTo>
                  <a:pt x="17945" y="38704"/>
                </a:lnTo>
                <a:lnTo>
                  <a:pt x="16995" y="37889"/>
                </a:lnTo>
                <a:lnTo>
                  <a:pt x="19004" y="37889"/>
                </a:lnTo>
                <a:lnTo>
                  <a:pt x="16554" y="37392"/>
                </a:lnTo>
                <a:close/>
              </a:path>
              <a:path w="244475" h="53975">
                <a:moveTo>
                  <a:pt x="16182" y="36505"/>
                </a:moveTo>
                <a:lnTo>
                  <a:pt x="16144" y="37392"/>
                </a:lnTo>
                <a:lnTo>
                  <a:pt x="16277" y="37889"/>
                </a:lnTo>
                <a:lnTo>
                  <a:pt x="16889" y="38188"/>
                </a:lnTo>
                <a:lnTo>
                  <a:pt x="16763" y="37889"/>
                </a:lnTo>
                <a:lnTo>
                  <a:pt x="16995" y="37889"/>
                </a:lnTo>
                <a:lnTo>
                  <a:pt x="16415" y="37392"/>
                </a:lnTo>
                <a:lnTo>
                  <a:pt x="16554" y="37392"/>
                </a:lnTo>
                <a:lnTo>
                  <a:pt x="16182" y="36505"/>
                </a:lnTo>
                <a:close/>
              </a:path>
              <a:path w="244475" h="53975">
                <a:moveTo>
                  <a:pt x="15259" y="37392"/>
                </a:moveTo>
                <a:lnTo>
                  <a:pt x="14053" y="37392"/>
                </a:lnTo>
                <a:lnTo>
                  <a:pt x="20255" y="37889"/>
                </a:lnTo>
                <a:lnTo>
                  <a:pt x="16277" y="37889"/>
                </a:lnTo>
                <a:lnTo>
                  <a:pt x="15259" y="37392"/>
                </a:lnTo>
                <a:close/>
              </a:path>
              <a:path w="244475" h="53975">
                <a:moveTo>
                  <a:pt x="14339" y="36943"/>
                </a:moveTo>
                <a:lnTo>
                  <a:pt x="16277" y="37889"/>
                </a:lnTo>
                <a:lnTo>
                  <a:pt x="15958" y="37392"/>
                </a:lnTo>
                <a:lnTo>
                  <a:pt x="16554" y="37392"/>
                </a:lnTo>
                <a:lnTo>
                  <a:pt x="14339" y="36943"/>
                </a:lnTo>
                <a:close/>
              </a:path>
              <a:path w="244475" h="53975">
                <a:moveTo>
                  <a:pt x="15380" y="36505"/>
                </a:moveTo>
                <a:lnTo>
                  <a:pt x="15630" y="36943"/>
                </a:lnTo>
                <a:lnTo>
                  <a:pt x="16320" y="37889"/>
                </a:lnTo>
                <a:lnTo>
                  <a:pt x="16145" y="37392"/>
                </a:lnTo>
                <a:lnTo>
                  <a:pt x="16415" y="37392"/>
                </a:lnTo>
                <a:lnTo>
                  <a:pt x="15380" y="36505"/>
                </a:lnTo>
                <a:close/>
              </a:path>
              <a:path w="244475" h="53975">
                <a:moveTo>
                  <a:pt x="16554" y="37392"/>
                </a:moveTo>
                <a:lnTo>
                  <a:pt x="16415" y="37392"/>
                </a:lnTo>
                <a:lnTo>
                  <a:pt x="16995" y="37889"/>
                </a:lnTo>
                <a:lnTo>
                  <a:pt x="16763" y="37889"/>
                </a:lnTo>
                <a:lnTo>
                  <a:pt x="16554" y="37392"/>
                </a:lnTo>
                <a:close/>
              </a:path>
              <a:path w="244475" h="53975">
                <a:moveTo>
                  <a:pt x="18756" y="37392"/>
                </a:moveTo>
                <a:lnTo>
                  <a:pt x="16554" y="37392"/>
                </a:lnTo>
                <a:lnTo>
                  <a:pt x="19004" y="37889"/>
                </a:lnTo>
                <a:lnTo>
                  <a:pt x="13691" y="37889"/>
                </a:lnTo>
                <a:lnTo>
                  <a:pt x="18756" y="37392"/>
                </a:lnTo>
                <a:close/>
              </a:path>
              <a:path w="244475" h="53975">
                <a:moveTo>
                  <a:pt x="15630" y="36943"/>
                </a:moveTo>
                <a:lnTo>
                  <a:pt x="14339" y="36943"/>
                </a:lnTo>
                <a:lnTo>
                  <a:pt x="16554" y="37392"/>
                </a:lnTo>
                <a:lnTo>
                  <a:pt x="15958" y="37392"/>
                </a:lnTo>
                <a:lnTo>
                  <a:pt x="15630" y="36943"/>
                </a:lnTo>
                <a:close/>
              </a:path>
              <a:path w="244475" h="53975">
                <a:moveTo>
                  <a:pt x="15922" y="36353"/>
                </a:moveTo>
                <a:lnTo>
                  <a:pt x="15204" y="36353"/>
                </a:lnTo>
                <a:lnTo>
                  <a:pt x="16415" y="37392"/>
                </a:lnTo>
                <a:lnTo>
                  <a:pt x="16145" y="37392"/>
                </a:lnTo>
                <a:lnTo>
                  <a:pt x="16049" y="36943"/>
                </a:lnTo>
                <a:lnTo>
                  <a:pt x="15922" y="36353"/>
                </a:lnTo>
                <a:close/>
              </a:path>
              <a:path w="244475" h="53975">
                <a:moveTo>
                  <a:pt x="15717" y="35398"/>
                </a:moveTo>
                <a:lnTo>
                  <a:pt x="15922" y="36353"/>
                </a:lnTo>
                <a:lnTo>
                  <a:pt x="16049" y="36943"/>
                </a:lnTo>
                <a:lnTo>
                  <a:pt x="16145" y="37392"/>
                </a:lnTo>
                <a:lnTo>
                  <a:pt x="16166" y="36353"/>
                </a:lnTo>
                <a:lnTo>
                  <a:pt x="15717" y="35398"/>
                </a:lnTo>
                <a:close/>
              </a:path>
              <a:path w="244475" h="53975">
                <a:moveTo>
                  <a:pt x="16071" y="35398"/>
                </a:moveTo>
                <a:lnTo>
                  <a:pt x="15717" y="35398"/>
                </a:lnTo>
                <a:lnTo>
                  <a:pt x="16118" y="36353"/>
                </a:lnTo>
                <a:lnTo>
                  <a:pt x="16071" y="35398"/>
                </a:lnTo>
                <a:close/>
              </a:path>
              <a:path w="244475" h="53975">
                <a:moveTo>
                  <a:pt x="238213" y="0"/>
                </a:moveTo>
                <a:lnTo>
                  <a:pt x="234757" y="0"/>
                </a:lnTo>
                <a:lnTo>
                  <a:pt x="234055" y="170"/>
                </a:lnTo>
                <a:lnTo>
                  <a:pt x="218760" y="7244"/>
                </a:lnTo>
                <a:lnTo>
                  <a:pt x="219214" y="7096"/>
                </a:lnTo>
                <a:lnTo>
                  <a:pt x="244423" y="7096"/>
                </a:lnTo>
                <a:lnTo>
                  <a:pt x="240203" y="731"/>
                </a:lnTo>
                <a:lnTo>
                  <a:pt x="238213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65281" y="1541412"/>
            <a:ext cx="174209" cy="21362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13843" y="1510381"/>
            <a:ext cx="287249" cy="28981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459540" y="1512816"/>
            <a:ext cx="176814" cy="27983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391735" y="1485267"/>
            <a:ext cx="206900" cy="28735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731084" y="1475403"/>
            <a:ext cx="242133" cy="29469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96960" y="1495289"/>
            <a:ext cx="427738" cy="59385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288590" y="1950119"/>
            <a:ext cx="219482" cy="23206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78118" y="1924998"/>
            <a:ext cx="250919" cy="227046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057478" y="1929952"/>
            <a:ext cx="282473" cy="191876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517308" y="1892287"/>
            <a:ext cx="312545" cy="244601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537618" y="1876708"/>
            <a:ext cx="214402" cy="202472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5492327" y="1083003"/>
            <a:ext cx="503555" cy="325755"/>
          </a:xfrm>
          <a:custGeom>
            <a:avLst/>
            <a:gdLst/>
            <a:ahLst/>
            <a:cxnLst/>
            <a:rect l="l" t="t" r="r" b="b"/>
            <a:pathLst>
              <a:path w="503554" h="325755">
                <a:moveTo>
                  <a:pt x="313327" y="306410"/>
                </a:moveTo>
                <a:lnTo>
                  <a:pt x="307845" y="312811"/>
                </a:lnTo>
                <a:lnTo>
                  <a:pt x="307409" y="313587"/>
                </a:lnTo>
                <a:lnTo>
                  <a:pt x="307336" y="313717"/>
                </a:lnTo>
                <a:lnTo>
                  <a:pt x="306678" y="315819"/>
                </a:lnTo>
                <a:lnTo>
                  <a:pt x="306715" y="318880"/>
                </a:lnTo>
                <a:lnTo>
                  <a:pt x="313129" y="325140"/>
                </a:lnTo>
                <a:lnTo>
                  <a:pt x="316136" y="325140"/>
                </a:lnTo>
                <a:lnTo>
                  <a:pt x="328678" y="311106"/>
                </a:lnTo>
                <a:lnTo>
                  <a:pt x="328217" y="311106"/>
                </a:lnTo>
                <a:lnTo>
                  <a:pt x="329571" y="308874"/>
                </a:lnTo>
                <a:lnTo>
                  <a:pt x="330132" y="308874"/>
                </a:lnTo>
                <a:lnTo>
                  <a:pt x="331185" y="307646"/>
                </a:lnTo>
                <a:lnTo>
                  <a:pt x="312834" y="307646"/>
                </a:lnTo>
                <a:lnTo>
                  <a:pt x="313327" y="306410"/>
                </a:lnTo>
                <a:close/>
              </a:path>
              <a:path w="503554" h="325755">
                <a:moveTo>
                  <a:pt x="329571" y="308874"/>
                </a:moveTo>
                <a:lnTo>
                  <a:pt x="328217" y="311106"/>
                </a:lnTo>
                <a:lnTo>
                  <a:pt x="329081" y="310099"/>
                </a:lnTo>
                <a:lnTo>
                  <a:pt x="329571" y="308874"/>
                </a:lnTo>
                <a:close/>
              </a:path>
              <a:path w="503554" h="325755">
                <a:moveTo>
                  <a:pt x="329081" y="310099"/>
                </a:moveTo>
                <a:lnTo>
                  <a:pt x="328217" y="311106"/>
                </a:lnTo>
                <a:lnTo>
                  <a:pt x="328678" y="311106"/>
                </a:lnTo>
                <a:lnTo>
                  <a:pt x="329081" y="310099"/>
                </a:lnTo>
                <a:close/>
              </a:path>
              <a:path w="503554" h="325755">
                <a:moveTo>
                  <a:pt x="330132" y="308874"/>
                </a:moveTo>
                <a:lnTo>
                  <a:pt x="329571" y="308874"/>
                </a:lnTo>
                <a:lnTo>
                  <a:pt x="329081" y="310099"/>
                </a:lnTo>
                <a:lnTo>
                  <a:pt x="330132" y="308874"/>
                </a:lnTo>
                <a:close/>
              </a:path>
              <a:path w="503554" h="325755">
                <a:moveTo>
                  <a:pt x="313955" y="305791"/>
                </a:moveTo>
                <a:lnTo>
                  <a:pt x="313327" y="306410"/>
                </a:lnTo>
                <a:lnTo>
                  <a:pt x="312834" y="307646"/>
                </a:lnTo>
                <a:lnTo>
                  <a:pt x="313955" y="305791"/>
                </a:lnTo>
                <a:close/>
              </a:path>
              <a:path w="503554" h="325755">
                <a:moveTo>
                  <a:pt x="333014" y="305407"/>
                </a:moveTo>
                <a:lnTo>
                  <a:pt x="314187" y="305407"/>
                </a:lnTo>
                <a:lnTo>
                  <a:pt x="312834" y="307646"/>
                </a:lnTo>
                <a:lnTo>
                  <a:pt x="331185" y="307646"/>
                </a:lnTo>
                <a:lnTo>
                  <a:pt x="332775" y="305791"/>
                </a:lnTo>
                <a:lnTo>
                  <a:pt x="332482" y="305791"/>
                </a:lnTo>
                <a:lnTo>
                  <a:pt x="333014" y="305407"/>
                </a:lnTo>
                <a:close/>
              </a:path>
              <a:path w="503554" h="325755">
                <a:moveTo>
                  <a:pt x="500255" y="182308"/>
                </a:moveTo>
                <a:lnTo>
                  <a:pt x="482579" y="182308"/>
                </a:lnTo>
                <a:lnTo>
                  <a:pt x="482405" y="182586"/>
                </a:lnTo>
                <a:lnTo>
                  <a:pt x="482117" y="182911"/>
                </a:lnTo>
                <a:lnTo>
                  <a:pt x="481774" y="183597"/>
                </a:lnTo>
                <a:lnTo>
                  <a:pt x="481591" y="183597"/>
                </a:lnTo>
                <a:lnTo>
                  <a:pt x="476106" y="190753"/>
                </a:lnTo>
                <a:lnTo>
                  <a:pt x="442683" y="224203"/>
                </a:lnTo>
                <a:lnTo>
                  <a:pt x="441745" y="224835"/>
                </a:lnTo>
                <a:lnTo>
                  <a:pt x="428913" y="233530"/>
                </a:lnTo>
                <a:lnTo>
                  <a:pt x="396758" y="250868"/>
                </a:lnTo>
                <a:lnTo>
                  <a:pt x="371629" y="262172"/>
                </a:lnTo>
                <a:lnTo>
                  <a:pt x="360028" y="267964"/>
                </a:lnTo>
                <a:lnTo>
                  <a:pt x="323115" y="292825"/>
                </a:lnTo>
                <a:lnTo>
                  <a:pt x="313327" y="306410"/>
                </a:lnTo>
                <a:lnTo>
                  <a:pt x="314187" y="305407"/>
                </a:lnTo>
                <a:lnTo>
                  <a:pt x="332900" y="305407"/>
                </a:lnTo>
                <a:lnTo>
                  <a:pt x="333871" y="304514"/>
                </a:lnTo>
                <a:lnTo>
                  <a:pt x="334250" y="304514"/>
                </a:lnTo>
                <a:lnTo>
                  <a:pt x="349443" y="293538"/>
                </a:lnTo>
                <a:lnTo>
                  <a:pt x="350595" y="292825"/>
                </a:lnTo>
                <a:lnTo>
                  <a:pt x="367884" y="281880"/>
                </a:lnTo>
                <a:lnTo>
                  <a:pt x="370589" y="280572"/>
                </a:lnTo>
                <a:lnTo>
                  <a:pt x="378202" y="276764"/>
                </a:lnTo>
                <a:lnTo>
                  <a:pt x="403322" y="265452"/>
                </a:lnTo>
                <a:lnTo>
                  <a:pt x="403832" y="265205"/>
                </a:lnTo>
                <a:lnTo>
                  <a:pt x="451623" y="237467"/>
                </a:lnTo>
                <a:lnTo>
                  <a:pt x="487518" y="202090"/>
                </a:lnTo>
                <a:lnTo>
                  <a:pt x="499659" y="183597"/>
                </a:lnTo>
                <a:lnTo>
                  <a:pt x="481774" y="183597"/>
                </a:lnTo>
                <a:lnTo>
                  <a:pt x="482203" y="182911"/>
                </a:lnTo>
                <a:lnTo>
                  <a:pt x="500003" y="182911"/>
                </a:lnTo>
                <a:lnTo>
                  <a:pt x="500165" y="182586"/>
                </a:lnTo>
                <a:lnTo>
                  <a:pt x="500255" y="182308"/>
                </a:lnTo>
                <a:close/>
              </a:path>
              <a:path w="503554" h="325755">
                <a:moveTo>
                  <a:pt x="333871" y="304514"/>
                </a:moveTo>
                <a:lnTo>
                  <a:pt x="332482" y="305791"/>
                </a:lnTo>
                <a:lnTo>
                  <a:pt x="332775" y="305791"/>
                </a:lnTo>
                <a:lnTo>
                  <a:pt x="333871" y="304514"/>
                </a:lnTo>
                <a:close/>
              </a:path>
              <a:path w="503554" h="325755">
                <a:moveTo>
                  <a:pt x="334250" y="304514"/>
                </a:moveTo>
                <a:lnTo>
                  <a:pt x="333871" y="304514"/>
                </a:lnTo>
                <a:lnTo>
                  <a:pt x="333254" y="305234"/>
                </a:lnTo>
                <a:lnTo>
                  <a:pt x="334250" y="304514"/>
                </a:lnTo>
                <a:close/>
              </a:path>
              <a:path w="503554" h="325755">
                <a:moveTo>
                  <a:pt x="485278" y="176756"/>
                </a:moveTo>
                <a:lnTo>
                  <a:pt x="484825" y="177496"/>
                </a:lnTo>
                <a:lnTo>
                  <a:pt x="482279" y="182586"/>
                </a:lnTo>
                <a:lnTo>
                  <a:pt x="482579" y="182308"/>
                </a:lnTo>
                <a:lnTo>
                  <a:pt x="500255" y="182308"/>
                </a:lnTo>
                <a:lnTo>
                  <a:pt x="500900" y="180323"/>
                </a:lnTo>
                <a:lnTo>
                  <a:pt x="501338" y="177694"/>
                </a:lnTo>
                <a:lnTo>
                  <a:pt x="485122" y="177694"/>
                </a:lnTo>
                <a:lnTo>
                  <a:pt x="485186" y="177496"/>
                </a:lnTo>
                <a:lnTo>
                  <a:pt x="485278" y="176756"/>
                </a:lnTo>
                <a:close/>
              </a:path>
              <a:path w="503554" h="325755">
                <a:moveTo>
                  <a:pt x="450168" y="138550"/>
                </a:moveTo>
                <a:lnTo>
                  <a:pt x="248432" y="138550"/>
                </a:lnTo>
                <a:lnTo>
                  <a:pt x="211572" y="139637"/>
                </a:lnTo>
                <a:lnTo>
                  <a:pt x="212060" y="139637"/>
                </a:lnTo>
                <a:lnTo>
                  <a:pt x="147959" y="145919"/>
                </a:lnTo>
                <a:lnTo>
                  <a:pt x="70560" y="152288"/>
                </a:lnTo>
                <a:lnTo>
                  <a:pt x="69641" y="152288"/>
                </a:lnTo>
                <a:lnTo>
                  <a:pt x="66159" y="152747"/>
                </a:lnTo>
                <a:lnTo>
                  <a:pt x="66416" y="152747"/>
                </a:lnTo>
                <a:lnTo>
                  <a:pt x="38745" y="157425"/>
                </a:lnTo>
                <a:lnTo>
                  <a:pt x="5394" y="163862"/>
                </a:lnTo>
                <a:lnTo>
                  <a:pt x="0" y="171940"/>
                </a:lnTo>
                <a:lnTo>
                  <a:pt x="401" y="174023"/>
                </a:lnTo>
                <a:lnTo>
                  <a:pt x="7512" y="179523"/>
                </a:lnTo>
                <a:lnTo>
                  <a:pt x="8521" y="179523"/>
                </a:lnTo>
                <a:lnTo>
                  <a:pt x="42070" y="173074"/>
                </a:lnTo>
                <a:lnTo>
                  <a:pt x="69519" y="168448"/>
                </a:lnTo>
                <a:lnTo>
                  <a:pt x="69348" y="168448"/>
                </a:lnTo>
                <a:lnTo>
                  <a:pt x="149546" y="161843"/>
                </a:lnTo>
                <a:lnTo>
                  <a:pt x="213310" y="155592"/>
                </a:lnTo>
                <a:lnTo>
                  <a:pt x="213076" y="155592"/>
                </a:lnTo>
                <a:lnTo>
                  <a:pt x="255791" y="154340"/>
                </a:lnTo>
                <a:lnTo>
                  <a:pt x="485598" y="154340"/>
                </a:lnTo>
                <a:lnTo>
                  <a:pt x="476803" y="153007"/>
                </a:lnTo>
                <a:lnTo>
                  <a:pt x="474458" y="152288"/>
                </a:lnTo>
                <a:lnTo>
                  <a:pt x="465348" y="147891"/>
                </a:lnTo>
                <a:lnTo>
                  <a:pt x="464620" y="147493"/>
                </a:lnTo>
                <a:lnTo>
                  <a:pt x="450168" y="138550"/>
                </a:lnTo>
                <a:close/>
              </a:path>
              <a:path w="503554" h="325755">
                <a:moveTo>
                  <a:pt x="501716" y="175431"/>
                </a:moveTo>
                <a:lnTo>
                  <a:pt x="485857" y="175431"/>
                </a:lnTo>
                <a:lnTo>
                  <a:pt x="485508" y="176505"/>
                </a:lnTo>
                <a:lnTo>
                  <a:pt x="485155" y="177496"/>
                </a:lnTo>
                <a:lnTo>
                  <a:pt x="485122" y="177694"/>
                </a:lnTo>
                <a:lnTo>
                  <a:pt x="501338" y="177694"/>
                </a:lnTo>
                <a:lnTo>
                  <a:pt x="501716" y="175431"/>
                </a:lnTo>
                <a:close/>
              </a:path>
              <a:path w="503554" h="325755">
                <a:moveTo>
                  <a:pt x="485857" y="175431"/>
                </a:moveTo>
                <a:lnTo>
                  <a:pt x="485320" y="176505"/>
                </a:lnTo>
                <a:lnTo>
                  <a:pt x="485278" y="176756"/>
                </a:lnTo>
                <a:lnTo>
                  <a:pt x="485155" y="177496"/>
                </a:lnTo>
                <a:lnTo>
                  <a:pt x="485427" y="176756"/>
                </a:lnTo>
                <a:lnTo>
                  <a:pt x="485857" y="175431"/>
                </a:lnTo>
                <a:close/>
              </a:path>
              <a:path w="503554" h="325755">
                <a:moveTo>
                  <a:pt x="503414" y="162619"/>
                </a:moveTo>
                <a:lnTo>
                  <a:pt x="487634" y="162619"/>
                </a:lnTo>
                <a:lnTo>
                  <a:pt x="487611" y="165106"/>
                </a:lnTo>
                <a:lnTo>
                  <a:pt x="487219" y="165106"/>
                </a:lnTo>
                <a:lnTo>
                  <a:pt x="485320" y="176505"/>
                </a:lnTo>
                <a:lnTo>
                  <a:pt x="485857" y="175431"/>
                </a:lnTo>
                <a:lnTo>
                  <a:pt x="501716" y="175431"/>
                </a:lnTo>
                <a:lnTo>
                  <a:pt x="503270" y="166108"/>
                </a:lnTo>
                <a:lnTo>
                  <a:pt x="503392" y="165378"/>
                </a:lnTo>
                <a:lnTo>
                  <a:pt x="503415" y="165106"/>
                </a:lnTo>
                <a:lnTo>
                  <a:pt x="487611" y="165106"/>
                </a:lnTo>
                <a:lnTo>
                  <a:pt x="487478" y="164211"/>
                </a:lnTo>
                <a:lnTo>
                  <a:pt x="503423" y="164211"/>
                </a:lnTo>
                <a:lnTo>
                  <a:pt x="503414" y="162619"/>
                </a:lnTo>
                <a:close/>
              </a:path>
              <a:path w="503554" h="325755">
                <a:moveTo>
                  <a:pt x="487632" y="162761"/>
                </a:moveTo>
                <a:lnTo>
                  <a:pt x="487427" y="163862"/>
                </a:lnTo>
                <a:lnTo>
                  <a:pt x="487611" y="165106"/>
                </a:lnTo>
                <a:lnTo>
                  <a:pt x="487632" y="162761"/>
                </a:lnTo>
                <a:close/>
              </a:path>
              <a:path w="503554" h="325755">
                <a:moveTo>
                  <a:pt x="502526" y="156622"/>
                </a:moveTo>
                <a:lnTo>
                  <a:pt x="486355" y="156622"/>
                </a:lnTo>
                <a:lnTo>
                  <a:pt x="486474" y="157425"/>
                </a:lnTo>
                <a:lnTo>
                  <a:pt x="486750" y="158184"/>
                </a:lnTo>
                <a:lnTo>
                  <a:pt x="486586" y="158184"/>
                </a:lnTo>
                <a:lnTo>
                  <a:pt x="487427" y="163862"/>
                </a:lnTo>
                <a:lnTo>
                  <a:pt x="487610" y="162761"/>
                </a:lnTo>
                <a:lnTo>
                  <a:pt x="487634" y="162619"/>
                </a:lnTo>
                <a:lnTo>
                  <a:pt x="503414" y="162619"/>
                </a:lnTo>
                <a:lnTo>
                  <a:pt x="502757" y="158184"/>
                </a:lnTo>
                <a:lnTo>
                  <a:pt x="486750" y="158184"/>
                </a:lnTo>
                <a:lnTo>
                  <a:pt x="486558" y="157425"/>
                </a:lnTo>
                <a:lnTo>
                  <a:pt x="502645" y="157425"/>
                </a:lnTo>
                <a:lnTo>
                  <a:pt x="502526" y="156622"/>
                </a:lnTo>
                <a:close/>
              </a:path>
              <a:path w="503554" h="325755">
                <a:moveTo>
                  <a:pt x="483338" y="148802"/>
                </a:moveTo>
                <a:lnTo>
                  <a:pt x="486474" y="157425"/>
                </a:lnTo>
                <a:lnTo>
                  <a:pt x="486355" y="156622"/>
                </a:lnTo>
                <a:lnTo>
                  <a:pt x="502526" y="156622"/>
                </a:lnTo>
                <a:lnTo>
                  <a:pt x="502188" y="154340"/>
                </a:lnTo>
                <a:lnTo>
                  <a:pt x="488613" y="154340"/>
                </a:lnTo>
                <a:lnTo>
                  <a:pt x="488613" y="149670"/>
                </a:lnTo>
                <a:lnTo>
                  <a:pt x="483946" y="149670"/>
                </a:lnTo>
                <a:lnTo>
                  <a:pt x="483338" y="148802"/>
                </a:lnTo>
                <a:close/>
              </a:path>
              <a:path w="503554" h="325755">
                <a:moveTo>
                  <a:pt x="284634" y="0"/>
                </a:moveTo>
                <a:lnTo>
                  <a:pt x="280660" y="0"/>
                </a:lnTo>
                <a:lnTo>
                  <a:pt x="277717" y="269"/>
                </a:lnTo>
                <a:lnTo>
                  <a:pt x="271423" y="9062"/>
                </a:lnTo>
                <a:lnTo>
                  <a:pt x="271593" y="10022"/>
                </a:lnTo>
                <a:lnTo>
                  <a:pt x="307748" y="41243"/>
                </a:lnTo>
                <a:lnTo>
                  <a:pt x="329015" y="55003"/>
                </a:lnTo>
                <a:lnTo>
                  <a:pt x="347861" y="67567"/>
                </a:lnTo>
                <a:lnTo>
                  <a:pt x="419404" y="117772"/>
                </a:lnTo>
                <a:lnTo>
                  <a:pt x="464620" y="147493"/>
                </a:lnTo>
                <a:lnTo>
                  <a:pt x="485598" y="154340"/>
                </a:lnTo>
                <a:lnTo>
                  <a:pt x="485352" y="154340"/>
                </a:lnTo>
                <a:lnTo>
                  <a:pt x="456077" y="123403"/>
                </a:lnTo>
                <a:lnTo>
                  <a:pt x="428513" y="104626"/>
                </a:lnTo>
                <a:lnTo>
                  <a:pt x="376526" y="68107"/>
                </a:lnTo>
                <a:lnTo>
                  <a:pt x="320952" y="35340"/>
                </a:lnTo>
                <a:lnTo>
                  <a:pt x="282310" y="16201"/>
                </a:lnTo>
                <a:lnTo>
                  <a:pt x="280095" y="16201"/>
                </a:lnTo>
                <a:lnTo>
                  <a:pt x="280534" y="15502"/>
                </a:lnTo>
                <a:lnTo>
                  <a:pt x="280193" y="15367"/>
                </a:lnTo>
                <a:lnTo>
                  <a:pt x="280618" y="15367"/>
                </a:lnTo>
                <a:lnTo>
                  <a:pt x="286422" y="6122"/>
                </a:lnTo>
                <a:lnTo>
                  <a:pt x="286502" y="5995"/>
                </a:lnTo>
                <a:lnTo>
                  <a:pt x="286328" y="5616"/>
                </a:lnTo>
                <a:lnTo>
                  <a:pt x="285782" y="4818"/>
                </a:lnTo>
                <a:lnTo>
                  <a:pt x="285683" y="4674"/>
                </a:lnTo>
                <a:lnTo>
                  <a:pt x="296626" y="4674"/>
                </a:lnTo>
                <a:lnTo>
                  <a:pt x="296180" y="4470"/>
                </a:lnTo>
                <a:lnTo>
                  <a:pt x="285514" y="269"/>
                </a:lnTo>
                <a:lnTo>
                  <a:pt x="285651" y="269"/>
                </a:lnTo>
                <a:lnTo>
                  <a:pt x="284634" y="0"/>
                </a:lnTo>
                <a:close/>
              </a:path>
              <a:path w="503554" h="325755">
                <a:moveTo>
                  <a:pt x="297927" y="5332"/>
                </a:moveTo>
                <a:lnTo>
                  <a:pt x="286918" y="5332"/>
                </a:lnTo>
                <a:lnTo>
                  <a:pt x="287166" y="5995"/>
                </a:lnTo>
                <a:lnTo>
                  <a:pt x="287996" y="6771"/>
                </a:lnTo>
                <a:lnTo>
                  <a:pt x="298047" y="14305"/>
                </a:lnTo>
                <a:lnTo>
                  <a:pt x="316619" y="27928"/>
                </a:lnTo>
                <a:lnTo>
                  <a:pt x="337797" y="41634"/>
                </a:lnTo>
                <a:lnTo>
                  <a:pt x="356734" y="54254"/>
                </a:lnTo>
                <a:lnTo>
                  <a:pt x="376526" y="68107"/>
                </a:lnTo>
                <a:lnTo>
                  <a:pt x="410940" y="89098"/>
                </a:lnTo>
                <a:lnTo>
                  <a:pt x="437956" y="106883"/>
                </a:lnTo>
                <a:lnTo>
                  <a:pt x="460043" y="123403"/>
                </a:lnTo>
                <a:lnTo>
                  <a:pt x="468061" y="130815"/>
                </a:lnTo>
                <a:lnTo>
                  <a:pt x="472302" y="133485"/>
                </a:lnTo>
                <a:lnTo>
                  <a:pt x="480303" y="137347"/>
                </a:lnTo>
                <a:lnTo>
                  <a:pt x="488613" y="138550"/>
                </a:lnTo>
                <a:lnTo>
                  <a:pt x="488613" y="154340"/>
                </a:lnTo>
                <a:lnTo>
                  <a:pt x="490204" y="154340"/>
                </a:lnTo>
                <a:lnTo>
                  <a:pt x="492653" y="153325"/>
                </a:lnTo>
                <a:lnTo>
                  <a:pt x="496610" y="145282"/>
                </a:lnTo>
                <a:lnTo>
                  <a:pt x="496407" y="144263"/>
                </a:lnTo>
                <a:lnTo>
                  <a:pt x="490694" y="138550"/>
                </a:lnTo>
                <a:lnTo>
                  <a:pt x="495686" y="138550"/>
                </a:lnTo>
                <a:lnTo>
                  <a:pt x="447555" y="94090"/>
                </a:lnTo>
                <a:lnTo>
                  <a:pt x="367621" y="43940"/>
                </a:lnTo>
                <a:lnTo>
                  <a:pt x="328674" y="21325"/>
                </a:lnTo>
                <a:lnTo>
                  <a:pt x="297927" y="5332"/>
                </a:lnTo>
                <a:close/>
              </a:path>
              <a:path w="503554" h="325755">
                <a:moveTo>
                  <a:pt x="495686" y="138550"/>
                </a:moveTo>
                <a:lnTo>
                  <a:pt x="490694" y="138550"/>
                </a:lnTo>
                <a:lnTo>
                  <a:pt x="492653" y="139362"/>
                </a:lnTo>
                <a:lnTo>
                  <a:pt x="493518" y="139940"/>
                </a:lnTo>
                <a:lnTo>
                  <a:pt x="495018" y="141438"/>
                </a:lnTo>
                <a:lnTo>
                  <a:pt x="495616" y="142354"/>
                </a:lnTo>
                <a:lnTo>
                  <a:pt x="496407" y="144263"/>
                </a:lnTo>
                <a:lnTo>
                  <a:pt x="496407" y="148424"/>
                </a:lnTo>
                <a:lnTo>
                  <a:pt x="490204" y="154340"/>
                </a:lnTo>
                <a:lnTo>
                  <a:pt x="502195" y="154340"/>
                </a:lnTo>
                <a:lnTo>
                  <a:pt x="501938" y="153325"/>
                </a:lnTo>
                <a:lnTo>
                  <a:pt x="501858" y="153007"/>
                </a:lnTo>
                <a:lnTo>
                  <a:pt x="501792" y="152747"/>
                </a:lnTo>
                <a:lnTo>
                  <a:pt x="498015" y="142354"/>
                </a:lnTo>
                <a:lnTo>
                  <a:pt x="497051" y="140500"/>
                </a:lnTo>
                <a:lnTo>
                  <a:pt x="495686" y="138550"/>
                </a:lnTo>
                <a:close/>
              </a:path>
              <a:path w="503554" h="325755">
                <a:moveTo>
                  <a:pt x="483296" y="148424"/>
                </a:moveTo>
                <a:lnTo>
                  <a:pt x="483338" y="148802"/>
                </a:lnTo>
                <a:lnTo>
                  <a:pt x="483946" y="149670"/>
                </a:lnTo>
                <a:lnTo>
                  <a:pt x="483296" y="148424"/>
                </a:lnTo>
                <a:close/>
              </a:path>
              <a:path w="503554" h="325755">
                <a:moveTo>
                  <a:pt x="488613" y="147891"/>
                </a:moveTo>
                <a:lnTo>
                  <a:pt x="483018" y="147891"/>
                </a:lnTo>
                <a:lnTo>
                  <a:pt x="483946" y="149670"/>
                </a:lnTo>
                <a:lnTo>
                  <a:pt x="488613" y="149670"/>
                </a:lnTo>
                <a:lnTo>
                  <a:pt x="488613" y="147891"/>
                </a:lnTo>
                <a:close/>
              </a:path>
              <a:path w="503554" h="325755">
                <a:moveTo>
                  <a:pt x="475359" y="137347"/>
                </a:moveTo>
                <a:lnTo>
                  <a:pt x="475693" y="137882"/>
                </a:lnTo>
                <a:lnTo>
                  <a:pt x="483338" y="148802"/>
                </a:lnTo>
                <a:lnTo>
                  <a:pt x="483007" y="147891"/>
                </a:lnTo>
                <a:lnTo>
                  <a:pt x="488613" y="147891"/>
                </a:lnTo>
                <a:lnTo>
                  <a:pt x="488613" y="138550"/>
                </a:lnTo>
                <a:lnTo>
                  <a:pt x="476407" y="138550"/>
                </a:lnTo>
                <a:lnTo>
                  <a:pt x="475359" y="137347"/>
                </a:lnTo>
                <a:close/>
              </a:path>
              <a:path w="503554" h="325755">
                <a:moveTo>
                  <a:pt x="479065" y="137170"/>
                </a:moveTo>
                <a:lnTo>
                  <a:pt x="475205" y="137170"/>
                </a:lnTo>
                <a:lnTo>
                  <a:pt x="475359" y="137347"/>
                </a:lnTo>
                <a:lnTo>
                  <a:pt x="475715" y="137882"/>
                </a:lnTo>
                <a:lnTo>
                  <a:pt x="476438" y="138550"/>
                </a:lnTo>
                <a:lnTo>
                  <a:pt x="488712" y="138550"/>
                </a:lnTo>
                <a:lnTo>
                  <a:pt x="484044" y="137882"/>
                </a:lnTo>
                <a:lnTo>
                  <a:pt x="481412" y="137882"/>
                </a:lnTo>
                <a:lnTo>
                  <a:pt x="479065" y="137170"/>
                </a:lnTo>
                <a:close/>
              </a:path>
              <a:path w="503554" h="325755">
                <a:moveTo>
                  <a:pt x="468061" y="130815"/>
                </a:moveTo>
                <a:lnTo>
                  <a:pt x="475715" y="137882"/>
                </a:lnTo>
                <a:lnTo>
                  <a:pt x="475319" y="137347"/>
                </a:lnTo>
                <a:lnTo>
                  <a:pt x="475195" y="137170"/>
                </a:lnTo>
                <a:lnTo>
                  <a:pt x="479936" y="137170"/>
                </a:lnTo>
                <a:lnTo>
                  <a:pt x="472302" y="133485"/>
                </a:lnTo>
                <a:lnTo>
                  <a:pt x="468061" y="130815"/>
                </a:lnTo>
                <a:close/>
              </a:path>
              <a:path w="503554" h="325755">
                <a:moveTo>
                  <a:pt x="479065" y="137170"/>
                </a:moveTo>
                <a:lnTo>
                  <a:pt x="481412" y="137882"/>
                </a:lnTo>
                <a:lnTo>
                  <a:pt x="480303" y="137347"/>
                </a:lnTo>
                <a:lnTo>
                  <a:pt x="479065" y="137170"/>
                </a:lnTo>
                <a:close/>
              </a:path>
              <a:path w="503554" h="325755">
                <a:moveTo>
                  <a:pt x="480303" y="137347"/>
                </a:moveTo>
                <a:lnTo>
                  <a:pt x="481412" y="137882"/>
                </a:lnTo>
                <a:lnTo>
                  <a:pt x="484044" y="137882"/>
                </a:lnTo>
                <a:lnTo>
                  <a:pt x="480303" y="137347"/>
                </a:lnTo>
                <a:close/>
              </a:path>
              <a:path w="503554" h="325755">
                <a:moveTo>
                  <a:pt x="479936" y="137170"/>
                </a:moveTo>
                <a:lnTo>
                  <a:pt x="479065" y="137170"/>
                </a:lnTo>
                <a:lnTo>
                  <a:pt x="480303" y="137347"/>
                </a:lnTo>
                <a:lnTo>
                  <a:pt x="479936" y="137170"/>
                </a:lnTo>
                <a:close/>
              </a:path>
              <a:path w="503554" h="325755">
                <a:moveTo>
                  <a:pt x="286588" y="5995"/>
                </a:moveTo>
                <a:lnTo>
                  <a:pt x="286422" y="6122"/>
                </a:lnTo>
                <a:lnTo>
                  <a:pt x="280618" y="15367"/>
                </a:lnTo>
                <a:lnTo>
                  <a:pt x="283607" y="15793"/>
                </a:lnTo>
                <a:lnTo>
                  <a:pt x="281715" y="15966"/>
                </a:lnTo>
                <a:lnTo>
                  <a:pt x="289558" y="19006"/>
                </a:lnTo>
                <a:lnTo>
                  <a:pt x="320952" y="35340"/>
                </a:lnTo>
                <a:lnTo>
                  <a:pt x="359583" y="57776"/>
                </a:lnTo>
                <a:lnTo>
                  <a:pt x="375642" y="67567"/>
                </a:lnTo>
                <a:lnTo>
                  <a:pt x="356734" y="54254"/>
                </a:lnTo>
                <a:lnTo>
                  <a:pt x="337797" y="41634"/>
                </a:lnTo>
                <a:lnTo>
                  <a:pt x="316619" y="27928"/>
                </a:lnTo>
                <a:lnTo>
                  <a:pt x="298047" y="14305"/>
                </a:lnTo>
                <a:lnTo>
                  <a:pt x="289435" y="7849"/>
                </a:lnTo>
                <a:lnTo>
                  <a:pt x="287859" y="7849"/>
                </a:lnTo>
                <a:lnTo>
                  <a:pt x="286675" y="6122"/>
                </a:lnTo>
                <a:lnTo>
                  <a:pt x="286588" y="5995"/>
                </a:lnTo>
                <a:close/>
              </a:path>
              <a:path w="503554" h="325755">
                <a:moveTo>
                  <a:pt x="280534" y="15502"/>
                </a:moveTo>
                <a:lnTo>
                  <a:pt x="280095" y="16201"/>
                </a:lnTo>
                <a:lnTo>
                  <a:pt x="279154" y="16201"/>
                </a:lnTo>
                <a:lnTo>
                  <a:pt x="281715" y="15966"/>
                </a:lnTo>
                <a:lnTo>
                  <a:pt x="280534" y="15502"/>
                </a:lnTo>
                <a:close/>
              </a:path>
              <a:path w="503554" h="325755">
                <a:moveTo>
                  <a:pt x="281715" y="15966"/>
                </a:moveTo>
                <a:lnTo>
                  <a:pt x="279154" y="16201"/>
                </a:lnTo>
                <a:lnTo>
                  <a:pt x="282310" y="16201"/>
                </a:lnTo>
                <a:lnTo>
                  <a:pt x="281715" y="15966"/>
                </a:lnTo>
                <a:close/>
              </a:path>
              <a:path w="503554" h="325755">
                <a:moveTo>
                  <a:pt x="280618" y="15367"/>
                </a:moveTo>
                <a:lnTo>
                  <a:pt x="280534" y="15502"/>
                </a:lnTo>
                <a:lnTo>
                  <a:pt x="281715" y="15966"/>
                </a:lnTo>
                <a:lnTo>
                  <a:pt x="283607" y="15793"/>
                </a:lnTo>
                <a:lnTo>
                  <a:pt x="280618" y="15367"/>
                </a:lnTo>
                <a:close/>
              </a:path>
              <a:path w="503554" h="325755">
                <a:moveTo>
                  <a:pt x="280618" y="15367"/>
                </a:moveTo>
                <a:lnTo>
                  <a:pt x="280193" y="15367"/>
                </a:lnTo>
                <a:lnTo>
                  <a:pt x="280534" y="15502"/>
                </a:lnTo>
                <a:lnTo>
                  <a:pt x="280618" y="15367"/>
                </a:lnTo>
                <a:close/>
              </a:path>
              <a:path w="503554" h="325755">
                <a:moveTo>
                  <a:pt x="286740" y="5616"/>
                </a:moveTo>
                <a:lnTo>
                  <a:pt x="286675" y="6122"/>
                </a:lnTo>
                <a:lnTo>
                  <a:pt x="287859" y="7849"/>
                </a:lnTo>
                <a:lnTo>
                  <a:pt x="287213" y="6122"/>
                </a:lnTo>
                <a:lnTo>
                  <a:pt x="287166" y="5995"/>
                </a:lnTo>
                <a:lnTo>
                  <a:pt x="286740" y="5616"/>
                </a:lnTo>
                <a:close/>
              </a:path>
              <a:path w="503554" h="325755">
                <a:moveTo>
                  <a:pt x="287309" y="6122"/>
                </a:moveTo>
                <a:lnTo>
                  <a:pt x="287456" y="6771"/>
                </a:lnTo>
                <a:lnTo>
                  <a:pt x="287859" y="7849"/>
                </a:lnTo>
                <a:lnTo>
                  <a:pt x="289435" y="7849"/>
                </a:lnTo>
                <a:lnTo>
                  <a:pt x="288559" y="7193"/>
                </a:lnTo>
                <a:lnTo>
                  <a:pt x="288037" y="6771"/>
                </a:lnTo>
                <a:lnTo>
                  <a:pt x="287309" y="6122"/>
                </a:lnTo>
                <a:close/>
              </a:path>
              <a:path w="503554" h="325755">
                <a:moveTo>
                  <a:pt x="285845" y="4818"/>
                </a:moveTo>
                <a:lnTo>
                  <a:pt x="286134" y="5332"/>
                </a:lnTo>
                <a:lnTo>
                  <a:pt x="286588" y="5995"/>
                </a:lnTo>
                <a:lnTo>
                  <a:pt x="286740" y="5616"/>
                </a:lnTo>
                <a:lnTo>
                  <a:pt x="285845" y="4818"/>
                </a:lnTo>
                <a:close/>
              </a:path>
              <a:path w="503554" h="325755">
                <a:moveTo>
                  <a:pt x="286918" y="5332"/>
                </a:moveTo>
                <a:lnTo>
                  <a:pt x="286740" y="5616"/>
                </a:lnTo>
                <a:lnTo>
                  <a:pt x="287166" y="5995"/>
                </a:lnTo>
                <a:lnTo>
                  <a:pt x="287024" y="5616"/>
                </a:lnTo>
                <a:lnTo>
                  <a:pt x="286918" y="5332"/>
                </a:lnTo>
                <a:close/>
              </a:path>
              <a:path w="503554" h="325755">
                <a:moveTo>
                  <a:pt x="296626" y="4674"/>
                </a:moveTo>
                <a:lnTo>
                  <a:pt x="285683" y="4674"/>
                </a:lnTo>
                <a:lnTo>
                  <a:pt x="286740" y="5616"/>
                </a:lnTo>
                <a:lnTo>
                  <a:pt x="286918" y="5332"/>
                </a:lnTo>
                <a:lnTo>
                  <a:pt x="297927" y="5332"/>
                </a:lnTo>
                <a:lnTo>
                  <a:pt x="296938" y="4818"/>
                </a:lnTo>
                <a:lnTo>
                  <a:pt x="296626" y="46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062903" y="1090795"/>
            <a:ext cx="182382" cy="23156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104244" y="1618914"/>
            <a:ext cx="291165" cy="237362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7019955" y="1642637"/>
            <a:ext cx="34290" cy="132080"/>
          </a:xfrm>
          <a:custGeom>
            <a:avLst/>
            <a:gdLst/>
            <a:ahLst/>
            <a:cxnLst/>
            <a:rect l="l" t="t" r="r" b="b"/>
            <a:pathLst>
              <a:path w="34290" h="132080">
                <a:moveTo>
                  <a:pt x="19569" y="112158"/>
                </a:moveTo>
                <a:lnTo>
                  <a:pt x="3571" y="112158"/>
                </a:lnTo>
                <a:lnTo>
                  <a:pt x="3299" y="112915"/>
                </a:lnTo>
                <a:lnTo>
                  <a:pt x="3183" y="113714"/>
                </a:lnTo>
                <a:lnTo>
                  <a:pt x="3012" y="113714"/>
                </a:lnTo>
                <a:lnTo>
                  <a:pt x="52" y="121965"/>
                </a:lnTo>
                <a:lnTo>
                  <a:pt x="0" y="125112"/>
                </a:lnTo>
                <a:lnTo>
                  <a:pt x="251" y="126122"/>
                </a:lnTo>
                <a:lnTo>
                  <a:pt x="6661" y="131707"/>
                </a:lnTo>
                <a:lnTo>
                  <a:pt x="8972" y="131707"/>
                </a:lnTo>
                <a:lnTo>
                  <a:pt x="19345" y="113714"/>
                </a:lnTo>
                <a:lnTo>
                  <a:pt x="3183" y="113714"/>
                </a:lnTo>
                <a:lnTo>
                  <a:pt x="3382" y="112915"/>
                </a:lnTo>
                <a:lnTo>
                  <a:pt x="19460" y="112915"/>
                </a:lnTo>
                <a:lnTo>
                  <a:pt x="19569" y="112158"/>
                </a:lnTo>
                <a:close/>
              </a:path>
              <a:path w="34290" h="132080">
                <a:moveTo>
                  <a:pt x="26478" y="0"/>
                </a:moveTo>
                <a:lnTo>
                  <a:pt x="25096" y="0"/>
                </a:lnTo>
                <a:lnTo>
                  <a:pt x="19879" y="1301"/>
                </a:lnTo>
                <a:lnTo>
                  <a:pt x="12254" y="10240"/>
                </a:lnTo>
                <a:lnTo>
                  <a:pt x="12199" y="10384"/>
                </a:lnTo>
                <a:lnTo>
                  <a:pt x="11710" y="12561"/>
                </a:lnTo>
                <a:lnTo>
                  <a:pt x="10791" y="23865"/>
                </a:lnTo>
                <a:lnTo>
                  <a:pt x="9006" y="58790"/>
                </a:lnTo>
                <a:lnTo>
                  <a:pt x="5441" y="98125"/>
                </a:lnTo>
                <a:lnTo>
                  <a:pt x="3409" y="112158"/>
                </a:lnTo>
                <a:lnTo>
                  <a:pt x="3299" y="112915"/>
                </a:lnTo>
                <a:lnTo>
                  <a:pt x="3571" y="112158"/>
                </a:lnTo>
                <a:lnTo>
                  <a:pt x="19569" y="112158"/>
                </a:lnTo>
                <a:lnTo>
                  <a:pt x="21323" y="99997"/>
                </a:lnTo>
                <a:lnTo>
                  <a:pt x="24960" y="59926"/>
                </a:lnTo>
                <a:lnTo>
                  <a:pt x="26754" y="24926"/>
                </a:lnTo>
                <a:lnTo>
                  <a:pt x="27424" y="16678"/>
                </a:lnTo>
                <a:lnTo>
                  <a:pt x="24333" y="16678"/>
                </a:lnTo>
                <a:lnTo>
                  <a:pt x="26454" y="15609"/>
                </a:lnTo>
                <a:lnTo>
                  <a:pt x="28295" y="13039"/>
                </a:lnTo>
                <a:lnTo>
                  <a:pt x="32318" y="13039"/>
                </a:lnTo>
                <a:lnTo>
                  <a:pt x="33409" y="11219"/>
                </a:lnTo>
                <a:lnTo>
                  <a:pt x="33708" y="10384"/>
                </a:lnTo>
                <a:lnTo>
                  <a:pt x="33760" y="10240"/>
                </a:lnTo>
                <a:lnTo>
                  <a:pt x="34072" y="8141"/>
                </a:lnTo>
                <a:lnTo>
                  <a:pt x="34022" y="7103"/>
                </a:lnTo>
                <a:lnTo>
                  <a:pt x="28233" y="260"/>
                </a:lnTo>
                <a:lnTo>
                  <a:pt x="26478" y="0"/>
                </a:lnTo>
                <a:close/>
              </a:path>
              <a:path w="34290" h="132080">
                <a:moveTo>
                  <a:pt x="26454" y="15609"/>
                </a:moveTo>
                <a:lnTo>
                  <a:pt x="24333" y="16678"/>
                </a:lnTo>
                <a:lnTo>
                  <a:pt x="25985" y="16264"/>
                </a:lnTo>
                <a:lnTo>
                  <a:pt x="26454" y="15609"/>
                </a:lnTo>
                <a:close/>
              </a:path>
              <a:path w="34290" h="132080">
                <a:moveTo>
                  <a:pt x="27549" y="15150"/>
                </a:moveTo>
                <a:lnTo>
                  <a:pt x="27261" y="15609"/>
                </a:lnTo>
                <a:lnTo>
                  <a:pt x="27166" y="16033"/>
                </a:lnTo>
                <a:lnTo>
                  <a:pt x="26905" y="16033"/>
                </a:lnTo>
                <a:lnTo>
                  <a:pt x="25985" y="16264"/>
                </a:lnTo>
                <a:lnTo>
                  <a:pt x="25888" y="16399"/>
                </a:lnTo>
                <a:lnTo>
                  <a:pt x="25447" y="16399"/>
                </a:lnTo>
                <a:lnTo>
                  <a:pt x="24333" y="16678"/>
                </a:lnTo>
                <a:lnTo>
                  <a:pt x="27424" y="16678"/>
                </a:lnTo>
                <a:lnTo>
                  <a:pt x="27447" y="16399"/>
                </a:lnTo>
                <a:lnTo>
                  <a:pt x="25888" y="16399"/>
                </a:lnTo>
                <a:lnTo>
                  <a:pt x="26053" y="16264"/>
                </a:lnTo>
                <a:lnTo>
                  <a:pt x="27458" y="16264"/>
                </a:lnTo>
                <a:lnTo>
                  <a:pt x="27549" y="15150"/>
                </a:lnTo>
                <a:close/>
              </a:path>
              <a:path w="34290" h="132080">
                <a:moveTo>
                  <a:pt x="27405" y="15150"/>
                </a:moveTo>
                <a:lnTo>
                  <a:pt x="26454" y="15609"/>
                </a:lnTo>
                <a:lnTo>
                  <a:pt x="25985" y="16264"/>
                </a:lnTo>
                <a:lnTo>
                  <a:pt x="26333" y="16033"/>
                </a:lnTo>
                <a:lnTo>
                  <a:pt x="27405" y="15150"/>
                </a:lnTo>
                <a:close/>
              </a:path>
              <a:path w="34290" h="132080">
                <a:moveTo>
                  <a:pt x="27364" y="15150"/>
                </a:moveTo>
                <a:lnTo>
                  <a:pt x="26848" y="15609"/>
                </a:lnTo>
                <a:lnTo>
                  <a:pt x="26053" y="16264"/>
                </a:lnTo>
                <a:lnTo>
                  <a:pt x="26905" y="16033"/>
                </a:lnTo>
                <a:lnTo>
                  <a:pt x="27166" y="16033"/>
                </a:lnTo>
                <a:lnTo>
                  <a:pt x="27326" y="15609"/>
                </a:lnTo>
                <a:lnTo>
                  <a:pt x="27364" y="15150"/>
                </a:lnTo>
                <a:close/>
              </a:path>
              <a:path w="34290" h="132080">
                <a:moveTo>
                  <a:pt x="32317" y="13039"/>
                </a:moveTo>
                <a:lnTo>
                  <a:pt x="28295" y="13039"/>
                </a:lnTo>
                <a:lnTo>
                  <a:pt x="27954" y="13943"/>
                </a:lnTo>
                <a:lnTo>
                  <a:pt x="27549" y="15150"/>
                </a:lnTo>
                <a:lnTo>
                  <a:pt x="27477" y="16033"/>
                </a:lnTo>
                <a:lnTo>
                  <a:pt x="26905" y="16033"/>
                </a:lnTo>
                <a:lnTo>
                  <a:pt x="28596" y="15609"/>
                </a:lnTo>
                <a:lnTo>
                  <a:pt x="28774" y="15609"/>
                </a:lnTo>
                <a:lnTo>
                  <a:pt x="29745" y="15150"/>
                </a:lnTo>
                <a:lnTo>
                  <a:pt x="31436" y="13943"/>
                </a:lnTo>
                <a:lnTo>
                  <a:pt x="32317" y="13039"/>
                </a:lnTo>
                <a:close/>
              </a:path>
              <a:path w="34290" h="132080">
                <a:moveTo>
                  <a:pt x="27636" y="13943"/>
                </a:moveTo>
                <a:lnTo>
                  <a:pt x="26454" y="15609"/>
                </a:lnTo>
                <a:lnTo>
                  <a:pt x="27364" y="15150"/>
                </a:lnTo>
                <a:lnTo>
                  <a:pt x="27636" y="13943"/>
                </a:lnTo>
                <a:close/>
              </a:path>
              <a:path w="34290" h="132080">
                <a:moveTo>
                  <a:pt x="27647" y="13943"/>
                </a:moveTo>
                <a:lnTo>
                  <a:pt x="27364" y="15150"/>
                </a:lnTo>
                <a:lnTo>
                  <a:pt x="27261" y="15609"/>
                </a:lnTo>
                <a:lnTo>
                  <a:pt x="27499" y="15150"/>
                </a:lnTo>
                <a:lnTo>
                  <a:pt x="27647" y="13943"/>
                </a:lnTo>
                <a:close/>
              </a:path>
              <a:path w="34290" h="132080">
                <a:moveTo>
                  <a:pt x="28295" y="13039"/>
                </a:moveTo>
                <a:lnTo>
                  <a:pt x="27647" y="13943"/>
                </a:lnTo>
                <a:lnTo>
                  <a:pt x="27549" y="15150"/>
                </a:lnTo>
                <a:lnTo>
                  <a:pt x="27954" y="13943"/>
                </a:lnTo>
                <a:lnTo>
                  <a:pt x="28295" y="1303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5527193" y="833547"/>
            <a:ext cx="1920239" cy="1376680"/>
            <a:chOff x="5527193" y="833547"/>
            <a:chExt cx="1920239" cy="1376680"/>
          </a:xfrm>
        </p:grpSpPr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22401" y="833547"/>
              <a:ext cx="1824527" cy="134017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27193" y="1933774"/>
              <a:ext cx="516563" cy="27600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317377" y="852382"/>
              <a:ext cx="128541" cy="141135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006766" y="1962565"/>
            <a:ext cx="393555" cy="18046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148695" y="2313241"/>
            <a:ext cx="2006873" cy="32270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225177" y="2361070"/>
            <a:ext cx="182908" cy="25230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515159" y="2305359"/>
            <a:ext cx="446827" cy="30524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504763" y="3780392"/>
            <a:ext cx="274264" cy="307482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886118" y="3810054"/>
            <a:ext cx="169635" cy="233555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122249" y="3931232"/>
            <a:ext cx="220874" cy="17502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449313" y="3780416"/>
            <a:ext cx="252130" cy="204097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4574607" y="3809885"/>
            <a:ext cx="226695" cy="322580"/>
          </a:xfrm>
          <a:custGeom>
            <a:avLst/>
            <a:gdLst/>
            <a:ahLst/>
            <a:cxnLst/>
            <a:rect l="l" t="t" r="r" b="b"/>
            <a:pathLst>
              <a:path w="226695" h="322579">
                <a:moveTo>
                  <a:pt x="203434" y="152256"/>
                </a:moveTo>
                <a:lnTo>
                  <a:pt x="185993" y="184684"/>
                </a:lnTo>
                <a:lnTo>
                  <a:pt x="184487" y="249450"/>
                </a:lnTo>
                <a:lnTo>
                  <a:pt x="183583" y="277244"/>
                </a:lnTo>
                <a:lnTo>
                  <a:pt x="180816" y="313678"/>
                </a:lnTo>
                <a:lnTo>
                  <a:pt x="180921" y="315946"/>
                </a:lnTo>
                <a:lnTo>
                  <a:pt x="187256" y="322212"/>
                </a:lnTo>
                <a:lnTo>
                  <a:pt x="190276" y="322212"/>
                </a:lnTo>
                <a:lnTo>
                  <a:pt x="199553" y="278112"/>
                </a:lnTo>
                <a:lnTo>
                  <a:pt x="200221" y="257710"/>
                </a:lnTo>
                <a:lnTo>
                  <a:pt x="200312" y="254920"/>
                </a:lnTo>
                <a:lnTo>
                  <a:pt x="200395" y="252378"/>
                </a:lnTo>
                <a:lnTo>
                  <a:pt x="200487" y="249450"/>
                </a:lnTo>
                <a:lnTo>
                  <a:pt x="201994" y="184684"/>
                </a:lnTo>
                <a:lnTo>
                  <a:pt x="202095" y="180320"/>
                </a:lnTo>
                <a:lnTo>
                  <a:pt x="202146" y="178137"/>
                </a:lnTo>
                <a:lnTo>
                  <a:pt x="202270" y="172810"/>
                </a:lnTo>
                <a:lnTo>
                  <a:pt x="202351" y="170200"/>
                </a:lnTo>
                <a:lnTo>
                  <a:pt x="203319" y="154151"/>
                </a:lnTo>
                <a:lnTo>
                  <a:pt x="203434" y="152256"/>
                </a:lnTo>
                <a:close/>
              </a:path>
              <a:path w="226695" h="322579">
                <a:moveTo>
                  <a:pt x="9056" y="73836"/>
                </a:moveTo>
                <a:lnTo>
                  <a:pt x="6936" y="73836"/>
                </a:lnTo>
                <a:lnTo>
                  <a:pt x="5915" y="74039"/>
                </a:lnTo>
                <a:lnTo>
                  <a:pt x="0" y="80773"/>
                </a:lnTo>
                <a:lnTo>
                  <a:pt x="34" y="127189"/>
                </a:lnTo>
                <a:lnTo>
                  <a:pt x="155" y="129973"/>
                </a:lnTo>
                <a:lnTo>
                  <a:pt x="1935" y="148490"/>
                </a:lnTo>
                <a:lnTo>
                  <a:pt x="2054" y="149724"/>
                </a:lnTo>
                <a:lnTo>
                  <a:pt x="2122" y="150432"/>
                </a:lnTo>
                <a:lnTo>
                  <a:pt x="2193" y="151174"/>
                </a:lnTo>
                <a:lnTo>
                  <a:pt x="2298" y="152256"/>
                </a:lnTo>
                <a:lnTo>
                  <a:pt x="18615" y="199786"/>
                </a:lnTo>
                <a:lnTo>
                  <a:pt x="60610" y="243361"/>
                </a:lnTo>
                <a:lnTo>
                  <a:pt x="98616" y="257456"/>
                </a:lnTo>
                <a:lnTo>
                  <a:pt x="101161" y="257710"/>
                </a:lnTo>
                <a:lnTo>
                  <a:pt x="111225" y="257710"/>
                </a:lnTo>
                <a:lnTo>
                  <a:pt x="141722" y="242102"/>
                </a:lnTo>
                <a:lnTo>
                  <a:pt x="108846" y="242102"/>
                </a:lnTo>
                <a:lnTo>
                  <a:pt x="109652" y="241842"/>
                </a:lnTo>
                <a:lnTo>
                  <a:pt x="102148" y="241842"/>
                </a:lnTo>
                <a:lnTo>
                  <a:pt x="92031" y="239901"/>
                </a:lnTo>
                <a:lnTo>
                  <a:pt x="91460" y="239901"/>
                </a:lnTo>
                <a:lnTo>
                  <a:pt x="90639" y="239671"/>
                </a:lnTo>
                <a:lnTo>
                  <a:pt x="90833" y="239671"/>
                </a:lnTo>
                <a:lnTo>
                  <a:pt x="81051" y="236087"/>
                </a:lnTo>
                <a:lnTo>
                  <a:pt x="80830" y="236087"/>
                </a:lnTo>
                <a:lnTo>
                  <a:pt x="80346" y="235829"/>
                </a:lnTo>
                <a:lnTo>
                  <a:pt x="79814" y="235634"/>
                </a:lnTo>
                <a:lnTo>
                  <a:pt x="79981" y="235634"/>
                </a:lnTo>
                <a:lnTo>
                  <a:pt x="69994" y="230299"/>
                </a:lnTo>
                <a:lnTo>
                  <a:pt x="69850" y="230299"/>
                </a:lnTo>
                <a:lnTo>
                  <a:pt x="69377" y="229969"/>
                </a:lnTo>
                <a:lnTo>
                  <a:pt x="68954" y="229744"/>
                </a:lnTo>
                <a:lnTo>
                  <a:pt x="68742" y="229527"/>
                </a:lnTo>
                <a:lnTo>
                  <a:pt x="51387" y="217421"/>
                </a:lnTo>
                <a:lnTo>
                  <a:pt x="51120" y="217421"/>
                </a:lnTo>
                <a:lnTo>
                  <a:pt x="50574" y="216854"/>
                </a:lnTo>
                <a:lnTo>
                  <a:pt x="50062" y="216517"/>
                </a:lnTo>
                <a:lnTo>
                  <a:pt x="50250" y="216517"/>
                </a:lnTo>
                <a:lnTo>
                  <a:pt x="41223" y="207128"/>
                </a:lnTo>
                <a:lnTo>
                  <a:pt x="40838" y="207128"/>
                </a:lnTo>
                <a:lnTo>
                  <a:pt x="39589" y="205428"/>
                </a:lnTo>
                <a:lnTo>
                  <a:pt x="39906" y="205428"/>
                </a:lnTo>
                <a:lnTo>
                  <a:pt x="32997" y="192827"/>
                </a:lnTo>
                <a:lnTo>
                  <a:pt x="29603" y="184684"/>
                </a:lnTo>
                <a:lnTo>
                  <a:pt x="24589" y="172810"/>
                </a:lnTo>
                <a:lnTo>
                  <a:pt x="24531" y="172406"/>
                </a:lnTo>
                <a:lnTo>
                  <a:pt x="18406" y="151174"/>
                </a:lnTo>
                <a:lnTo>
                  <a:pt x="18263" y="151174"/>
                </a:lnTo>
                <a:lnTo>
                  <a:pt x="18220" y="150722"/>
                </a:lnTo>
                <a:lnTo>
                  <a:pt x="18122" y="150432"/>
                </a:lnTo>
                <a:lnTo>
                  <a:pt x="18005" y="148490"/>
                </a:lnTo>
                <a:lnTo>
                  <a:pt x="16305" y="130797"/>
                </a:lnTo>
                <a:lnTo>
                  <a:pt x="16226" y="129973"/>
                </a:lnTo>
                <a:lnTo>
                  <a:pt x="16106" y="128720"/>
                </a:lnTo>
                <a:lnTo>
                  <a:pt x="15993" y="80773"/>
                </a:lnTo>
                <a:lnTo>
                  <a:pt x="15789" y="79752"/>
                </a:lnTo>
                <a:lnTo>
                  <a:pt x="10077" y="74039"/>
                </a:lnTo>
                <a:lnTo>
                  <a:pt x="9056" y="73836"/>
                </a:lnTo>
                <a:close/>
              </a:path>
              <a:path w="226695" h="322579">
                <a:moveTo>
                  <a:pt x="119386" y="238696"/>
                </a:moveTo>
                <a:lnTo>
                  <a:pt x="108846" y="242102"/>
                </a:lnTo>
                <a:lnTo>
                  <a:pt x="110567" y="241842"/>
                </a:lnTo>
                <a:lnTo>
                  <a:pt x="142020" y="241842"/>
                </a:lnTo>
                <a:lnTo>
                  <a:pt x="144076" y="239671"/>
                </a:lnTo>
                <a:lnTo>
                  <a:pt x="118045" y="239671"/>
                </a:lnTo>
                <a:lnTo>
                  <a:pt x="119386" y="238696"/>
                </a:lnTo>
                <a:close/>
              </a:path>
              <a:path w="226695" h="322579">
                <a:moveTo>
                  <a:pt x="142020" y="241842"/>
                </a:moveTo>
                <a:lnTo>
                  <a:pt x="110567" y="241842"/>
                </a:lnTo>
                <a:lnTo>
                  <a:pt x="108846" y="242102"/>
                </a:lnTo>
                <a:lnTo>
                  <a:pt x="141722" y="242102"/>
                </a:lnTo>
                <a:lnTo>
                  <a:pt x="142020" y="241842"/>
                </a:lnTo>
                <a:close/>
              </a:path>
              <a:path w="226695" h="322579">
                <a:moveTo>
                  <a:pt x="90833" y="239671"/>
                </a:moveTo>
                <a:lnTo>
                  <a:pt x="90639" y="239671"/>
                </a:lnTo>
                <a:lnTo>
                  <a:pt x="91460" y="239901"/>
                </a:lnTo>
                <a:lnTo>
                  <a:pt x="90833" y="239671"/>
                </a:lnTo>
                <a:close/>
              </a:path>
              <a:path w="226695" h="322579">
                <a:moveTo>
                  <a:pt x="90833" y="239671"/>
                </a:moveTo>
                <a:lnTo>
                  <a:pt x="91460" y="239901"/>
                </a:lnTo>
                <a:lnTo>
                  <a:pt x="92031" y="239901"/>
                </a:lnTo>
                <a:lnTo>
                  <a:pt x="90833" y="239671"/>
                </a:lnTo>
                <a:close/>
              </a:path>
              <a:path w="226695" h="322579">
                <a:moveTo>
                  <a:pt x="120606" y="238301"/>
                </a:moveTo>
                <a:lnTo>
                  <a:pt x="119386" y="238696"/>
                </a:lnTo>
                <a:lnTo>
                  <a:pt x="118045" y="239671"/>
                </a:lnTo>
                <a:lnTo>
                  <a:pt x="117908" y="239671"/>
                </a:lnTo>
                <a:lnTo>
                  <a:pt x="120606" y="238301"/>
                </a:lnTo>
                <a:close/>
              </a:path>
              <a:path w="226695" h="322579">
                <a:moveTo>
                  <a:pt x="145374" y="238301"/>
                </a:moveTo>
                <a:lnTo>
                  <a:pt x="120606" y="238301"/>
                </a:lnTo>
                <a:lnTo>
                  <a:pt x="117908" y="239671"/>
                </a:lnTo>
                <a:lnTo>
                  <a:pt x="144076" y="239671"/>
                </a:lnTo>
                <a:lnTo>
                  <a:pt x="145374" y="238301"/>
                </a:lnTo>
                <a:close/>
              </a:path>
              <a:path w="226695" h="322579">
                <a:moveTo>
                  <a:pt x="153267" y="229969"/>
                </a:moveTo>
                <a:lnTo>
                  <a:pt x="131396" y="229969"/>
                </a:lnTo>
                <a:lnTo>
                  <a:pt x="130920" y="230299"/>
                </a:lnTo>
                <a:lnTo>
                  <a:pt x="130407" y="230841"/>
                </a:lnTo>
                <a:lnTo>
                  <a:pt x="130176" y="230841"/>
                </a:lnTo>
                <a:lnTo>
                  <a:pt x="119386" y="238696"/>
                </a:lnTo>
                <a:lnTo>
                  <a:pt x="120606" y="238301"/>
                </a:lnTo>
                <a:lnTo>
                  <a:pt x="145374" y="238301"/>
                </a:lnTo>
                <a:lnTo>
                  <a:pt x="152441" y="230841"/>
                </a:lnTo>
                <a:lnTo>
                  <a:pt x="130407" y="230841"/>
                </a:lnTo>
                <a:lnTo>
                  <a:pt x="131022" y="230299"/>
                </a:lnTo>
                <a:lnTo>
                  <a:pt x="152954" y="230299"/>
                </a:lnTo>
                <a:lnTo>
                  <a:pt x="153267" y="229969"/>
                </a:lnTo>
                <a:close/>
              </a:path>
              <a:path w="226695" h="322579">
                <a:moveTo>
                  <a:pt x="80346" y="235829"/>
                </a:moveTo>
                <a:lnTo>
                  <a:pt x="80830" y="236087"/>
                </a:lnTo>
                <a:lnTo>
                  <a:pt x="81051" y="236087"/>
                </a:lnTo>
                <a:lnTo>
                  <a:pt x="80346" y="235829"/>
                </a:lnTo>
                <a:close/>
              </a:path>
              <a:path w="226695" h="322579">
                <a:moveTo>
                  <a:pt x="79981" y="235634"/>
                </a:moveTo>
                <a:lnTo>
                  <a:pt x="79814" y="235634"/>
                </a:lnTo>
                <a:lnTo>
                  <a:pt x="80346" y="235829"/>
                </a:lnTo>
                <a:lnTo>
                  <a:pt x="79981" y="235634"/>
                </a:lnTo>
                <a:close/>
              </a:path>
              <a:path w="226695" h="322579">
                <a:moveTo>
                  <a:pt x="69377" y="229969"/>
                </a:moveTo>
                <a:lnTo>
                  <a:pt x="69862" y="230299"/>
                </a:lnTo>
                <a:lnTo>
                  <a:pt x="69994" y="230299"/>
                </a:lnTo>
                <a:lnTo>
                  <a:pt x="69377" y="229969"/>
                </a:lnTo>
                <a:close/>
              </a:path>
              <a:path w="226695" h="322579">
                <a:moveTo>
                  <a:pt x="187638" y="148490"/>
                </a:moveTo>
                <a:lnTo>
                  <a:pt x="187105" y="149724"/>
                </a:lnTo>
                <a:lnTo>
                  <a:pt x="186833" y="150432"/>
                </a:lnTo>
                <a:lnTo>
                  <a:pt x="175714" y="170869"/>
                </a:lnTo>
                <a:lnTo>
                  <a:pt x="175037" y="172159"/>
                </a:lnTo>
                <a:lnTo>
                  <a:pt x="161225" y="193565"/>
                </a:lnTo>
                <a:lnTo>
                  <a:pt x="160267" y="195085"/>
                </a:lnTo>
                <a:lnTo>
                  <a:pt x="145389" y="214817"/>
                </a:lnTo>
                <a:lnTo>
                  <a:pt x="144936" y="215506"/>
                </a:lnTo>
                <a:lnTo>
                  <a:pt x="130920" y="230299"/>
                </a:lnTo>
                <a:lnTo>
                  <a:pt x="131373" y="229969"/>
                </a:lnTo>
                <a:lnTo>
                  <a:pt x="153267" y="229969"/>
                </a:lnTo>
                <a:lnTo>
                  <a:pt x="156547" y="226507"/>
                </a:lnTo>
                <a:lnTo>
                  <a:pt x="185993" y="184684"/>
                </a:lnTo>
                <a:lnTo>
                  <a:pt x="186095" y="180320"/>
                </a:lnTo>
                <a:lnTo>
                  <a:pt x="186146" y="178137"/>
                </a:lnTo>
                <a:lnTo>
                  <a:pt x="186269" y="172810"/>
                </a:lnTo>
                <a:lnTo>
                  <a:pt x="186330" y="170200"/>
                </a:lnTo>
                <a:lnTo>
                  <a:pt x="187297" y="154151"/>
                </a:lnTo>
                <a:lnTo>
                  <a:pt x="187411" y="152256"/>
                </a:lnTo>
                <a:lnTo>
                  <a:pt x="187521" y="150432"/>
                </a:lnTo>
                <a:lnTo>
                  <a:pt x="187638" y="148490"/>
                </a:lnTo>
                <a:close/>
              </a:path>
              <a:path w="226695" h="322579">
                <a:moveTo>
                  <a:pt x="50574" y="216854"/>
                </a:moveTo>
                <a:lnTo>
                  <a:pt x="51120" y="217421"/>
                </a:lnTo>
                <a:lnTo>
                  <a:pt x="51387" y="217421"/>
                </a:lnTo>
                <a:lnTo>
                  <a:pt x="50574" y="216854"/>
                </a:lnTo>
                <a:close/>
              </a:path>
              <a:path w="226695" h="322579">
                <a:moveTo>
                  <a:pt x="50250" y="216517"/>
                </a:moveTo>
                <a:lnTo>
                  <a:pt x="50091" y="216517"/>
                </a:lnTo>
                <a:lnTo>
                  <a:pt x="50574" y="216854"/>
                </a:lnTo>
                <a:lnTo>
                  <a:pt x="50250" y="216517"/>
                </a:lnTo>
                <a:close/>
              </a:path>
              <a:path w="226695" h="322579">
                <a:moveTo>
                  <a:pt x="39589" y="205428"/>
                </a:moveTo>
                <a:lnTo>
                  <a:pt x="40838" y="207128"/>
                </a:lnTo>
                <a:lnTo>
                  <a:pt x="40326" y="206195"/>
                </a:lnTo>
                <a:lnTo>
                  <a:pt x="39589" y="205428"/>
                </a:lnTo>
                <a:close/>
              </a:path>
              <a:path w="226695" h="322579">
                <a:moveTo>
                  <a:pt x="40326" y="206195"/>
                </a:moveTo>
                <a:lnTo>
                  <a:pt x="40838" y="207128"/>
                </a:lnTo>
                <a:lnTo>
                  <a:pt x="41223" y="207128"/>
                </a:lnTo>
                <a:lnTo>
                  <a:pt x="40326" y="206195"/>
                </a:lnTo>
                <a:close/>
              </a:path>
              <a:path w="226695" h="322579">
                <a:moveTo>
                  <a:pt x="39906" y="205428"/>
                </a:moveTo>
                <a:lnTo>
                  <a:pt x="39589" y="205428"/>
                </a:lnTo>
                <a:lnTo>
                  <a:pt x="40326" y="206195"/>
                </a:lnTo>
                <a:lnTo>
                  <a:pt x="39906" y="205428"/>
                </a:lnTo>
                <a:close/>
              </a:path>
              <a:path w="226695" h="322579">
                <a:moveTo>
                  <a:pt x="210310" y="11729"/>
                </a:moveTo>
                <a:lnTo>
                  <a:pt x="210241" y="47386"/>
                </a:lnTo>
                <a:lnTo>
                  <a:pt x="208237" y="73836"/>
                </a:lnTo>
                <a:lnTo>
                  <a:pt x="208161" y="74851"/>
                </a:lnTo>
                <a:lnTo>
                  <a:pt x="208061" y="76169"/>
                </a:lnTo>
                <a:lnTo>
                  <a:pt x="201437" y="110854"/>
                </a:lnTo>
                <a:lnTo>
                  <a:pt x="195963" y="128720"/>
                </a:lnTo>
                <a:lnTo>
                  <a:pt x="195630" y="129973"/>
                </a:lnTo>
                <a:lnTo>
                  <a:pt x="187638" y="148490"/>
                </a:lnTo>
                <a:lnTo>
                  <a:pt x="186330" y="170200"/>
                </a:lnTo>
                <a:lnTo>
                  <a:pt x="186269" y="172810"/>
                </a:lnTo>
                <a:lnTo>
                  <a:pt x="186146" y="178137"/>
                </a:lnTo>
                <a:lnTo>
                  <a:pt x="186095" y="180320"/>
                </a:lnTo>
                <a:lnTo>
                  <a:pt x="185993" y="184684"/>
                </a:lnTo>
                <a:lnTo>
                  <a:pt x="188478" y="180835"/>
                </a:lnTo>
                <a:lnTo>
                  <a:pt x="188784" y="180320"/>
                </a:lnTo>
                <a:lnTo>
                  <a:pt x="205510" y="117843"/>
                </a:lnTo>
                <a:lnTo>
                  <a:pt x="205539" y="117365"/>
                </a:lnTo>
                <a:lnTo>
                  <a:pt x="211444" y="68419"/>
                </a:lnTo>
                <a:lnTo>
                  <a:pt x="211491" y="68030"/>
                </a:lnTo>
                <a:lnTo>
                  <a:pt x="217775" y="31287"/>
                </a:lnTo>
                <a:lnTo>
                  <a:pt x="217892" y="30599"/>
                </a:lnTo>
                <a:lnTo>
                  <a:pt x="218632" y="27908"/>
                </a:lnTo>
                <a:lnTo>
                  <a:pt x="221627" y="16529"/>
                </a:lnTo>
                <a:lnTo>
                  <a:pt x="221018" y="16529"/>
                </a:lnTo>
                <a:lnTo>
                  <a:pt x="222355" y="13762"/>
                </a:lnTo>
                <a:lnTo>
                  <a:pt x="210560" y="13762"/>
                </a:lnTo>
                <a:lnTo>
                  <a:pt x="210310" y="11729"/>
                </a:lnTo>
                <a:close/>
              </a:path>
              <a:path w="226695" h="322579">
                <a:moveTo>
                  <a:pt x="226092" y="9980"/>
                </a:moveTo>
                <a:lnTo>
                  <a:pt x="209627" y="9980"/>
                </a:lnTo>
                <a:lnTo>
                  <a:pt x="223785" y="12839"/>
                </a:lnTo>
                <a:lnTo>
                  <a:pt x="221956" y="15277"/>
                </a:lnTo>
                <a:lnTo>
                  <a:pt x="218632" y="27908"/>
                </a:lnTo>
                <a:lnTo>
                  <a:pt x="217892" y="30599"/>
                </a:lnTo>
                <a:lnTo>
                  <a:pt x="211491" y="68030"/>
                </a:lnTo>
                <a:lnTo>
                  <a:pt x="205873" y="114705"/>
                </a:lnTo>
                <a:lnTo>
                  <a:pt x="205539" y="117365"/>
                </a:lnTo>
                <a:lnTo>
                  <a:pt x="203661" y="148490"/>
                </a:lnTo>
                <a:lnTo>
                  <a:pt x="203544" y="150432"/>
                </a:lnTo>
                <a:lnTo>
                  <a:pt x="203434" y="152256"/>
                </a:lnTo>
                <a:lnTo>
                  <a:pt x="210317" y="136310"/>
                </a:lnTo>
                <a:lnTo>
                  <a:pt x="210621" y="135486"/>
                </a:lnTo>
                <a:lnTo>
                  <a:pt x="216613" y="115926"/>
                </a:lnTo>
                <a:lnTo>
                  <a:pt x="216733" y="115536"/>
                </a:lnTo>
                <a:lnTo>
                  <a:pt x="223978" y="77826"/>
                </a:lnTo>
                <a:lnTo>
                  <a:pt x="226307" y="11729"/>
                </a:lnTo>
                <a:lnTo>
                  <a:pt x="226092" y="9980"/>
                </a:lnTo>
                <a:close/>
              </a:path>
              <a:path w="226695" h="322579">
                <a:moveTo>
                  <a:pt x="18276" y="150722"/>
                </a:moveTo>
                <a:lnTo>
                  <a:pt x="18263" y="151174"/>
                </a:lnTo>
                <a:lnTo>
                  <a:pt x="18406" y="151174"/>
                </a:lnTo>
                <a:lnTo>
                  <a:pt x="18276" y="150722"/>
                </a:lnTo>
                <a:close/>
              </a:path>
              <a:path w="226695" h="322579">
                <a:moveTo>
                  <a:pt x="18124" y="149724"/>
                </a:moveTo>
                <a:lnTo>
                  <a:pt x="17988" y="149724"/>
                </a:lnTo>
                <a:lnTo>
                  <a:pt x="18192" y="150432"/>
                </a:lnTo>
                <a:lnTo>
                  <a:pt x="18124" y="149724"/>
                </a:lnTo>
                <a:close/>
              </a:path>
              <a:path w="226695" h="322579">
                <a:moveTo>
                  <a:pt x="217977" y="0"/>
                </a:moveTo>
                <a:lnTo>
                  <a:pt x="216917" y="0"/>
                </a:lnTo>
                <a:lnTo>
                  <a:pt x="214667" y="401"/>
                </a:lnTo>
                <a:lnTo>
                  <a:pt x="214837" y="401"/>
                </a:lnTo>
                <a:lnTo>
                  <a:pt x="213929" y="777"/>
                </a:lnTo>
                <a:lnTo>
                  <a:pt x="195609" y="66120"/>
                </a:lnTo>
                <a:lnTo>
                  <a:pt x="189760" y="114705"/>
                </a:lnTo>
                <a:lnTo>
                  <a:pt x="189660" y="115536"/>
                </a:lnTo>
                <a:lnTo>
                  <a:pt x="189570" y="116404"/>
                </a:lnTo>
                <a:lnTo>
                  <a:pt x="187638" y="148490"/>
                </a:lnTo>
                <a:lnTo>
                  <a:pt x="195630" y="129973"/>
                </a:lnTo>
                <a:lnTo>
                  <a:pt x="195963" y="128720"/>
                </a:lnTo>
                <a:lnTo>
                  <a:pt x="201310" y="111266"/>
                </a:lnTo>
                <a:lnTo>
                  <a:pt x="201437" y="110854"/>
                </a:lnTo>
                <a:lnTo>
                  <a:pt x="207915" y="76928"/>
                </a:lnTo>
                <a:lnTo>
                  <a:pt x="207975" y="76617"/>
                </a:lnTo>
                <a:lnTo>
                  <a:pt x="208061" y="76169"/>
                </a:lnTo>
                <a:lnTo>
                  <a:pt x="210241" y="47386"/>
                </a:lnTo>
                <a:lnTo>
                  <a:pt x="210310" y="12839"/>
                </a:lnTo>
                <a:lnTo>
                  <a:pt x="210064" y="11729"/>
                </a:lnTo>
                <a:lnTo>
                  <a:pt x="209627" y="9980"/>
                </a:lnTo>
                <a:lnTo>
                  <a:pt x="226092" y="9980"/>
                </a:lnTo>
                <a:lnTo>
                  <a:pt x="219962" y="401"/>
                </a:lnTo>
                <a:lnTo>
                  <a:pt x="217977" y="0"/>
                </a:lnTo>
                <a:close/>
              </a:path>
              <a:path w="226695" h="322579">
                <a:moveTo>
                  <a:pt x="222355" y="13762"/>
                </a:moveTo>
                <a:lnTo>
                  <a:pt x="221018" y="16529"/>
                </a:lnTo>
                <a:lnTo>
                  <a:pt x="221956" y="15277"/>
                </a:lnTo>
                <a:lnTo>
                  <a:pt x="222355" y="13762"/>
                </a:lnTo>
                <a:close/>
              </a:path>
              <a:path w="226695" h="322579">
                <a:moveTo>
                  <a:pt x="221956" y="15277"/>
                </a:moveTo>
                <a:lnTo>
                  <a:pt x="221018" y="16529"/>
                </a:lnTo>
                <a:lnTo>
                  <a:pt x="221627" y="16529"/>
                </a:lnTo>
                <a:lnTo>
                  <a:pt x="221956" y="15277"/>
                </a:lnTo>
                <a:close/>
              </a:path>
              <a:path w="226695" h="322579">
                <a:moveTo>
                  <a:pt x="218288" y="11729"/>
                </a:moveTo>
                <a:lnTo>
                  <a:pt x="210310" y="11729"/>
                </a:lnTo>
                <a:lnTo>
                  <a:pt x="210341" y="12839"/>
                </a:lnTo>
                <a:lnTo>
                  <a:pt x="210572" y="13762"/>
                </a:lnTo>
                <a:lnTo>
                  <a:pt x="222355" y="13762"/>
                </a:lnTo>
                <a:lnTo>
                  <a:pt x="221956" y="15277"/>
                </a:lnTo>
                <a:lnTo>
                  <a:pt x="223785" y="12839"/>
                </a:lnTo>
                <a:lnTo>
                  <a:pt x="218288" y="11729"/>
                </a:lnTo>
                <a:close/>
              </a:path>
              <a:path w="226695" h="322579">
                <a:moveTo>
                  <a:pt x="209627" y="9980"/>
                </a:moveTo>
                <a:lnTo>
                  <a:pt x="210341" y="12839"/>
                </a:lnTo>
                <a:lnTo>
                  <a:pt x="210310" y="11729"/>
                </a:lnTo>
                <a:lnTo>
                  <a:pt x="218288" y="11729"/>
                </a:lnTo>
                <a:lnTo>
                  <a:pt x="209627" y="998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192273" y="3648100"/>
            <a:ext cx="151130" cy="318135"/>
          </a:xfrm>
          <a:custGeom>
            <a:avLst/>
            <a:gdLst/>
            <a:ahLst/>
            <a:cxnLst/>
            <a:rect l="l" t="t" r="r" b="b"/>
            <a:pathLst>
              <a:path w="151129" h="318135">
                <a:moveTo>
                  <a:pt x="69671" y="1568"/>
                </a:moveTo>
                <a:lnTo>
                  <a:pt x="38698" y="1568"/>
                </a:lnTo>
                <a:lnTo>
                  <a:pt x="37674" y="1912"/>
                </a:lnTo>
                <a:lnTo>
                  <a:pt x="6029" y="143140"/>
                </a:lnTo>
                <a:lnTo>
                  <a:pt x="840" y="191336"/>
                </a:lnTo>
                <a:lnTo>
                  <a:pt x="0" y="229114"/>
                </a:lnTo>
                <a:lnTo>
                  <a:pt x="16" y="230447"/>
                </a:lnTo>
                <a:lnTo>
                  <a:pt x="1073" y="243091"/>
                </a:lnTo>
                <a:lnTo>
                  <a:pt x="1144" y="243935"/>
                </a:lnTo>
                <a:lnTo>
                  <a:pt x="1255" y="245268"/>
                </a:lnTo>
                <a:lnTo>
                  <a:pt x="24187" y="288886"/>
                </a:lnTo>
                <a:lnTo>
                  <a:pt x="59323" y="308364"/>
                </a:lnTo>
                <a:lnTo>
                  <a:pt x="92488" y="313852"/>
                </a:lnTo>
                <a:lnTo>
                  <a:pt x="92646" y="313852"/>
                </a:lnTo>
                <a:lnTo>
                  <a:pt x="142456" y="318004"/>
                </a:lnTo>
                <a:lnTo>
                  <a:pt x="144447" y="318004"/>
                </a:lnTo>
                <a:lnTo>
                  <a:pt x="146567" y="317326"/>
                </a:lnTo>
                <a:lnTo>
                  <a:pt x="151002" y="311753"/>
                </a:lnTo>
                <a:lnTo>
                  <a:pt x="150983" y="308364"/>
                </a:lnTo>
                <a:lnTo>
                  <a:pt x="94857" y="297983"/>
                </a:lnTo>
                <a:lnTo>
                  <a:pt x="94587" y="297983"/>
                </a:lnTo>
                <a:lnTo>
                  <a:pt x="65337" y="293253"/>
                </a:lnTo>
                <a:lnTo>
                  <a:pt x="64572" y="293253"/>
                </a:lnTo>
                <a:lnTo>
                  <a:pt x="63658" y="293021"/>
                </a:lnTo>
                <a:lnTo>
                  <a:pt x="63905" y="293021"/>
                </a:lnTo>
                <a:lnTo>
                  <a:pt x="55170" y="289990"/>
                </a:lnTo>
                <a:lnTo>
                  <a:pt x="54839" y="289990"/>
                </a:lnTo>
                <a:lnTo>
                  <a:pt x="53814" y="289538"/>
                </a:lnTo>
                <a:lnTo>
                  <a:pt x="54014" y="289538"/>
                </a:lnTo>
                <a:lnTo>
                  <a:pt x="45281" y="284750"/>
                </a:lnTo>
                <a:lnTo>
                  <a:pt x="45103" y="284750"/>
                </a:lnTo>
                <a:lnTo>
                  <a:pt x="44637" y="284397"/>
                </a:lnTo>
                <a:lnTo>
                  <a:pt x="44116" y="284111"/>
                </a:lnTo>
                <a:lnTo>
                  <a:pt x="44260" y="284111"/>
                </a:lnTo>
                <a:lnTo>
                  <a:pt x="35592" y="277539"/>
                </a:lnTo>
                <a:lnTo>
                  <a:pt x="35465" y="277539"/>
                </a:lnTo>
                <a:lnTo>
                  <a:pt x="35024" y="277108"/>
                </a:lnTo>
                <a:lnTo>
                  <a:pt x="34610" y="276795"/>
                </a:lnTo>
                <a:lnTo>
                  <a:pt x="28445" y="270680"/>
                </a:lnTo>
                <a:lnTo>
                  <a:pt x="26452" y="268733"/>
                </a:lnTo>
                <a:lnTo>
                  <a:pt x="26193" y="268733"/>
                </a:lnTo>
                <a:lnTo>
                  <a:pt x="25723" y="268020"/>
                </a:lnTo>
                <a:lnTo>
                  <a:pt x="25107" y="267418"/>
                </a:lnTo>
                <a:lnTo>
                  <a:pt x="25326" y="267418"/>
                </a:lnTo>
                <a:lnTo>
                  <a:pt x="22783" y="263561"/>
                </a:lnTo>
                <a:lnTo>
                  <a:pt x="22514" y="263561"/>
                </a:lnTo>
                <a:lnTo>
                  <a:pt x="22189" y="262661"/>
                </a:lnTo>
                <a:lnTo>
                  <a:pt x="21666" y="261868"/>
                </a:lnTo>
                <a:lnTo>
                  <a:pt x="21903" y="261868"/>
                </a:lnTo>
                <a:lnTo>
                  <a:pt x="19085" y="254049"/>
                </a:lnTo>
                <a:lnTo>
                  <a:pt x="17659" y="246105"/>
                </a:lnTo>
                <a:lnTo>
                  <a:pt x="17242" y="243935"/>
                </a:lnTo>
                <a:lnTo>
                  <a:pt x="17160" y="243508"/>
                </a:lnTo>
                <a:lnTo>
                  <a:pt x="17081" y="243091"/>
                </a:lnTo>
                <a:lnTo>
                  <a:pt x="16068" y="230447"/>
                </a:lnTo>
                <a:lnTo>
                  <a:pt x="15957" y="229114"/>
                </a:lnTo>
                <a:lnTo>
                  <a:pt x="16775" y="193047"/>
                </a:lnTo>
                <a:lnTo>
                  <a:pt x="16856" y="192018"/>
                </a:lnTo>
                <a:lnTo>
                  <a:pt x="21910" y="145063"/>
                </a:lnTo>
                <a:lnTo>
                  <a:pt x="38228" y="23569"/>
                </a:lnTo>
                <a:lnTo>
                  <a:pt x="37924" y="23569"/>
                </a:lnTo>
                <a:lnTo>
                  <a:pt x="38205" y="22920"/>
                </a:lnTo>
                <a:lnTo>
                  <a:pt x="38254" y="22383"/>
                </a:lnTo>
                <a:lnTo>
                  <a:pt x="38512" y="21455"/>
                </a:lnTo>
                <a:lnTo>
                  <a:pt x="38841" y="21455"/>
                </a:lnTo>
                <a:lnTo>
                  <a:pt x="39303" y="20388"/>
                </a:lnTo>
                <a:lnTo>
                  <a:pt x="37600" y="20388"/>
                </a:lnTo>
                <a:lnTo>
                  <a:pt x="40922" y="16656"/>
                </a:lnTo>
                <a:lnTo>
                  <a:pt x="43511" y="16656"/>
                </a:lnTo>
                <a:lnTo>
                  <a:pt x="44747" y="16240"/>
                </a:lnTo>
                <a:lnTo>
                  <a:pt x="50057" y="16240"/>
                </a:lnTo>
                <a:lnTo>
                  <a:pt x="52172" y="15981"/>
                </a:lnTo>
                <a:lnTo>
                  <a:pt x="110452" y="15981"/>
                </a:lnTo>
                <a:lnTo>
                  <a:pt x="110556" y="14018"/>
                </a:lnTo>
                <a:lnTo>
                  <a:pt x="104829" y="7124"/>
                </a:lnTo>
                <a:lnTo>
                  <a:pt x="69671" y="1568"/>
                </a:lnTo>
                <a:close/>
              </a:path>
              <a:path w="151129" h="318135">
                <a:moveTo>
                  <a:pt x="63905" y="293021"/>
                </a:moveTo>
                <a:lnTo>
                  <a:pt x="63658" y="293021"/>
                </a:lnTo>
                <a:lnTo>
                  <a:pt x="64572" y="293253"/>
                </a:lnTo>
                <a:lnTo>
                  <a:pt x="63905" y="293021"/>
                </a:lnTo>
                <a:close/>
              </a:path>
              <a:path w="151129" h="318135">
                <a:moveTo>
                  <a:pt x="63905" y="293021"/>
                </a:moveTo>
                <a:lnTo>
                  <a:pt x="64572" y="293253"/>
                </a:lnTo>
                <a:lnTo>
                  <a:pt x="65337" y="293253"/>
                </a:lnTo>
                <a:lnTo>
                  <a:pt x="63905" y="293021"/>
                </a:lnTo>
                <a:close/>
              </a:path>
              <a:path w="151129" h="318135">
                <a:moveTo>
                  <a:pt x="53867" y="289538"/>
                </a:moveTo>
                <a:lnTo>
                  <a:pt x="54129" y="289677"/>
                </a:lnTo>
                <a:lnTo>
                  <a:pt x="54839" y="289990"/>
                </a:lnTo>
                <a:lnTo>
                  <a:pt x="54268" y="289677"/>
                </a:lnTo>
                <a:lnTo>
                  <a:pt x="53867" y="289538"/>
                </a:lnTo>
                <a:close/>
              </a:path>
              <a:path w="151129" h="318135">
                <a:moveTo>
                  <a:pt x="54268" y="289677"/>
                </a:moveTo>
                <a:lnTo>
                  <a:pt x="54839" y="289990"/>
                </a:lnTo>
                <a:lnTo>
                  <a:pt x="55170" y="289990"/>
                </a:lnTo>
                <a:lnTo>
                  <a:pt x="54268" y="289677"/>
                </a:lnTo>
                <a:close/>
              </a:path>
              <a:path w="151129" h="318135">
                <a:moveTo>
                  <a:pt x="54014" y="289538"/>
                </a:moveTo>
                <a:lnTo>
                  <a:pt x="53867" y="289538"/>
                </a:lnTo>
                <a:lnTo>
                  <a:pt x="54268" y="289677"/>
                </a:lnTo>
                <a:lnTo>
                  <a:pt x="54014" y="289538"/>
                </a:lnTo>
                <a:close/>
              </a:path>
              <a:path w="151129" h="318135">
                <a:moveTo>
                  <a:pt x="44637" y="284397"/>
                </a:moveTo>
                <a:lnTo>
                  <a:pt x="45103" y="284750"/>
                </a:lnTo>
                <a:lnTo>
                  <a:pt x="45281" y="284750"/>
                </a:lnTo>
                <a:lnTo>
                  <a:pt x="44637" y="284397"/>
                </a:lnTo>
                <a:close/>
              </a:path>
              <a:path w="151129" h="318135">
                <a:moveTo>
                  <a:pt x="44260" y="284111"/>
                </a:moveTo>
                <a:lnTo>
                  <a:pt x="44116" y="284111"/>
                </a:lnTo>
                <a:lnTo>
                  <a:pt x="44637" y="284397"/>
                </a:lnTo>
                <a:lnTo>
                  <a:pt x="44260" y="284111"/>
                </a:lnTo>
                <a:close/>
              </a:path>
              <a:path w="151129" h="318135">
                <a:moveTo>
                  <a:pt x="25723" y="268020"/>
                </a:moveTo>
                <a:lnTo>
                  <a:pt x="26193" y="268733"/>
                </a:lnTo>
                <a:lnTo>
                  <a:pt x="26452" y="268733"/>
                </a:lnTo>
                <a:lnTo>
                  <a:pt x="25723" y="268020"/>
                </a:lnTo>
                <a:close/>
              </a:path>
              <a:path w="151129" h="318135">
                <a:moveTo>
                  <a:pt x="25326" y="267418"/>
                </a:moveTo>
                <a:lnTo>
                  <a:pt x="25107" y="267418"/>
                </a:lnTo>
                <a:lnTo>
                  <a:pt x="25723" y="268020"/>
                </a:lnTo>
                <a:lnTo>
                  <a:pt x="25326" y="267418"/>
                </a:lnTo>
                <a:close/>
              </a:path>
              <a:path w="151129" h="318135">
                <a:moveTo>
                  <a:pt x="22189" y="262661"/>
                </a:moveTo>
                <a:lnTo>
                  <a:pt x="22514" y="263561"/>
                </a:lnTo>
                <a:lnTo>
                  <a:pt x="22783" y="263561"/>
                </a:lnTo>
                <a:lnTo>
                  <a:pt x="22189" y="262661"/>
                </a:lnTo>
                <a:close/>
              </a:path>
              <a:path w="151129" h="318135">
                <a:moveTo>
                  <a:pt x="21903" y="261868"/>
                </a:moveTo>
                <a:lnTo>
                  <a:pt x="21666" y="261868"/>
                </a:lnTo>
                <a:lnTo>
                  <a:pt x="22189" y="262661"/>
                </a:lnTo>
                <a:lnTo>
                  <a:pt x="21903" y="261868"/>
                </a:lnTo>
                <a:close/>
              </a:path>
              <a:path w="151129" h="318135">
                <a:moveTo>
                  <a:pt x="38446" y="21948"/>
                </a:moveTo>
                <a:lnTo>
                  <a:pt x="38254" y="22383"/>
                </a:lnTo>
                <a:lnTo>
                  <a:pt x="37924" y="23569"/>
                </a:lnTo>
                <a:lnTo>
                  <a:pt x="38228" y="23569"/>
                </a:lnTo>
                <a:lnTo>
                  <a:pt x="38315" y="22920"/>
                </a:lnTo>
                <a:lnTo>
                  <a:pt x="38438" y="22383"/>
                </a:lnTo>
                <a:lnTo>
                  <a:pt x="38446" y="21948"/>
                </a:lnTo>
                <a:close/>
              </a:path>
              <a:path w="151129" h="318135">
                <a:moveTo>
                  <a:pt x="110452" y="15981"/>
                </a:moveTo>
                <a:lnTo>
                  <a:pt x="52172" y="15981"/>
                </a:lnTo>
                <a:lnTo>
                  <a:pt x="66768" y="17288"/>
                </a:lnTo>
                <a:lnTo>
                  <a:pt x="66629" y="17288"/>
                </a:lnTo>
                <a:lnTo>
                  <a:pt x="102334" y="22920"/>
                </a:lnTo>
                <a:lnTo>
                  <a:pt x="103204" y="22920"/>
                </a:lnTo>
                <a:lnTo>
                  <a:pt x="110345" y="16656"/>
                </a:lnTo>
                <a:lnTo>
                  <a:pt x="110452" y="15981"/>
                </a:lnTo>
                <a:close/>
              </a:path>
              <a:path w="151129" h="318135">
                <a:moveTo>
                  <a:pt x="38841" y="21455"/>
                </a:moveTo>
                <a:lnTo>
                  <a:pt x="38512" y="21455"/>
                </a:lnTo>
                <a:lnTo>
                  <a:pt x="38387" y="22383"/>
                </a:lnTo>
                <a:lnTo>
                  <a:pt x="38627" y="21948"/>
                </a:lnTo>
                <a:lnTo>
                  <a:pt x="38841" y="21455"/>
                </a:lnTo>
                <a:close/>
              </a:path>
              <a:path w="151129" h="318135">
                <a:moveTo>
                  <a:pt x="40922" y="16656"/>
                </a:moveTo>
                <a:lnTo>
                  <a:pt x="37600" y="20388"/>
                </a:lnTo>
                <a:lnTo>
                  <a:pt x="39876" y="19067"/>
                </a:lnTo>
                <a:lnTo>
                  <a:pt x="40922" y="16656"/>
                </a:lnTo>
                <a:close/>
              </a:path>
              <a:path w="151129" h="318135">
                <a:moveTo>
                  <a:pt x="39876" y="19067"/>
                </a:moveTo>
                <a:lnTo>
                  <a:pt x="37600" y="20388"/>
                </a:lnTo>
                <a:lnTo>
                  <a:pt x="39303" y="20388"/>
                </a:lnTo>
                <a:lnTo>
                  <a:pt x="39763" y="19328"/>
                </a:lnTo>
                <a:lnTo>
                  <a:pt x="39876" y="19067"/>
                </a:lnTo>
                <a:close/>
              </a:path>
              <a:path w="151129" h="318135">
                <a:moveTo>
                  <a:pt x="43511" y="16656"/>
                </a:moveTo>
                <a:lnTo>
                  <a:pt x="40922" y="16656"/>
                </a:lnTo>
                <a:lnTo>
                  <a:pt x="39876" y="19067"/>
                </a:lnTo>
                <a:lnTo>
                  <a:pt x="42942" y="17288"/>
                </a:lnTo>
                <a:lnTo>
                  <a:pt x="41628" y="17288"/>
                </a:lnTo>
                <a:lnTo>
                  <a:pt x="43511" y="16656"/>
                </a:lnTo>
                <a:close/>
              </a:path>
              <a:path w="151129" h="318135">
                <a:moveTo>
                  <a:pt x="44747" y="16240"/>
                </a:moveTo>
                <a:lnTo>
                  <a:pt x="41628" y="17288"/>
                </a:lnTo>
                <a:lnTo>
                  <a:pt x="42942" y="17288"/>
                </a:lnTo>
                <a:lnTo>
                  <a:pt x="44747" y="16240"/>
                </a:lnTo>
                <a:close/>
              </a:path>
              <a:path w="151129" h="318135">
                <a:moveTo>
                  <a:pt x="50057" y="16240"/>
                </a:moveTo>
                <a:lnTo>
                  <a:pt x="44747" y="16240"/>
                </a:lnTo>
                <a:lnTo>
                  <a:pt x="42942" y="17288"/>
                </a:lnTo>
                <a:lnTo>
                  <a:pt x="41496" y="17288"/>
                </a:lnTo>
                <a:lnTo>
                  <a:pt x="50057" y="16240"/>
                </a:lnTo>
                <a:close/>
              </a:path>
              <a:path w="151129" h="318135">
                <a:moveTo>
                  <a:pt x="53028" y="0"/>
                </a:moveTo>
                <a:lnTo>
                  <a:pt x="51059" y="0"/>
                </a:lnTo>
                <a:lnTo>
                  <a:pt x="38248" y="1568"/>
                </a:lnTo>
                <a:lnTo>
                  <a:pt x="70551" y="1568"/>
                </a:lnTo>
                <a:lnTo>
                  <a:pt x="5302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788638" y="3725565"/>
            <a:ext cx="270711" cy="351227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264594" y="3861597"/>
            <a:ext cx="170915" cy="71280"/>
          </a:xfrm>
          <a:prstGeom prst="rect">
            <a:avLst/>
          </a:prstGeom>
        </p:spPr>
      </p:pic>
      <p:sp>
        <p:nvSpPr>
          <p:cNvPr id="62" name="object 62"/>
          <p:cNvSpPr/>
          <p:nvPr/>
        </p:nvSpPr>
        <p:spPr>
          <a:xfrm>
            <a:off x="5212925" y="3983372"/>
            <a:ext cx="149225" cy="34925"/>
          </a:xfrm>
          <a:custGeom>
            <a:avLst/>
            <a:gdLst/>
            <a:ahLst/>
            <a:cxnLst/>
            <a:rect l="l" t="t" r="r" b="b"/>
            <a:pathLst>
              <a:path w="149225" h="34925">
                <a:moveTo>
                  <a:pt x="84416" y="0"/>
                </a:moveTo>
                <a:lnTo>
                  <a:pt x="22043" y="0"/>
                </a:lnTo>
                <a:lnTo>
                  <a:pt x="15586" y="576"/>
                </a:lnTo>
                <a:lnTo>
                  <a:pt x="1359" y="10463"/>
                </a:lnTo>
                <a:lnTo>
                  <a:pt x="1282" y="10668"/>
                </a:lnTo>
                <a:lnTo>
                  <a:pt x="305" y="14937"/>
                </a:lnTo>
                <a:lnTo>
                  <a:pt x="198" y="15408"/>
                </a:lnTo>
                <a:lnTo>
                  <a:pt x="127" y="16036"/>
                </a:lnTo>
                <a:lnTo>
                  <a:pt x="70" y="16542"/>
                </a:lnTo>
                <a:lnTo>
                  <a:pt x="0" y="27476"/>
                </a:lnTo>
                <a:lnTo>
                  <a:pt x="201" y="28497"/>
                </a:lnTo>
                <a:lnTo>
                  <a:pt x="6935" y="34413"/>
                </a:lnTo>
                <a:lnTo>
                  <a:pt x="9056" y="34413"/>
                </a:lnTo>
                <a:lnTo>
                  <a:pt x="15994" y="18975"/>
                </a:lnTo>
                <a:lnTo>
                  <a:pt x="15792" y="18975"/>
                </a:lnTo>
                <a:lnTo>
                  <a:pt x="15856" y="18695"/>
                </a:lnTo>
                <a:lnTo>
                  <a:pt x="14687" y="18695"/>
                </a:lnTo>
                <a:lnTo>
                  <a:pt x="15169" y="17802"/>
                </a:lnTo>
                <a:lnTo>
                  <a:pt x="14437" y="17802"/>
                </a:lnTo>
                <a:lnTo>
                  <a:pt x="15345" y="17203"/>
                </a:lnTo>
                <a:lnTo>
                  <a:pt x="15492" y="17203"/>
                </a:lnTo>
                <a:lnTo>
                  <a:pt x="16715" y="14937"/>
                </a:lnTo>
                <a:lnTo>
                  <a:pt x="148822" y="14937"/>
                </a:lnTo>
                <a:lnTo>
                  <a:pt x="148824" y="14312"/>
                </a:lnTo>
                <a:lnTo>
                  <a:pt x="121387" y="1822"/>
                </a:lnTo>
                <a:lnTo>
                  <a:pt x="84416" y="0"/>
                </a:lnTo>
                <a:close/>
              </a:path>
              <a:path w="149225" h="34925">
                <a:moveTo>
                  <a:pt x="130786" y="19818"/>
                </a:moveTo>
                <a:lnTo>
                  <a:pt x="138782" y="23147"/>
                </a:lnTo>
                <a:lnTo>
                  <a:pt x="139777" y="23347"/>
                </a:lnTo>
                <a:lnTo>
                  <a:pt x="141860" y="23347"/>
                </a:lnTo>
                <a:lnTo>
                  <a:pt x="147414" y="19973"/>
                </a:lnTo>
                <a:lnTo>
                  <a:pt x="131602" y="19973"/>
                </a:lnTo>
                <a:lnTo>
                  <a:pt x="130786" y="19818"/>
                </a:lnTo>
                <a:close/>
              </a:path>
              <a:path w="149225" h="34925">
                <a:moveTo>
                  <a:pt x="130014" y="19495"/>
                </a:moveTo>
                <a:lnTo>
                  <a:pt x="130786" y="19818"/>
                </a:lnTo>
                <a:lnTo>
                  <a:pt x="131602" y="19973"/>
                </a:lnTo>
                <a:lnTo>
                  <a:pt x="130014" y="19495"/>
                </a:lnTo>
                <a:close/>
              </a:path>
              <a:path w="149225" h="34925">
                <a:moveTo>
                  <a:pt x="147735" y="19495"/>
                </a:moveTo>
                <a:lnTo>
                  <a:pt x="130014" y="19495"/>
                </a:lnTo>
                <a:lnTo>
                  <a:pt x="131602" y="19973"/>
                </a:lnTo>
                <a:lnTo>
                  <a:pt x="147414" y="19973"/>
                </a:lnTo>
                <a:lnTo>
                  <a:pt x="147735" y="19495"/>
                </a:lnTo>
                <a:close/>
              </a:path>
              <a:path w="149225" h="34925">
                <a:moveTo>
                  <a:pt x="148818" y="16036"/>
                </a:moveTo>
                <a:lnTo>
                  <a:pt x="84882" y="16036"/>
                </a:lnTo>
                <a:lnTo>
                  <a:pt x="120597" y="17802"/>
                </a:lnTo>
                <a:lnTo>
                  <a:pt x="120178" y="17802"/>
                </a:lnTo>
                <a:lnTo>
                  <a:pt x="130786" y="19818"/>
                </a:lnTo>
                <a:lnTo>
                  <a:pt x="130014" y="19495"/>
                </a:lnTo>
                <a:lnTo>
                  <a:pt x="147757" y="19495"/>
                </a:lnTo>
                <a:lnTo>
                  <a:pt x="148611" y="17452"/>
                </a:lnTo>
                <a:lnTo>
                  <a:pt x="148795" y="16542"/>
                </a:lnTo>
                <a:lnTo>
                  <a:pt x="148818" y="16036"/>
                </a:lnTo>
                <a:close/>
              </a:path>
              <a:path w="149225" h="34925">
                <a:moveTo>
                  <a:pt x="15994" y="18092"/>
                </a:moveTo>
                <a:lnTo>
                  <a:pt x="15824" y="18695"/>
                </a:lnTo>
                <a:lnTo>
                  <a:pt x="15792" y="18975"/>
                </a:lnTo>
                <a:lnTo>
                  <a:pt x="15994" y="18975"/>
                </a:lnTo>
                <a:lnTo>
                  <a:pt x="15994" y="18092"/>
                </a:lnTo>
                <a:close/>
              </a:path>
              <a:path w="149225" h="34925">
                <a:moveTo>
                  <a:pt x="16119" y="17203"/>
                </a:moveTo>
                <a:lnTo>
                  <a:pt x="15358" y="17452"/>
                </a:lnTo>
                <a:lnTo>
                  <a:pt x="14687" y="18695"/>
                </a:lnTo>
                <a:lnTo>
                  <a:pt x="16119" y="17203"/>
                </a:lnTo>
                <a:close/>
              </a:path>
              <a:path w="149225" h="34925">
                <a:moveTo>
                  <a:pt x="15964" y="17452"/>
                </a:moveTo>
                <a:lnTo>
                  <a:pt x="15544" y="17802"/>
                </a:lnTo>
                <a:lnTo>
                  <a:pt x="14687" y="18695"/>
                </a:lnTo>
                <a:lnTo>
                  <a:pt x="15824" y="18695"/>
                </a:lnTo>
                <a:lnTo>
                  <a:pt x="15925" y="17802"/>
                </a:lnTo>
                <a:lnTo>
                  <a:pt x="15964" y="17452"/>
                </a:lnTo>
                <a:close/>
              </a:path>
              <a:path w="149225" h="34925">
                <a:moveTo>
                  <a:pt x="16348" y="16542"/>
                </a:moveTo>
                <a:lnTo>
                  <a:pt x="14437" y="17802"/>
                </a:lnTo>
                <a:lnTo>
                  <a:pt x="15329" y="17452"/>
                </a:lnTo>
                <a:lnTo>
                  <a:pt x="15492" y="17203"/>
                </a:lnTo>
                <a:lnTo>
                  <a:pt x="16197" y="17203"/>
                </a:lnTo>
                <a:lnTo>
                  <a:pt x="16348" y="16542"/>
                </a:lnTo>
                <a:close/>
              </a:path>
              <a:path w="149225" h="34925">
                <a:moveTo>
                  <a:pt x="15358" y="17452"/>
                </a:moveTo>
                <a:lnTo>
                  <a:pt x="14395" y="17802"/>
                </a:lnTo>
                <a:lnTo>
                  <a:pt x="15169" y="17802"/>
                </a:lnTo>
                <a:lnTo>
                  <a:pt x="15358" y="17452"/>
                </a:lnTo>
                <a:close/>
              </a:path>
              <a:path w="149225" h="34925">
                <a:moveTo>
                  <a:pt x="16197" y="17203"/>
                </a:moveTo>
                <a:lnTo>
                  <a:pt x="15994" y="17203"/>
                </a:lnTo>
                <a:lnTo>
                  <a:pt x="15994" y="17802"/>
                </a:lnTo>
                <a:lnTo>
                  <a:pt x="16140" y="17452"/>
                </a:lnTo>
                <a:lnTo>
                  <a:pt x="16197" y="17203"/>
                </a:lnTo>
                <a:close/>
              </a:path>
              <a:path w="149225" h="34925">
                <a:moveTo>
                  <a:pt x="15992" y="17203"/>
                </a:moveTo>
                <a:lnTo>
                  <a:pt x="15492" y="17203"/>
                </a:lnTo>
                <a:lnTo>
                  <a:pt x="15358" y="17452"/>
                </a:lnTo>
                <a:lnTo>
                  <a:pt x="15992" y="17203"/>
                </a:lnTo>
                <a:close/>
              </a:path>
              <a:path w="149225" h="34925">
                <a:moveTo>
                  <a:pt x="16715" y="14937"/>
                </a:moveTo>
                <a:lnTo>
                  <a:pt x="15492" y="17203"/>
                </a:lnTo>
                <a:lnTo>
                  <a:pt x="15345" y="17203"/>
                </a:lnTo>
                <a:lnTo>
                  <a:pt x="16348" y="16542"/>
                </a:lnTo>
                <a:lnTo>
                  <a:pt x="16607" y="15408"/>
                </a:lnTo>
                <a:lnTo>
                  <a:pt x="16715" y="14937"/>
                </a:lnTo>
                <a:close/>
              </a:path>
              <a:path w="149225" h="34925">
                <a:moveTo>
                  <a:pt x="22344" y="16036"/>
                </a:moveTo>
                <a:lnTo>
                  <a:pt x="19105" y="16036"/>
                </a:lnTo>
                <a:lnTo>
                  <a:pt x="17756" y="16542"/>
                </a:lnTo>
                <a:lnTo>
                  <a:pt x="16348" y="16542"/>
                </a:lnTo>
                <a:lnTo>
                  <a:pt x="16197" y="17203"/>
                </a:lnTo>
                <a:lnTo>
                  <a:pt x="16754" y="16542"/>
                </a:lnTo>
                <a:lnTo>
                  <a:pt x="17240" y="16036"/>
                </a:lnTo>
                <a:lnTo>
                  <a:pt x="22344" y="16036"/>
                </a:lnTo>
                <a:close/>
              </a:path>
              <a:path w="149225" h="34925">
                <a:moveTo>
                  <a:pt x="19105" y="16036"/>
                </a:moveTo>
                <a:lnTo>
                  <a:pt x="17240" y="16036"/>
                </a:lnTo>
                <a:lnTo>
                  <a:pt x="16119" y="17203"/>
                </a:lnTo>
                <a:lnTo>
                  <a:pt x="17756" y="16542"/>
                </a:lnTo>
                <a:lnTo>
                  <a:pt x="16027" y="16542"/>
                </a:lnTo>
                <a:lnTo>
                  <a:pt x="19105" y="16036"/>
                </a:lnTo>
                <a:close/>
              </a:path>
              <a:path w="149225" h="34925">
                <a:moveTo>
                  <a:pt x="148822" y="14937"/>
                </a:moveTo>
                <a:lnTo>
                  <a:pt x="16715" y="14937"/>
                </a:lnTo>
                <a:lnTo>
                  <a:pt x="16464" y="16036"/>
                </a:lnTo>
                <a:lnTo>
                  <a:pt x="16348" y="16542"/>
                </a:lnTo>
                <a:lnTo>
                  <a:pt x="17115" y="16036"/>
                </a:lnTo>
                <a:lnTo>
                  <a:pt x="148818" y="16036"/>
                </a:lnTo>
                <a:lnTo>
                  <a:pt x="148822" y="14937"/>
                </a:lnTo>
                <a:close/>
              </a:path>
              <a:path w="149225" h="34925">
                <a:moveTo>
                  <a:pt x="19105" y="16036"/>
                </a:moveTo>
                <a:lnTo>
                  <a:pt x="16027" y="16542"/>
                </a:lnTo>
                <a:lnTo>
                  <a:pt x="17756" y="16542"/>
                </a:lnTo>
                <a:lnTo>
                  <a:pt x="19105" y="1603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3" name="object 6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748901" y="3744118"/>
            <a:ext cx="610177" cy="489228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6496138" y="3843666"/>
            <a:ext cx="280035" cy="266065"/>
          </a:xfrm>
          <a:custGeom>
            <a:avLst/>
            <a:gdLst/>
            <a:ahLst/>
            <a:cxnLst/>
            <a:rect l="l" t="t" r="r" b="b"/>
            <a:pathLst>
              <a:path w="280034" h="266064">
                <a:moveTo>
                  <a:pt x="99805" y="37301"/>
                </a:moveTo>
                <a:lnTo>
                  <a:pt x="98575" y="37301"/>
                </a:lnTo>
                <a:lnTo>
                  <a:pt x="96673" y="37619"/>
                </a:lnTo>
                <a:lnTo>
                  <a:pt x="56823" y="67189"/>
                </a:lnTo>
                <a:lnTo>
                  <a:pt x="26654" y="121145"/>
                </a:lnTo>
                <a:lnTo>
                  <a:pt x="18972" y="149311"/>
                </a:lnTo>
                <a:lnTo>
                  <a:pt x="18917" y="149515"/>
                </a:lnTo>
                <a:lnTo>
                  <a:pt x="18705" y="150614"/>
                </a:lnTo>
                <a:lnTo>
                  <a:pt x="15608" y="175666"/>
                </a:lnTo>
                <a:lnTo>
                  <a:pt x="15493" y="176590"/>
                </a:lnTo>
                <a:lnTo>
                  <a:pt x="15421" y="178555"/>
                </a:lnTo>
                <a:lnTo>
                  <a:pt x="15297" y="188819"/>
                </a:lnTo>
                <a:lnTo>
                  <a:pt x="15266" y="203212"/>
                </a:lnTo>
                <a:lnTo>
                  <a:pt x="16152" y="208154"/>
                </a:lnTo>
                <a:lnTo>
                  <a:pt x="16275" y="208842"/>
                </a:lnTo>
                <a:lnTo>
                  <a:pt x="47216" y="242062"/>
                </a:lnTo>
                <a:lnTo>
                  <a:pt x="94783" y="261924"/>
                </a:lnTo>
                <a:lnTo>
                  <a:pt x="119638" y="265837"/>
                </a:lnTo>
                <a:lnTo>
                  <a:pt x="120775" y="265837"/>
                </a:lnTo>
                <a:lnTo>
                  <a:pt x="165412" y="258551"/>
                </a:lnTo>
                <a:lnTo>
                  <a:pt x="185293" y="249943"/>
                </a:lnTo>
                <a:lnTo>
                  <a:pt x="121555" y="249943"/>
                </a:lnTo>
                <a:lnTo>
                  <a:pt x="100801" y="246781"/>
                </a:lnTo>
                <a:lnTo>
                  <a:pt x="99938" y="246781"/>
                </a:lnTo>
                <a:lnTo>
                  <a:pt x="98981" y="246543"/>
                </a:lnTo>
                <a:lnTo>
                  <a:pt x="99241" y="246543"/>
                </a:lnTo>
                <a:lnTo>
                  <a:pt x="77111" y="239005"/>
                </a:lnTo>
                <a:lnTo>
                  <a:pt x="76898" y="239005"/>
                </a:lnTo>
                <a:lnTo>
                  <a:pt x="76428" y="238772"/>
                </a:lnTo>
                <a:lnTo>
                  <a:pt x="75929" y="238602"/>
                </a:lnTo>
                <a:lnTo>
                  <a:pt x="76084" y="238602"/>
                </a:lnTo>
                <a:lnTo>
                  <a:pt x="56650" y="228984"/>
                </a:lnTo>
                <a:lnTo>
                  <a:pt x="56427" y="228984"/>
                </a:lnTo>
                <a:lnTo>
                  <a:pt x="55901" y="228614"/>
                </a:lnTo>
                <a:lnTo>
                  <a:pt x="55369" y="228351"/>
                </a:lnTo>
                <a:lnTo>
                  <a:pt x="55527" y="228351"/>
                </a:lnTo>
                <a:lnTo>
                  <a:pt x="42810" y="219391"/>
                </a:lnTo>
                <a:lnTo>
                  <a:pt x="42368" y="219391"/>
                </a:lnTo>
                <a:lnTo>
                  <a:pt x="40881" y="218032"/>
                </a:lnTo>
                <a:lnTo>
                  <a:pt x="41212" y="218032"/>
                </a:lnTo>
                <a:lnTo>
                  <a:pt x="34458" y="210094"/>
                </a:lnTo>
                <a:lnTo>
                  <a:pt x="34029" y="210094"/>
                </a:lnTo>
                <a:lnTo>
                  <a:pt x="32807" y="208154"/>
                </a:lnTo>
                <a:lnTo>
                  <a:pt x="33170" y="208154"/>
                </a:lnTo>
                <a:lnTo>
                  <a:pt x="32303" y="206194"/>
                </a:lnTo>
                <a:lnTo>
                  <a:pt x="32052" y="206194"/>
                </a:lnTo>
                <a:lnTo>
                  <a:pt x="31882" y="205243"/>
                </a:lnTo>
                <a:lnTo>
                  <a:pt x="31493" y="204365"/>
                </a:lnTo>
                <a:lnTo>
                  <a:pt x="31724" y="204365"/>
                </a:lnTo>
                <a:lnTo>
                  <a:pt x="31283" y="201896"/>
                </a:lnTo>
                <a:lnTo>
                  <a:pt x="31137" y="201896"/>
                </a:lnTo>
                <a:lnTo>
                  <a:pt x="31013" y="200390"/>
                </a:lnTo>
                <a:lnTo>
                  <a:pt x="31156" y="200390"/>
                </a:lnTo>
                <a:lnTo>
                  <a:pt x="31282" y="189861"/>
                </a:lnTo>
                <a:lnTo>
                  <a:pt x="31295" y="188819"/>
                </a:lnTo>
                <a:lnTo>
                  <a:pt x="31419" y="178555"/>
                </a:lnTo>
                <a:lnTo>
                  <a:pt x="31503" y="177477"/>
                </a:lnTo>
                <a:lnTo>
                  <a:pt x="34432" y="153770"/>
                </a:lnTo>
                <a:lnTo>
                  <a:pt x="34511" y="153135"/>
                </a:lnTo>
                <a:lnTo>
                  <a:pt x="34580" y="152573"/>
                </a:lnTo>
                <a:lnTo>
                  <a:pt x="34784" y="152120"/>
                </a:lnTo>
                <a:lnTo>
                  <a:pt x="41664" y="126522"/>
                </a:lnTo>
                <a:lnTo>
                  <a:pt x="43661" y="122367"/>
                </a:lnTo>
                <a:lnTo>
                  <a:pt x="53780" y="100006"/>
                </a:lnTo>
                <a:lnTo>
                  <a:pt x="54016" y="99720"/>
                </a:lnTo>
                <a:lnTo>
                  <a:pt x="61158" y="87839"/>
                </a:lnTo>
                <a:lnTo>
                  <a:pt x="61410" y="87579"/>
                </a:lnTo>
                <a:lnTo>
                  <a:pt x="68816" y="77725"/>
                </a:lnTo>
                <a:lnTo>
                  <a:pt x="68938" y="77583"/>
                </a:lnTo>
                <a:lnTo>
                  <a:pt x="69793" y="76800"/>
                </a:lnTo>
                <a:lnTo>
                  <a:pt x="76173" y="70258"/>
                </a:lnTo>
                <a:lnTo>
                  <a:pt x="76041" y="70258"/>
                </a:lnTo>
                <a:lnTo>
                  <a:pt x="76534" y="69887"/>
                </a:lnTo>
                <a:lnTo>
                  <a:pt x="76959" y="69452"/>
                </a:lnTo>
                <a:lnTo>
                  <a:pt x="77113" y="69452"/>
                </a:lnTo>
                <a:lnTo>
                  <a:pt x="85163" y="63400"/>
                </a:lnTo>
                <a:lnTo>
                  <a:pt x="104178" y="51550"/>
                </a:lnTo>
                <a:lnTo>
                  <a:pt x="107058" y="44796"/>
                </a:lnTo>
                <a:lnTo>
                  <a:pt x="106841" y="43496"/>
                </a:lnTo>
                <a:lnTo>
                  <a:pt x="101871" y="37778"/>
                </a:lnTo>
                <a:lnTo>
                  <a:pt x="99805" y="37301"/>
                </a:lnTo>
                <a:close/>
              </a:path>
              <a:path w="280034" h="266064">
                <a:moveTo>
                  <a:pt x="141031" y="248743"/>
                </a:moveTo>
                <a:lnTo>
                  <a:pt x="118418" y="249943"/>
                </a:lnTo>
                <a:lnTo>
                  <a:pt x="185324" y="249943"/>
                </a:lnTo>
                <a:lnTo>
                  <a:pt x="186194" y="249528"/>
                </a:lnTo>
                <a:lnTo>
                  <a:pt x="187225" y="248983"/>
                </a:lnTo>
                <a:lnTo>
                  <a:pt x="140171" y="248983"/>
                </a:lnTo>
                <a:lnTo>
                  <a:pt x="141031" y="248743"/>
                </a:lnTo>
                <a:close/>
              </a:path>
              <a:path w="280034" h="266064">
                <a:moveTo>
                  <a:pt x="198282" y="243141"/>
                </a:moveTo>
                <a:lnTo>
                  <a:pt x="161117" y="243141"/>
                </a:lnTo>
                <a:lnTo>
                  <a:pt x="160585" y="243289"/>
                </a:lnTo>
                <a:lnTo>
                  <a:pt x="160059" y="243519"/>
                </a:lnTo>
                <a:lnTo>
                  <a:pt x="159760" y="243519"/>
                </a:lnTo>
                <a:lnTo>
                  <a:pt x="140171" y="248983"/>
                </a:lnTo>
                <a:lnTo>
                  <a:pt x="141617" y="248743"/>
                </a:lnTo>
                <a:lnTo>
                  <a:pt x="187680" y="248743"/>
                </a:lnTo>
                <a:lnTo>
                  <a:pt x="197565" y="243519"/>
                </a:lnTo>
                <a:lnTo>
                  <a:pt x="160059" y="243519"/>
                </a:lnTo>
                <a:lnTo>
                  <a:pt x="160702" y="243289"/>
                </a:lnTo>
                <a:lnTo>
                  <a:pt x="198001" y="243289"/>
                </a:lnTo>
                <a:lnTo>
                  <a:pt x="198282" y="243141"/>
                </a:lnTo>
                <a:close/>
              </a:path>
              <a:path w="280034" h="266064">
                <a:moveTo>
                  <a:pt x="187680" y="248743"/>
                </a:moveTo>
                <a:lnTo>
                  <a:pt x="141617" y="248743"/>
                </a:lnTo>
                <a:lnTo>
                  <a:pt x="140171" y="248983"/>
                </a:lnTo>
                <a:lnTo>
                  <a:pt x="187225" y="248983"/>
                </a:lnTo>
                <a:lnTo>
                  <a:pt x="187680" y="248743"/>
                </a:lnTo>
                <a:close/>
              </a:path>
              <a:path w="280034" h="266064">
                <a:moveTo>
                  <a:pt x="99241" y="246543"/>
                </a:moveTo>
                <a:lnTo>
                  <a:pt x="98981" y="246543"/>
                </a:lnTo>
                <a:lnTo>
                  <a:pt x="99938" y="246781"/>
                </a:lnTo>
                <a:lnTo>
                  <a:pt x="99241" y="246543"/>
                </a:lnTo>
                <a:close/>
              </a:path>
              <a:path w="280034" h="266064">
                <a:moveTo>
                  <a:pt x="99241" y="246543"/>
                </a:moveTo>
                <a:lnTo>
                  <a:pt x="99938" y="246781"/>
                </a:lnTo>
                <a:lnTo>
                  <a:pt x="100801" y="246781"/>
                </a:lnTo>
                <a:lnTo>
                  <a:pt x="99241" y="246543"/>
                </a:lnTo>
                <a:close/>
              </a:path>
              <a:path w="280034" h="266064">
                <a:moveTo>
                  <a:pt x="256868" y="188819"/>
                </a:moveTo>
                <a:lnTo>
                  <a:pt x="237931" y="188819"/>
                </a:lnTo>
                <a:lnTo>
                  <a:pt x="237481" y="189312"/>
                </a:lnTo>
                <a:lnTo>
                  <a:pt x="237125" y="189861"/>
                </a:lnTo>
                <a:lnTo>
                  <a:pt x="236979" y="189861"/>
                </a:lnTo>
                <a:lnTo>
                  <a:pt x="220252" y="208154"/>
                </a:lnTo>
                <a:lnTo>
                  <a:pt x="220057" y="208483"/>
                </a:lnTo>
                <a:lnTo>
                  <a:pt x="219439" y="209042"/>
                </a:lnTo>
                <a:lnTo>
                  <a:pt x="219127" y="209251"/>
                </a:lnTo>
                <a:lnTo>
                  <a:pt x="210268" y="216569"/>
                </a:lnTo>
                <a:lnTo>
                  <a:pt x="209036" y="217655"/>
                </a:lnTo>
                <a:lnTo>
                  <a:pt x="208497" y="218032"/>
                </a:lnTo>
                <a:lnTo>
                  <a:pt x="208217" y="218188"/>
                </a:lnTo>
                <a:lnTo>
                  <a:pt x="195433" y="226552"/>
                </a:lnTo>
                <a:lnTo>
                  <a:pt x="179017" y="235227"/>
                </a:lnTo>
                <a:lnTo>
                  <a:pt x="160585" y="243289"/>
                </a:lnTo>
                <a:lnTo>
                  <a:pt x="161117" y="243141"/>
                </a:lnTo>
                <a:lnTo>
                  <a:pt x="198282" y="243141"/>
                </a:lnTo>
                <a:lnTo>
                  <a:pt x="230245" y="220817"/>
                </a:lnTo>
                <a:lnTo>
                  <a:pt x="256192" y="189861"/>
                </a:lnTo>
                <a:lnTo>
                  <a:pt x="237125" y="189861"/>
                </a:lnTo>
                <a:lnTo>
                  <a:pt x="237550" y="189312"/>
                </a:lnTo>
                <a:lnTo>
                  <a:pt x="256548" y="189312"/>
                </a:lnTo>
                <a:lnTo>
                  <a:pt x="256868" y="188819"/>
                </a:lnTo>
                <a:close/>
              </a:path>
              <a:path w="280034" h="266064">
                <a:moveTo>
                  <a:pt x="76428" y="238772"/>
                </a:moveTo>
                <a:lnTo>
                  <a:pt x="76898" y="239005"/>
                </a:lnTo>
                <a:lnTo>
                  <a:pt x="77111" y="239005"/>
                </a:lnTo>
                <a:lnTo>
                  <a:pt x="76428" y="238772"/>
                </a:lnTo>
                <a:close/>
              </a:path>
              <a:path w="280034" h="266064">
                <a:moveTo>
                  <a:pt x="76084" y="238602"/>
                </a:moveTo>
                <a:lnTo>
                  <a:pt x="75929" y="238602"/>
                </a:lnTo>
                <a:lnTo>
                  <a:pt x="76428" y="238772"/>
                </a:lnTo>
                <a:lnTo>
                  <a:pt x="76084" y="238602"/>
                </a:lnTo>
                <a:close/>
              </a:path>
              <a:path w="280034" h="266064">
                <a:moveTo>
                  <a:pt x="55901" y="228614"/>
                </a:moveTo>
                <a:lnTo>
                  <a:pt x="56427" y="228984"/>
                </a:lnTo>
                <a:lnTo>
                  <a:pt x="56650" y="228984"/>
                </a:lnTo>
                <a:lnTo>
                  <a:pt x="55901" y="228614"/>
                </a:lnTo>
                <a:close/>
              </a:path>
              <a:path w="280034" h="266064">
                <a:moveTo>
                  <a:pt x="55527" y="228351"/>
                </a:moveTo>
                <a:lnTo>
                  <a:pt x="55369" y="228351"/>
                </a:lnTo>
                <a:lnTo>
                  <a:pt x="55901" y="228614"/>
                </a:lnTo>
                <a:lnTo>
                  <a:pt x="55527" y="228351"/>
                </a:lnTo>
                <a:close/>
              </a:path>
              <a:path w="280034" h="266064">
                <a:moveTo>
                  <a:pt x="41103" y="218188"/>
                </a:moveTo>
                <a:lnTo>
                  <a:pt x="41518" y="218614"/>
                </a:lnTo>
                <a:lnTo>
                  <a:pt x="42368" y="219391"/>
                </a:lnTo>
                <a:lnTo>
                  <a:pt x="41707" y="218614"/>
                </a:lnTo>
                <a:lnTo>
                  <a:pt x="41103" y="218188"/>
                </a:lnTo>
                <a:close/>
              </a:path>
              <a:path w="280034" h="266064">
                <a:moveTo>
                  <a:pt x="41707" y="218614"/>
                </a:moveTo>
                <a:lnTo>
                  <a:pt x="42368" y="219391"/>
                </a:lnTo>
                <a:lnTo>
                  <a:pt x="42810" y="219391"/>
                </a:lnTo>
                <a:lnTo>
                  <a:pt x="41707" y="218614"/>
                </a:lnTo>
                <a:close/>
              </a:path>
              <a:path w="280034" h="266064">
                <a:moveTo>
                  <a:pt x="41212" y="218032"/>
                </a:moveTo>
                <a:lnTo>
                  <a:pt x="40881" y="218032"/>
                </a:lnTo>
                <a:lnTo>
                  <a:pt x="41707" y="218614"/>
                </a:lnTo>
                <a:lnTo>
                  <a:pt x="41212" y="218032"/>
                </a:lnTo>
                <a:close/>
              </a:path>
              <a:path w="280034" h="266064">
                <a:moveTo>
                  <a:pt x="33087" y="208483"/>
                </a:moveTo>
                <a:lnTo>
                  <a:pt x="33241" y="208842"/>
                </a:lnTo>
                <a:lnTo>
                  <a:pt x="34029" y="210094"/>
                </a:lnTo>
                <a:lnTo>
                  <a:pt x="33656" y="209251"/>
                </a:lnTo>
                <a:lnTo>
                  <a:pt x="33563" y="209042"/>
                </a:lnTo>
                <a:lnTo>
                  <a:pt x="33475" y="208842"/>
                </a:lnTo>
                <a:lnTo>
                  <a:pt x="33087" y="208483"/>
                </a:lnTo>
                <a:close/>
              </a:path>
              <a:path w="280034" h="266064">
                <a:moveTo>
                  <a:pt x="33741" y="209251"/>
                </a:moveTo>
                <a:lnTo>
                  <a:pt x="34029" y="210094"/>
                </a:lnTo>
                <a:lnTo>
                  <a:pt x="34458" y="210094"/>
                </a:lnTo>
                <a:lnTo>
                  <a:pt x="33741" y="209251"/>
                </a:lnTo>
                <a:close/>
              </a:path>
              <a:path w="280034" h="266064">
                <a:moveTo>
                  <a:pt x="33170" y="208154"/>
                </a:moveTo>
                <a:lnTo>
                  <a:pt x="32807" y="208154"/>
                </a:lnTo>
                <a:lnTo>
                  <a:pt x="33393" y="208842"/>
                </a:lnTo>
                <a:lnTo>
                  <a:pt x="33316" y="208483"/>
                </a:lnTo>
                <a:lnTo>
                  <a:pt x="33170" y="208154"/>
                </a:lnTo>
                <a:close/>
              </a:path>
              <a:path w="280034" h="266064">
                <a:moveTo>
                  <a:pt x="31882" y="205243"/>
                </a:moveTo>
                <a:lnTo>
                  <a:pt x="32052" y="206194"/>
                </a:lnTo>
                <a:lnTo>
                  <a:pt x="32303" y="206194"/>
                </a:lnTo>
                <a:lnTo>
                  <a:pt x="31882" y="205243"/>
                </a:lnTo>
                <a:close/>
              </a:path>
              <a:path w="280034" h="266064">
                <a:moveTo>
                  <a:pt x="31724" y="204365"/>
                </a:moveTo>
                <a:lnTo>
                  <a:pt x="31493" y="204365"/>
                </a:lnTo>
                <a:lnTo>
                  <a:pt x="31882" y="205243"/>
                </a:lnTo>
                <a:lnTo>
                  <a:pt x="31724" y="204365"/>
                </a:lnTo>
                <a:close/>
              </a:path>
              <a:path w="280034" h="266064">
                <a:moveTo>
                  <a:pt x="31156" y="200390"/>
                </a:moveTo>
                <a:lnTo>
                  <a:pt x="31013" y="200390"/>
                </a:lnTo>
                <a:lnTo>
                  <a:pt x="31147" y="201137"/>
                </a:lnTo>
                <a:lnTo>
                  <a:pt x="31156" y="200390"/>
                </a:lnTo>
                <a:close/>
              </a:path>
              <a:path w="280034" h="266064">
                <a:moveTo>
                  <a:pt x="268302" y="168255"/>
                </a:moveTo>
                <a:lnTo>
                  <a:pt x="251137" y="168255"/>
                </a:lnTo>
                <a:lnTo>
                  <a:pt x="250745" y="168860"/>
                </a:lnTo>
                <a:lnTo>
                  <a:pt x="250456" y="169558"/>
                </a:lnTo>
                <a:lnTo>
                  <a:pt x="250292" y="169558"/>
                </a:lnTo>
                <a:lnTo>
                  <a:pt x="237481" y="189312"/>
                </a:lnTo>
                <a:lnTo>
                  <a:pt x="237931" y="188819"/>
                </a:lnTo>
                <a:lnTo>
                  <a:pt x="256868" y="188819"/>
                </a:lnTo>
                <a:lnTo>
                  <a:pt x="264558" y="176963"/>
                </a:lnTo>
                <a:lnTo>
                  <a:pt x="265239" y="175666"/>
                </a:lnTo>
                <a:lnTo>
                  <a:pt x="267763" y="169558"/>
                </a:lnTo>
                <a:lnTo>
                  <a:pt x="250456" y="169558"/>
                </a:lnTo>
                <a:lnTo>
                  <a:pt x="250821" y="168860"/>
                </a:lnTo>
                <a:lnTo>
                  <a:pt x="268052" y="168860"/>
                </a:lnTo>
                <a:lnTo>
                  <a:pt x="268302" y="168255"/>
                </a:lnTo>
                <a:close/>
              </a:path>
              <a:path w="280034" h="266064">
                <a:moveTo>
                  <a:pt x="275566" y="147661"/>
                </a:moveTo>
                <a:lnTo>
                  <a:pt x="259506" y="147661"/>
                </a:lnTo>
                <a:lnTo>
                  <a:pt x="259172" y="148469"/>
                </a:lnTo>
                <a:lnTo>
                  <a:pt x="259022" y="149311"/>
                </a:lnTo>
                <a:lnTo>
                  <a:pt x="258824" y="149311"/>
                </a:lnTo>
                <a:lnTo>
                  <a:pt x="250745" y="168860"/>
                </a:lnTo>
                <a:lnTo>
                  <a:pt x="251137" y="168255"/>
                </a:lnTo>
                <a:lnTo>
                  <a:pt x="268302" y="168255"/>
                </a:lnTo>
                <a:lnTo>
                  <a:pt x="274289" y="153770"/>
                </a:lnTo>
                <a:lnTo>
                  <a:pt x="274772" y="152120"/>
                </a:lnTo>
                <a:lnTo>
                  <a:pt x="275235" y="149515"/>
                </a:lnTo>
                <a:lnTo>
                  <a:pt x="275272" y="149311"/>
                </a:lnTo>
                <a:lnTo>
                  <a:pt x="259022" y="149311"/>
                </a:lnTo>
                <a:lnTo>
                  <a:pt x="259269" y="148469"/>
                </a:lnTo>
                <a:lnTo>
                  <a:pt x="275422" y="148469"/>
                </a:lnTo>
                <a:lnTo>
                  <a:pt x="275566" y="147661"/>
                </a:lnTo>
                <a:close/>
              </a:path>
              <a:path w="280034" h="266064">
                <a:moveTo>
                  <a:pt x="263826" y="98664"/>
                </a:moveTo>
                <a:lnTo>
                  <a:pt x="262795" y="126522"/>
                </a:lnTo>
                <a:lnTo>
                  <a:pt x="262719" y="128560"/>
                </a:lnTo>
                <a:lnTo>
                  <a:pt x="259172" y="148469"/>
                </a:lnTo>
                <a:lnTo>
                  <a:pt x="259506" y="147661"/>
                </a:lnTo>
                <a:lnTo>
                  <a:pt x="275566" y="147661"/>
                </a:lnTo>
                <a:lnTo>
                  <a:pt x="278566" y="130807"/>
                </a:lnTo>
                <a:lnTo>
                  <a:pt x="278684" y="129703"/>
                </a:lnTo>
                <a:lnTo>
                  <a:pt x="279755" y="100830"/>
                </a:lnTo>
                <a:lnTo>
                  <a:pt x="279796" y="99720"/>
                </a:lnTo>
                <a:lnTo>
                  <a:pt x="264076" y="99720"/>
                </a:lnTo>
                <a:lnTo>
                  <a:pt x="263826" y="98664"/>
                </a:lnTo>
                <a:close/>
              </a:path>
              <a:path w="280034" h="266064">
                <a:moveTo>
                  <a:pt x="263924" y="98176"/>
                </a:moveTo>
                <a:lnTo>
                  <a:pt x="263826" y="98664"/>
                </a:lnTo>
                <a:lnTo>
                  <a:pt x="264076" y="99720"/>
                </a:lnTo>
                <a:lnTo>
                  <a:pt x="263972" y="98664"/>
                </a:lnTo>
                <a:lnTo>
                  <a:pt x="263924" y="98176"/>
                </a:lnTo>
                <a:close/>
              </a:path>
              <a:path w="280034" h="266064">
                <a:moveTo>
                  <a:pt x="279795" y="97581"/>
                </a:moveTo>
                <a:lnTo>
                  <a:pt x="263866" y="97581"/>
                </a:lnTo>
                <a:lnTo>
                  <a:pt x="263972" y="98664"/>
                </a:lnTo>
                <a:lnTo>
                  <a:pt x="264076" y="99720"/>
                </a:lnTo>
                <a:lnTo>
                  <a:pt x="279796" y="99720"/>
                </a:lnTo>
                <a:lnTo>
                  <a:pt x="279795" y="97581"/>
                </a:lnTo>
                <a:close/>
              </a:path>
              <a:path w="280034" h="266064">
                <a:moveTo>
                  <a:pt x="278909" y="92930"/>
                </a:moveTo>
                <a:lnTo>
                  <a:pt x="262470" y="92930"/>
                </a:lnTo>
                <a:lnTo>
                  <a:pt x="262643" y="93413"/>
                </a:lnTo>
                <a:lnTo>
                  <a:pt x="262676" y="93802"/>
                </a:lnTo>
                <a:lnTo>
                  <a:pt x="263069" y="94604"/>
                </a:lnTo>
                <a:lnTo>
                  <a:pt x="262866" y="94604"/>
                </a:lnTo>
                <a:lnTo>
                  <a:pt x="263711" y="98176"/>
                </a:lnTo>
                <a:lnTo>
                  <a:pt x="263826" y="98664"/>
                </a:lnTo>
                <a:lnTo>
                  <a:pt x="263866" y="97581"/>
                </a:lnTo>
                <a:lnTo>
                  <a:pt x="279795" y="97581"/>
                </a:lnTo>
                <a:lnTo>
                  <a:pt x="279643" y="96037"/>
                </a:lnTo>
                <a:lnTo>
                  <a:pt x="279305" y="94604"/>
                </a:lnTo>
                <a:lnTo>
                  <a:pt x="263069" y="94604"/>
                </a:lnTo>
                <a:lnTo>
                  <a:pt x="262782" y="93802"/>
                </a:lnTo>
                <a:lnTo>
                  <a:pt x="279115" y="93802"/>
                </a:lnTo>
                <a:lnTo>
                  <a:pt x="279023" y="93413"/>
                </a:lnTo>
                <a:lnTo>
                  <a:pt x="278909" y="92930"/>
                </a:lnTo>
                <a:close/>
              </a:path>
              <a:path w="280034" h="266064">
                <a:moveTo>
                  <a:pt x="238763" y="30640"/>
                </a:moveTo>
                <a:lnTo>
                  <a:pt x="215788" y="30640"/>
                </a:lnTo>
                <a:lnTo>
                  <a:pt x="216205" y="30980"/>
                </a:lnTo>
                <a:lnTo>
                  <a:pt x="216273" y="31110"/>
                </a:lnTo>
                <a:lnTo>
                  <a:pt x="216844" y="31501"/>
                </a:lnTo>
                <a:lnTo>
                  <a:pt x="216676" y="31501"/>
                </a:lnTo>
                <a:lnTo>
                  <a:pt x="226090" y="40629"/>
                </a:lnTo>
                <a:lnTo>
                  <a:pt x="227324" y="41746"/>
                </a:lnTo>
                <a:lnTo>
                  <a:pt x="236656" y="53290"/>
                </a:lnTo>
                <a:lnTo>
                  <a:pt x="239515" y="56771"/>
                </a:lnTo>
                <a:lnTo>
                  <a:pt x="254731" y="79598"/>
                </a:lnTo>
                <a:lnTo>
                  <a:pt x="258253" y="84750"/>
                </a:lnTo>
                <a:lnTo>
                  <a:pt x="262676" y="93802"/>
                </a:lnTo>
                <a:lnTo>
                  <a:pt x="262643" y="93413"/>
                </a:lnTo>
                <a:lnTo>
                  <a:pt x="262470" y="92930"/>
                </a:lnTo>
                <a:lnTo>
                  <a:pt x="278909" y="92930"/>
                </a:lnTo>
                <a:lnTo>
                  <a:pt x="252826" y="47904"/>
                </a:lnTo>
                <a:lnTo>
                  <a:pt x="239589" y="31501"/>
                </a:lnTo>
                <a:lnTo>
                  <a:pt x="216844" y="31501"/>
                </a:lnTo>
                <a:lnTo>
                  <a:pt x="216365" y="31110"/>
                </a:lnTo>
                <a:lnTo>
                  <a:pt x="239233" y="31110"/>
                </a:lnTo>
                <a:lnTo>
                  <a:pt x="238763" y="30640"/>
                </a:lnTo>
                <a:close/>
              </a:path>
              <a:path w="280034" h="266064">
                <a:moveTo>
                  <a:pt x="76534" y="69887"/>
                </a:moveTo>
                <a:lnTo>
                  <a:pt x="76041" y="70258"/>
                </a:lnTo>
                <a:lnTo>
                  <a:pt x="76173" y="70258"/>
                </a:lnTo>
                <a:lnTo>
                  <a:pt x="76534" y="69887"/>
                </a:lnTo>
                <a:close/>
              </a:path>
              <a:path w="280034" h="266064">
                <a:moveTo>
                  <a:pt x="77113" y="69452"/>
                </a:moveTo>
                <a:lnTo>
                  <a:pt x="76959" y="69452"/>
                </a:lnTo>
                <a:lnTo>
                  <a:pt x="76534" y="69887"/>
                </a:lnTo>
                <a:lnTo>
                  <a:pt x="77113" y="69452"/>
                </a:lnTo>
                <a:close/>
              </a:path>
              <a:path w="280034" h="266064">
                <a:moveTo>
                  <a:pt x="161663" y="0"/>
                </a:moveTo>
                <a:lnTo>
                  <a:pt x="160178" y="0"/>
                </a:lnTo>
                <a:lnTo>
                  <a:pt x="134718" y="2399"/>
                </a:lnTo>
                <a:lnTo>
                  <a:pt x="134860" y="2399"/>
                </a:lnTo>
                <a:lnTo>
                  <a:pt x="90496" y="9456"/>
                </a:lnTo>
                <a:lnTo>
                  <a:pt x="47290" y="17920"/>
                </a:lnTo>
                <a:lnTo>
                  <a:pt x="11056" y="32438"/>
                </a:lnTo>
                <a:lnTo>
                  <a:pt x="0" y="46642"/>
                </a:lnTo>
                <a:lnTo>
                  <a:pt x="617" y="48670"/>
                </a:lnTo>
                <a:lnTo>
                  <a:pt x="6468" y="53290"/>
                </a:lnTo>
                <a:lnTo>
                  <a:pt x="9269" y="53290"/>
                </a:lnTo>
                <a:lnTo>
                  <a:pt x="11299" y="52674"/>
                </a:lnTo>
                <a:lnTo>
                  <a:pt x="12216" y="52183"/>
                </a:lnTo>
                <a:lnTo>
                  <a:pt x="20319" y="45528"/>
                </a:lnTo>
                <a:lnTo>
                  <a:pt x="20163" y="45528"/>
                </a:lnTo>
                <a:lnTo>
                  <a:pt x="20701" y="45214"/>
                </a:lnTo>
                <a:lnTo>
                  <a:pt x="20837" y="45057"/>
                </a:lnTo>
                <a:lnTo>
                  <a:pt x="21210" y="44796"/>
                </a:lnTo>
                <a:lnTo>
                  <a:pt x="21417" y="44796"/>
                </a:lnTo>
                <a:lnTo>
                  <a:pt x="29304" y="40194"/>
                </a:lnTo>
                <a:lnTo>
                  <a:pt x="28834" y="40194"/>
                </a:lnTo>
                <a:lnTo>
                  <a:pt x="30576" y="39437"/>
                </a:lnTo>
                <a:lnTo>
                  <a:pt x="31282" y="39437"/>
                </a:lnTo>
                <a:lnTo>
                  <a:pt x="50511" y="33621"/>
                </a:lnTo>
                <a:lnTo>
                  <a:pt x="50366" y="33621"/>
                </a:lnTo>
                <a:lnTo>
                  <a:pt x="93319" y="25206"/>
                </a:lnTo>
                <a:lnTo>
                  <a:pt x="136786" y="18293"/>
                </a:lnTo>
                <a:lnTo>
                  <a:pt x="136541" y="18293"/>
                </a:lnTo>
                <a:lnTo>
                  <a:pt x="161056" y="15989"/>
                </a:lnTo>
                <a:lnTo>
                  <a:pt x="222498" y="15989"/>
                </a:lnTo>
                <a:lnTo>
                  <a:pt x="214119" y="10262"/>
                </a:lnTo>
                <a:lnTo>
                  <a:pt x="212564" y="9456"/>
                </a:lnTo>
                <a:lnTo>
                  <a:pt x="201098" y="5147"/>
                </a:lnTo>
                <a:lnTo>
                  <a:pt x="199646" y="4749"/>
                </a:lnTo>
                <a:lnTo>
                  <a:pt x="179212" y="1252"/>
                </a:lnTo>
                <a:lnTo>
                  <a:pt x="179849" y="1252"/>
                </a:lnTo>
                <a:lnTo>
                  <a:pt x="161663" y="0"/>
                </a:lnTo>
                <a:close/>
              </a:path>
              <a:path w="280034" h="266064">
                <a:moveTo>
                  <a:pt x="20701" y="45214"/>
                </a:moveTo>
                <a:lnTo>
                  <a:pt x="20163" y="45528"/>
                </a:lnTo>
                <a:lnTo>
                  <a:pt x="20319" y="45528"/>
                </a:lnTo>
                <a:lnTo>
                  <a:pt x="20701" y="45214"/>
                </a:lnTo>
                <a:close/>
              </a:path>
              <a:path w="280034" h="266064">
                <a:moveTo>
                  <a:pt x="21210" y="44796"/>
                </a:moveTo>
                <a:lnTo>
                  <a:pt x="20612" y="45214"/>
                </a:lnTo>
                <a:lnTo>
                  <a:pt x="20971" y="45057"/>
                </a:lnTo>
                <a:lnTo>
                  <a:pt x="21210" y="44796"/>
                </a:lnTo>
                <a:close/>
              </a:path>
              <a:path w="280034" h="266064">
                <a:moveTo>
                  <a:pt x="21417" y="44796"/>
                </a:moveTo>
                <a:lnTo>
                  <a:pt x="21210" y="44796"/>
                </a:lnTo>
                <a:lnTo>
                  <a:pt x="20893" y="45057"/>
                </a:lnTo>
                <a:lnTo>
                  <a:pt x="21417" y="44796"/>
                </a:lnTo>
                <a:close/>
              </a:path>
              <a:path w="280034" h="266064">
                <a:moveTo>
                  <a:pt x="30601" y="39437"/>
                </a:moveTo>
                <a:lnTo>
                  <a:pt x="28834" y="40194"/>
                </a:lnTo>
                <a:lnTo>
                  <a:pt x="29868" y="39864"/>
                </a:lnTo>
                <a:lnTo>
                  <a:pt x="30601" y="39437"/>
                </a:lnTo>
                <a:close/>
              </a:path>
              <a:path w="280034" h="266064">
                <a:moveTo>
                  <a:pt x="29868" y="39864"/>
                </a:moveTo>
                <a:lnTo>
                  <a:pt x="28779" y="40194"/>
                </a:lnTo>
                <a:lnTo>
                  <a:pt x="29304" y="40194"/>
                </a:lnTo>
                <a:lnTo>
                  <a:pt x="29868" y="39864"/>
                </a:lnTo>
                <a:close/>
              </a:path>
              <a:path w="280034" h="266064">
                <a:moveTo>
                  <a:pt x="31282" y="39437"/>
                </a:moveTo>
                <a:lnTo>
                  <a:pt x="30601" y="39437"/>
                </a:lnTo>
                <a:lnTo>
                  <a:pt x="29868" y="39864"/>
                </a:lnTo>
                <a:lnTo>
                  <a:pt x="31282" y="39437"/>
                </a:lnTo>
                <a:close/>
              </a:path>
              <a:path w="280034" h="266064">
                <a:moveTo>
                  <a:pt x="205893" y="24016"/>
                </a:moveTo>
                <a:lnTo>
                  <a:pt x="216082" y="30980"/>
                </a:lnTo>
                <a:lnTo>
                  <a:pt x="215788" y="30640"/>
                </a:lnTo>
                <a:lnTo>
                  <a:pt x="238763" y="30640"/>
                </a:lnTo>
                <a:lnTo>
                  <a:pt x="232287" y="24357"/>
                </a:lnTo>
                <a:lnTo>
                  <a:pt x="206804" y="24357"/>
                </a:lnTo>
                <a:lnTo>
                  <a:pt x="205893" y="24016"/>
                </a:lnTo>
                <a:close/>
              </a:path>
              <a:path w="280034" h="266064">
                <a:moveTo>
                  <a:pt x="205094" y="23470"/>
                </a:moveTo>
                <a:lnTo>
                  <a:pt x="205893" y="24016"/>
                </a:lnTo>
                <a:lnTo>
                  <a:pt x="206804" y="24357"/>
                </a:lnTo>
                <a:lnTo>
                  <a:pt x="205094" y="23470"/>
                </a:lnTo>
                <a:close/>
              </a:path>
              <a:path w="280034" h="266064">
                <a:moveTo>
                  <a:pt x="231374" y="23470"/>
                </a:moveTo>
                <a:lnTo>
                  <a:pt x="205094" y="23470"/>
                </a:lnTo>
                <a:lnTo>
                  <a:pt x="206804" y="24357"/>
                </a:lnTo>
                <a:lnTo>
                  <a:pt x="232287" y="24357"/>
                </a:lnTo>
                <a:lnTo>
                  <a:pt x="231374" y="23470"/>
                </a:lnTo>
                <a:close/>
              </a:path>
              <a:path w="280034" h="266064">
                <a:moveTo>
                  <a:pt x="196196" y="20391"/>
                </a:moveTo>
                <a:lnTo>
                  <a:pt x="205893" y="24016"/>
                </a:lnTo>
                <a:lnTo>
                  <a:pt x="205094" y="23470"/>
                </a:lnTo>
                <a:lnTo>
                  <a:pt x="231374" y="23470"/>
                </a:lnTo>
                <a:lnTo>
                  <a:pt x="228332" y="20519"/>
                </a:lnTo>
                <a:lnTo>
                  <a:pt x="196942" y="20519"/>
                </a:lnTo>
                <a:lnTo>
                  <a:pt x="196196" y="20391"/>
                </a:lnTo>
                <a:close/>
              </a:path>
              <a:path w="280034" h="266064">
                <a:moveTo>
                  <a:pt x="195492" y="20128"/>
                </a:moveTo>
                <a:lnTo>
                  <a:pt x="196196" y="20391"/>
                </a:lnTo>
                <a:lnTo>
                  <a:pt x="196942" y="20519"/>
                </a:lnTo>
                <a:lnTo>
                  <a:pt x="195492" y="20128"/>
                </a:lnTo>
                <a:close/>
              </a:path>
              <a:path w="280034" h="266064">
                <a:moveTo>
                  <a:pt x="227928" y="20128"/>
                </a:moveTo>
                <a:lnTo>
                  <a:pt x="195492" y="20128"/>
                </a:lnTo>
                <a:lnTo>
                  <a:pt x="196942" y="20519"/>
                </a:lnTo>
                <a:lnTo>
                  <a:pt x="228332" y="20519"/>
                </a:lnTo>
                <a:lnTo>
                  <a:pt x="227928" y="20128"/>
                </a:lnTo>
                <a:close/>
              </a:path>
              <a:path w="280034" h="266064">
                <a:moveTo>
                  <a:pt x="222498" y="15989"/>
                </a:moveTo>
                <a:lnTo>
                  <a:pt x="161056" y="15989"/>
                </a:lnTo>
                <a:lnTo>
                  <a:pt x="177309" y="17114"/>
                </a:lnTo>
                <a:lnTo>
                  <a:pt x="177086" y="17114"/>
                </a:lnTo>
                <a:lnTo>
                  <a:pt x="196196" y="20391"/>
                </a:lnTo>
                <a:lnTo>
                  <a:pt x="195492" y="20128"/>
                </a:lnTo>
                <a:lnTo>
                  <a:pt x="227928" y="20128"/>
                </a:lnTo>
                <a:lnTo>
                  <a:pt x="226926" y="19155"/>
                </a:lnTo>
                <a:lnTo>
                  <a:pt x="225869" y="18293"/>
                </a:lnTo>
                <a:lnTo>
                  <a:pt x="222498" y="1598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079813" y="7908316"/>
            <a:ext cx="354965" cy="40005"/>
          </a:xfrm>
          <a:custGeom>
            <a:avLst/>
            <a:gdLst/>
            <a:ahLst/>
            <a:cxnLst/>
            <a:rect l="l" t="t" r="r" b="b"/>
            <a:pathLst>
              <a:path w="354964" h="40004">
                <a:moveTo>
                  <a:pt x="347957" y="0"/>
                </a:moveTo>
                <a:lnTo>
                  <a:pt x="345756" y="0"/>
                </a:lnTo>
                <a:lnTo>
                  <a:pt x="308048" y="4297"/>
                </a:lnTo>
                <a:lnTo>
                  <a:pt x="221309" y="9240"/>
                </a:lnTo>
                <a:lnTo>
                  <a:pt x="95850" y="19490"/>
                </a:lnTo>
                <a:lnTo>
                  <a:pt x="59284" y="21121"/>
                </a:lnTo>
                <a:lnTo>
                  <a:pt x="18051" y="22547"/>
                </a:lnTo>
                <a:lnTo>
                  <a:pt x="19724" y="22547"/>
                </a:lnTo>
                <a:lnTo>
                  <a:pt x="0" y="30473"/>
                </a:lnTo>
                <a:lnTo>
                  <a:pt x="110" y="33613"/>
                </a:lnTo>
                <a:lnTo>
                  <a:pt x="6666" y="39724"/>
                </a:lnTo>
                <a:lnTo>
                  <a:pt x="8705" y="39724"/>
                </a:lnTo>
                <a:lnTo>
                  <a:pt x="21618" y="38435"/>
                </a:lnTo>
                <a:lnTo>
                  <a:pt x="21467" y="38435"/>
                </a:lnTo>
                <a:lnTo>
                  <a:pt x="59917" y="37108"/>
                </a:lnTo>
                <a:lnTo>
                  <a:pt x="97255" y="35434"/>
                </a:lnTo>
                <a:lnTo>
                  <a:pt x="222216" y="25217"/>
                </a:lnTo>
                <a:lnTo>
                  <a:pt x="222013" y="25217"/>
                </a:lnTo>
                <a:lnTo>
                  <a:pt x="309861" y="20191"/>
                </a:lnTo>
                <a:lnTo>
                  <a:pt x="348621" y="15772"/>
                </a:lnTo>
                <a:lnTo>
                  <a:pt x="354609" y="9240"/>
                </a:lnTo>
                <a:lnTo>
                  <a:pt x="354487" y="5988"/>
                </a:lnTo>
                <a:lnTo>
                  <a:pt x="349884" y="552"/>
                </a:lnTo>
                <a:lnTo>
                  <a:pt x="34795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709639" y="7945319"/>
            <a:ext cx="207010" cy="21590"/>
          </a:xfrm>
          <a:custGeom>
            <a:avLst/>
            <a:gdLst/>
            <a:ahLst/>
            <a:cxnLst/>
            <a:rect l="l" t="t" r="r" b="b"/>
            <a:pathLst>
              <a:path w="207010" h="21590">
                <a:moveTo>
                  <a:pt x="206011" y="15986"/>
                </a:moveTo>
                <a:lnTo>
                  <a:pt x="137332" y="15986"/>
                </a:lnTo>
                <a:lnTo>
                  <a:pt x="165640" y="17301"/>
                </a:lnTo>
                <a:lnTo>
                  <a:pt x="165444" y="17301"/>
                </a:lnTo>
                <a:lnTo>
                  <a:pt x="197858" y="21271"/>
                </a:lnTo>
                <a:lnTo>
                  <a:pt x="199544" y="21271"/>
                </a:lnTo>
                <a:lnTo>
                  <a:pt x="205909" y="16295"/>
                </a:lnTo>
                <a:lnTo>
                  <a:pt x="206011" y="15986"/>
                </a:lnTo>
                <a:close/>
              </a:path>
              <a:path w="207010" h="21590">
                <a:moveTo>
                  <a:pt x="166984" y="1376"/>
                </a:moveTo>
                <a:lnTo>
                  <a:pt x="18817" y="1376"/>
                </a:lnTo>
                <a:lnTo>
                  <a:pt x="5970" y="2805"/>
                </a:lnTo>
                <a:lnTo>
                  <a:pt x="0" y="9192"/>
                </a:lnTo>
                <a:lnTo>
                  <a:pt x="77" y="12572"/>
                </a:lnTo>
                <a:lnTo>
                  <a:pt x="276" y="13201"/>
                </a:lnTo>
                <a:lnTo>
                  <a:pt x="390" y="13564"/>
                </a:lnTo>
                <a:lnTo>
                  <a:pt x="4893" y="18140"/>
                </a:lnTo>
                <a:lnTo>
                  <a:pt x="5074" y="18140"/>
                </a:lnTo>
                <a:lnTo>
                  <a:pt x="6700" y="18611"/>
                </a:lnTo>
                <a:lnTo>
                  <a:pt x="8550" y="18611"/>
                </a:lnTo>
                <a:lnTo>
                  <a:pt x="20366" y="17301"/>
                </a:lnTo>
                <a:lnTo>
                  <a:pt x="20195" y="17301"/>
                </a:lnTo>
                <a:lnTo>
                  <a:pt x="47845" y="15986"/>
                </a:lnTo>
                <a:lnTo>
                  <a:pt x="206011" y="15986"/>
                </a:lnTo>
                <a:lnTo>
                  <a:pt x="206197" y="15422"/>
                </a:lnTo>
                <a:lnTo>
                  <a:pt x="206448" y="13564"/>
                </a:lnTo>
                <a:lnTo>
                  <a:pt x="206415" y="12164"/>
                </a:lnTo>
                <a:lnTo>
                  <a:pt x="205847" y="10121"/>
                </a:lnTo>
                <a:lnTo>
                  <a:pt x="205498" y="9429"/>
                </a:lnTo>
                <a:lnTo>
                  <a:pt x="205379" y="9192"/>
                </a:lnTo>
                <a:lnTo>
                  <a:pt x="204073" y="7522"/>
                </a:lnTo>
                <a:lnTo>
                  <a:pt x="203284" y="6842"/>
                </a:lnTo>
                <a:lnTo>
                  <a:pt x="201439" y="5800"/>
                </a:lnTo>
                <a:lnTo>
                  <a:pt x="200451" y="5473"/>
                </a:lnTo>
                <a:lnTo>
                  <a:pt x="166984" y="1376"/>
                </a:lnTo>
                <a:close/>
              </a:path>
              <a:path w="207010" h="21590">
                <a:moveTo>
                  <a:pt x="137938" y="0"/>
                </a:moveTo>
                <a:lnTo>
                  <a:pt x="47218" y="0"/>
                </a:lnTo>
                <a:lnTo>
                  <a:pt x="18259" y="1376"/>
                </a:lnTo>
                <a:lnTo>
                  <a:pt x="167587" y="1376"/>
                </a:lnTo>
                <a:lnTo>
                  <a:pt x="13793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339269" y="7855346"/>
            <a:ext cx="299720" cy="21590"/>
          </a:xfrm>
          <a:custGeom>
            <a:avLst/>
            <a:gdLst/>
            <a:ahLst/>
            <a:cxnLst/>
            <a:rect l="l" t="t" r="r" b="b"/>
            <a:pathLst>
              <a:path w="299720" h="21590">
                <a:moveTo>
                  <a:pt x="257897" y="732"/>
                </a:moveTo>
                <a:lnTo>
                  <a:pt x="34753" y="732"/>
                </a:lnTo>
                <a:lnTo>
                  <a:pt x="19711" y="2797"/>
                </a:lnTo>
                <a:lnTo>
                  <a:pt x="0" y="13816"/>
                </a:lnTo>
                <a:lnTo>
                  <a:pt x="456" y="15993"/>
                </a:lnTo>
                <a:lnTo>
                  <a:pt x="7537" y="21338"/>
                </a:lnTo>
                <a:lnTo>
                  <a:pt x="8571" y="21338"/>
                </a:lnTo>
                <a:lnTo>
                  <a:pt x="22144" y="18627"/>
                </a:lnTo>
                <a:lnTo>
                  <a:pt x="21923" y="18627"/>
                </a:lnTo>
                <a:lnTo>
                  <a:pt x="36364" y="16657"/>
                </a:lnTo>
                <a:lnTo>
                  <a:pt x="35975" y="16657"/>
                </a:lnTo>
                <a:lnTo>
                  <a:pt x="53175" y="15993"/>
                </a:lnTo>
                <a:lnTo>
                  <a:pt x="297228" y="15993"/>
                </a:lnTo>
                <a:lnTo>
                  <a:pt x="297922" y="15073"/>
                </a:lnTo>
                <a:lnTo>
                  <a:pt x="298843" y="13163"/>
                </a:lnTo>
                <a:lnTo>
                  <a:pt x="299105" y="12156"/>
                </a:lnTo>
                <a:lnTo>
                  <a:pt x="299081" y="9009"/>
                </a:lnTo>
                <a:lnTo>
                  <a:pt x="293000" y="2797"/>
                </a:lnTo>
                <a:lnTo>
                  <a:pt x="294158" y="2797"/>
                </a:lnTo>
                <a:lnTo>
                  <a:pt x="257897" y="732"/>
                </a:lnTo>
                <a:close/>
              </a:path>
              <a:path w="299720" h="21590">
                <a:moveTo>
                  <a:pt x="297195" y="15993"/>
                </a:moveTo>
                <a:lnTo>
                  <a:pt x="215638" y="15993"/>
                </a:lnTo>
                <a:lnTo>
                  <a:pt x="256218" y="16657"/>
                </a:lnTo>
                <a:lnTo>
                  <a:pt x="290725" y="18627"/>
                </a:lnTo>
                <a:lnTo>
                  <a:pt x="292571" y="18627"/>
                </a:lnTo>
                <a:lnTo>
                  <a:pt x="294816" y="17843"/>
                </a:lnTo>
                <a:lnTo>
                  <a:pt x="295713" y="17315"/>
                </a:lnTo>
                <a:lnTo>
                  <a:pt x="297195" y="15993"/>
                </a:lnTo>
                <a:close/>
              </a:path>
              <a:path w="299720" h="21590">
                <a:moveTo>
                  <a:pt x="215898" y="0"/>
                </a:moveTo>
                <a:lnTo>
                  <a:pt x="52725" y="0"/>
                </a:lnTo>
                <a:lnTo>
                  <a:pt x="33749" y="732"/>
                </a:lnTo>
                <a:lnTo>
                  <a:pt x="261215" y="732"/>
                </a:lnTo>
                <a:lnTo>
                  <a:pt x="21589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080255" y="7847670"/>
            <a:ext cx="257175" cy="40005"/>
          </a:xfrm>
          <a:custGeom>
            <a:avLst/>
            <a:gdLst/>
            <a:ahLst/>
            <a:cxnLst/>
            <a:rect l="l" t="t" r="r" b="b"/>
            <a:pathLst>
              <a:path w="257175" h="40004">
                <a:moveTo>
                  <a:pt x="251059" y="0"/>
                </a:moveTo>
                <a:lnTo>
                  <a:pt x="246600" y="0"/>
                </a:lnTo>
                <a:lnTo>
                  <a:pt x="230776" y="6051"/>
                </a:lnTo>
                <a:lnTo>
                  <a:pt x="230546" y="6051"/>
                </a:lnTo>
                <a:lnTo>
                  <a:pt x="214886" y="10026"/>
                </a:lnTo>
                <a:lnTo>
                  <a:pt x="214172" y="10026"/>
                </a:lnTo>
                <a:lnTo>
                  <a:pt x="198770" y="12216"/>
                </a:lnTo>
                <a:lnTo>
                  <a:pt x="197992" y="12216"/>
                </a:lnTo>
                <a:lnTo>
                  <a:pt x="180884" y="12971"/>
                </a:lnTo>
                <a:lnTo>
                  <a:pt x="79495" y="15645"/>
                </a:lnTo>
                <a:lnTo>
                  <a:pt x="50929" y="15645"/>
                </a:lnTo>
                <a:lnTo>
                  <a:pt x="38343" y="16755"/>
                </a:lnTo>
                <a:lnTo>
                  <a:pt x="38850" y="16755"/>
                </a:lnTo>
                <a:lnTo>
                  <a:pt x="23372" y="19787"/>
                </a:lnTo>
                <a:lnTo>
                  <a:pt x="347" y="28952"/>
                </a:lnTo>
                <a:lnTo>
                  <a:pt x="260" y="29182"/>
                </a:lnTo>
                <a:lnTo>
                  <a:pt x="75" y="30285"/>
                </a:lnTo>
                <a:lnTo>
                  <a:pt x="0" y="32567"/>
                </a:lnTo>
                <a:lnTo>
                  <a:pt x="417" y="34380"/>
                </a:lnTo>
                <a:lnTo>
                  <a:pt x="5822" y="39342"/>
                </a:lnTo>
                <a:lnTo>
                  <a:pt x="6096" y="39342"/>
                </a:lnTo>
                <a:lnTo>
                  <a:pt x="7696" y="39610"/>
                </a:lnTo>
                <a:lnTo>
                  <a:pt x="8597" y="39610"/>
                </a:lnTo>
                <a:lnTo>
                  <a:pt x="26727" y="35426"/>
                </a:lnTo>
                <a:lnTo>
                  <a:pt x="41317" y="32567"/>
                </a:lnTo>
                <a:lnTo>
                  <a:pt x="41089" y="32567"/>
                </a:lnTo>
                <a:lnTo>
                  <a:pt x="51988" y="31606"/>
                </a:lnTo>
                <a:lnTo>
                  <a:pt x="80996" y="31606"/>
                </a:lnTo>
                <a:lnTo>
                  <a:pt x="181646" y="28952"/>
                </a:lnTo>
                <a:lnTo>
                  <a:pt x="198416" y="28209"/>
                </a:lnTo>
                <a:lnTo>
                  <a:pt x="199922" y="28209"/>
                </a:lnTo>
                <a:lnTo>
                  <a:pt x="217898" y="25654"/>
                </a:lnTo>
                <a:lnTo>
                  <a:pt x="218046" y="25654"/>
                </a:lnTo>
                <a:lnTo>
                  <a:pt x="219311" y="25411"/>
                </a:lnTo>
                <a:lnTo>
                  <a:pt x="255635" y="11962"/>
                </a:lnTo>
                <a:lnTo>
                  <a:pt x="256620" y="6051"/>
                </a:lnTo>
                <a:lnTo>
                  <a:pt x="230776" y="6051"/>
                </a:lnTo>
                <a:lnTo>
                  <a:pt x="231321" y="5877"/>
                </a:lnTo>
                <a:lnTo>
                  <a:pt x="256613" y="5877"/>
                </a:lnTo>
                <a:lnTo>
                  <a:pt x="255856" y="3886"/>
                </a:lnTo>
                <a:lnTo>
                  <a:pt x="255301" y="3006"/>
                </a:lnTo>
                <a:lnTo>
                  <a:pt x="253844" y="1465"/>
                </a:lnTo>
                <a:lnTo>
                  <a:pt x="252995" y="864"/>
                </a:lnTo>
                <a:lnTo>
                  <a:pt x="25105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755027" y="7860693"/>
            <a:ext cx="278130" cy="42545"/>
          </a:xfrm>
          <a:custGeom>
            <a:avLst/>
            <a:gdLst/>
            <a:ahLst/>
            <a:cxnLst/>
            <a:rect l="l" t="t" r="r" b="b"/>
            <a:pathLst>
              <a:path w="278129" h="42545">
                <a:moveTo>
                  <a:pt x="270885" y="0"/>
                </a:moveTo>
                <a:lnTo>
                  <a:pt x="268626" y="0"/>
                </a:lnTo>
                <a:lnTo>
                  <a:pt x="251152" y="4865"/>
                </a:lnTo>
                <a:lnTo>
                  <a:pt x="250985" y="4865"/>
                </a:lnTo>
                <a:lnTo>
                  <a:pt x="233752" y="8009"/>
                </a:lnTo>
                <a:lnTo>
                  <a:pt x="233530" y="8009"/>
                </a:lnTo>
                <a:lnTo>
                  <a:pt x="214284" y="9958"/>
                </a:lnTo>
                <a:lnTo>
                  <a:pt x="212527" y="9958"/>
                </a:lnTo>
                <a:lnTo>
                  <a:pt x="193439" y="10552"/>
                </a:lnTo>
                <a:lnTo>
                  <a:pt x="73425" y="10552"/>
                </a:lnTo>
                <a:lnTo>
                  <a:pt x="27020" y="18743"/>
                </a:lnTo>
                <a:lnTo>
                  <a:pt x="0" y="33070"/>
                </a:lnTo>
                <a:lnTo>
                  <a:pt x="96" y="36216"/>
                </a:lnTo>
                <a:lnTo>
                  <a:pt x="6625" y="42357"/>
                </a:lnTo>
                <a:lnTo>
                  <a:pt x="9512" y="42357"/>
                </a:lnTo>
                <a:lnTo>
                  <a:pt x="31932" y="33949"/>
                </a:lnTo>
                <a:lnTo>
                  <a:pt x="32072" y="33949"/>
                </a:lnTo>
                <a:lnTo>
                  <a:pt x="52128" y="28479"/>
                </a:lnTo>
                <a:lnTo>
                  <a:pt x="51638" y="28479"/>
                </a:lnTo>
                <a:lnTo>
                  <a:pt x="53059" y="28225"/>
                </a:lnTo>
                <a:lnTo>
                  <a:pt x="54602" y="28225"/>
                </a:lnTo>
                <a:lnTo>
                  <a:pt x="74509" y="26520"/>
                </a:lnTo>
                <a:lnTo>
                  <a:pt x="194757" y="26520"/>
                </a:lnTo>
                <a:lnTo>
                  <a:pt x="215842" y="25857"/>
                </a:lnTo>
                <a:lnTo>
                  <a:pt x="216034" y="25857"/>
                </a:lnTo>
                <a:lnTo>
                  <a:pt x="235996" y="23835"/>
                </a:lnTo>
                <a:lnTo>
                  <a:pt x="236154" y="23835"/>
                </a:lnTo>
                <a:lnTo>
                  <a:pt x="254736" y="20436"/>
                </a:lnTo>
                <a:lnTo>
                  <a:pt x="277907" y="6816"/>
                </a:lnTo>
                <a:lnTo>
                  <a:pt x="277364" y="4865"/>
                </a:lnTo>
                <a:lnTo>
                  <a:pt x="271937" y="130"/>
                </a:lnTo>
                <a:lnTo>
                  <a:pt x="270885" y="0"/>
                </a:lnTo>
                <a:close/>
              </a:path>
              <a:path w="278129" h="42545">
                <a:moveTo>
                  <a:pt x="32072" y="33949"/>
                </a:moveTo>
                <a:lnTo>
                  <a:pt x="31932" y="33949"/>
                </a:lnTo>
                <a:lnTo>
                  <a:pt x="31320" y="34179"/>
                </a:lnTo>
                <a:lnTo>
                  <a:pt x="32072" y="33949"/>
                </a:lnTo>
                <a:close/>
              </a:path>
              <a:path w="278129" h="42545">
                <a:moveTo>
                  <a:pt x="53059" y="28225"/>
                </a:moveTo>
                <a:lnTo>
                  <a:pt x="51638" y="28479"/>
                </a:lnTo>
                <a:lnTo>
                  <a:pt x="52128" y="28479"/>
                </a:lnTo>
                <a:lnTo>
                  <a:pt x="53059" y="28225"/>
                </a:lnTo>
                <a:close/>
              </a:path>
              <a:path w="278129" h="42545">
                <a:moveTo>
                  <a:pt x="54602" y="28225"/>
                </a:moveTo>
                <a:lnTo>
                  <a:pt x="53059" y="28225"/>
                </a:lnTo>
                <a:lnTo>
                  <a:pt x="52128" y="28479"/>
                </a:lnTo>
                <a:lnTo>
                  <a:pt x="51638" y="28479"/>
                </a:lnTo>
                <a:lnTo>
                  <a:pt x="54602" y="2822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260457" y="7892391"/>
            <a:ext cx="294005" cy="24130"/>
          </a:xfrm>
          <a:custGeom>
            <a:avLst/>
            <a:gdLst/>
            <a:ahLst/>
            <a:cxnLst/>
            <a:rect l="l" t="t" r="r" b="b"/>
            <a:pathLst>
              <a:path w="294004" h="24129">
                <a:moveTo>
                  <a:pt x="293691" y="15993"/>
                </a:moveTo>
                <a:lnTo>
                  <a:pt x="142677" y="15993"/>
                </a:lnTo>
                <a:lnTo>
                  <a:pt x="194276" y="17313"/>
                </a:lnTo>
                <a:lnTo>
                  <a:pt x="194080" y="17313"/>
                </a:lnTo>
                <a:lnTo>
                  <a:pt x="262243" y="23267"/>
                </a:lnTo>
                <a:lnTo>
                  <a:pt x="286603" y="23957"/>
                </a:lnTo>
                <a:lnTo>
                  <a:pt x="287629" y="23783"/>
                </a:lnTo>
                <a:lnTo>
                  <a:pt x="293603" y="17800"/>
                </a:lnTo>
                <a:lnTo>
                  <a:pt x="293691" y="15993"/>
                </a:lnTo>
                <a:close/>
              </a:path>
              <a:path w="294004" h="24129">
                <a:moveTo>
                  <a:pt x="143088" y="0"/>
                </a:moveTo>
                <a:lnTo>
                  <a:pt x="91089" y="0"/>
                </a:lnTo>
                <a:lnTo>
                  <a:pt x="36674" y="1327"/>
                </a:lnTo>
                <a:lnTo>
                  <a:pt x="0" y="12095"/>
                </a:lnTo>
                <a:lnTo>
                  <a:pt x="241" y="13073"/>
                </a:lnTo>
                <a:lnTo>
                  <a:pt x="6639" y="18677"/>
                </a:lnTo>
                <a:lnTo>
                  <a:pt x="7203" y="18677"/>
                </a:lnTo>
                <a:lnTo>
                  <a:pt x="37262" y="17313"/>
                </a:lnTo>
                <a:lnTo>
                  <a:pt x="91479" y="15993"/>
                </a:lnTo>
                <a:lnTo>
                  <a:pt x="293691" y="15993"/>
                </a:lnTo>
                <a:lnTo>
                  <a:pt x="293622" y="14076"/>
                </a:lnTo>
                <a:lnTo>
                  <a:pt x="263912" y="7305"/>
                </a:lnTo>
                <a:lnTo>
                  <a:pt x="263343" y="7305"/>
                </a:lnTo>
                <a:lnTo>
                  <a:pt x="194761" y="1327"/>
                </a:lnTo>
                <a:lnTo>
                  <a:pt x="194935" y="1327"/>
                </a:lnTo>
                <a:lnTo>
                  <a:pt x="14308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768460" y="7879203"/>
            <a:ext cx="280670" cy="24130"/>
          </a:xfrm>
          <a:custGeom>
            <a:avLst/>
            <a:gdLst/>
            <a:ahLst/>
            <a:cxnLst/>
            <a:rect l="l" t="t" r="r" b="b"/>
            <a:pathLst>
              <a:path w="280670" h="24129">
                <a:moveTo>
                  <a:pt x="280483" y="17553"/>
                </a:moveTo>
                <a:lnTo>
                  <a:pt x="253386" y="17553"/>
                </a:lnTo>
                <a:lnTo>
                  <a:pt x="254883" y="17890"/>
                </a:lnTo>
                <a:lnTo>
                  <a:pt x="254221" y="17890"/>
                </a:lnTo>
                <a:lnTo>
                  <a:pt x="271348" y="23934"/>
                </a:lnTo>
                <a:lnTo>
                  <a:pt x="273625" y="23934"/>
                </a:lnTo>
                <a:lnTo>
                  <a:pt x="279677" y="19721"/>
                </a:lnTo>
                <a:lnTo>
                  <a:pt x="279777" y="19552"/>
                </a:lnTo>
                <a:lnTo>
                  <a:pt x="280364" y="17890"/>
                </a:lnTo>
                <a:lnTo>
                  <a:pt x="254883" y="17890"/>
                </a:lnTo>
                <a:lnTo>
                  <a:pt x="253386" y="17553"/>
                </a:lnTo>
                <a:lnTo>
                  <a:pt x="280483" y="17553"/>
                </a:lnTo>
                <a:close/>
              </a:path>
              <a:path w="280670" h="24129">
                <a:moveTo>
                  <a:pt x="237704" y="0"/>
                </a:moveTo>
                <a:lnTo>
                  <a:pt x="37402" y="0"/>
                </a:lnTo>
                <a:lnTo>
                  <a:pt x="26694" y="632"/>
                </a:lnTo>
                <a:lnTo>
                  <a:pt x="0" y="14423"/>
                </a:lnTo>
                <a:lnTo>
                  <a:pt x="436" y="15955"/>
                </a:lnTo>
                <a:lnTo>
                  <a:pt x="5601" y="20937"/>
                </a:lnTo>
                <a:lnTo>
                  <a:pt x="4884" y="20937"/>
                </a:lnTo>
                <a:lnTo>
                  <a:pt x="7359" y="21226"/>
                </a:lnTo>
                <a:lnTo>
                  <a:pt x="9156" y="21226"/>
                </a:lnTo>
                <a:lnTo>
                  <a:pt x="18917" y="18441"/>
                </a:lnTo>
                <a:lnTo>
                  <a:pt x="28021" y="16600"/>
                </a:lnTo>
                <a:lnTo>
                  <a:pt x="27633" y="16600"/>
                </a:lnTo>
                <a:lnTo>
                  <a:pt x="38578" y="15955"/>
                </a:lnTo>
                <a:lnTo>
                  <a:pt x="280601" y="15955"/>
                </a:lnTo>
                <a:lnTo>
                  <a:pt x="280518" y="14423"/>
                </a:lnTo>
                <a:lnTo>
                  <a:pt x="256557" y="1983"/>
                </a:lnTo>
                <a:lnTo>
                  <a:pt x="237704" y="0"/>
                </a:lnTo>
                <a:close/>
              </a:path>
              <a:path w="280670" h="24129">
                <a:moveTo>
                  <a:pt x="280601" y="15955"/>
                </a:moveTo>
                <a:lnTo>
                  <a:pt x="236501" y="15955"/>
                </a:lnTo>
                <a:lnTo>
                  <a:pt x="254883" y="17890"/>
                </a:lnTo>
                <a:lnTo>
                  <a:pt x="254221" y="17890"/>
                </a:lnTo>
                <a:lnTo>
                  <a:pt x="253267" y="17553"/>
                </a:lnTo>
                <a:lnTo>
                  <a:pt x="280483" y="17553"/>
                </a:lnTo>
                <a:lnTo>
                  <a:pt x="280601" y="1595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297631" y="7871246"/>
            <a:ext cx="341630" cy="32384"/>
          </a:xfrm>
          <a:custGeom>
            <a:avLst/>
            <a:gdLst/>
            <a:ahLst/>
            <a:cxnLst/>
            <a:rect l="l" t="t" r="r" b="b"/>
            <a:pathLst>
              <a:path w="341629" h="32384">
                <a:moveTo>
                  <a:pt x="316344" y="17741"/>
                </a:moveTo>
                <a:lnTo>
                  <a:pt x="332132" y="31798"/>
                </a:lnTo>
                <a:lnTo>
                  <a:pt x="335004" y="31798"/>
                </a:lnTo>
                <a:lnTo>
                  <a:pt x="341449" y="25215"/>
                </a:lnTo>
                <a:lnTo>
                  <a:pt x="341367" y="22068"/>
                </a:lnTo>
                <a:lnTo>
                  <a:pt x="341072" y="21071"/>
                </a:lnTo>
                <a:lnTo>
                  <a:pt x="340086" y="19193"/>
                </a:lnTo>
                <a:lnTo>
                  <a:pt x="339672" y="18680"/>
                </a:lnTo>
                <a:lnTo>
                  <a:pt x="319167" y="18680"/>
                </a:lnTo>
                <a:lnTo>
                  <a:pt x="316344" y="17741"/>
                </a:lnTo>
                <a:close/>
              </a:path>
              <a:path w="341629" h="32384">
                <a:moveTo>
                  <a:pt x="317358" y="1407"/>
                </a:moveTo>
                <a:lnTo>
                  <a:pt x="14651" y="1407"/>
                </a:lnTo>
                <a:lnTo>
                  <a:pt x="5668" y="2904"/>
                </a:lnTo>
                <a:lnTo>
                  <a:pt x="0" y="9847"/>
                </a:lnTo>
                <a:lnTo>
                  <a:pt x="123" y="11826"/>
                </a:lnTo>
                <a:lnTo>
                  <a:pt x="286" y="12799"/>
                </a:lnTo>
                <a:lnTo>
                  <a:pt x="316" y="12979"/>
                </a:lnTo>
                <a:lnTo>
                  <a:pt x="683" y="13952"/>
                </a:lnTo>
                <a:lnTo>
                  <a:pt x="1709" y="15595"/>
                </a:lnTo>
                <a:lnTo>
                  <a:pt x="1805" y="15750"/>
                </a:lnTo>
                <a:lnTo>
                  <a:pt x="2518" y="16508"/>
                </a:lnTo>
                <a:lnTo>
                  <a:pt x="4244" y="17741"/>
                </a:lnTo>
                <a:lnTo>
                  <a:pt x="5191" y="18169"/>
                </a:lnTo>
                <a:lnTo>
                  <a:pt x="7400" y="18680"/>
                </a:lnTo>
                <a:lnTo>
                  <a:pt x="8325" y="18680"/>
                </a:lnTo>
                <a:lnTo>
                  <a:pt x="16719" y="17277"/>
                </a:lnTo>
                <a:lnTo>
                  <a:pt x="16466" y="17277"/>
                </a:lnTo>
                <a:lnTo>
                  <a:pt x="37451" y="15967"/>
                </a:lnTo>
                <a:lnTo>
                  <a:pt x="315018" y="15967"/>
                </a:lnTo>
                <a:lnTo>
                  <a:pt x="314863" y="15750"/>
                </a:lnTo>
                <a:lnTo>
                  <a:pt x="314752" y="15595"/>
                </a:lnTo>
                <a:lnTo>
                  <a:pt x="336088" y="15595"/>
                </a:lnTo>
                <a:lnTo>
                  <a:pt x="332734" y="12799"/>
                </a:lnTo>
                <a:lnTo>
                  <a:pt x="332216" y="12799"/>
                </a:lnTo>
                <a:lnTo>
                  <a:pt x="330681" y="11087"/>
                </a:lnTo>
                <a:lnTo>
                  <a:pt x="331075" y="11087"/>
                </a:lnTo>
                <a:lnTo>
                  <a:pt x="329570" y="8830"/>
                </a:lnTo>
                <a:lnTo>
                  <a:pt x="318828" y="1705"/>
                </a:lnTo>
                <a:lnTo>
                  <a:pt x="317358" y="1407"/>
                </a:lnTo>
                <a:close/>
              </a:path>
              <a:path w="341629" h="32384">
                <a:moveTo>
                  <a:pt x="314962" y="15750"/>
                </a:moveTo>
                <a:lnTo>
                  <a:pt x="315018" y="15967"/>
                </a:lnTo>
                <a:lnTo>
                  <a:pt x="315951" y="17277"/>
                </a:lnTo>
                <a:lnTo>
                  <a:pt x="316344" y="17741"/>
                </a:lnTo>
                <a:lnTo>
                  <a:pt x="319167" y="18680"/>
                </a:lnTo>
                <a:lnTo>
                  <a:pt x="318927" y="18680"/>
                </a:lnTo>
                <a:lnTo>
                  <a:pt x="314962" y="15750"/>
                </a:lnTo>
                <a:close/>
              </a:path>
              <a:path w="341629" h="32384">
                <a:moveTo>
                  <a:pt x="336088" y="15595"/>
                </a:moveTo>
                <a:lnTo>
                  <a:pt x="314752" y="15595"/>
                </a:lnTo>
                <a:lnTo>
                  <a:pt x="318927" y="18680"/>
                </a:lnTo>
                <a:lnTo>
                  <a:pt x="339672" y="18680"/>
                </a:lnTo>
                <a:lnTo>
                  <a:pt x="339259" y="18169"/>
                </a:lnTo>
                <a:lnTo>
                  <a:pt x="338869" y="17914"/>
                </a:lnTo>
                <a:lnTo>
                  <a:pt x="336088" y="15595"/>
                </a:lnTo>
                <a:close/>
              </a:path>
              <a:path w="341629" h="32384">
                <a:moveTo>
                  <a:pt x="313770" y="16885"/>
                </a:moveTo>
                <a:lnTo>
                  <a:pt x="316344" y="17741"/>
                </a:lnTo>
                <a:lnTo>
                  <a:pt x="315951" y="17277"/>
                </a:lnTo>
                <a:lnTo>
                  <a:pt x="315698" y="17277"/>
                </a:lnTo>
                <a:lnTo>
                  <a:pt x="313770" y="16885"/>
                </a:lnTo>
                <a:close/>
              </a:path>
              <a:path w="341629" h="32384">
                <a:moveTo>
                  <a:pt x="315018" y="15967"/>
                </a:moveTo>
                <a:lnTo>
                  <a:pt x="300049" y="15967"/>
                </a:lnTo>
                <a:lnTo>
                  <a:pt x="315788" y="17277"/>
                </a:lnTo>
                <a:lnTo>
                  <a:pt x="314946" y="17277"/>
                </a:lnTo>
                <a:lnTo>
                  <a:pt x="313770" y="16885"/>
                </a:lnTo>
                <a:lnTo>
                  <a:pt x="315673" y="16885"/>
                </a:lnTo>
                <a:lnTo>
                  <a:pt x="315018" y="15967"/>
                </a:lnTo>
                <a:close/>
              </a:path>
              <a:path w="341629" h="32384">
                <a:moveTo>
                  <a:pt x="315673" y="16885"/>
                </a:moveTo>
                <a:lnTo>
                  <a:pt x="313770" y="16885"/>
                </a:lnTo>
                <a:lnTo>
                  <a:pt x="315698" y="17277"/>
                </a:lnTo>
                <a:lnTo>
                  <a:pt x="315951" y="17277"/>
                </a:lnTo>
                <a:lnTo>
                  <a:pt x="315673" y="16885"/>
                </a:lnTo>
                <a:close/>
              </a:path>
              <a:path w="341629" h="32384">
                <a:moveTo>
                  <a:pt x="330681" y="11087"/>
                </a:moveTo>
                <a:lnTo>
                  <a:pt x="332216" y="12799"/>
                </a:lnTo>
                <a:lnTo>
                  <a:pt x="331568" y="11826"/>
                </a:lnTo>
                <a:lnTo>
                  <a:pt x="330681" y="11087"/>
                </a:lnTo>
                <a:close/>
              </a:path>
              <a:path w="341629" h="32384">
                <a:moveTo>
                  <a:pt x="331568" y="11826"/>
                </a:moveTo>
                <a:lnTo>
                  <a:pt x="332216" y="12799"/>
                </a:lnTo>
                <a:lnTo>
                  <a:pt x="332734" y="12799"/>
                </a:lnTo>
                <a:lnTo>
                  <a:pt x="331568" y="11826"/>
                </a:lnTo>
                <a:close/>
              </a:path>
              <a:path w="341629" h="32384">
                <a:moveTo>
                  <a:pt x="331075" y="11087"/>
                </a:moveTo>
                <a:lnTo>
                  <a:pt x="330681" y="11087"/>
                </a:lnTo>
                <a:lnTo>
                  <a:pt x="331568" y="11826"/>
                </a:lnTo>
                <a:lnTo>
                  <a:pt x="331075" y="11087"/>
                </a:lnTo>
                <a:close/>
              </a:path>
              <a:path w="341629" h="32384">
                <a:moveTo>
                  <a:pt x="301087" y="0"/>
                </a:moveTo>
                <a:lnTo>
                  <a:pt x="36434" y="0"/>
                </a:lnTo>
                <a:lnTo>
                  <a:pt x="13989" y="1407"/>
                </a:lnTo>
                <a:lnTo>
                  <a:pt x="317921" y="1407"/>
                </a:lnTo>
                <a:lnTo>
                  <a:pt x="30108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906267" y="7905619"/>
            <a:ext cx="294005" cy="16510"/>
          </a:xfrm>
          <a:custGeom>
            <a:avLst/>
            <a:gdLst/>
            <a:ahLst/>
            <a:cxnLst/>
            <a:rect l="l" t="t" r="r" b="b"/>
            <a:pathLst>
              <a:path w="294004" h="16509">
                <a:moveTo>
                  <a:pt x="286896" y="2"/>
                </a:moveTo>
                <a:lnTo>
                  <a:pt x="7995" y="0"/>
                </a:lnTo>
                <a:lnTo>
                  <a:pt x="0" y="6939"/>
                </a:lnTo>
                <a:lnTo>
                  <a:pt x="203" y="10079"/>
                </a:lnTo>
                <a:lnTo>
                  <a:pt x="1592" y="12903"/>
                </a:lnTo>
                <a:lnTo>
                  <a:pt x="3957" y="14980"/>
                </a:lnTo>
                <a:lnTo>
                  <a:pt x="5915" y="15792"/>
                </a:lnTo>
                <a:lnTo>
                  <a:pt x="7995" y="15999"/>
                </a:lnTo>
                <a:lnTo>
                  <a:pt x="285836" y="15999"/>
                </a:lnTo>
                <a:lnTo>
                  <a:pt x="287917" y="15792"/>
                </a:lnTo>
                <a:lnTo>
                  <a:pt x="290741" y="14403"/>
                </a:lnTo>
                <a:lnTo>
                  <a:pt x="292818" y="12038"/>
                </a:lnTo>
                <a:lnTo>
                  <a:pt x="293833" y="9058"/>
                </a:lnTo>
                <a:lnTo>
                  <a:pt x="293630" y="5918"/>
                </a:lnTo>
                <a:lnTo>
                  <a:pt x="292240" y="3094"/>
                </a:lnTo>
                <a:lnTo>
                  <a:pt x="289876" y="1017"/>
                </a:lnTo>
                <a:lnTo>
                  <a:pt x="286896" y="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627369" y="7905612"/>
            <a:ext cx="198755" cy="53340"/>
          </a:xfrm>
          <a:custGeom>
            <a:avLst/>
            <a:gdLst/>
            <a:ahLst/>
            <a:cxnLst/>
            <a:rect l="l" t="t" r="r" b="b"/>
            <a:pathLst>
              <a:path w="198755" h="53340">
                <a:moveTo>
                  <a:pt x="171240" y="17748"/>
                </a:moveTo>
                <a:lnTo>
                  <a:pt x="154379" y="21351"/>
                </a:lnTo>
                <a:lnTo>
                  <a:pt x="121303" y="26640"/>
                </a:lnTo>
                <a:lnTo>
                  <a:pt x="120533" y="26640"/>
                </a:lnTo>
                <a:lnTo>
                  <a:pt x="89233" y="29146"/>
                </a:lnTo>
                <a:lnTo>
                  <a:pt x="34982" y="29146"/>
                </a:lnTo>
                <a:lnTo>
                  <a:pt x="24066" y="30138"/>
                </a:lnTo>
                <a:lnTo>
                  <a:pt x="0" y="43527"/>
                </a:lnTo>
                <a:lnTo>
                  <a:pt x="20" y="46675"/>
                </a:lnTo>
                <a:lnTo>
                  <a:pt x="6791" y="53102"/>
                </a:lnTo>
                <a:lnTo>
                  <a:pt x="8993" y="53102"/>
                </a:lnTo>
                <a:lnTo>
                  <a:pt x="10549" y="52677"/>
                </a:lnTo>
                <a:lnTo>
                  <a:pt x="18568" y="48667"/>
                </a:lnTo>
                <a:lnTo>
                  <a:pt x="18389" y="48667"/>
                </a:lnTo>
                <a:lnTo>
                  <a:pt x="18926" y="48488"/>
                </a:lnTo>
                <a:lnTo>
                  <a:pt x="19437" y="48233"/>
                </a:lnTo>
                <a:lnTo>
                  <a:pt x="19692" y="48233"/>
                </a:lnTo>
                <a:lnTo>
                  <a:pt x="26184" y="46069"/>
                </a:lnTo>
                <a:lnTo>
                  <a:pt x="25514" y="46069"/>
                </a:lnTo>
                <a:lnTo>
                  <a:pt x="27320" y="45690"/>
                </a:lnTo>
                <a:lnTo>
                  <a:pt x="29679" y="45690"/>
                </a:lnTo>
                <a:lnTo>
                  <a:pt x="36094" y="45107"/>
                </a:lnTo>
                <a:lnTo>
                  <a:pt x="90286" y="45107"/>
                </a:lnTo>
                <a:lnTo>
                  <a:pt x="123664" y="42442"/>
                </a:lnTo>
                <a:lnTo>
                  <a:pt x="123823" y="42442"/>
                </a:lnTo>
                <a:lnTo>
                  <a:pt x="176867" y="32904"/>
                </a:lnTo>
                <a:lnTo>
                  <a:pt x="192357" y="18808"/>
                </a:lnTo>
                <a:lnTo>
                  <a:pt x="169826" y="18808"/>
                </a:lnTo>
                <a:lnTo>
                  <a:pt x="171240" y="17748"/>
                </a:lnTo>
                <a:close/>
              </a:path>
              <a:path w="198755" h="53340">
                <a:moveTo>
                  <a:pt x="18926" y="48488"/>
                </a:moveTo>
                <a:lnTo>
                  <a:pt x="18389" y="48667"/>
                </a:lnTo>
                <a:lnTo>
                  <a:pt x="18568" y="48667"/>
                </a:lnTo>
                <a:lnTo>
                  <a:pt x="18926" y="48488"/>
                </a:lnTo>
                <a:close/>
              </a:path>
              <a:path w="198755" h="53340">
                <a:moveTo>
                  <a:pt x="19692" y="48233"/>
                </a:moveTo>
                <a:lnTo>
                  <a:pt x="19437" y="48233"/>
                </a:lnTo>
                <a:lnTo>
                  <a:pt x="18926" y="48488"/>
                </a:lnTo>
                <a:lnTo>
                  <a:pt x="19692" y="48233"/>
                </a:lnTo>
                <a:close/>
              </a:path>
              <a:path w="198755" h="53340">
                <a:moveTo>
                  <a:pt x="27320" y="45690"/>
                </a:moveTo>
                <a:lnTo>
                  <a:pt x="25514" y="46069"/>
                </a:lnTo>
                <a:lnTo>
                  <a:pt x="26184" y="46069"/>
                </a:lnTo>
                <a:lnTo>
                  <a:pt x="27320" y="45690"/>
                </a:lnTo>
                <a:close/>
              </a:path>
              <a:path w="198755" h="53340">
                <a:moveTo>
                  <a:pt x="29679" y="45690"/>
                </a:moveTo>
                <a:lnTo>
                  <a:pt x="27320" y="45690"/>
                </a:lnTo>
                <a:lnTo>
                  <a:pt x="26184" y="46069"/>
                </a:lnTo>
                <a:lnTo>
                  <a:pt x="25514" y="46069"/>
                </a:lnTo>
                <a:lnTo>
                  <a:pt x="29679" y="45690"/>
                </a:lnTo>
                <a:close/>
              </a:path>
              <a:path w="198755" h="53340">
                <a:moveTo>
                  <a:pt x="172949" y="17382"/>
                </a:moveTo>
                <a:lnTo>
                  <a:pt x="171240" y="17748"/>
                </a:lnTo>
                <a:lnTo>
                  <a:pt x="169826" y="18808"/>
                </a:lnTo>
                <a:lnTo>
                  <a:pt x="172949" y="17382"/>
                </a:lnTo>
                <a:close/>
              </a:path>
              <a:path w="198755" h="53340">
                <a:moveTo>
                  <a:pt x="193436" y="17382"/>
                </a:moveTo>
                <a:lnTo>
                  <a:pt x="172949" y="17382"/>
                </a:lnTo>
                <a:lnTo>
                  <a:pt x="169826" y="18808"/>
                </a:lnTo>
                <a:lnTo>
                  <a:pt x="192357" y="18808"/>
                </a:lnTo>
                <a:lnTo>
                  <a:pt x="193436" y="17382"/>
                </a:lnTo>
                <a:close/>
              </a:path>
              <a:path w="198755" h="53340">
                <a:moveTo>
                  <a:pt x="175537" y="14526"/>
                </a:moveTo>
                <a:lnTo>
                  <a:pt x="171240" y="17748"/>
                </a:lnTo>
                <a:lnTo>
                  <a:pt x="172949" y="17382"/>
                </a:lnTo>
                <a:lnTo>
                  <a:pt x="193436" y="17382"/>
                </a:lnTo>
                <a:lnTo>
                  <a:pt x="194923" y="15416"/>
                </a:lnTo>
                <a:lnTo>
                  <a:pt x="174863" y="15416"/>
                </a:lnTo>
                <a:lnTo>
                  <a:pt x="175537" y="14526"/>
                </a:lnTo>
                <a:close/>
              </a:path>
              <a:path w="198755" h="53340">
                <a:moveTo>
                  <a:pt x="176442" y="13848"/>
                </a:moveTo>
                <a:lnTo>
                  <a:pt x="175537" y="14526"/>
                </a:lnTo>
                <a:lnTo>
                  <a:pt x="174863" y="15416"/>
                </a:lnTo>
                <a:lnTo>
                  <a:pt x="176442" y="13848"/>
                </a:lnTo>
                <a:close/>
              </a:path>
              <a:path w="198755" h="53340">
                <a:moveTo>
                  <a:pt x="196109" y="13848"/>
                </a:moveTo>
                <a:lnTo>
                  <a:pt x="176442" y="13848"/>
                </a:lnTo>
                <a:lnTo>
                  <a:pt x="174863" y="15416"/>
                </a:lnTo>
                <a:lnTo>
                  <a:pt x="194923" y="15416"/>
                </a:lnTo>
                <a:lnTo>
                  <a:pt x="196109" y="13848"/>
                </a:lnTo>
                <a:close/>
              </a:path>
              <a:path w="198755" h="53340">
                <a:moveTo>
                  <a:pt x="191494" y="0"/>
                </a:moveTo>
                <a:lnTo>
                  <a:pt x="190016" y="0"/>
                </a:lnTo>
                <a:lnTo>
                  <a:pt x="188356" y="229"/>
                </a:lnTo>
                <a:lnTo>
                  <a:pt x="187373" y="571"/>
                </a:lnTo>
                <a:lnTo>
                  <a:pt x="185543" y="1643"/>
                </a:lnTo>
                <a:lnTo>
                  <a:pt x="184765" y="2334"/>
                </a:lnTo>
                <a:lnTo>
                  <a:pt x="175537" y="14526"/>
                </a:lnTo>
                <a:lnTo>
                  <a:pt x="176442" y="13848"/>
                </a:lnTo>
                <a:lnTo>
                  <a:pt x="196109" y="13848"/>
                </a:lnTo>
                <a:lnTo>
                  <a:pt x="197519" y="11984"/>
                </a:lnTo>
                <a:lnTo>
                  <a:pt x="197972" y="11049"/>
                </a:lnTo>
                <a:lnTo>
                  <a:pt x="198507" y="8997"/>
                </a:lnTo>
                <a:lnTo>
                  <a:pt x="198569" y="7959"/>
                </a:lnTo>
                <a:lnTo>
                  <a:pt x="198278" y="5858"/>
                </a:lnTo>
                <a:lnTo>
                  <a:pt x="193620" y="571"/>
                </a:lnTo>
                <a:lnTo>
                  <a:pt x="19149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5" name="object 7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68661" y="7697602"/>
            <a:ext cx="275174" cy="300761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1392755" y="8474466"/>
            <a:ext cx="41910" cy="212090"/>
          </a:xfrm>
          <a:custGeom>
            <a:avLst/>
            <a:gdLst/>
            <a:ahLst/>
            <a:cxnLst/>
            <a:rect l="l" t="t" r="r" b="b"/>
            <a:pathLst>
              <a:path w="41909" h="212090">
                <a:moveTo>
                  <a:pt x="33960" y="0"/>
                </a:moveTo>
                <a:lnTo>
                  <a:pt x="32625" y="0"/>
                </a:lnTo>
                <a:lnTo>
                  <a:pt x="30565" y="504"/>
                </a:lnTo>
                <a:lnTo>
                  <a:pt x="1320" y="31408"/>
                </a:lnTo>
                <a:lnTo>
                  <a:pt x="0" y="99137"/>
                </a:lnTo>
                <a:lnTo>
                  <a:pt x="833" y="137852"/>
                </a:lnTo>
                <a:lnTo>
                  <a:pt x="873" y="139128"/>
                </a:lnTo>
                <a:lnTo>
                  <a:pt x="3264" y="169012"/>
                </a:lnTo>
                <a:lnTo>
                  <a:pt x="3321" y="169725"/>
                </a:lnTo>
                <a:lnTo>
                  <a:pt x="3423" y="171002"/>
                </a:lnTo>
                <a:lnTo>
                  <a:pt x="13634" y="208596"/>
                </a:lnTo>
                <a:lnTo>
                  <a:pt x="19233" y="211575"/>
                </a:lnTo>
                <a:lnTo>
                  <a:pt x="20102" y="211575"/>
                </a:lnTo>
                <a:lnTo>
                  <a:pt x="27960" y="203305"/>
                </a:lnTo>
                <a:lnTo>
                  <a:pt x="27753" y="202002"/>
                </a:lnTo>
                <a:lnTo>
                  <a:pt x="27627" y="201211"/>
                </a:lnTo>
                <a:lnTo>
                  <a:pt x="27266" y="200234"/>
                </a:lnTo>
                <a:lnTo>
                  <a:pt x="25316" y="197054"/>
                </a:lnTo>
                <a:lnTo>
                  <a:pt x="25058" y="197054"/>
                </a:lnTo>
                <a:lnTo>
                  <a:pt x="24766" y="196156"/>
                </a:lnTo>
                <a:lnTo>
                  <a:pt x="24270" y="195348"/>
                </a:lnTo>
                <a:lnTo>
                  <a:pt x="24503" y="195348"/>
                </a:lnTo>
                <a:lnTo>
                  <a:pt x="22826" y="190195"/>
                </a:lnTo>
                <a:lnTo>
                  <a:pt x="19402" y="169725"/>
                </a:lnTo>
                <a:lnTo>
                  <a:pt x="19279" y="169012"/>
                </a:lnTo>
                <a:lnTo>
                  <a:pt x="16922" y="139128"/>
                </a:lnTo>
                <a:lnTo>
                  <a:pt x="16819" y="137852"/>
                </a:lnTo>
                <a:lnTo>
                  <a:pt x="16000" y="99137"/>
                </a:lnTo>
                <a:lnTo>
                  <a:pt x="15995" y="41169"/>
                </a:lnTo>
                <a:lnTo>
                  <a:pt x="16154" y="40251"/>
                </a:lnTo>
                <a:lnTo>
                  <a:pt x="16516" y="37113"/>
                </a:lnTo>
                <a:lnTo>
                  <a:pt x="16267" y="37113"/>
                </a:lnTo>
                <a:lnTo>
                  <a:pt x="16739" y="35179"/>
                </a:lnTo>
                <a:lnTo>
                  <a:pt x="17004" y="35179"/>
                </a:lnTo>
                <a:lnTo>
                  <a:pt x="17984" y="32611"/>
                </a:lnTo>
                <a:lnTo>
                  <a:pt x="17713" y="32611"/>
                </a:lnTo>
                <a:lnTo>
                  <a:pt x="18657" y="30844"/>
                </a:lnTo>
                <a:lnTo>
                  <a:pt x="18964" y="30844"/>
                </a:lnTo>
                <a:lnTo>
                  <a:pt x="20750" y="28319"/>
                </a:lnTo>
                <a:lnTo>
                  <a:pt x="20504" y="28319"/>
                </a:lnTo>
                <a:lnTo>
                  <a:pt x="21697" y="26981"/>
                </a:lnTo>
                <a:lnTo>
                  <a:pt x="22000" y="26981"/>
                </a:lnTo>
                <a:lnTo>
                  <a:pt x="26028" y="23371"/>
                </a:lnTo>
                <a:lnTo>
                  <a:pt x="39080" y="13840"/>
                </a:lnTo>
                <a:lnTo>
                  <a:pt x="39782" y="13073"/>
                </a:lnTo>
                <a:lnTo>
                  <a:pt x="40791" y="11409"/>
                </a:lnTo>
                <a:lnTo>
                  <a:pt x="40882" y="11259"/>
                </a:lnTo>
                <a:lnTo>
                  <a:pt x="41238" y="10281"/>
                </a:lnTo>
                <a:lnTo>
                  <a:pt x="41560" y="8186"/>
                </a:lnTo>
                <a:lnTo>
                  <a:pt x="41515" y="7147"/>
                </a:lnTo>
                <a:lnTo>
                  <a:pt x="35759" y="276"/>
                </a:lnTo>
                <a:lnTo>
                  <a:pt x="33960" y="0"/>
                </a:lnTo>
                <a:close/>
              </a:path>
              <a:path w="41909" h="212090">
                <a:moveTo>
                  <a:pt x="24766" y="196156"/>
                </a:moveTo>
                <a:lnTo>
                  <a:pt x="25058" y="197054"/>
                </a:lnTo>
                <a:lnTo>
                  <a:pt x="25316" y="197054"/>
                </a:lnTo>
                <a:lnTo>
                  <a:pt x="24766" y="196156"/>
                </a:lnTo>
                <a:close/>
              </a:path>
              <a:path w="41909" h="212090">
                <a:moveTo>
                  <a:pt x="24503" y="195348"/>
                </a:moveTo>
                <a:lnTo>
                  <a:pt x="24270" y="195348"/>
                </a:lnTo>
                <a:lnTo>
                  <a:pt x="24766" y="196156"/>
                </a:lnTo>
                <a:lnTo>
                  <a:pt x="24503" y="195348"/>
                </a:lnTo>
                <a:close/>
              </a:path>
              <a:path w="41909" h="212090">
                <a:moveTo>
                  <a:pt x="16739" y="35179"/>
                </a:moveTo>
                <a:lnTo>
                  <a:pt x="16267" y="37113"/>
                </a:lnTo>
                <a:lnTo>
                  <a:pt x="16624" y="36176"/>
                </a:lnTo>
                <a:lnTo>
                  <a:pt x="16739" y="35179"/>
                </a:lnTo>
                <a:close/>
              </a:path>
              <a:path w="41909" h="212090">
                <a:moveTo>
                  <a:pt x="16624" y="36176"/>
                </a:moveTo>
                <a:lnTo>
                  <a:pt x="16267" y="37113"/>
                </a:lnTo>
                <a:lnTo>
                  <a:pt x="16516" y="37113"/>
                </a:lnTo>
                <a:lnTo>
                  <a:pt x="16624" y="36176"/>
                </a:lnTo>
                <a:close/>
              </a:path>
              <a:path w="41909" h="212090">
                <a:moveTo>
                  <a:pt x="17004" y="35179"/>
                </a:moveTo>
                <a:lnTo>
                  <a:pt x="16739" y="35179"/>
                </a:lnTo>
                <a:lnTo>
                  <a:pt x="16624" y="36176"/>
                </a:lnTo>
                <a:lnTo>
                  <a:pt x="17004" y="35179"/>
                </a:lnTo>
                <a:close/>
              </a:path>
              <a:path w="41909" h="212090">
                <a:moveTo>
                  <a:pt x="18657" y="30844"/>
                </a:moveTo>
                <a:lnTo>
                  <a:pt x="17713" y="32611"/>
                </a:lnTo>
                <a:lnTo>
                  <a:pt x="18565" y="31408"/>
                </a:lnTo>
                <a:lnTo>
                  <a:pt x="18657" y="30844"/>
                </a:lnTo>
                <a:close/>
              </a:path>
              <a:path w="41909" h="212090">
                <a:moveTo>
                  <a:pt x="18299" y="31783"/>
                </a:moveTo>
                <a:lnTo>
                  <a:pt x="17713" y="32611"/>
                </a:lnTo>
                <a:lnTo>
                  <a:pt x="17984" y="32611"/>
                </a:lnTo>
                <a:lnTo>
                  <a:pt x="18299" y="31783"/>
                </a:lnTo>
                <a:close/>
              </a:path>
              <a:path w="41909" h="212090">
                <a:moveTo>
                  <a:pt x="18964" y="30844"/>
                </a:moveTo>
                <a:lnTo>
                  <a:pt x="18657" y="30844"/>
                </a:lnTo>
                <a:lnTo>
                  <a:pt x="18442" y="31408"/>
                </a:lnTo>
                <a:lnTo>
                  <a:pt x="18964" y="30844"/>
                </a:lnTo>
                <a:close/>
              </a:path>
              <a:path w="41909" h="212090">
                <a:moveTo>
                  <a:pt x="21697" y="26981"/>
                </a:moveTo>
                <a:lnTo>
                  <a:pt x="20504" y="28319"/>
                </a:lnTo>
                <a:lnTo>
                  <a:pt x="21176" y="27718"/>
                </a:lnTo>
                <a:lnTo>
                  <a:pt x="21697" y="26981"/>
                </a:lnTo>
                <a:close/>
              </a:path>
              <a:path w="41909" h="212090">
                <a:moveTo>
                  <a:pt x="21176" y="27718"/>
                </a:moveTo>
                <a:lnTo>
                  <a:pt x="20504" y="28319"/>
                </a:lnTo>
                <a:lnTo>
                  <a:pt x="20750" y="28319"/>
                </a:lnTo>
                <a:lnTo>
                  <a:pt x="21176" y="27718"/>
                </a:lnTo>
                <a:close/>
              </a:path>
              <a:path w="41909" h="212090">
                <a:moveTo>
                  <a:pt x="22000" y="26981"/>
                </a:moveTo>
                <a:lnTo>
                  <a:pt x="21697" y="26981"/>
                </a:lnTo>
                <a:lnTo>
                  <a:pt x="21176" y="27718"/>
                </a:lnTo>
                <a:lnTo>
                  <a:pt x="22000" y="2698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7" name="object 7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14113" y="8233177"/>
            <a:ext cx="229197" cy="317392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1615332" y="8285098"/>
            <a:ext cx="269875" cy="313690"/>
            <a:chOff x="1615332" y="8285098"/>
            <a:chExt cx="269875" cy="313690"/>
          </a:xfrm>
        </p:grpSpPr>
        <p:pic>
          <p:nvPicPr>
            <p:cNvPr id="79" name="object 7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674258" y="8323379"/>
              <a:ext cx="157553" cy="207589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615332" y="8285098"/>
              <a:ext cx="269875" cy="313690"/>
            </a:xfrm>
            <a:custGeom>
              <a:avLst/>
              <a:gdLst/>
              <a:ahLst/>
              <a:cxnLst/>
              <a:rect l="l" t="t" r="r" b="b"/>
              <a:pathLst>
                <a:path w="269875" h="313690">
                  <a:moveTo>
                    <a:pt x="262515" y="0"/>
                  </a:moveTo>
                  <a:lnTo>
                    <a:pt x="260369" y="0"/>
                  </a:lnTo>
                  <a:lnTo>
                    <a:pt x="259349" y="204"/>
                  </a:lnTo>
                  <a:lnTo>
                    <a:pt x="219444" y="20490"/>
                  </a:lnTo>
                  <a:lnTo>
                    <a:pt x="166188" y="70948"/>
                  </a:lnTo>
                  <a:lnTo>
                    <a:pt x="135696" y="107821"/>
                  </a:lnTo>
                  <a:lnTo>
                    <a:pt x="72351" y="193267"/>
                  </a:lnTo>
                  <a:lnTo>
                    <a:pt x="44188" y="234387"/>
                  </a:lnTo>
                  <a:lnTo>
                    <a:pt x="19807" y="274384"/>
                  </a:lnTo>
                  <a:lnTo>
                    <a:pt x="12065" y="287400"/>
                  </a:lnTo>
                  <a:lnTo>
                    <a:pt x="1103" y="301495"/>
                  </a:lnTo>
                  <a:lnTo>
                    <a:pt x="637" y="302425"/>
                  </a:lnTo>
                  <a:lnTo>
                    <a:pt x="74" y="304469"/>
                  </a:lnTo>
                  <a:lnTo>
                    <a:pt x="0" y="305507"/>
                  </a:lnTo>
                  <a:lnTo>
                    <a:pt x="264" y="307611"/>
                  </a:lnTo>
                  <a:lnTo>
                    <a:pt x="7240" y="313634"/>
                  </a:lnTo>
                  <a:lnTo>
                    <a:pt x="8006" y="313634"/>
                  </a:lnTo>
                  <a:lnTo>
                    <a:pt x="38459" y="274384"/>
                  </a:lnTo>
                  <a:lnTo>
                    <a:pt x="57398" y="243428"/>
                  </a:lnTo>
                  <a:lnTo>
                    <a:pt x="85210" y="202792"/>
                  </a:lnTo>
                  <a:lnTo>
                    <a:pt x="148456" y="117476"/>
                  </a:lnTo>
                  <a:lnTo>
                    <a:pt x="178118" y="81589"/>
                  </a:lnTo>
                  <a:lnTo>
                    <a:pt x="205339" y="53313"/>
                  </a:lnTo>
                  <a:lnTo>
                    <a:pt x="238814" y="26803"/>
                  </a:lnTo>
                  <a:lnTo>
                    <a:pt x="265501" y="14966"/>
                  </a:lnTo>
                  <a:lnTo>
                    <a:pt x="266364" y="14387"/>
                  </a:lnTo>
                  <a:lnTo>
                    <a:pt x="267860" y="12885"/>
                  </a:lnTo>
                  <a:lnTo>
                    <a:pt x="268437" y="12019"/>
                  </a:lnTo>
                  <a:lnTo>
                    <a:pt x="269243" y="10058"/>
                  </a:lnTo>
                  <a:lnTo>
                    <a:pt x="269445" y="9037"/>
                  </a:lnTo>
                  <a:lnTo>
                    <a:pt x="269440" y="6916"/>
                  </a:lnTo>
                  <a:lnTo>
                    <a:pt x="263532" y="204"/>
                  </a:lnTo>
                  <a:lnTo>
                    <a:pt x="262515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1" name="object 8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914341" y="8508439"/>
            <a:ext cx="184103" cy="226265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2625032" y="8316695"/>
            <a:ext cx="168910" cy="266065"/>
          </a:xfrm>
          <a:custGeom>
            <a:avLst/>
            <a:gdLst/>
            <a:ahLst/>
            <a:cxnLst/>
            <a:rect l="l" t="t" r="r" b="b"/>
            <a:pathLst>
              <a:path w="168910" h="266065">
                <a:moveTo>
                  <a:pt x="135200" y="0"/>
                </a:moveTo>
                <a:lnTo>
                  <a:pt x="133021" y="0"/>
                </a:lnTo>
                <a:lnTo>
                  <a:pt x="118009" y="1668"/>
                </a:lnTo>
                <a:lnTo>
                  <a:pt x="69685" y="23291"/>
                </a:lnTo>
                <a:lnTo>
                  <a:pt x="39241" y="61509"/>
                </a:lnTo>
                <a:lnTo>
                  <a:pt x="21452" y="97407"/>
                </a:lnTo>
                <a:lnTo>
                  <a:pt x="348" y="152300"/>
                </a:lnTo>
                <a:lnTo>
                  <a:pt x="0" y="154639"/>
                </a:lnTo>
                <a:lnTo>
                  <a:pt x="74" y="163382"/>
                </a:lnTo>
                <a:lnTo>
                  <a:pt x="17181" y="214318"/>
                </a:lnTo>
                <a:lnTo>
                  <a:pt x="43691" y="250545"/>
                </a:lnTo>
                <a:lnTo>
                  <a:pt x="83304" y="265316"/>
                </a:lnTo>
                <a:lnTo>
                  <a:pt x="103566" y="265577"/>
                </a:lnTo>
                <a:lnTo>
                  <a:pt x="104034" y="265577"/>
                </a:lnTo>
                <a:lnTo>
                  <a:pt x="123770" y="263828"/>
                </a:lnTo>
                <a:lnTo>
                  <a:pt x="123995" y="263828"/>
                </a:lnTo>
                <a:lnTo>
                  <a:pt x="163949" y="253814"/>
                </a:lnTo>
                <a:lnTo>
                  <a:pt x="167982" y="249615"/>
                </a:lnTo>
                <a:lnTo>
                  <a:pt x="106085" y="249615"/>
                </a:lnTo>
                <a:lnTo>
                  <a:pt x="89161" y="249392"/>
                </a:lnTo>
                <a:lnTo>
                  <a:pt x="84899" y="249392"/>
                </a:lnTo>
                <a:lnTo>
                  <a:pt x="76976" y="248357"/>
                </a:lnTo>
                <a:lnTo>
                  <a:pt x="76348" y="248357"/>
                </a:lnTo>
                <a:lnTo>
                  <a:pt x="68814" y="246236"/>
                </a:lnTo>
                <a:lnTo>
                  <a:pt x="68466" y="246236"/>
                </a:lnTo>
                <a:lnTo>
                  <a:pt x="67317" y="245814"/>
                </a:lnTo>
                <a:lnTo>
                  <a:pt x="67540" y="245814"/>
                </a:lnTo>
                <a:lnTo>
                  <a:pt x="61630" y="243124"/>
                </a:lnTo>
                <a:lnTo>
                  <a:pt x="61336" y="243124"/>
                </a:lnTo>
                <a:lnTo>
                  <a:pt x="60679" y="242692"/>
                </a:lnTo>
                <a:lnTo>
                  <a:pt x="60087" y="242422"/>
                </a:lnTo>
                <a:lnTo>
                  <a:pt x="60270" y="242422"/>
                </a:lnTo>
                <a:lnTo>
                  <a:pt x="54556" y="238658"/>
                </a:lnTo>
                <a:lnTo>
                  <a:pt x="54396" y="238658"/>
                </a:lnTo>
                <a:lnTo>
                  <a:pt x="53958" y="238264"/>
                </a:lnTo>
                <a:lnTo>
                  <a:pt x="53446" y="237926"/>
                </a:lnTo>
                <a:lnTo>
                  <a:pt x="53583" y="237926"/>
                </a:lnTo>
                <a:lnTo>
                  <a:pt x="47319" y="232289"/>
                </a:lnTo>
                <a:lnTo>
                  <a:pt x="42661" y="226621"/>
                </a:lnTo>
                <a:lnTo>
                  <a:pt x="42493" y="226621"/>
                </a:lnTo>
                <a:lnTo>
                  <a:pt x="42140" y="226001"/>
                </a:lnTo>
                <a:lnTo>
                  <a:pt x="41667" y="225437"/>
                </a:lnTo>
                <a:lnTo>
                  <a:pt x="41819" y="225437"/>
                </a:lnTo>
                <a:lnTo>
                  <a:pt x="31598" y="207491"/>
                </a:lnTo>
                <a:lnTo>
                  <a:pt x="20553" y="178451"/>
                </a:lnTo>
                <a:lnTo>
                  <a:pt x="18354" y="172721"/>
                </a:lnTo>
                <a:lnTo>
                  <a:pt x="16685" y="165069"/>
                </a:lnTo>
                <a:lnTo>
                  <a:pt x="16299" y="163382"/>
                </a:lnTo>
                <a:lnTo>
                  <a:pt x="16255" y="163189"/>
                </a:lnTo>
                <a:lnTo>
                  <a:pt x="16070" y="163189"/>
                </a:lnTo>
                <a:lnTo>
                  <a:pt x="16059" y="162335"/>
                </a:lnTo>
                <a:lnTo>
                  <a:pt x="15869" y="161503"/>
                </a:lnTo>
                <a:lnTo>
                  <a:pt x="16049" y="161503"/>
                </a:lnTo>
                <a:lnTo>
                  <a:pt x="15996" y="157175"/>
                </a:lnTo>
                <a:lnTo>
                  <a:pt x="15586" y="157175"/>
                </a:lnTo>
                <a:lnTo>
                  <a:pt x="15936" y="154837"/>
                </a:lnTo>
                <a:lnTo>
                  <a:pt x="15966" y="154639"/>
                </a:lnTo>
                <a:lnTo>
                  <a:pt x="16396" y="154639"/>
                </a:lnTo>
                <a:lnTo>
                  <a:pt x="21832" y="137628"/>
                </a:lnTo>
                <a:lnTo>
                  <a:pt x="21943" y="137281"/>
                </a:lnTo>
                <a:lnTo>
                  <a:pt x="22050" y="136946"/>
                </a:lnTo>
                <a:lnTo>
                  <a:pt x="24146" y="132078"/>
                </a:lnTo>
                <a:lnTo>
                  <a:pt x="36005" y="104067"/>
                </a:lnTo>
                <a:lnTo>
                  <a:pt x="36100" y="103843"/>
                </a:lnTo>
                <a:lnTo>
                  <a:pt x="53086" y="69458"/>
                </a:lnTo>
                <a:lnTo>
                  <a:pt x="57840" y="62370"/>
                </a:lnTo>
                <a:lnTo>
                  <a:pt x="66390" y="49423"/>
                </a:lnTo>
                <a:lnTo>
                  <a:pt x="66209" y="49423"/>
                </a:lnTo>
                <a:lnTo>
                  <a:pt x="66759" y="48865"/>
                </a:lnTo>
                <a:lnTo>
                  <a:pt x="67185" y="48220"/>
                </a:lnTo>
                <a:lnTo>
                  <a:pt x="67394" y="48220"/>
                </a:lnTo>
                <a:lnTo>
                  <a:pt x="79047" y="36394"/>
                </a:lnTo>
                <a:lnTo>
                  <a:pt x="78859" y="36394"/>
                </a:lnTo>
                <a:lnTo>
                  <a:pt x="79467" y="35968"/>
                </a:lnTo>
                <a:lnTo>
                  <a:pt x="79970" y="35458"/>
                </a:lnTo>
                <a:lnTo>
                  <a:pt x="80196" y="35458"/>
                </a:lnTo>
                <a:lnTo>
                  <a:pt x="92373" y="26937"/>
                </a:lnTo>
                <a:lnTo>
                  <a:pt x="92116" y="26937"/>
                </a:lnTo>
                <a:lnTo>
                  <a:pt x="93455" y="26181"/>
                </a:lnTo>
                <a:lnTo>
                  <a:pt x="93819" y="26181"/>
                </a:lnTo>
                <a:lnTo>
                  <a:pt x="106011" y="20761"/>
                </a:lnTo>
                <a:lnTo>
                  <a:pt x="105615" y="20761"/>
                </a:lnTo>
                <a:lnTo>
                  <a:pt x="107129" y="20265"/>
                </a:lnTo>
                <a:lnTo>
                  <a:pt x="107849" y="20265"/>
                </a:lnTo>
                <a:lnTo>
                  <a:pt x="119988" y="17567"/>
                </a:lnTo>
                <a:lnTo>
                  <a:pt x="119775" y="17567"/>
                </a:lnTo>
                <a:lnTo>
                  <a:pt x="135841" y="15779"/>
                </a:lnTo>
                <a:lnTo>
                  <a:pt x="136833" y="15466"/>
                </a:lnTo>
                <a:lnTo>
                  <a:pt x="141880" y="9156"/>
                </a:lnTo>
                <a:lnTo>
                  <a:pt x="141854" y="7066"/>
                </a:lnTo>
                <a:lnTo>
                  <a:pt x="137149" y="565"/>
                </a:lnTo>
                <a:lnTo>
                  <a:pt x="135200" y="0"/>
                </a:lnTo>
                <a:close/>
              </a:path>
              <a:path w="168910" h="266065">
                <a:moveTo>
                  <a:pt x="168249" y="244171"/>
                </a:moveTo>
                <a:lnTo>
                  <a:pt x="141236" y="244171"/>
                </a:lnTo>
                <a:lnTo>
                  <a:pt x="119744" y="248357"/>
                </a:lnTo>
                <a:lnTo>
                  <a:pt x="117168" y="248357"/>
                </a:lnTo>
                <a:lnTo>
                  <a:pt x="102964" y="249615"/>
                </a:lnTo>
                <a:lnTo>
                  <a:pt x="167982" y="249615"/>
                </a:lnTo>
                <a:lnTo>
                  <a:pt x="168100" y="249392"/>
                </a:lnTo>
                <a:lnTo>
                  <a:pt x="168434" y="248357"/>
                </a:lnTo>
                <a:lnTo>
                  <a:pt x="168550" y="245151"/>
                </a:lnTo>
                <a:lnTo>
                  <a:pt x="168354" y="244511"/>
                </a:lnTo>
                <a:lnTo>
                  <a:pt x="168249" y="244171"/>
                </a:lnTo>
                <a:close/>
              </a:path>
              <a:path w="168910" h="266065">
                <a:moveTo>
                  <a:pt x="67317" y="245814"/>
                </a:moveTo>
                <a:lnTo>
                  <a:pt x="68466" y="246236"/>
                </a:lnTo>
                <a:lnTo>
                  <a:pt x="67901" y="245979"/>
                </a:lnTo>
                <a:lnTo>
                  <a:pt x="67317" y="245814"/>
                </a:lnTo>
                <a:close/>
              </a:path>
              <a:path w="168910" h="266065">
                <a:moveTo>
                  <a:pt x="67901" y="245979"/>
                </a:moveTo>
                <a:lnTo>
                  <a:pt x="68466" y="246236"/>
                </a:lnTo>
                <a:lnTo>
                  <a:pt x="68814" y="246236"/>
                </a:lnTo>
                <a:lnTo>
                  <a:pt x="67901" y="245979"/>
                </a:lnTo>
                <a:close/>
              </a:path>
              <a:path w="168910" h="266065">
                <a:moveTo>
                  <a:pt x="67540" y="245814"/>
                </a:moveTo>
                <a:lnTo>
                  <a:pt x="67317" y="245814"/>
                </a:lnTo>
                <a:lnTo>
                  <a:pt x="67901" y="245979"/>
                </a:lnTo>
                <a:lnTo>
                  <a:pt x="67540" y="245814"/>
                </a:lnTo>
                <a:close/>
              </a:path>
              <a:path w="168910" h="266065">
                <a:moveTo>
                  <a:pt x="162538" y="238658"/>
                </a:moveTo>
                <a:lnTo>
                  <a:pt x="158822" y="238658"/>
                </a:lnTo>
                <a:lnTo>
                  <a:pt x="139694" y="244511"/>
                </a:lnTo>
                <a:lnTo>
                  <a:pt x="141088" y="244171"/>
                </a:lnTo>
                <a:lnTo>
                  <a:pt x="168249" y="244171"/>
                </a:lnTo>
                <a:lnTo>
                  <a:pt x="168006" y="243377"/>
                </a:lnTo>
                <a:lnTo>
                  <a:pt x="167929" y="243124"/>
                </a:lnTo>
                <a:lnTo>
                  <a:pt x="167551" y="242422"/>
                </a:lnTo>
                <a:lnTo>
                  <a:pt x="167436" y="242208"/>
                </a:lnTo>
                <a:lnTo>
                  <a:pt x="166086" y="240572"/>
                </a:lnTo>
                <a:lnTo>
                  <a:pt x="165281" y="239914"/>
                </a:lnTo>
                <a:lnTo>
                  <a:pt x="163408" y="238920"/>
                </a:lnTo>
                <a:lnTo>
                  <a:pt x="162538" y="238658"/>
                </a:lnTo>
                <a:close/>
              </a:path>
              <a:path w="168910" h="266065">
                <a:moveTo>
                  <a:pt x="60679" y="242692"/>
                </a:moveTo>
                <a:lnTo>
                  <a:pt x="61368" y="243124"/>
                </a:lnTo>
                <a:lnTo>
                  <a:pt x="61630" y="243124"/>
                </a:lnTo>
                <a:lnTo>
                  <a:pt x="60679" y="242692"/>
                </a:lnTo>
                <a:close/>
              </a:path>
              <a:path w="168910" h="266065">
                <a:moveTo>
                  <a:pt x="60270" y="242422"/>
                </a:moveTo>
                <a:lnTo>
                  <a:pt x="60087" y="242422"/>
                </a:lnTo>
                <a:lnTo>
                  <a:pt x="60679" y="242692"/>
                </a:lnTo>
                <a:lnTo>
                  <a:pt x="60270" y="242422"/>
                </a:lnTo>
                <a:close/>
              </a:path>
              <a:path w="168910" h="266065">
                <a:moveTo>
                  <a:pt x="53958" y="238264"/>
                </a:moveTo>
                <a:lnTo>
                  <a:pt x="54396" y="238658"/>
                </a:lnTo>
                <a:lnTo>
                  <a:pt x="54556" y="238658"/>
                </a:lnTo>
                <a:lnTo>
                  <a:pt x="53958" y="238264"/>
                </a:lnTo>
                <a:close/>
              </a:path>
              <a:path w="168910" h="266065">
                <a:moveTo>
                  <a:pt x="53583" y="237926"/>
                </a:moveTo>
                <a:lnTo>
                  <a:pt x="53446" y="237926"/>
                </a:lnTo>
                <a:lnTo>
                  <a:pt x="53958" y="238264"/>
                </a:lnTo>
                <a:lnTo>
                  <a:pt x="53583" y="237926"/>
                </a:lnTo>
                <a:close/>
              </a:path>
              <a:path w="168910" h="266065">
                <a:moveTo>
                  <a:pt x="42140" y="226001"/>
                </a:moveTo>
                <a:lnTo>
                  <a:pt x="42493" y="226621"/>
                </a:lnTo>
                <a:lnTo>
                  <a:pt x="42661" y="226621"/>
                </a:lnTo>
                <a:lnTo>
                  <a:pt x="42140" y="226001"/>
                </a:lnTo>
                <a:close/>
              </a:path>
              <a:path w="168910" h="266065">
                <a:moveTo>
                  <a:pt x="41819" y="225437"/>
                </a:moveTo>
                <a:lnTo>
                  <a:pt x="41667" y="225437"/>
                </a:lnTo>
                <a:lnTo>
                  <a:pt x="42140" y="226001"/>
                </a:lnTo>
                <a:lnTo>
                  <a:pt x="41819" y="225437"/>
                </a:lnTo>
                <a:close/>
              </a:path>
              <a:path w="168910" h="266065">
                <a:moveTo>
                  <a:pt x="16059" y="162335"/>
                </a:moveTo>
                <a:lnTo>
                  <a:pt x="16070" y="163189"/>
                </a:lnTo>
                <a:lnTo>
                  <a:pt x="16255" y="163189"/>
                </a:lnTo>
                <a:lnTo>
                  <a:pt x="16059" y="162335"/>
                </a:lnTo>
                <a:close/>
              </a:path>
              <a:path w="168910" h="266065">
                <a:moveTo>
                  <a:pt x="16049" y="161503"/>
                </a:moveTo>
                <a:lnTo>
                  <a:pt x="15869" y="161503"/>
                </a:lnTo>
                <a:lnTo>
                  <a:pt x="16059" y="162335"/>
                </a:lnTo>
                <a:lnTo>
                  <a:pt x="16049" y="161503"/>
                </a:lnTo>
                <a:close/>
              </a:path>
              <a:path w="168910" h="266065">
                <a:moveTo>
                  <a:pt x="15968" y="154837"/>
                </a:moveTo>
                <a:lnTo>
                  <a:pt x="15771" y="155937"/>
                </a:lnTo>
                <a:lnTo>
                  <a:pt x="15586" y="157175"/>
                </a:lnTo>
                <a:lnTo>
                  <a:pt x="15981" y="155937"/>
                </a:lnTo>
                <a:lnTo>
                  <a:pt x="15968" y="154837"/>
                </a:lnTo>
                <a:close/>
              </a:path>
              <a:path w="168910" h="266065">
                <a:moveTo>
                  <a:pt x="15981" y="155937"/>
                </a:moveTo>
                <a:lnTo>
                  <a:pt x="15586" y="157175"/>
                </a:lnTo>
                <a:lnTo>
                  <a:pt x="15996" y="157175"/>
                </a:lnTo>
                <a:lnTo>
                  <a:pt x="15981" y="155937"/>
                </a:lnTo>
                <a:close/>
              </a:path>
              <a:path w="168910" h="266065">
                <a:moveTo>
                  <a:pt x="16396" y="154639"/>
                </a:moveTo>
                <a:lnTo>
                  <a:pt x="15966" y="154639"/>
                </a:lnTo>
                <a:lnTo>
                  <a:pt x="15981" y="155937"/>
                </a:lnTo>
                <a:lnTo>
                  <a:pt x="16333" y="154837"/>
                </a:lnTo>
                <a:lnTo>
                  <a:pt x="16396" y="154639"/>
                </a:lnTo>
                <a:close/>
              </a:path>
              <a:path w="168910" h="266065">
                <a:moveTo>
                  <a:pt x="66759" y="48865"/>
                </a:moveTo>
                <a:lnTo>
                  <a:pt x="66209" y="49423"/>
                </a:lnTo>
                <a:lnTo>
                  <a:pt x="66390" y="49423"/>
                </a:lnTo>
                <a:lnTo>
                  <a:pt x="66759" y="48865"/>
                </a:lnTo>
                <a:close/>
              </a:path>
              <a:path w="168910" h="266065">
                <a:moveTo>
                  <a:pt x="67394" y="48220"/>
                </a:moveTo>
                <a:lnTo>
                  <a:pt x="67185" y="48220"/>
                </a:lnTo>
                <a:lnTo>
                  <a:pt x="66759" y="48865"/>
                </a:lnTo>
                <a:lnTo>
                  <a:pt x="67394" y="48220"/>
                </a:lnTo>
                <a:close/>
              </a:path>
              <a:path w="168910" h="266065">
                <a:moveTo>
                  <a:pt x="79467" y="35968"/>
                </a:moveTo>
                <a:lnTo>
                  <a:pt x="78859" y="36394"/>
                </a:lnTo>
                <a:lnTo>
                  <a:pt x="79047" y="36394"/>
                </a:lnTo>
                <a:lnTo>
                  <a:pt x="79467" y="35968"/>
                </a:lnTo>
                <a:close/>
              </a:path>
              <a:path w="168910" h="266065">
                <a:moveTo>
                  <a:pt x="80196" y="35458"/>
                </a:moveTo>
                <a:lnTo>
                  <a:pt x="79970" y="35458"/>
                </a:lnTo>
                <a:lnTo>
                  <a:pt x="79467" y="35968"/>
                </a:lnTo>
                <a:lnTo>
                  <a:pt x="80196" y="35458"/>
                </a:lnTo>
                <a:close/>
              </a:path>
              <a:path w="168910" h="266065">
                <a:moveTo>
                  <a:pt x="93455" y="26181"/>
                </a:moveTo>
                <a:lnTo>
                  <a:pt x="92116" y="26937"/>
                </a:lnTo>
                <a:lnTo>
                  <a:pt x="92820" y="26625"/>
                </a:lnTo>
                <a:lnTo>
                  <a:pt x="93455" y="26181"/>
                </a:lnTo>
                <a:close/>
              </a:path>
              <a:path w="168910" h="266065">
                <a:moveTo>
                  <a:pt x="92820" y="26625"/>
                </a:moveTo>
                <a:lnTo>
                  <a:pt x="92116" y="26937"/>
                </a:lnTo>
                <a:lnTo>
                  <a:pt x="92373" y="26937"/>
                </a:lnTo>
                <a:lnTo>
                  <a:pt x="92820" y="26625"/>
                </a:lnTo>
                <a:close/>
              </a:path>
              <a:path w="168910" h="266065">
                <a:moveTo>
                  <a:pt x="93819" y="26181"/>
                </a:moveTo>
                <a:lnTo>
                  <a:pt x="93455" y="26181"/>
                </a:lnTo>
                <a:lnTo>
                  <a:pt x="92820" y="26625"/>
                </a:lnTo>
                <a:lnTo>
                  <a:pt x="93819" y="26181"/>
                </a:lnTo>
                <a:close/>
              </a:path>
              <a:path w="168910" h="266065">
                <a:moveTo>
                  <a:pt x="107129" y="20265"/>
                </a:moveTo>
                <a:lnTo>
                  <a:pt x="105615" y="20761"/>
                </a:lnTo>
                <a:lnTo>
                  <a:pt x="106408" y="20585"/>
                </a:lnTo>
                <a:lnTo>
                  <a:pt x="107129" y="20265"/>
                </a:lnTo>
                <a:close/>
              </a:path>
              <a:path w="168910" h="266065">
                <a:moveTo>
                  <a:pt x="106408" y="20585"/>
                </a:moveTo>
                <a:lnTo>
                  <a:pt x="105615" y="20761"/>
                </a:lnTo>
                <a:lnTo>
                  <a:pt x="106011" y="20761"/>
                </a:lnTo>
                <a:lnTo>
                  <a:pt x="106408" y="20585"/>
                </a:lnTo>
                <a:close/>
              </a:path>
              <a:path w="168910" h="266065">
                <a:moveTo>
                  <a:pt x="107849" y="20265"/>
                </a:moveTo>
                <a:lnTo>
                  <a:pt x="107129" y="20265"/>
                </a:lnTo>
                <a:lnTo>
                  <a:pt x="106408" y="20585"/>
                </a:lnTo>
                <a:lnTo>
                  <a:pt x="107849" y="2026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296155" y="8362332"/>
            <a:ext cx="22860" cy="172720"/>
          </a:xfrm>
          <a:custGeom>
            <a:avLst/>
            <a:gdLst/>
            <a:ahLst/>
            <a:cxnLst/>
            <a:rect l="l" t="t" r="r" b="b"/>
            <a:pathLst>
              <a:path w="22860" h="172720">
                <a:moveTo>
                  <a:pt x="1872" y="13690"/>
                </a:moveTo>
                <a:lnTo>
                  <a:pt x="2674" y="18632"/>
                </a:lnTo>
                <a:lnTo>
                  <a:pt x="2814" y="19041"/>
                </a:lnTo>
                <a:lnTo>
                  <a:pt x="3216" y="34933"/>
                </a:lnTo>
                <a:lnTo>
                  <a:pt x="3224" y="86428"/>
                </a:lnTo>
                <a:lnTo>
                  <a:pt x="4036" y="137544"/>
                </a:lnTo>
                <a:lnTo>
                  <a:pt x="13180" y="172651"/>
                </a:lnTo>
                <a:lnTo>
                  <a:pt x="16019" y="172651"/>
                </a:lnTo>
                <a:lnTo>
                  <a:pt x="22486" y="163949"/>
                </a:lnTo>
                <a:lnTo>
                  <a:pt x="20150" y="139033"/>
                </a:lnTo>
                <a:lnTo>
                  <a:pt x="20040" y="137858"/>
                </a:lnTo>
                <a:lnTo>
                  <a:pt x="20011" y="137544"/>
                </a:lnTo>
                <a:lnTo>
                  <a:pt x="19222" y="86428"/>
                </a:lnTo>
                <a:lnTo>
                  <a:pt x="19218" y="34933"/>
                </a:lnTo>
                <a:lnTo>
                  <a:pt x="18254" y="14780"/>
                </a:lnTo>
                <a:lnTo>
                  <a:pt x="2418" y="14780"/>
                </a:lnTo>
                <a:lnTo>
                  <a:pt x="1872" y="13690"/>
                </a:lnTo>
                <a:close/>
              </a:path>
              <a:path w="22860" h="172720">
                <a:moveTo>
                  <a:pt x="1676" y="12480"/>
                </a:moveTo>
                <a:lnTo>
                  <a:pt x="1872" y="13690"/>
                </a:lnTo>
                <a:lnTo>
                  <a:pt x="2418" y="14780"/>
                </a:lnTo>
                <a:lnTo>
                  <a:pt x="1676" y="12480"/>
                </a:lnTo>
                <a:close/>
              </a:path>
              <a:path w="22860" h="172720">
                <a:moveTo>
                  <a:pt x="17881" y="12480"/>
                </a:moveTo>
                <a:lnTo>
                  <a:pt x="1676" y="12480"/>
                </a:lnTo>
                <a:lnTo>
                  <a:pt x="2418" y="14780"/>
                </a:lnTo>
                <a:lnTo>
                  <a:pt x="18254" y="14780"/>
                </a:lnTo>
                <a:lnTo>
                  <a:pt x="17881" y="12480"/>
                </a:lnTo>
                <a:close/>
              </a:path>
              <a:path w="22860" h="172720">
                <a:moveTo>
                  <a:pt x="9505" y="0"/>
                </a:moveTo>
                <a:lnTo>
                  <a:pt x="6296" y="0"/>
                </a:lnTo>
                <a:lnTo>
                  <a:pt x="5293" y="275"/>
                </a:lnTo>
                <a:lnTo>
                  <a:pt x="0" y="6379"/>
                </a:lnTo>
                <a:lnTo>
                  <a:pt x="20" y="9526"/>
                </a:lnTo>
                <a:lnTo>
                  <a:pt x="294" y="10529"/>
                </a:lnTo>
                <a:lnTo>
                  <a:pt x="1872" y="13690"/>
                </a:lnTo>
                <a:lnTo>
                  <a:pt x="1676" y="12480"/>
                </a:lnTo>
                <a:lnTo>
                  <a:pt x="17881" y="12480"/>
                </a:lnTo>
                <a:lnTo>
                  <a:pt x="17565" y="10529"/>
                </a:lnTo>
                <a:lnTo>
                  <a:pt x="17467" y="9925"/>
                </a:lnTo>
                <a:lnTo>
                  <a:pt x="16725" y="7625"/>
                </a:lnTo>
                <a:lnTo>
                  <a:pt x="14643" y="3463"/>
                </a:lnTo>
                <a:lnTo>
                  <a:pt x="13962" y="2555"/>
                </a:lnTo>
                <a:lnTo>
                  <a:pt x="12425" y="1223"/>
                </a:lnTo>
                <a:lnTo>
                  <a:pt x="11456" y="650"/>
                </a:lnTo>
                <a:lnTo>
                  <a:pt x="950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403362" y="8348994"/>
            <a:ext cx="108585" cy="297180"/>
          </a:xfrm>
          <a:custGeom>
            <a:avLst/>
            <a:gdLst/>
            <a:ahLst/>
            <a:cxnLst/>
            <a:rect l="l" t="t" r="r" b="b"/>
            <a:pathLst>
              <a:path w="108585" h="297179">
                <a:moveTo>
                  <a:pt x="88118" y="71241"/>
                </a:moveTo>
                <a:lnTo>
                  <a:pt x="71902" y="71241"/>
                </a:lnTo>
                <a:lnTo>
                  <a:pt x="87635" y="71497"/>
                </a:lnTo>
                <a:lnTo>
                  <a:pt x="85159" y="83874"/>
                </a:lnTo>
                <a:lnTo>
                  <a:pt x="85001" y="84524"/>
                </a:lnTo>
                <a:lnTo>
                  <a:pt x="74272" y="121664"/>
                </a:lnTo>
                <a:lnTo>
                  <a:pt x="74051" y="122321"/>
                </a:lnTo>
                <a:lnTo>
                  <a:pt x="72626" y="126018"/>
                </a:lnTo>
                <a:lnTo>
                  <a:pt x="72641" y="227319"/>
                </a:lnTo>
                <a:lnTo>
                  <a:pt x="74090" y="246716"/>
                </a:lnTo>
                <a:lnTo>
                  <a:pt x="74202" y="248204"/>
                </a:lnTo>
                <a:lnTo>
                  <a:pt x="74291" y="249396"/>
                </a:lnTo>
                <a:lnTo>
                  <a:pt x="87703" y="285932"/>
                </a:lnTo>
                <a:lnTo>
                  <a:pt x="98912" y="296561"/>
                </a:lnTo>
                <a:lnTo>
                  <a:pt x="101829" y="296561"/>
                </a:lnTo>
                <a:lnTo>
                  <a:pt x="108365" y="287211"/>
                </a:lnTo>
                <a:lnTo>
                  <a:pt x="107723" y="285189"/>
                </a:lnTo>
                <a:lnTo>
                  <a:pt x="107222" y="284279"/>
                </a:lnTo>
                <a:lnTo>
                  <a:pt x="101338" y="277289"/>
                </a:lnTo>
                <a:lnTo>
                  <a:pt x="101018" y="277289"/>
                </a:lnTo>
                <a:lnTo>
                  <a:pt x="99938" y="275626"/>
                </a:lnTo>
                <a:lnTo>
                  <a:pt x="100212" y="275626"/>
                </a:lnTo>
                <a:lnTo>
                  <a:pt x="95099" y="265078"/>
                </a:lnTo>
                <a:lnTo>
                  <a:pt x="94941" y="265078"/>
                </a:lnTo>
                <a:lnTo>
                  <a:pt x="94743" y="264345"/>
                </a:lnTo>
                <a:lnTo>
                  <a:pt x="94416" y="263671"/>
                </a:lnTo>
                <a:lnTo>
                  <a:pt x="94562" y="263671"/>
                </a:lnTo>
                <a:lnTo>
                  <a:pt x="90392" y="248204"/>
                </a:lnTo>
                <a:lnTo>
                  <a:pt x="90243" y="248204"/>
                </a:lnTo>
                <a:lnTo>
                  <a:pt x="90186" y="247442"/>
                </a:lnTo>
                <a:lnTo>
                  <a:pt x="89990" y="246716"/>
                </a:lnTo>
                <a:lnTo>
                  <a:pt x="90132" y="246716"/>
                </a:lnTo>
                <a:lnTo>
                  <a:pt x="88682" y="227319"/>
                </a:lnTo>
                <a:lnTo>
                  <a:pt x="88557" y="144806"/>
                </a:lnTo>
                <a:lnTo>
                  <a:pt x="88506" y="73567"/>
                </a:lnTo>
                <a:lnTo>
                  <a:pt x="88161" y="71497"/>
                </a:lnTo>
                <a:lnTo>
                  <a:pt x="88118" y="71241"/>
                </a:lnTo>
                <a:close/>
              </a:path>
              <a:path w="108585" h="297179">
                <a:moveTo>
                  <a:pt x="99938" y="275626"/>
                </a:moveTo>
                <a:lnTo>
                  <a:pt x="101018" y="277289"/>
                </a:lnTo>
                <a:lnTo>
                  <a:pt x="100584" y="276393"/>
                </a:lnTo>
                <a:lnTo>
                  <a:pt x="99938" y="275626"/>
                </a:lnTo>
                <a:close/>
              </a:path>
              <a:path w="108585" h="297179">
                <a:moveTo>
                  <a:pt x="100584" y="276393"/>
                </a:moveTo>
                <a:lnTo>
                  <a:pt x="101018" y="277289"/>
                </a:lnTo>
                <a:lnTo>
                  <a:pt x="101338" y="277289"/>
                </a:lnTo>
                <a:lnTo>
                  <a:pt x="100584" y="276393"/>
                </a:lnTo>
                <a:close/>
              </a:path>
              <a:path w="108585" h="297179">
                <a:moveTo>
                  <a:pt x="100212" y="275626"/>
                </a:moveTo>
                <a:lnTo>
                  <a:pt x="99938" y="275626"/>
                </a:lnTo>
                <a:lnTo>
                  <a:pt x="100584" y="276393"/>
                </a:lnTo>
                <a:lnTo>
                  <a:pt x="100212" y="275626"/>
                </a:lnTo>
                <a:close/>
              </a:path>
              <a:path w="108585" h="297179">
                <a:moveTo>
                  <a:pt x="94743" y="264345"/>
                </a:moveTo>
                <a:lnTo>
                  <a:pt x="94941" y="265078"/>
                </a:lnTo>
                <a:lnTo>
                  <a:pt x="95099" y="265078"/>
                </a:lnTo>
                <a:lnTo>
                  <a:pt x="94743" y="264345"/>
                </a:lnTo>
                <a:close/>
              </a:path>
              <a:path w="108585" h="297179">
                <a:moveTo>
                  <a:pt x="94562" y="263671"/>
                </a:moveTo>
                <a:lnTo>
                  <a:pt x="94416" y="263671"/>
                </a:lnTo>
                <a:lnTo>
                  <a:pt x="94743" y="264345"/>
                </a:lnTo>
                <a:lnTo>
                  <a:pt x="94562" y="263671"/>
                </a:lnTo>
                <a:close/>
              </a:path>
              <a:path w="108585" h="297179">
                <a:moveTo>
                  <a:pt x="90186" y="247442"/>
                </a:moveTo>
                <a:lnTo>
                  <a:pt x="90243" y="248204"/>
                </a:lnTo>
                <a:lnTo>
                  <a:pt x="90392" y="248204"/>
                </a:lnTo>
                <a:lnTo>
                  <a:pt x="90186" y="247442"/>
                </a:lnTo>
                <a:close/>
              </a:path>
              <a:path w="108585" h="297179">
                <a:moveTo>
                  <a:pt x="90132" y="246716"/>
                </a:moveTo>
                <a:lnTo>
                  <a:pt x="89990" y="246716"/>
                </a:lnTo>
                <a:lnTo>
                  <a:pt x="90186" y="247442"/>
                </a:lnTo>
                <a:lnTo>
                  <a:pt x="90132" y="246716"/>
                </a:lnTo>
                <a:close/>
              </a:path>
              <a:path w="108585" h="297179">
                <a:moveTo>
                  <a:pt x="11996" y="0"/>
                </a:moveTo>
                <a:lnTo>
                  <a:pt x="10826" y="0"/>
                </a:lnTo>
                <a:lnTo>
                  <a:pt x="8203" y="461"/>
                </a:lnTo>
                <a:lnTo>
                  <a:pt x="8567" y="461"/>
                </a:lnTo>
                <a:lnTo>
                  <a:pt x="7898" y="721"/>
                </a:lnTo>
                <a:lnTo>
                  <a:pt x="0" y="91551"/>
                </a:lnTo>
                <a:lnTo>
                  <a:pt x="520" y="116566"/>
                </a:lnTo>
                <a:lnTo>
                  <a:pt x="626" y="121664"/>
                </a:lnTo>
                <a:lnTo>
                  <a:pt x="717" y="126018"/>
                </a:lnTo>
                <a:lnTo>
                  <a:pt x="798" y="129905"/>
                </a:lnTo>
                <a:lnTo>
                  <a:pt x="897" y="132088"/>
                </a:lnTo>
                <a:lnTo>
                  <a:pt x="3071" y="147852"/>
                </a:lnTo>
                <a:lnTo>
                  <a:pt x="3181" y="148652"/>
                </a:lnTo>
                <a:lnTo>
                  <a:pt x="3306" y="149554"/>
                </a:lnTo>
                <a:lnTo>
                  <a:pt x="32447" y="171099"/>
                </a:lnTo>
                <a:lnTo>
                  <a:pt x="35430" y="170963"/>
                </a:lnTo>
                <a:lnTo>
                  <a:pt x="59143" y="155398"/>
                </a:lnTo>
                <a:lnTo>
                  <a:pt x="31725" y="155398"/>
                </a:lnTo>
                <a:lnTo>
                  <a:pt x="33201" y="155047"/>
                </a:lnTo>
                <a:lnTo>
                  <a:pt x="31749" y="154840"/>
                </a:lnTo>
                <a:lnTo>
                  <a:pt x="28751" y="154840"/>
                </a:lnTo>
                <a:lnTo>
                  <a:pt x="26045" y="154028"/>
                </a:lnTo>
                <a:lnTo>
                  <a:pt x="26884" y="154028"/>
                </a:lnTo>
                <a:lnTo>
                  <a:pt x="24279" y="152793"/>
                </a:lnTo>
                <a:lnTo>
                  <a:pt x="22937" y="152793"/>
                </a:lnTo>
                <a:lnTo>
                  <a:pt x="20497" y="151001"/>
                </a:lnTo>
                <a:lnTo>
                  <a:pt x="20789" y="151001"/>
                </a:lnTo>
                <a:lnTo>
                  <a:pt x="19636" y="149235"/>
                </a:lnTo>
                <a:lnTo>
                  <a:pt x="20135" y="149235"/>
                </a:lnTo>
                <a:lnTo>
                  <a:pt x="19537" y="147852"/>
                </a:lnTo>
                <a:lnTo>
                  <a:pt x="19220" y="147852"/>
                </a:lnTo>
                <a:lnTo>
                  <a:pt x="18719" y="146065"/>
                </a:lnTo>
                <a:lnTo>
                  <a:pt x="18638" y="145774"/>
                </a:lnTo>
                <a:lnTo>
                  <a:pt x="18933" y="145774"/>
                </a:lnTo>
                <a:lnTo>
                  <a:pt x="16918" y="131164"/>
                </a:lnTo>
                <a:lnTo>
                  <a:pt x="16807" y="130359"/>
                </a:lnTo>
                <a:lnTo>
                  <a:pt x="16000" y="91551"/>
                </a:lnTo>
                <a:lnTo>
                  <a:pt x="15994" y="29489"/>
                </a:lnTo>
                <a:lnTo>
                  <a:pt x="16159" y="28559"/>
                </a:lnTo>
                <a:lnTo>
                  <a:pt x="17495" y="17199"/>
                </a:lnTo>
                <a:lnTo>
                  <a:pt x="17589" y="16399"/>
                </a:lnTo>
                <a:lnTo>
                  <a:pt x="18048" y="14526"/>
                </a:lnTo>
                <a:lnTo>
                  <a:pt x="19333" y="8736"/>
                </a:lnTo>
                <a:lnTo>
                  <a:pt x="14066" y="461"/>
                </a:lnTo>
                <a:lnTo>
                  <a:pt x="11996" y="0"/>
                </a:lnTo>
                <a:close/>
              </a:path>
              <a:path w="108585" h="297179">
                <a:moveTo>
                  <a:pt x="33201" y="155047"/>
                </a:moveTo>
                <a:lnTo>
                  <a:pt x="31725" y="155398"/>
                </a:lnTo>
                <a:lnTo>
                  <a:pt x="34709" y="155262"/>
                </a:lnTo>
                <a:lnTo>
                  <a:pt x="33201" y="155047"/>
                </a:lnTo>
                <a:close/>
              </a:path>
              <a:path w="108585" h="297179">
                <a:moveTo>
                  <a:pt x="38671" y="153748"/>
                </a:moveTo>
                <a:lnTo>
                  <a:pt x="33201" y="155047"/>
                </a:lnTo>
                <a:lnTo>
                  <a:pt x="34709" y="155262"/>
                </a:lnTo>
                <a:lnTo>
                  <a:pt x="31725" y="155398"/>
                </a:lnTo>
                <a:lnTo>
                  <a:pt x="59143" y="155398"/>
                </a:lnTo>
                <a:lnTo>
                  <a:pt x="59354" y="155047"/>
                </a:lnTo>
                <a:lnTo>
                  <a:pt x="59479" y="154840"/>
                </a:lnTo>
                <a:lnTo>
                  <a:pt x="37287" y="154840"/>
                </a:lnTo>
                <a:lnTo>
                  <a:pt x="38671" y="153748"/>
                </a:lnTo>
                <a:close/>
              </a:path>
              <a:path w="108585" h="297179">
                <a:moveTo>
                  <a:pt x="26045" y="154028"/>
                </a:moveTo>
                <a:lnTo>
                  <a:pt x="28751" y="154840"/>
                </a:lnTo>
                <a:lnTo>
                  <a:pt x="28600" y="154840"/>
                </a:lnTo>
                <a:lnTo>
                  <a:pt x="27245" y="154199"/>
                </a:lnTo>
                <a:lnTo>
                  <a:pt x="26045" y="154028"/>
                </a:lnTo>
                <a:close/>
              </a:path>
              <a:path w="108585" h="297179">
                <a:moveTo>
                  <a:pt x="27245" y="154199"/>
                </a:moveTo>
                <a:lnTo>
                  <a:pt x="28600" y="154840"/>
                </a:lnTo>
                <a:lnTo>
                  <a:pt x="31749" y="154840"/>
                </a:lnTo>
                <a:lnTo>
                  <a:pt x="27245" y="154199"/>
                </a:lnTo>
                <a:close/>
              </a:path>
              <a:path w="108585" h="297179">
                <a:moveTo>
                  <a:pt x="40391" y="153339"/>
                </a:moveTo>
                <a:lnTo>
                  <a:pt x="38671" y="153748"/>
                </a:lnTo>
                <a:lnTo>
                  <a:pt x="37287" y="154840"/>
                </a:lnTo>
                <a:lnTo>
                  <a:pt x="40391" y="153339"/>
                </a:lnTo>
                <a:close/>
              </a:path>
              <a:path w="108585" h="297179">
                <a:moveTo>
                  <a:pt x="60385" y="153339"/>
                </a:moveTo>
                <a:lnTo>
                  <a:pt x="40391" y="153339"/>
                </a:lnTo>
                <a:lnTo>
                  <a:pt x="37287" y="154840"/>
                </a:lnTo>
                <a:lnTo>
                  <a:pt x="59479" y="154840"/>
                </a:lnTo>
                <a:lnTo>
                  <a:pt x="60385" y="153339"/>
                </a:lnTo>
                <a:close/>
              </a:path>
              <a:path w="108585" h="297179">
                <a:moveTo>
                  <a:pt x="26884" y="154028"/>
                </a:moveTo>
                <a:lnTo>
                  <a:pt x="26045" y="154028"/>
                </a:lnTo>
                <a:lnTo>
                  <a:pt x="27245" y="154199"/>
                </a:lnTo>
                <a:lnTo>
                  <a:pt x="26884" y="154028"/>
                </a:lnTo>
                <a:close/>
              </a:path>
              <a:path w="108585" h="297179">
                <a:moveTo>
                  <a:pt x="43984" y="149554"/>
                </a:moveTo>
                <a:lnTo>
                  <a:pt x="38671" y="153748"/>
                </a:lnTo>
                <a:lnTo>
                  <a:pt x="40391" y="153339"/>
                </a:lnTo>
                <a:lnTo>
                  <a:pt x="60385" y="153339"/>
                </a:lnTo>
                <a:lnTo>
                  <a:pt x="61795" y="151001"/>
                </a:lnTo>
                <a:lnTo>
                  <a:pt x="61918" y="150797"/>
                </a:lnTo>
                <a:lnTo>
                  <a:pt x="43234" y="150797"/>
                </a:lnTo>
                <a:lnTo>
                  <a:pt x="43984" y="149554"/>
                </a:lnTo>
                <a:close/>
              </a:path>
              <a:path w="108585" h="297179">
                <a:moveTo>
                  <a:pt x="21002" y="151240"/>
                </a:moveTo>
                <a:lnTo>
                  <a:pt x="21173" y="151498"/>
                </a:lnTo>
                <a:lnTo>
                  <a:pt x="22937" y="152793"/>
                </a:lnTo>
                <a:lnTo>
                  <a:pt x="21885" y="151659"/>
                </a:lnTo>
                <a:lnTo>
                  <a:pt x="21002" y="151240"/>
                </a:lnTo>
                <a:close/>
              </a:path>
              <a:path w="108585" h="297179">
                <a:moveTo>
                  <a:pt x="21885" y="151659"/>
                </a:moveTo>
                <a:lnTo>
                  <a:pt x="22937" y="152793"/>
                </a:lnTo>
                <a:lnTo>
                  <a:pt x="24279" y="152793"/>
                </a:lnTo>
                <a:lnTo>
                  <a:pt x="21885" y="151659"/>
                </a:lnTo>
                <a:close/>
              </a:path>
              <a:path w="108585" h="297179">
                <a:moveTo>
                  <a:pt x="20570" y="150241"/>
                </a:moveTo>
                <a:lnTo>
                  <a:pt x="20810" y="150797"/>
                </a:lnTo>
                <a:lnTo>
                  <a:pt x="20899" y="151001"/>
                </a:lnTo>
                <a:lnTo>
                  <a:pt x="21002" y="151240"/>
                </a:lnTo>
                <a:lnTo>
                  <a:pt x="21885" y="151659"/>
                </a:lnTo>
                <a:lnTo>
                  <a:pt x="20570" y="150241"/>
                </a:lnTo>
                <a:close/>
              </a:path>
              <a:path w="108585" h="297179">
                <a:moveTo>
                  <a:pt x="20497" y="151001"/>
                </a:moveTo>
                <a:lnTo>
                  <a:pt x="21173" y="151498"/>
                </a:lnTo>
                <a:lnTo>
                  <a:pt x="21002" y="151240"/>
                </a:lnTo>
                <a:lnTo>
                  <a:pt x="20497" y="151001"/>
                </a:lnTo>
                <a:close/>
              </a:path>
              <a:path w="108585" h="297179">
                <a:moveTo>
                  <a:pt x="20789" y="151001"/>
                </a:moveTo>
                <a:lnTo>
                  <a:pt x="20497" y="151001"/>
                </a:lnTo>
                <a:lnTo>
                  <a:pt x="21002" y="151240"/>
                </a:lnTo>
                <a:lnTo>
                  <a:pt x="20789" y="151001"/>
                </a:lnTo>
                <a:close/>
              </a:path>
              <a:path w="108585" h="297179">
                <a:moveTo>
                  <a:pt x="19932" y="149554"/>
                </a:moveTo>
                <a:lnTo>
                  <a:pt x="20162" y="150040"/>
                </a:lnTo>
                <a:lnTo>
                  <a:pt x="20789" y="151001"/>
                </a:lnTo>
                <a:lnTo>
                  <a:pt x="20810" y="150797"/>
                </a:lnTo>
                <a:lnTo>
                  <a:pt x="20570" y="150241"/>
                </a:lnTo>
                <a:lnTo>
                  <a:pt x="20483" y="150040"/>
                </a:lnTo>
                <a:lnTo>
                  <a:pt x="19932" y="149554"/>
                </a:lnTo>
                <a:close/>
              </a:path>
              <a:path w="108585" h="297179">
                <a:moveTo>
                  <a:pt x="45126" y="148652"/>
                </a:moveTo>
                <a:lnTo>
                  <a:pt x="43984" y="149554"/>
                </a:lnTo>
                <a:lnTo>
                  <a:pt x="43234" y="150797"/>
                </a:lnTo>
                <a:lnTo>
                  <a:pt x="45126" y="148652"/>
                </a:lnTo>
                <a:close/>
              </a:path>
              <a:path w="108585" h="297179">
                <a:moveTo>
                  <a:pt x="63212" y="148652"/>
                </a:moveTo>
                <a:lnTo>
                  <a:pt x="45126" y="148652"/>
                </a:lnTo>
                <a:lnTo>
                  <a:pt x="43234" y="150797"/>
                </a:lnTo>
                <a:lnTo>
                  <a:pt x="61918" y="150797"/>
                </a:lnTo>
                <a:lnTo>
                  <a:pt x="63212" y="148652"/>
                </a:lnTo>
                <a:close/>
              </a:path>
              <a:path w="108585" h="297179">
                <a:moveTo>
                  <a:pt x="20135" y="149235"/>
                </a:moveTo>
                <a:lnTo>
                  <a:pt x="19636" y="149235"/>
                </a:lnTo>
                <a:lnTo>
                  <a:pt x="20383" y="150040"/>
                </a:lnTo>
                <a:lnTo>
                  <a:pt x="20272" y="149554"/>
                </a:lnTo>
                <a:lnTo>
                  <a:pt x="20135" y="149235"/>
                </a:lnTo>
                <a:close/>
              </a:path>
              <a:path w="108585" h="297179">
                <a:moveTo>
                  <a:pt x="68086" y="137800"/>
                </a:moveTo>
                <a:lnTo>
                  <a:pt x="51074" y="137800"/>
                </a:lnTo>
                <a:lnTo>
                  <a:pt x="50715" y="138395"/>
                </a:lnTo>
                <a:lnTo>
                  <a:pt x="50459" y="139058"/>
                </a:lnTo>
                <a:lnTo>
                  <a:pt x="50315" y="139058"/>
                </a:lnTo>
                <a:lnTo>
                  <a:pt x="43984" y="149554"/>
                </a:lnTo>
                <a:lnTo>
                  <a:pt x="45126" y="148652"/>
                </a:lnTo>
                <a:lnTo>
                  <a:pt x="63212" y="148652"/>
                </a:lnTo>
                <a:lnTo>
                  <a:pt x="64772" y="146065"/>
                </a:lnTo>
                <a:lnTo>
                  <a:pt x="65385" y="144806"/>
                </a:lnTo>
                <a:lnTo>
                  <a:pt x="67601" y="139058"/>
                </a:lnTo>
                <a:lnTo>
                  <a:pt x="50459" y="139058"/>
                </a:lnTo>
                <a:lnTo>
                  <a:pt x="50783" y="138395"/>
                </a:lnTo>
                <a:lnTo>
                  <a:pt x="67856" y="138395"/>
                </a:lnTo>
                <a:lnTo>
                  <a:pt x="68086" y="137800"/>
                </a:lnTo>
                <a:close/>
              </a:path>
              <a:path w="108585" h="297179">
                <a:moveTo>
                  <a:pt x="18764" y="146065"/>
                </a:moveTo>
                <a:lnTo>
                  <a:pt x="18919" y="146776"/>
                </a:lnTo>
                <a:lnTo>
                  <a:pt x="19220" y="147852"/>
                </a:lnTo>
                <a:lnTo>
                  <a:pt x="19071" y="146776"/>
                </a:lnTo>
                <a:lnTo>
                  <a:pt x="18764" y="146065"/>
                </a:lnTo>
                <a:close/>
              </a:path>
              <a:path w="108585" h="297179">
                <a:moveTo>
                  <a:pt x="19071" y="146776"/>
                </a:moveTo>
                <a:lnTo>
                  <a:pt x="19220" y="147852"/>
                </a:lnTo>
                <a:lnTo>
                  <a:pt x="19537" y="147852"/>
                </a:lnTo>
                <a:lnTo>
                  <a:pt x="19071" y="146776"/>
                </a:lnTo>
                <a:close/>
              </a:path>
              <a:path w="108585" h="297179">
                <a:moveTo>
                  <a:pt x="18933" y="145774"/>
                </a:moveTo>
                <a:lnTo>
                  <a:pt x="18638" y="145774"/>
                </a:lnTo>
                <a:lnTo>
                  <a:pt x="19071" y="146776"/>
                </a:lnTo>
                <a:lnTo>
                  <a:pt x="18973" y="146065"/>
                </a:lnTo>
                <a:lnTo>
                  <a:pt x="18933" y="145774"/>
                </a:lnTo>
                <a:close/>
              </a:path>
              <a:path w="108585" h="297179">
                <a:moveTo>
                  <a:pt x="81761" y="62122"/>
                </a:moveTo>
                <a:lnTo>
                  <a:pt x="77905" y="62122"/>
                </a:lnTo>
                <a:lnTo>
                  <a:pt x="75970" y="62787"/>
                </a:lnTo>
                <a:lnTo>
                  <a:pt x="76097" y="62787"/>
                </a:lnTo>
                <a:lnTo>
                  <a:pt x="75500" y="63117"/>
                </a:lnTo>
                <a:lnTo>
                  <a:pt x="69632" y="80091"/>
                </a:lnTo>
                <a:lnTo>
                  <a:pt x="59124" y="116566"/>
                </a:lnTo>
                <a:lnTo>
                  <a:pt x="50715" y="138395"/>
                </a:lnTo>
                <a:lnTo>
                  <a:pt x="51074" y="137800"/>
                </a:lnTo>
                <a:lnTo>
                  <a:pt x="68086" y="137800"/>
                </a:lnTo>
                <a:lnTo>
                  <a:pt x="72626" y="126018"/>
                </a:lnTo>
                <a:lnTo>
                  <a:pt x="72618" y="74883"/>
                </a:lnTo>
                <a:lnTo>
                  <a:pt x="72289" y="73567"/>
                </a:lnTo>
                <a:lnTo>
                  <a:pt x="71944" y="71497"/>
                </a:lnTo>
                <a:lnTo>
                  <a:pt x="71902" y="71241"/>
                </a:lnTo>
                <a:lnTo>
                  <a:pt x="88118" y="71241"/>
                </a:lnTo>
                <a:lnTo>
                  <a:pt x="87527" y="67692"/>
                </a:lnTo>
                <a:lnTo>
                  <a:pt x="83510" y="62787"/>
                </a:lnTo>
                <a:lnTo>
                  <a:pt x="81761" y="62122"/>
                </a:lnTo>
                <a:close/>
              </a:path>
              <a:path w="108585" h="297179">
                <a:moveTo>
                  <a:pt x="71902" y="71241"/>
                </a:moveTo>
                <a:lnTo>
                  <a:pt x="72289" y="73567"/>
                </a:lnTo>
                <a:lnTo>
                  <a:pt x="72618" y="74883"/>
                </a:lnTo>
                <a:lnTo>
                  <a:pt x="72626" y="126018"/>
                </a:lnTo>
                <a:lnTo>
                  <a:pt x="85001" y="84524"/>
                </a:lnTo>
                <a:lnTo>
                  <a:pt x="87635" y="71497"/>
                </a:lnTo>
                <a:lnTo>
                  <a:pt x="71902" y="7124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294545" y="8410219"/>
            <a:ext cx="214629" cy="100330"/>
          </a:xfrm>
          <a:custGeom>
            <a:avLst/>
            <a:gdLst/>
            <a:ahLst/>
            <a:cxnLst/>
            <a:rect l="l" t="t" r="r" b="b"/>
            <a:pathLst>
              <a:path w="214629" h="100329">
                <a:moveTo>
                  <a:pt x="212242" y="5765"/>
                </a:moveTo>
                <a:lnTo>
                  <a:pt x="212191" y="5613"/>
                </a:lnTo>
                <a:lnTo>
                  <a:pt x="212077" y="5194"/>
                </a:lnTo>
                <a:lnTo>
                  <a:pt x="211112" y="3302"/>
                </a:lnTo>
                <a:lnTo>
                  <a:pt x="210477" y="2489"/>
                </a:lnTo>
                <a:lnTo>
                  <a:pt x="208864" y="1117"/>
                </a:lnTo>
                <a:lnTo>
                  <a:pt x="207949" y="609"/>
                </a:lnTo>
                <a:lnTo>
                  <a:pt x="206070" y="0"/>
                </a:lnTo>
                <a:lnTo>
                  <a:pt x="202793" y="0"/>
                </a:lnTo>
                <a:lnTo>
                  <a:pt x="201790" y="279"/>
                </a:lnTo>
                <a:lnTo>
                  <a:pt x="192138" y="5194"/>
                </a:lnTo>
                <a:lnTo>
                  <a:pt x="191452" y="5613"/>
                </a:lnTo>
                <a:lnTo>
                  <a:pt x="191020" y="5765"/>
                </a:lnTo>
                <a:lnTo>
                  <a:pt x="190627" y="5969"/>
                </a:lnTo>
                <a:lnTo>
                  <a:pt x="191084" y="5765"/>
                </a:lnTo>
                <a:lnTo>
                  <a:pt x="212242" y="5765"/>
                </a:lnTo>
                <a:close/>
              </a:path>
              <a:path w="214629" h="100329">
                <a:moveTo>
                  <a:pt x="212407" y="9461"/>
                </a:moveTo>
                <a:lnTo>
                  <a:pt x="212293" y="5969"/>
                </a:lnTo>
                <a:lnTo>
                  <a:pt x="190627" y="5969"/>
                </a:lnTo>
                <a:lnTo>
                  <a:pt x="190487" y="5969"/>
                </a:lnTo>
                <a:lnTo>
                  <a:pt x="181216" y="9461"/>
                </a:lnTo>
                <a:lnTo>
                  <a:pt x="158242" y="14071"/>
                </a:lnTo>
                <a:lnTo>
                  <a:pt x="104279" y="21424"/>
                </a:lnTo>
                <a:lnTo>
                  <a:pt x="53936" y="28854"/>
                </a:lnTo>
                <a:lnTo>
                  <a:pt x="53771" y="28854"/>
                </a:lnTo>
                <a:lnTo>
                  <a:pt x="26339" y="31280"/>
                </a:lnTo>
                <a:lnTo>
                  <a:pt x="12344" y="32143"/>
                </a:lnTo>
                <a:lnTo>
                  <a:pt x="12712" y="32143"/>
                </a:lnTo>
                <a:lnTo>
                  <a:pt x="5892" y="33134"/>
                </a:lnTo>
                <a:lnTo>
                  <a:pt x="4902" y="33477"/>
                </a:lnTo>
                <a:lnTo>
                  <a:pt x="0" y="40970"/>
                </a:lnTo>
                <a:lnTo>
                  <a:pt x="304" y="43078"/>
                </a:lnTo>
                <a:lnTo>
                  <a:pt x="7112" y="48907"/>
                </a:lnTo>
                <a:lnTo>
                  <a:pt x="8547" y="48907"/>
                </a:lnTo>
                <a:lnTo>
                  <a:pt x="14490" y="48056"/>
                </a:lnTo>
                <a:lnTo>
                  <a:pt x="27749" y="47205"/>
                </a:lnTo>
                <a:lnTo>
                  <a:pt x="55816" y="44742"/>
                </a:lnTo>
                <a:lnTo>
                  <a:pt x="106527" y="37261"/>
                </a:lnTo>
                <a:lnTo>
                  <a:pt x="160997" y="29845"/>
                </a:lnTo>
                <a:lnTo>
                  <a:pt x="197904" y="20218"/>
                </a:lnTo>
                <a:lnTo>
                  <a:pt x="212293" y="9677"/>
                </a:lnTo>
                <a:lnTo>
                  <a:pt x="212369" y="9461"/>
                </a:lnTo>
                <a:close/>
              </a:path>
              <a:path w="214629" h="100329">
                <a:moveTo>
                  <a:pt x="214083" y="84074"/>
                </a:moveTo>
                <a:lnTo>
                  <a:pt x="213918" y="83426"/>
                </a:lnTo>
                <a:lnTo>
                  <a:pt x="213804" y="82981"/>
                </a:lnTo>
                <a:lnTo>
                  <a:pt x="213410" y="82156"/>
                </a:lnTo>
                <a:lnTo>
                  <a:pt x="213144" y="81597"/>
                </a:lnTo>
                <a:lnTo>
                  <a:pt x="212915" y="81114"/>
                </a:lnTo>
                <a:lnTo>
                  <a:pt x="212267" y="80238"/>
                </a:lnTo>
                <a:lnTo>
                  <a:pt x="210705" y="78816"/>
                </a:lnTo>
                <a:lnTo>
                  <a:pt x="209804" y="78282"/>
                </a:lnTo>
                <a:lnTo>
                  <a:pt x="207810" y="77571"/>
                </a:lnTo>
                <a:lnTo>
                  <a:pt x="204495" y="77571"/>
                </a:lnTo>
                <a:lnTo>
                  <a:pt x="203657" y="77774"/>
                </a:lnTo>
                <a:lnTo>
                  <a:pt x="195605" y="81597"/>
                </a:lnTo>
                <a:lnTo>
                  <a:pt x="182029" y="83299"/>
                </a:lnTo>
                <a:lnTo>
                  <a:pt x="179412" y="83299"/>
                </a:lnTo>
                <a:lnTo>
                  <a:pt x="130937" y="84074"/>
                </a:lnTo>
                <a:lnTo>
                  <a:pt x="80352" y="84074"/>
                </a:lnTo>
                <a:lnTo>
                  <a:pt x="55384" y="82562"/>
                </a:lnTo>
                <a:lnTo>
                  <a:pt x="54203" y="82562"/>
                </a:lnTo>
                <a:lnTo>
                  <a:pt x="44907" y="80708"/>
                </a:lnTo>
                <a:lnTo>
                  <a:pt x="43865" y="80708"/>
                </a:lnTo>
                <a:lnTo>
                  <a:pt x="41783" y="81114"/>
                </a:lnTo>
                <a:lnTo>
                  <a:pt x="36334" y="88226"/>
                </a:lnTo>
                <a:lnTo>
                  <a:pt x="36334" y="89268"/>
                </a:lnTo>
                <a:lnTo>
                  <a:pt x="79590" y="100063"/>
                </a:lnTo>
                <a:lnTo>
                  <a:pt x="131978" y="100063"/>
                </a:lnTo>
                <a:lnTo>
                  <a:pt x="183146" y="99237"/>
                </a:lnTo>
                <a:lnTo>
                  <a:pt x="183515" y="99237"/>
                </a:lnTo>
                <a:lnTo>
                  <a:pt x="213220" y="89268"/>
                </a:lnTo>
                <a:lnTo>
                  <a:pt x="213309" y="89141"/>
                </a:lnTo>
                <a:lnTo>
                  <a:pt x="214020" y="87134"/>
                </a:lnTo>
                <a:lnTo>
                  <a:pt x="214058" y="840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8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149649" y="8273974"/>
            <a:ext cx="124238" cy="212322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14916" y="10085658"/>
            <a:ext cx="252101" cy="81211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781403" y="8264400"/>
            <a:ext cx="422765" cy="310056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379834" y="8238655"/>
            <a:ext cx="197162" cy="245069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657089" y="8239049"/>
            <a:ext cx="384982" cy="302831"/>
          </a:xfrm>
          <a:prstGeom prst="rect">
            <a:avLst/>
          </a:prstGeom>
        </p:spPr>
      </p:pic>
      <p:sp>
        <p:nvSpPr>
          <p:cNvPr id="91" name="object 91"/>
          <p:cNvSpPr/>
          <p:nvPr/>
        </p:nvSpPr>
        <p:spPr>
          <a:xfrm>
            <a:off x="558181" y="7765168"/>
            <a:ext cx="51435" cy="269875"/>
          </a:xfrm>
          <a:custGeom>
            <a:avLst/>
            <a:gdLst/>
            <a:ahLst/>
            <a:cxnLst/>
            <a:rect l="l" t="t" r="r" b="b"/>
            <a:pathLst>
              <a:path w="51434" h="269875">
                <a:moveTo>
                  <a:pt x="21561" y="0"/>
                </a:moveTo>
                <a:lnTo>
                  <a:pt x="20257" y="0"/>
                </a:lnTo>
                <a:lnTo>
                  <a:pt x="18196" y="495"/>
                </a:lnTo>
                <a:lnTo>
                  <a:pt x="6599" y="48599"/>
                </a:lnTo>
                <a:lnTo>
                  <a:pt x="1682" y="90116"/>
                </a:lnTo>
                <a:lnTo>
                  <a:pt x="0" y="132123"/>
                </a:lnTo>
                <a:lnTo>
                  <a:pt x="1" y="133022"/>
                </a:lnTo>
                <a:lnTo>
                  <a:pt x="2186" y="171810"/>
                </a:lnTo>
                <a:lnTo>
                  <a:pt x="20152" y="236960"/>
                </a:lnTo>
                <a:lnTo>
                  <a:pt x="39926" y="268987"/>
                </a:lnTo>
                <a:lnTo>
                  <a:pt x="40063" y="268987"/>
                </a:lnTo>
                <a:lnTo>
                  <a:pt x="41797" y="269476"/>
                </a:lnTo>
                <a:lnTo>
                  <a:pt x="44424" y="269476"/>
                </a:lnTo>
                <a:lnTo>
                  <a:pt x="45930" y="268987"/>
                </a:lnTo>
                <a:lnTo>
                  <a:pt x="50932" y="262642"/>
                </a:lnTo>
                <a:lnTo>
                  <a:pt x="50891" y="260553"/>
                </a:lnTo>
                <a:lnTo>
                  <a:pt x="50764" y="259500"/>
                </a:lnTo>
                <a:lnTo>
                  <a:pt x="50443" y="258511"/>
                </a:lnTo>
                <a:lnTo>
                  <a:pt x="34631" y="230268"/>
                </a:lnTo>
                <a:lnTo>
                  <a:pt x="26285" y="207460"/>
                </a:lnTo>
                <a:lnTo>
                  <a:pt x="24227" y="201904"/>
                </a:lnTo>
                <a:lnTo>
                  <a:pt x="20828" y="187455"/>
                </a:lnTo>
                <a:lnTo>
                  <a:pt x="20757" y="187156"/>
                </a:lnTo>
                <a:lnTo>
                  <a:pt x="20681" y="186842"/>
                </a:lnTo>
                <a:lnTo>
                  <a:pt x="18197" y="170905"/>
                </a:lnTo>
                <a:lnTo>
                  <a:pt x="18072" y="170111"/>
                </a:lnTo>
                <a:lnTo>
                  <a:pt x="16023" y="133022"/>
                </a:lnTo>
                <a:lnTo>
                  <a:pt x="15972" y="132123"/>
                </a:lnTo>
                <a:lnTo>
                  <a:pt x="17592" y="91994"/>
                </a:lnTo>
                <a:lnTo>
                  <a:pt x="17716" y="90742"/>
                </a:lnTo>
                <a:lnTo>
                  <a:pt x="22448" y="50788"/>
                </a:lnTo>
                <a:lnTo>
                  <a:pt x="29161" y="8221"/>
                </a:lnTo>
                <a:lnTo>
                  <a:pt x="29119" y="7183"/>
                </a:lnTo>
                <a:lnTo>
                  <a:pt x="23391" y="289"/>
                </a:lnTo>
                <a:lnTo>
                  <a:pt x="2156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96367" y="7509255"/>
            <a:ext cx="278130" cy="569595"/>
          </a:xfrm>
          <a:custGeom>
            <a:avLst/>
            <a:gdLst/>
            <a:ahLst/>
            <a:cxnLst/>
            <a:rect l="l" t="t" r="r" b="b"/>
            <a:pathLst>
              <a:path w="278130" h="569595">
                <a:moveTo>
                  <a:pt x="52565" y="17449"/>
                </a:moveTo>
                <a:lnTo>
                  <a:pt x="52336" y="17449"/>
                </a:lnTo>
                <a:lnTo>
                  <a:pt x="52209" y="18021"/>
                </a:lnTo>
                <a:lnTo>
                  <a:pt x="52565" y="17449"/>
                </a:lnTo>
                <a:close/>
              </a:path>
              <a:path w="278130" h="569595">
                <a:moveTo>
                  <a:pt x="53174" y="16852"/>
                </a:moveTo>
                <a:lnTo>
                  <a:pt x="52959" y="16852"/>
                </a:lnTo>
                <a:lnTo>
                  <a:pt x="52476" y="16852"/>
                </a:lnTo>
                <a:lnTo>
                  <a:pt x="52425" y="17068"/>
                </a:lnTo>
                <a:lnTo>
                  <a:pt x="52489" y="17272"/>
                </a:lnTo>
                <a:lnTo>
                  <a:pt x="52565" y="17449"/>
                </a:lnTo>
                <a:lnTo>
                  <a:pt x="52819" y="17068"/>
                </a:lnTo>
                <a:lnTo>
                  <a:pt x="53174" y="16852"/>
                </a:lnTo>
                <a:close/>
              </a:path>
              <a:path w="278130" h="569595">
                <a:moveTo>
                  <a:pt x="118554" y="20777"/>
                </a:moveTo>
                <a:lnTo>
                  <a:pt x="118110" y="20561"/>
                </a:lnTo>
                <a:lnTo>
                  <a:pt x="108623" y="16002"/>
                </a:lnTo>
                <a:lnTo>
                  <a:pt x="61226" y="16002"/>
                </a:lnTo>
                <a:lnTo>
                  <a:pt x="78968" y="20777"/>
                </a:lnTo>
                <a:lnTo>
                  <a:pt x="79527" y="20929"/>
                </a:lnTo>
                <a:lnTo>
                  <a:pt x="79082" y="20777"/>
                </a:lnTo>
                <a:lnTo>
                  <a:pt x="118554" y="20777"/>
                </a:lnTo>
                <a:close/>
              </a:path>
              <a:path w="278130" h="569595">
                <a:moveTo>
                  <a:pt x="168465" y="51295"/>
                </a:moveTo>
                <a:lnTo>
                  <a:pt x="118872" y="20929"/>
                </a:lnTo>
                <a:lnTo>
                  <a:pt x="79527" y="20929"/>
                </a:lnTo>
                <a:lnTo>
                  <a:pt x="79324" y="20929"/>
                </a:lnTo>
                <a:lnTo>
                  <a:pt x="102743" y="30937"/>
                </a:lnTo>
                <a:lnTo>
                  <a:pt x="158038" y="57467"/>
                </a:lnTo>
                <a:lnTo>
                  <a:pt x="159042" y="57734"/>
                </a:lnTo>
                <a:lnTo>
                  <a:pt x="162102" y="57734"/>
                </a:lnTo>
                <a:lnTo>
                  <a:pt x="164020" y="57048"/>
                </a:lnTo>
                <a:lnTo>
                  <a:pt x="168211" y="52311"/>
                </a:lnTo>
                <a:lnTo>
                  <a:pt x="168465" y="51295"/>
                </a:lnTo>
                <a:close/>
              </a:path>
              <a:path w="278130" h="569595">
                <a:moveTo>
                  <a:pt x="216611" y="166738"/>
                </a:moveTo>
                <a:lnTo>
                  <a:pt x="209677" y="159804"/>
                </a:lnTo>
                <a:lnTo>
                  <a:pt x="207556" y="159804"/>
                </a:lnTo>
                <a:lnTo>
                  <a:pt x="200609" y="166738"/>
                </a:lnTo>
                <a:lnTo>
                  <a:pt x="200609" y="168859"/>
                </a:lnTo>
                <a:lnTo>
                  <a:pt x="207556" y="175793"/>
                </a:lnTo>
                <a:lnTo>
                  <a:pt x="209677" y="175793"/>
                </a:lnTo>
                <a:lnTo>
                  <a:pt x="216611" y="168859"/>
                </a:lnTo>
                <a:lnTo>
                  <a:pt x="216611" y="167792"/>
                </a:lnTo>
                <a:lnTo>
                  <a:pt x="216611" y="166738"/>
                </a:lnTo>
                <a:close/>
              </a:path>
              <a:path w="278130" h="569595">
                <a:moveTo>
                  <a:pt x="277774" y="562267"/>
                </a:moveTo>
                <a:lnTo>
                  <a:pt x="275818" y="555777"/>
                </a:lnTo>
                <a:lnTo>
                  <a:pt x="275666" y="555586"/>
                </a:lnTo>
                <a:lnTo>
                  <a:pt x="275259" y="555231"/>
                </a:lnTo>
                <a:lnTo>
                  <a:pt x="272046" y="552704"/>
                </a:lnTo>
                <a:lnTo>
                  <a:pt x="271780" y="552500"/>
                </a:lnTo>
                <a:lnTo>
                  <a:pt x="265049" y="547179"/>
                </a:lnTo>
                <a:lnTo>
                  <a:pt x="263499" y="546227"/>
                </a:lnTo>
                <a:lnTo>
                  <a:pt x="251891" y="540766"/>
                </a:lnTo>
                <a:lnTo>
                  <a:pt x="250698" y="540346"/>
                </a:lnTo>
                <a:lnTo>
                  <a:pt x="250837" y="540346"/>
                </a:lnTo>
                <a:lnTo>
                  <a:pt x="236855" y="536956"/>
                </a:lnTo>
                <a:lnTo>
                  <a:pt x="235534" y="536740"/>
                </a:lnTo>
                <a:lnTo>
                  <a:pt x="220891" y="535711"/>
                </a:lnTo>
                <a:lnTo>
                  <a:pt x="220637" y="535711"/>
                </a:lnTo>
                <a:lnTo>
                  <a:pt x="203022" y="533260"/>
                </a:lnTo>
                <a:lnTo>
                  <a:pt x="144399" y="511848"/>
                </a:lnTo>
                <a:lnTo>
                  <a:pt x="105041" y="492734"/>
                </a:lnTo>
                <a:lnTo>
                  <a:pt x="85013" y="480707"/>
                </a:lnTo>
                <a:lnTo>
                  <a:pt x="68757" y="468071"/>
                </a:lnTo>
                <a:lnTo>
                  <a:pt x="65316" y="464451"/>
                </a:lnTo>
                <a:lnTo>
                  <a:pt x="54419" y="453275"/>
                </a:lnTo>
                <a:lnTo>
                  <a:pt x="49339" y="446201"/>
                </a:lnTo>
                <a:lnTo>
                  <a:pt x="42443" y="436753"/>
                </a:lnTo>
                <a:lnTo>
                  <a:pt x="36817" y="426021"/>
                </a:lnTo>
                <a:lnTo>
                  <a:pt x="32804" y="418490"/>
                </a:lnTo>
                <a:lnTo>
                  <a:pt x="27508" y="403961"/>
                </a:lnTo>
                <a:lnTo>
                  <a:pt x="25463" y="398424"/>
                </a:lnTo>
                <a:lnTo>
                  <a:pt x="20637" y="377367"/>
                </a:lnTo>
                <a:lnTo>
                  <a:pt x="20523" y="376910"/>
                </a:lnTo>
                <a:lnTo>
                  <a:pt x="20421" y="376466"/>
                </a:lnTo>
                <a:lnTo>
                  <a:pt x="17932" y="354444"/>
                </a:lnTo>
                <a:lnTo>
                  <a:pt x="17856" y="353809"/>
                </a:lnTo>
                <a:lnTo>
                  <a:pt x="17754" y="352933"/>
                </a:lnTo>
                <a:lnTo>
                  <a:pt x="17716" y="352602"/>
                </a:lnTo>
                <a:lnTo>
                  <a:pt x="16002" y="302044"/>
                </a:lnTo>
                <a:lnTo>
                  <a:pt x="15989" y="301586"/>
                </a:lnTo>
                <a:lnTo>
                  <a:pt x="17208" y="249821"/>
                </a:lnTo>
                <a:lnTo>
                  <a:pt x="21399" y="196850"/>
                </a:lnTo>
                <a:lnTo>
                  <a:pt x="21424" y="196430"/>
                </a:lnTo>
                <a:lnTo>
                  <a:pt x="28587" y="142925"/>
                </a:lnTo>
                <a:lnTo>
                  <a:pt x="43141" y="57734"/>
                </a:lnTo>
                <a:lnTo>
                  <a:pt x="43256" y="57048"/>
                </a:lnTo>
                <a:lnTo>
                  <a:pt x="51943" y="19189"/>
                </a:lnTo>
                <a:lnTo>
                  <a:pt x="52209" y="18021"/>
                </a:lnTo>
                <a:lnTo>
                  <a:pt x="51447" y="19189"/>
                </a:lnTo>
                <a:lnTo>
                  <a:pt x="52197" y="18021"/>
                </a:lnTo>
                <a:lnTo>
                  <a:pt x="52336" y="17449"/>
                </a:lnTo>
                <a:lnTo>
                  <a:pt x="52184" y="17449"/>
                </a:lnTo>
                <a:lnTo>
                  <a:pt x="52336" y="17068"/>
                </a:lnTo>
                <a:lnTo>
                  <a:pt x="52412" y="16878"/>
                </a:lnTo>
                <a:lnTo>
                  <a:pt x="52006" y="16852"/>
                </a:lnTo>
                <a:lnTo>
                  <a:pt x="51574" y="16852"/>
                </a:lnTo>
                <a:lnTo>
                  <a:pt x="52387" y="16713"/>
                </a:lnTo>
                <a:lnTo>
                  <a:pt x="52628" y="16675"/>
                </a:lnTo>
                <a:lnTo>
                  <a:pt x="53213" y="16103"/>
                </a:lnTo>
                <a:lnTo>
                  <a:pt x="52743" y="16586"/>
                </a:lnTo>
                <a:lnTo>
                  <a:pt x="53263" y="16383"/>
                </a:lnTo>
                <a:lnTo>
                  <a:pt x="54279" y="16002"/>
                </a:lnTo>
                <a:lnTo>
                  <a:pt x="53263" y="16383"/>
                </a:lnTo>
                <a:lnTo>
                  <a:pt x="52743" y="16586"/>
                </a:lnTo>
                <a:lnTo>
                  <a:pt x="53136" y="16586"/>
                </a:lnTo>
                <a:lnTo>
                  <a:pt x="53835" y="16459"/>
                </a:lnTo>
                <a:lnTo>
                  <a:pt x="56362" y="16002"/>
                </a:lnTo>
                <a:lnTo>
                  <a:pt x="57797" y="15760"/>
                </a:lnTo>
                <a:lnTo>
                  <a:pt x="54711" y="15925"/>
                </a:lnTo>
                <a:lnTo>
                  <a:pt x="55092" y="15709"/>
                </a:lnTo>
                <a:lnTo>
                  <a:pt x="54457" y="15938"/>
                </a:lnTo>
                <a:lnTo>
                  <a:pt x="53517" y="16002"/>
                </a:lnTo>
                <a:lnTo>
                  <a:pt x="53314" y="16002"/>
                </a:lnTo>
                <a:lnTo>
                  <a:pt x="53835" y="15506"/>
                </a:lnTo>
                <a:lnTo>
                  <a:pt x="55410" y="15532"/>
                </a:lnTo>
                <a:lnTo>
                  <a:pt x="55626" y="15506"/>
                </a:lnTo>
                <a:lnTo>
                  <a:pt x="58940" y="15557"/>
                </a:lnTo>
                <a:lnTo>
                  <a:pt x="59207" y="15506"/>
                </a:lnTo>
                <a:lnTo>
                  <a:pt x="62191" y="15506"/>
                </a:lnTo>
                <a:lnTo>
                  <a:pt x="61023" y="15582"/>
                </a:lnTo>
                <a:lnTo>
                  <a:pt x="108534" y="16002"/>
                </a:lnTo>
                <a:lnTo>
                  <a:pt x="107353" y="15506"/>
                </a:lnTo>
                <a:lnTo>
                  <a:pt x="84747" y="5842"/>
                </a:lnTo>
                <a:lnTo>
                  <a:pt x="83680" y="5473"/>
                </a:lnTo>
                <a:lnTo>
                  <a:pt x="65379" y="558"/>
                </a:lnTo>
                <a:lnTo>
                  <a:pt x="63779" y="304"/>
                </a:lnTo>
                <a:lnTo>
                  <a:pt x="58661" y="0"/>
                </a:lnTo>
                <a:lnTo>
                  <a:pt x="55016" y="0"/>
                </a:lnTo>
                <a:lnTo>
                  <a:pt x="27559" y="53911"/>
                </a:lnTo>
                <a:lnTo>
                  <a:pt x="12763" y="140512"/>
                </a:lnTo>
                <a:lnTo>
                  <a:pt x="5486" y="195160"/>
                </a:lnTo>
                <a:lnTo>
                  <a:pt x="1231" y="249008"/>
                </a:lnTo>
                <a:lnTo>
                  <a:pt x="0" y="301586"/>
                </a:lnTo>
                <a:lnTo>
                  <a:pt x="0" y="302044"/>
                </a:lnTo>
                <a:lnTo>
                  <a:pt x="1739" y="352602"/>
                </a:lnTo>
                <a:lnTo>
                  <a:pt x="10172" y="403009"/>
                </a:lnTo>
                <a:lnTo>
                  <a:pt x="28930" y="445236"/>
                </a:lnTo>
                <a:lnTo>
                  <a:pt x="58127" y="479983"/>
                </a:lnTo>
                <a:lnTo>
                  <a:pt x="97472" y="506818"/>
                </a:lnTo>
                <a:lnTo>
                  <a:pt x="137795" y="526427"/>
                </a:lnTo>
                <a:lnTo>
                  <a:pt x="197485" y="548538"/>
                </a:lnTo>
                <a:lnTo>
                  <a:pt x="233718" y="552665"/>
                </a:lnTo>
                <a:lnTo>
                  <a:pt x="234403" y="552704"/>
                </a:lnTo>
                <a:lnTo>
                  <a:pt x="233934" y="552704"/>
                </a:lnTo>
                <a:lnTo>
                  <a:pt x="233730" y="552665"/>
                </a:lnTo>
                <a:lnTo>
                  <a:pt x="245833" y="555586"/>
                </a:lnTo>
                <a:lnTo>
                  <a:pt x="255574" y="560171"/>
                </a:lnTo>
                <a:lnTo>
                  <a:pt x="255854" y="560311"/>
                </a:lnTo>
                <a:lnTo>
                  <a:pt x="265671" y="568045"/>
                </a:lnTo>
                <a:lnTo>
                  <a:pt x="266776" y="568604"/>
                </a:lnTo>
                <a:lnTo>
                  <a:pt x="266915" y="568604"/>
                </a:lnTo>
                <a:lnTo>
                  <a:pt x="268643" y="569099"/>
                </a:lnTo>
                <a:lnTo>
                  <a:pt x="271272" y="569099"/>
                </a:lnTo>
                <a:lnTo>
                  <a:pt x="277202" y="564311"/>
                </a:lnTo>
                <a:lnTo>
                  <a:pt x="277774" y="56226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67425" y="7476834"/>
            <a:ext cx="200660" cy="540385"/>
          </a:xfrm>
          <a:custGeom>
            <a:avLst/>
            <a:gdLst/>
            <a:ahLst/>
            <a:cxnLst/>
            <a:rect l="l" t="t" r="r" b="b"/>
            <a:pathLst>
              <a:path w="200659" h="540384">
                <a:moveTo>
                  <a:pt x="102184" y="29709"/>
                </a:moveTo>
                <a:lnTo>
                  <a:pt x="72095" y="29709"/>
                </a:lnTo>
                <a:lnTo>
                  <a:pt x="72653" y="30036"/>
                </a:lnTo>
                <a:lnTo>
                  <a:pt x="73229" y="30261"/>
                </a:lnTo>
                <a:lnTo>
                  <a:pt x="73037" y="30261"/>
                </a:lnTo>
                <a:lnTo>
                  <a:pt x="87813" y="38861"/>
                </a:lnTo>
                <a:lnTo>
                  <a:pt x="104582" y="51624"/>
                </a:lnTo>
                <a:lnTo>
                  <a:pt x="122195" y="67864"/>
                </a:lnTo>
                <a:lnTo>
                  <a:pt x="130772" y="77520"/>
                </a:lnTo>
                <a:lnTo>
                  <a:pt x="138950" y="86641"/>
                </a:lnTo>
                <a:lnTo>
                  <a:pt x="148059" y="99763"/>
                </a:lnTo>
                <a:lnTo>
                  <a:pt x="153345" y="107279"/>
                </a:lnTo>
                <a:lnTo>
                  <a:pt x="162212" y="123941"/>
                </a:lnTo>
                <a:lnTo>
                  <a:pt x="165394" y="129807"/>
                </a:lnTo>
                <a:lnTo>
                  <a:pt x="173369" y="150023"/>
                </a:lnTo>
                <a:lnTo>
                  <a:pt x="175090" y="154259"/>
                </a:lnTo>
                <a:lnTo>
                  <a:pt x="178010" y="164887"/>
                </a:lnTo>
                <a:lnTo>
                  <a:pt x="178824" y="167728"/>
                </a:lnTo>
                <a:lnTo>
                  <a:pt x="181393" y="181979"/>
                </a:lnTo>
                <a:lnTo>
                  <a:pt x="181657" y="183212"/>
                </a:lnTo>
                <a:lnTo>
                  <a:pt x="184567" y="220903"/>
                </a:lnTo>
                <a:lnTo>
                  <a:pt x="184626" y="222131"/>
                </a:lnTo>
                <a:lnTo>
                  <a:pt x="183846" y="268243"/>
                </a:lnTo>
                <a:lnTo>
                  <a:pt x="179239" y="323756"/>
                </a:lnTo>
                <a:lnTo>
                  <a:pt x="172329" y="378283"/>
                </a:lnTo>
                <a:lnTo>
                  <a:pt x="164668" y="422230"/>
                </a:lnTo>
                <a:lnTo>
                  <a:pt x="154046" y="461274"/>
                </a:lnTo>
                <a:lnTo>
                  <a:pt x="147442" y="478141"/>
                </a:lnTo>
                <a:lnTo>
                  <a:pt x="138055" y="494710"/>
                </a:lnTo>
                <a:lnTo>
                  <a:pt x="132094" y="503608"/>
                </a:lnTo>
                <a:lnTo>
                  <a:pt x="129114" y="508129"/>
                </a:lnTo>
                <a:lnTo>
                  <a:pt x="121215" y="517679"/>
                </a:lnTo>
                <a:lnTo>
                  <a:pt x="120752" y="518368"/>
                </a:lnTo>
                <a:lnTo>
                  <a:pt x="111091" y="527137"/>
                </a:lnTo>
                <a:lnTo>
                  <a:pt x="110472" y="527974"/>
                </a:lnTo>
                <a:lnTo>
                  <a:pt x="109567" y="529890"/>
                </a:lnTo>
                <a:lnTo>
                  <a:pt x="109486" y="530212"/>
                </a:lnTo>
                <a:lnTo>
                  <a:pt x="109366" y="534047"/>
                </a:lnTo>
                <a:lnTo>
                  <a:pt x="110081" y="536044"/>
                </a:lnTo>
                <a:lnTo>
                  <a:pt x="115805" y="540282"/>
                </a:lnTo>
                <a:lnTo>
                  <a:pt x="118810" y="540282"/>
                </a:lnTo>
                <a:lnTo>
                  <a:pt x="151346" y="503608"/>
                </a:lnTo>
                <a:lnTo>
                  <a:pt x="171255" y="461274"/>
                </a:lnTo>
                <a:lnTo>
                  <a:pt x="188143" y="380671"/>
                </a:lnTo>
                <a:lnTo>
                  <a:pt x="195144" y="325424"/>
                </a:lnTo>
                <a:lnTo>
                  <a:pt x="199787" y="269570"/>
                </a:lnTo>
                <a:lnTo>
                  <a:pt x="200625" y="222131"/>
                </a:lnTo>
                <a:lnTo>
                  <a:pt x="200611" y="220903"/>
                </a:lnTo>
                <a:lnTo>
                  <a:pt x="197763" y="184012"/>
                </a:lnTo>
                <a:lnTo>
                  <a:pt x="197701" y="183212"/>
                </a:lnTo>
                <a:lnTo>
                  <a:pt x="197606" y="181979"/>
                </a:lnTo>
                <a:lnTo>
                  <a:pt x="180274" y="123941"/>
                </a:lnTo>
                <a:lnTo>
                  <a:pt x="152090" y="77520"/>
                </a:lnTo>
                <a:lnTo>
                  <a:pt x="115443" y="39879"/>
                </a:lnTo>
                <a:lnTo>
                  <a:pt x="102908" y="30261"/>
                </a:lnTo>
                <a:lnTo>
                  <a:pt x="73229" y="30261"/>
                </a:lnTo>
                <a:lnTo>
                  <a:pt x="72766" y="30036"/>
                </a:lnTo>
                <a:lnTo>
                  <a:pt x="102612" y="30036"/>
                </a:lnTo>
                <a:lnTo>
                  <a:pt x="102184" y="29709"/>
                </a:lnTo>
                <a:close/>
              </a:path>
              <a:path w="200659" h="540384">
                <a:moveTo>
                  <a:pt x="94169" y="24116"/>
                </a:moveTo>
                <a:lnTo>
                  <a:pt x="57523" y="24116"/>
                </a:lnTo>
                <a:lnTo>
                  <a:pt x="57952" y="24283"/>
                </a:lnTo>
                <a:lnTo>
                  <a:pt x="58459" y="24413"/>
                </a:lnTo>
                <a:lnTo>
                  <a:pt x="58283" y="24413"/>
                </a:lnTo>
                <a:lnTo>
                  <a:pt x="72653" y="30036"/>
                </a:lnTo>
                <a:lnTo>
                  <a:pt x="72095" y="29709"/>
                </a:lnTo>
                <a:lnTo>
                  <a:pt x="102184" y="29709"/>
                </a:lnTo>
                <a:lnTo>
                  <a:pt x="97523" y="26149"/>
                </a:lnTo>
                <a:lnTo>
                  <a:pt x="96716" y="25610"/>
                </a:lnTo>
                <a:lnTo>
                  <a:pt x="94676" y="24413"/>
                </a:lnTo>
                <a:lnTo>
                  <a:pt x="58459" y="24413"/>
                </a:lnTo>
                <a:lnTo>
                  <a:pt x="58051" y="24283"/>
                </a:lnTo>
                <a:lnTo>
                  <a:pt x="94455" y="24283"/>
                </a:lnTo>
                <a:lnTo>
                  <a:pt x="94169" y="24116"/>
                </a:lnTo>
                <a:close/>
              </a:path>
              <a:path w="200659" h="540384">
                <a:moveTo>
                  <a:pt x="20014" y="0"/>
                </a:moveTo>
                <a:lnTo>
                  <a:pt x="6576" y="0"/>
                </a:lnTo>
                <a:lnTo>
                  <a:pt x="5915" y="130"/>
                </a:lnTo>
                <a:lnTo>
                  <a:pt x="0" y="6864"/>
                </a:lnTo>
                <a:lnTo>
                  <a:pt x="45" y="9213"/>
                </a:lnTo>
                <a:lnTo>
                  <a:pt x="6955" y="15924"/>
                </a:lnTo>
                <a:lnTo>
                  <a:pt x="18372" y="15924"/>
                </a:lnTo>
                <a:lnTo>
                  <a:pt x="33670" y="18032"/>
                </a:lnTo>
                <a:lnTo>
                  <a:pt x="33466" y="18032"/>
                </a:lnTo>
                <a:lnTo>
                  <a:pt x="57952" y="24283"/>
                </a:lnTo>
                <a:lnTo>
                  <a:pt x="57523" y="24116"/>
                </a:lnTo>
                <a:lnTo>
                  <a:pt x="94169" y="24116"/>
                </a:lnTo>
                <a:lnTo>
                  <a:pt x="36742" y="2362"/>
                </a:lnTo>
                <a:lnTo>
                  <a:pt x="35856" y="2188"/>
                </a:lnTo>
                <a:lnTo>
                  <a:pt x="2001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05222" y="9316735"/>
            <a:ext cx="42545" cy="203835"/>
          </a:xfrm>
          <a:custGeom>
            <a:avLst/>
            <a:gdLst/>
            <a:ahLst/>
            <a:cxnLst/>
            <a:rect l="l" t="t" r="r" b="b"/>
            <a:pathLst>
              <a:path w="42545" h="203834">
                <a:moveTo>
                  <a:pt x="35913" y="0"/>
                </a:moveTo>
                <a:lnTo>
                  <a:pt x="32440" y="0"/>
                </a:lnTo>
                <a:lnTo>
                  <a:pt x="30450" y="732"/>
                </a:lnTo>
                <a:lnTo>
                  <a:pt x="7918" y="47964"/>
                </a:lnTo>
                <a:lnTo>
                  <a:pt x="0" y="99260"/>
                </a:lnTo>
                <a:lnTo>
                  <a:pt x="5" y="154754"/>
                </a:lnTo>
                <a:lnTo>
                  <a:pt x="417" y="161551"/>
                </a:lnTo>
                <a:lnTo>
                  <a:pt x="455" y="162171"/>
                </a:lnTo>
                <a:lnTo>
                  <a:pt x="551" y="163765"/>
                </a:lnTo>
                <a:lnTo>
                  <a:pt x="727" y="165017"/>
                </a:lnTo>
                <a:lnTo>
                  <a:pt x="2244" y="171844"/>
                </a:lnTo>
                <a:lnTo>
                  <a:pt x="2366" y="172390"/>
                </a:lnTo>
                <a:lnTo>
                  <a:pt x="29742" y="202503"/>
                </a:lnTo>
                <a:lnTo>
                  <a:pt x="33050" y="203836"/>
                </a:lnTo>
                <a:lnTo>
                  <a:pt x="35275" y="203836"/>
                </a:lnTo>
                <a:lnTo>
                  <a:pt x="42124" y="197344"/>
                </a:lnTo>
                <a:lnTo>
                  <a:pt x="42118" y="194197"/>
                </a:lnTo>
                <a:lnTo>
                  <a:pt x="41848" y="193192"/>
                </a:lnTo>
                <a:lnTo>
                  <a:pt x="40907" y="191292"/>
                </a:lnTo>
                <a:lnTo>
                  <a:pt x="40273" y="190467"/>
                </a:lnTo>
                <a:lnTo>
                  <a:pt x="21996" y="174474"/>
                </a:lnTo>
                <a:lnTo>
                  <a:pt x="21701" y="174096"/>
                </a:lnTo>
                <a:lnTo>
                  <a:pt x="20635" y="172955"/>
                </a:lnTo>
                <a:lnTo>
                  <a:pt x="20126" y="172955"/>
                </a:lnTo>
                <a:lnTo>
                  <a:pt x="19858" y="172390"/>
                </a:lnTo>
                <a:lnTo>
                  <a:pt x="19369" y="171844"/>
                </a:lnTo>
                <a:lnTo>
                  <a:pt x="18752" y="170939"/>
                </a:lnTo>
                <a:lnTo>
                  <a:pt x="19167" y="170939"/>
                </a:lnTo>
                <a:lnTo>
                  <a:pt x="18207" y="168924"/>
                </a:lnTo>
                <a:lnTo>
                  <a:pt x="17982" y="168924"/>
                </a:lnTo>
                <a:lnTo>
                  <a:pt x="17784" y="168036"/>
                </a:lnTo>
                <a:lnTo>
                  <a:pt x="17395" y="167219"/>
                </a:lnTo>
                <a:lnTo>
                  <a:pt x="17603" y="167219"/>
                </a:lnTo>
                <a:lnTo>
                  <a:pt x="16343" y="161551"/>
                </a:lnTo>
                <a:lnTo>
                  <a:pt x="16031" y="154754"/>
                </a:lnTo>
                <a:lnTo>
                  <a:pt x="16015" y="99260"/>
                </a:lnTo>
                <a:lnTo>
                  <a:pt x="16758" y="83770"/>
                </a:lnTo>
                <a:lnTo>
                  <a:pt x="16797" y="82957"/>
                </a:lnTo>
                <a:lnTo>
                  <a:pt x="16956" y="82189"/>
                </a:lnTo>
                <a:lnTo>
                  <a:pt x="19045" y="68372"/>
                </a:lnTo>
                <a:lnTo>
                  <a:pt x="19109" y="67949"/>
                </a:lnTo>
                <a:lnTo>
                  <a:pt x="19175" y="67517"/>
                </a:lnTo>
                <a:lnTo>
                  <a:pt x="19860" y="65123"/>
                </a:lnTo>
                <a:lnTo>
                  <a:pt x="22862" y="53812"/>
                </a:lnTo>
                <a:lnTo>
                  <a:pt x="22972" y="53395"/>
                </a:lnTo>
                <a:lnTo>
                  <a:pt x="23094" y="52937"/>
                </a:lnTo>
                <a:lnTo>
                  <a:pt x="24760" y="48839"/>
                </a:lnTo>
                <a:lnTo>
                  <a:pt x="28374" y="39630"/>
                </a:lnTo>
                <a:lnTo>
                  <a:pt x="28446" y="39446"/>
                </a:lnTo>
                <a:lnTo>
                  <a:pt x="28545" y="39196"/>
                </a:lnTo>
                <a:lnTo>
                  <a:pt x="41914" y="10257"/>
                </a:lnTo>
                <a:lnTo>
                  <a:pt x="42158" y="9246"/>
                </a:lnTo>
                <a:lnTo>
                  <a:pt x="42080" y="6099"/>
                </a:lnTo>
                <a:lnTo>
                  <a:pt x="36598" y="165"/>
                </a:lnTo>
                <a:lnTo>
                  <a:pt x="35913" y="0"/>
                </a:lnTo>
                <a:close/>
              </a:path>
              <a:path w="42545" h="203834">
                <a:moveTo>
                  <a:pt x="19598" y="171844"/>
                </a:moveTo>
                <a:lnTo>
                  <a:pt x="19742" y="172390"/>
                </a:lnTo>
                <a:lnTo>
                  <a:pt x="20126" y="172955"/>
                </a:lnTo>
                <a:lnTo>
                  <a:pt x="20635" y="172955"/>
                </a:lnTo>
                <a:lnTo>
                  <a:pt x="19598" y="171844"/>
                </a:lnTo>
                <a:close/>
              </a:path>
              <a:path w="42545" h="203834">
                <a:moveTo>
                  <a:pt x="18752" y="170939"/>
                </a:moveTo>
                <a:lnTo>
                  <a:pt x="19742" y="172390"/>
                </a:lnTo>
                <a:lnTo>
                  <a:pt x="19598" y="171844"/>
                </a:lnTo>
                <a:lnTo>
                  <a:pt x="18752" y="170939"/>
                </a:lnTo>
                <a:close/>
              </a:path>
              <a:path w="42545" h="203834">
                <a:moveTo>
                  <a:pt x="19167" y="170939"/>
                </a:moveTo>
                <a:lnTo>
                  <a:pt x="18752" y="170939"/>
                </a:lnTo>
                <a:lnTo>
                  <a:pt x="19598" y="171844"/>
                </a:lnTo>
                <a:lnTo>
                  <a:pt x="19167" y="170939"/>
                </a:lnTo>
                <a:close/>
              </a:path>
              <a:path w="42545" h="203834">
                <a:moveTo>
                  <a:pt x="17784" y="168036"/>
                </a:moveTo>
                <a:lnTo>
                  <a:pt x="17982" y="168924"/>
                </a:lnTo>
                <a:lnTo>
                  <a:pt x="18207" y="168924"/>
                </a:lnTo>
                <a:lnTo>
                  <a:pt x="17784" y="168036"/>
                </a:lnTo>
                <a:close/>
              </a:path>
              <a:path w="42545" h="203834">
                <a:moveTo>
                  <a:pt x="17603" y="167219"/>
                </a:moveTo>
                <a:lnTo>
                  <a:pt x="17395" y="167219"/>
                </a:lnTo>
                <a:lnTo>
                  <a:pt x="17784" y="168036"/>
                </a:lnTo>
                <a:lnTo>
                  <a:pt x="17603" y="16721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23233" y="9338406"/>
            <a:ext cx="55244" cy="134620"/>
          </a:xfrm>
          <a:custGeom>
            <a:avLst/>
            <a:gdLst/>
            <a:ahLst/>
            <a:cxnLst/>
            <a:rect l="l" t="t" r="r" b="b"/>
            <a:pathLst>
              <a:path w="55245" h="134620">
                <a:moveTo>
                  <a:pt x="17241" y="0"/>
                </a:moveTo>
                <a:lnTo>
                  <a:pt x="16195" y="0"/>
                </a:lnTo>
                <a:lnTo>
                  <a:pt x="14108" y="415"/>
                </a:lnTo>
                <a:lnTo>
                  <a:pt x="1181" y="47668"/>
                </a:lnTo>
                <a:lnTo>
                  <a:pt x="0" y="62036"/>
                </a:lnTo>
                <a:lnTo>
                  <a:pt x="2" y="63338"/>
                </a:lnTo>
                <a:lnTo>
                  <a:pt x="1952" y="86742"/>
                </a:lnTo>
                <a:lnTo>
                  <a:pt x="2076" y="88230"/>
                </a:lnTo>
                <a:lnTo>
                  <a:pt x="27422" y="127136"/>
                </a:lnTo>
                <a:lnTo>
                  <a:pt x="46039" y="134083"/>
                </a:lnTo>
                <a:lnTo>
                  <a:pt x="48341" y="134083"/>
                </a:lnTo>
                <a:lnTo>
                  <a:pt x="55238" y="124587"/>
                </a:lnTo>
                <a:lnTo>
                  <a:pt x="54985" y="123579"/>
                </a:lnTo>
                <a:lnTo>
                  <a:pt x="36595" y="114027"/>
                </a:lnTo>
                <a:lnTo>
                  <a:pt x="34698" y="113047"/>
                </a:lnTo>
                <a:lnTo>
                  <a:pt x="35195" y="113047"/>
                </a:lnTo>
                <a:lnTo>
                  <a:pt x="28576" y="108415"/>
                </a:lnTo>
                <a:lnTo>
                  <a:pt x="27684" y="108415"/>
                </a:lnTo>
                <a:lnTo>
                  <a:pt x="25670" y="106381"/>
                </a:lnTo>
                <a:lnTo>
                  <a:pt x="26292" y="106381"/>
                </a:lnTo>
                <a:lnTo>
                  <a:pt x="22199" y="100397"/>
                </a:lnTo>
                <a:lnTo>
                  <a:pt x="21683" y="100397"/>
                </a:lnTo>
                <a:lnTo>
                  <a:pt x="20582" y="98034"/>
                </a:lnTo>
                <a:lnTo>
                  <a:pt x="21022" y="98034"/>
                </a:lnTo>
                <a:lnTo>
                  <a:pt x="18276" y="88230"/>
                </a:lnTo>
                <a:lnTo>
                  <a:pt x="18128" y="88230"/>
                </a:lnTo>
                <a:lnTo>
                  <a:pt x="18065" y="87477"/>
                </a:lnTo>
                <a:lnTo>
                  <a:pt x="17860" y="86742"/>
                </a:lnTo>
                <a:lnTo>
                  <a:pt x="18004" y="86742"/>
                </a:lnTo>
                <a:lnTo>
                  <a:pt x="16054" y="63338"/>
                </a:lnTo>
                <a:lnTo>
                  <a:pt x="15943" y="62036"/>
                </a:lnTo>
                <a:lnTo>
                  <a:pt x="16981" y="50372"/>
                </a:lnTo>
                <a:lnTo>
                  <a:pt x="17038" y="49659"/>
                </a:lnTo>
                <a:lnTo>
                  <a:pt x="17289" y="48381"/>
                </a:lnTo>
                <a:lnTo>
                  <a:pt x="20189" y="31470"/>
                </a:lnTo>
                <a:lnTo>
                  <a:pt x="24762" y="8577"/>
                </a:lnTo>
                <a:lnTo>
                  <a:pt x="19321" y="415"/>
                </a:lnTo>
                <a:lnTo>
                  <a:pt x="17241" y="0"/>
                </a:lnTo>
                <a:close/>
              </a:path>
              <a:path w="55245" h="134620">
                <a:moveTo>
                  <a:pt x="34698" y="113047"/>
                </a:moveTo>
                <a:lnTo>
                  <a:pt x="36595" y="114027"/>
                </a:lnTo>
                <a:lnTo>
                  <a:pt x="35713" y="113410"/>
                </a:lnTo>
                <a:lnTo>
                  <a:pt x="34698" y="113047"/>
                </a:lnTo>
                <a:close/>
              </a:path>
              <a:path w="55245" h="134620">
                <a:moveTo>
                  <a:pt x="35713" y="113410"/>
                </a:moveTo>
                <a:lnTo>
                  <a:pt x="36595" y="114027"/>
                </a:lnTo>
                <a:lnTo>
                  <a:pt x="37440" y="114027"/>
                </a:lnTo>
                <a:lnTo>
                  <a:pt x="35713" y="113410"/>
                </a:lnTo>
                <a:close/>
              </a:path>
              <a:path w="55245" h="134620">
                <a:moveTo>
                  <a:pt x="35195" y="113047"/>
                </a:moveTo>
                <a:lnTo>
                  <a:pt x="34698" y="113047"/>
                </a:lnTo>
                <a:lnTo>
                  <a:pt x="35713" y="113410"/>
                </a:lnTo>
                <a:lnTo>
                  <a:pt x="35195" y="113047"/>
                </a:lnTo>
                <a:close/>
              </a:path>
              <a:path w="55245" h="134620">
                <a:moveTo>
                  <a:pt x="25670" y="106381"/>
                </a:moveTo>
                <a:lnTo>
                  <a:pt x="27684" y="108415"/>
                </a:lnTo>
                <a:lnTo>
                  <a:pt x="26865" y="107217"/>
                </a:lnTo>
                <a:lnTo>
                  <a:pt x="26763" y="107069"/>
                </a:lnTo>
                <a:lnTo>
                  <a:pt x="25670" y="106381"/>
                </a:lnTo>
                <a:close/>
              </a:path>
              <a:path w="55245" h="134620">
                <a:moveTo>
                  <a:pt x="26865" y="107217"/>
                </a:moveTo>
                <a:lnTo>
                  <a:pt x="27684" y="108415"/>
                </a:lnTo>
                <a:lnTo>
                  <a:pt x="28576" y="108415"/>
                </a:lnTo>
                <a:lnTo>
                  <a:pt x="26865" y="107217"/>
                </a:lnTo>
                <a:close/>
              </a:path>
              <a:path w="55245" h="134620">
                <a:moveTo>
                  <a:pt x="26292" y="106381"/>
                </a:moveTo>
                <a:lnTo>
                  <a:pt x="25670" y="106381"/>
                </a:lnTo>
                <a:lnTo>
                  <a:pt x="26653" y="107069"/>
                </a:lnTo>
                <a:lnTo>
                  <a:pt x="26292" y="106381"/>
                </a:lnTo>
                <a:close/>
              </a:path>
              <a:path w="55245" h="134620">
                <a:moveTo>
                  <a:pt x="20582" y="98034"/>
                </a:moveTo>
                <a:lnTo>
                  <a:pt x="21683" y="100397"/>
                </a:lnTo>
                <a:lnTo>
                  <a:pt x="21326" y="99122"/>
                </a:lnTo>
                <a:lnTo>
                  <a:pt x="20582" y="98034"/>
                </a:lnTo>
                <a:close/>
              </a:path>
              <a:path w="55245" h="134620">
                <a:moveTo>
                  <a:pt x="21326" y="99122"/>
                </a:moveTo>
                <a:lnTo>
                  <a:pt x="21683" y="100397"/>
                </a:lnTo>
                <a:lnTo>
                  <a:pt x="22199" y="100397"/>
                </a:lnTo>
                <a:lnTo>
                  <a:pt x="21326" y="99122"/>
                </a:lnTo>
                <a:close/>
              </a:path>
              <a:path w="55245" h="134620">
                <a:moveTo>
                  <a:pt x="21022" y="98034"/>
                </a:moveTo>
                <a:lnTo>
                  <a:pt x="20582" y="98034"/>
                </a:lnTo>
                <a:lnTo>
                  <a:pt x="21326" y="99122"/>
                </a:lnTo>
                <a:lnTo>
                  <a:pt x="21022" y="98034"/>
                </a:lnTo>
                <a:close/>
              </a:path>
              <a:path w="55245" h="134620">
                <a:moveTo>
                  <a:pt x="18065" y="87477"/>
                </a:moveTo>
                <a:lnTo>
                  <a:pt x="18128" y="88230"/>
                </a:lnTo>
                <a:lnTo>
                  <a:pt x="18276" y="88230"/>
                </a:lnTo>
                <a:lnTo>
                  <a:pt x="18065" y="87477"/>
                </a:lnTo>
                <a:close/>
              </a:path>
              <a:path w="55245" h="134620">
                <a:moveTo>
                  <a:pt x="18004" y="86742"/>
                </a:moveTo>
                <a:lnTo>
                  <a:pt x="17860" y="86742"/>
                </a:lnTo>
                <a:lnTo>
                  <a:pt x="18065" y="87477"/>
                </a:lnTo>
                <a:lnTo>
                  <a:pt x="18004" y="8674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47910" y="9023787"/>
            <a:ext cx="243204" cy="525145"/>
          </a:xfrm>
          <a:custGeom>
            <a:avLst/>
            <a:gdLst/>
            <a:ahLst/>
            <a:cxnLst/>
            <a:rect l="l" t="t" r="r" b="b"/>
            <a:pathLst>
              <a:path w="243204" h="525145">
                <a:moveTo>
                  <a:pt x="95847" y="0"/>
                </a:moveTo>
                <a:lnTo>
                  <a:pt x="94467" y="0"/>
                </a:lnTo>
                <a:lnTo>
                  <a:pt x="49613" y="11219"/>
                </a:lnTo>
                <a:lnTo>
                  <a:pt x="13779" y="29184"/>
                </a:lnTo>
                <a:lnTo>
                  <a:pt x="0" y="430351"/>
                </a:lnTo>
                <a:lnTo>
                  <a:pt x="778" y="440471"/>
                </a:lnTo>
                <a:lnTo>
                  <a:pt x="819" y="441005"/>
                </a:lnTo>
                <a:lnTo>
                  <a:pt x="15688" y="487004"/>
                </a:lnTo>
                <a:lnTo>
                  <a:pt x="15782" y="487215"/>
                </a:lnTo>
                <a:lnTo>
                  <a:pt x="42771" y="515307"/>
                </a:lnTo>
                <a:lnTo>
                  <a:pt x="81397" y="525092"/>
                </a:lnTo>
                <a:lnTo>
                  <a:pt x="121883" y="525092"/>
                </a:lnTo>
                <a:lnTo>
                  <a:pt x="137588" y="523455"/>
                </a:lnTo>
                <a:lnTo>
                  <a:pt x="137803" y="523455"/>
                </a:lnTo>
                <a:lnTo>
                  <a:pt x="174437" y="509223"/>
                </a:lnTo>
                <a:lnTo>
                  <a:pt x="83398" y="509223"/>
                </a:lnTo>
                <a:lnTo>
                  <a:pt x="66575" y="506817"/>
                </a:lnTo>
                <a:lnTo>
                  <a:pt x="65088" y="506817"/>
                </a:lnTo>
                <a:lnTo>
                  <a:pt x="63323" y="506352"/>
                </a:lnTo>
                <a:lnTo>
                  <a:pt x="63890" y="506352"/>
                </a:lnTo>
                <a:lnTo>
                  <a:pt x="51421" y="501509"/>
                </a:lnTo>
                <a:lnTo>
                  <a:pt x="50541" y="501509"/>
                </a:lnTo>
                <a:lnTo>
                  <a:pt x="48563" y="500399"/>
                </a:lnTo>
                <a:lnTo>
                  <a:pt x="49095" y="500399"/>
                </a:lnTo>
                <a:lnTo>
                  <a:pt x="39868" y="493311"/>
                </a:lnTo>
                <a:lnTo>
                  <a:pt x="39255" y="493311"/>
                </a:lnTo>
                <a:lnTo>
                  <a:pt x="37567" y="491544"/>
                </a:lnTo>
                <a:lnTo>
                  <a:pt x="38023" y="491544"/>
                </a:lnTo>
                <a:lnTo>
                  <a:pt x="30731" y="481082"/>
                </a:lnTo>
                <a:lnTo>
                  <a:pt x="30565" y="481082"/>
                </a:lnTo>
                <a:lnTo>
                  <a:pt x="30484" y="480903"/>
                </a:lnTo>
                <a:lnTo>
                  <a:pt x="29832" y="479793"/>
                </a:lnTo>
                <a:lnTo>
                  <a:pt x="29985" y="479793"/>
                </a:lnTo>
                <a:lnTo>
                  <a:pt x="23873" y="466199"/>
                </a:lnTo>
                <a:lnTo>
                  <a:pt x="21120" y="457983"/>
                </a:lnTo>
                <a:lnTo>
                  <a:pt x="19371" y="452836"/>
                </a:lnTo>
                <a:lnTo>
                  <a:pt x="19226" y="451916"/>
                </a:lnTo>
                <a:lnTo>
                  <a:pt x="17481" y="443857"/>
                </a:lnTo>
                <a:lnTo>
                  <a:pt x="17356" y="443283"/>
                </a:lnTo>
                <a:lnTo>
                  <a:pt x="17247" y="442778"/>
                </a:lnTo>
                <a:lnTo>
                  <a:pt x="17123" y="442205"/>
                </a:lnTo>
                <a:lnTo>
                  <a:pt x="17022" y="441738"/>
                </a:lnTo>
                <a:lnTo>
                  <a:pt x="16981" y="441550"/>
                </a:lnTo>
                <a:lnTo>
                  <a:pt x="16863" y="441005"/>
                </a:lnTo>
                <a:lnTo>
                  <a:pt x="16747" y="440471"/>
                </a:lnTo>
                <a:lnTo>
                  <a:pt x="16044" y="430351"/>
                </a:lnTo>
                <a:lnTo>
                  <a:pt x="16063" y="61951"/>
                </a:lnTo>
                <a:lnTo>
                  <a:pt x="16495" y="56984"/>
                </a:lnTo>
                <a:lnTo>
                  <a:pt x="16348" y="56984"/>
                </a:lnTo>
                <a:lnTo>
                  <a:pt x="16559" y="56244"/>
                </a:lnTo>
                <a:lnTo>
                  <a:pt x="16625" y="55483"/>
                </a:lnTo>
                <a:lnTo>
                  <a:pt x="16777" y="55483"/>
                </a:lnTo>
                <a:lnTo>
                  <a:pt x="17960" y="51341"/>
                </a:lnTo>
                <a:lnTo>
                  <a:pt x="17784" y="51341"/>
                </a:lnTo>
                <a:lnTo>
                  <a:pt x="18171" y="50605"/>
                </a:lnTo>
                <a:lnTo>
                  <a:pt x="18396" y="49815"/>
                </a:lnTo>
                <a:lnTo>
                  <a:pt x="18586" y="49815"/>
                </a:lnTo>
                <a:lnTo>
                  <a:pt x="20480" y="46219"/>
                </a:lnTo>
                <a:lnTo>
                  <a:pt x="20294" y="46219"/>
                </a:lnTo>
                <a:lnTo>
                  <a:pt x="20809" y="45594"/>
                </a:lnTo>
                <a:lnTo>
                  <a:pt x="20824" y="45419"/>
                </a:lnTo>
                <a:lnTo>
                  <a:pt x="21198" y="44855"/>
                </a:lnTo>
                <a:lnTo>
                  <a:pt x="21417" y="44855"/>
                </a:lnTo>
                <a:lnTo>
                  <a:pt x="24201" y="41475"/>
                </a:lnTo>
                <a:lnTo>
                  <a:pt x="24020" y="41475"/>
                </a:lnTo>
                <a:lnTo>
                  <a:pt x="24595" y="40996"/>
                </a:lnTo>
                <a:lnTo>
                  <a:pt x="25074" y="40415"/>
                </a:lnTo>
                <a:lnTo>
                  <a:pt x="25293" y="40415"/>
                </a:lnTo>
                <a:lnTo>
                  <a:pt x="29280" y="37091"/>
                </a:lnTo>
                <a:lnTo>
                  <a:pt x="29114" y="37091"/>
                </a:lnTo>
                <a:lnTo>
                  <a:pt x="29685" y="36754"/>
                </a:lnTo>
                <a:lnTo>
                  <a:pt x="30166" y="36353"/>
                </a:lnTo>
                <a:lnTo>
                  <a:pt x="30363" y="36353"/>
                </a:lnTo>
                <a:lnTo>
                  <a:pt x="35526" y="33301"/>
                </a:lnTo>
                <a:lnTo>
                  <a:pt x="35247" y="33301"/>
                </a:lnTo>
                <a:lnTo>
                  <a:pt x="36626" y="32651"/>
                </a:lnTo>
                <a:lnTo>
                  <a:pt x="37068" y="32651"/>
                </a:lnTo>
                <a:lnTo>
                  <a:pt x="53740" y="26697"/>
                </a:lnTo>
                <a:lnTo>
                  <a:pt x="98346" y="15514"/>
                </a:lnTo>
                <a:lnTo>
                  <a:pt x="103443" y="8143"/>
                </a:lnTo>
                <a:lnTo>
                  <a:pt x="103393" y="7103"/>
                </a:lnTo>
                <a:lnTo>
                  <a:pt x="97604" y="261"/>
                </a:lnTo>
                <a:lnTo>
                  <a:pt x="95847" y="0"/>
                </a:lnTo>
                <a:close/>
              </a:path>
              <a:path w="243204" h="525145">
                <a:moveTo>
                  <a:pt x="147536" y="505114"/>
                </a:moveTo>
                <a:lnTo>
                  <a:pt x="135143" y="507667"/>
                </a:lnTo>
                <a:lnTo>
                  <a:pt x="134797" y="507667"/>
                </a:lnTo>
                <a:lnTo>
                  <a:pt x="119866" y="509223"/>
                </a:lnTo>
                <a:lnTo>
                  <a:pt x="174437" y="509223"/>
                </a:lnTo>
                <a:lnTo>
                  <a:pt x="180045" y="505472"/>
                </a:lnTo>
                <a:lnTo>
                  <a:pt x="146737" y="505472"/>
                </a:lnTo>
                <a:lnTo>
                  <a:pt x="147536" y="505114"/>
                </a:lnTo>
                <a:close/>
              </a:path>
              <a:path w="243204" h="525145">
                <a:moveTo>
                  <a:pt x="63323" y="506352"/>
                </a:moveTo>
                <a:lnTo>
                  <a:pt x="65088" y="506817"/>
                </a:lnTo>
                <a:lnTo>
                  <a:pt x="64221" y="506481"/>
                </a:lnTo>
                <a:lnTo>
                  <a:pt x="63323" y="506352"/>
                </a:lnTo>
                <a:close/>
              </a:path>
              <a:path w="243204" h="525145">
                <a:moveTo>
                  <a:pt x="64221" y="506481"/>
                </a:moveTo>
                <a:lnTo>
                  <a:pt x="65088" y="506817"/>
                </a:lnTo>
                <a:lnTo>
                  <a:pt x="66575" y="506817"/>
                </a:lnTo>
                <a:lnTo>
                  <a:pt x="64221" y="506481"/>
                </a:lnTo>
                <a:close/>
              </a:path>
              <a:path w="243204" h="525145">
                <a:moveTo>
                  <a:pt x="63890" y="506352"/>
                </a:moveTo>
                <a:lnTo>
                  <a:pt x="63323" y="506352"/>
                </a:lnTo>
                <a:lnTo>
                  <a:pt x="64221" y="506481"/>
                </a:lnTo>
                <a:lnTo>
                  <a:pt x="63890" y="506352"/>
                </a:lnTo>
                <a:close/>
              </a:path>
              <a:path w="243204" h="525145">
                <a:moveTo>
                  <a:pt x="148390" y="504938"/>
                </a:moveTo>
                <a:lnTo>
                  <a:pt x="147536" y="505114"/>
                </a:lnTo>
                <a:lnTo>
                  <a:pt x="146737" y="505472"/>
                </a:lnTo>
                <a:lnTo>
                  <a:pt x="148390" y="504938"/>
                </a:lnTo>
                <a:close/>
              </a:path>
              <a:path w="243204" h="525145">
                <a:moveTo>
                  <a:pt x="180842" y="504938"/>
                </a:moveTo>
                <a:lnTo>
                  <a:pt x="148390" y="504938"/>
                </a:lnTo>
                <a:lnTo>
                  <a:pt x="146737" y="505472"/>
                </a:lnTo>
                <a:lnTo>
                  <a:pt x="180045" y="505472"/>
                </a:lnTo>
                <a:lnTo>
                  <a:pt x="180842" y="504938"/>
                </a:lnTo>
                <a:close/>
              </a:path>
              <a:path w="243204" h="525145">
                <a:moveTo>
                  <a:pt x="189372" y="499053"/>
                </a:moveTo>
                <a:lnTo>
                  <a:pt x="161077" y="499053"/>
                </a:lnTo>
                <a:lnTo>
                  <a:pt x="160453" y="499333"/>
                </a:lnTo>
                <a:lnTo>
                  <a:pt x="159897" y="499704"/>
                </a:lnTo>
                <a:lnTo>
                  <a:pt x="159622" y="499704"/>
                </a:lnTo>
                <a:lnTo>
                  <a:pt x="147536" y="505114"/>
                </a:lnTo>
                <a:lnTo>
                  <a:pt x="148390" y="504938"/>
                </a:lnTo>
                <a:lnTo>
                  <a:pt x="180842" y="504938"/>
                </a:lnTo>
                <a:lnTo>
                  <a:pt x="187627" y="500399"/>
                </a:lnTo>
                <a:lnTo>
                  <a:pt x="188561" y="499704"/>
                </a:lnTo>
                <a:lnTo>
                  <a:pt x="159897" y="499704"/>
                </a:lnTo>
                <a:lnTo>
                  <a:pt x="160571" y="499333"/>
                </a:lnTo>
                <a:lnTo>
                  <a:pt x="189024" y="499333"/>
                </a:lnTo>
                <a:lnTo>
                  <a:pt x="189372" y="499053"/>
                </a:lnTo>
                <a:close/>
              </a:path>
              <a:path w="243204" h="525145">
                <a:moveTo>
                  <a:pt x="48563" y="500399"/>
                </a:moveTo>
                <a:lnTo>
                  <a:pt x="50541" y="501509"/>
                </a:lnTo>
                <a:lnTo>
                  <a:pt x="49640" y="500817"/>
                </a:lnTo>
                <a:lnTo>
                  <a:pt x="48563" y="500399"/>
                </a:lnTo>
                <a:close/>
              </a:path>
              <a:path w="243204" h="525145">
                <a:moveTo>
                  <a:pt x="49640" y="500817"/>
                </a:moveTo>
                <a:lnTo>
                  <a:pt x="50541" y="501509"/>
                </a:lnTo>
                <a:lnTo>
                  <a:pt x="51421" y="501509"/>
                </a:lnTo>
                <a:lnTo>
                  <a:pt x="49640" y="500817"/>
                </a:lnTo>
                <a:close/>
              </a:path>
              <a:path w="243204" h="525145">
                <a:moveTo>
                  <a:pt x="49095" y="500399"/>
                </a:moveTo>
                <a:lnTo>
                  <a:pt x="48563" y="500399"/>
                </a:lnTo>
                <a:lnTo>
                  <a:pt x="49640" y="500817"/>
                </a:lnTo>
                <a:lnTo>
                  <a:pt x="49095" y="500399"/>
                </a:lnTo>
                <a:close/>
              </a:path>
              <a:path w="243204" h="525145">
                <a:moveTo>
                  <a:pt x="237010" y="441550"/>
                </a:moveTo>
                <a:lnTo>
                  <a:pt x="233453" y="441550"/>
                </a:lnTo>
                <a:lnTo>
                  <a:pt x="231582" y="442205"/>
                </a:lnTo>
                <a:lnTo>
                  <a:pt x="230636" y="442778"/>
                </a:lnTo>
                <a:lnTo>
                  <a:pt x="201797" y="468551"/>
                </a:lnTo>
                <a:lnTo>
                  <a:pt x="178880" y="487004"/>
                </a:lnTo>
                <a:lnTo>
                  <a:pt x="160453" y="499333"/>
                </a:lnTo>
                <a:lnTo>
                  <a:pt x="161077" y="499053"/>
                </a:lnTo>
                <a:lnTo>
                  <a:pt x="189372" y="499053"/>
                </a:lnTo>
                <a:lnTo>
                  <a:pt x="241343" y="454658"/>
                </a:lnTo>
                <a:lnTo>
                  <a:pt x="243148" y="450909"/>
                </a:lnTo>
                <a:lnTo>
                  <a:pt x="243121" y="447762"/>
                </a:lnTo>
                <a:lnTo>
                  <a:pt x="237738" y="441738"/>
                </a:lnTo>
                <a:lnTo>
                  <a:pt x="237010" y="441550"/>
                </a:lnTo>
                <a:close/>
              </a:path>
              <a:path w="243204" h="525145">
                <a:moveTo>
                  <a:pt x="37567" y="491544"/>
                </a:moveTo>
                <a:lnTo>
                  <a:pt x="39255" y="493311"/>
                </a:lnTo>
                <a:lnTo>
                  <a:pt x="38549" y="492298"/>
                </a:lnTo>
                <a:lnTo>
                  <a:pt x="37567" y="491544"/>
                </a:lnTo>
                <a:close/>
              </a:path>
              <a:path w="243204" h="525145">
                <a:moveTo>
                  <a:pt x="38549" y="492298"/>
                </a:moveTo>
                <a:lnTo>
                  <a:pt x="39255" y="493311"/>
                </a:lnTo>
                <a:lnTo>
                  <a:pt x="39868" y="493311"/>
                </a:lnTo>
                <a:lnTo>
                  <a:pt x="38549" y="492298"/>
                </a:lnTo>
                <a:close/>
              </a:path>
              <a:path w="243204" h="525145">
                <a:moveTo>
                  <a:pt x="38023" y="491544"/>
                </a:moveTo>
                <a:lnTo>
                  <a:pt x="37567" y="491544"/>
                </a:lnTo>
                <a:lnTo>
                  <a:pt x="38549" y="492298"/>
                </a:lnTo>
                <a:lnTo>
                  <a:pt x="38023" y="491544"/>
                </a:lnTo>
                <a:close/>
              </a:path>
              <a:path w="243204" h="525145">
                <a:moveTo>
                  <a:pt x="30264" y="480412"/>
                </a:moveTo>
                <a:lnTo>
                  <a:pt x="30463" y="480903"/>
                </a:lnTo>
                <a:lnTo>
                  <a:pt x="30565" y="481082"/>
                </a:lnTo>
                <a:lnTo>
                  <a:pt x="30606" y="480903"/>
                </a:lnTo>
                <a:lnTo>
                  <a:pt x="30264" y="480412"/>
                </a:lnTo>
                <a:close/>
              </a:path>
              <a:path w="243204" h="525145">
                <a:moveTo>
                  <a:pt x="29985" y="479793"/>
                </a:moveTo>
                <a:lnTo>
                  <a:pt x="29832" y="479793"/>
                </a:lnTo>
                <a:lnTo>
                  <a:pt x="30264" y="480412"/>
                </a:lnTo>
                <a:lnTo>
                  <a:pt x="29985" y="479793"/>
                </a:lnTo>
                <a:close/>
              </a:path>
              <a:path w="243204" h="525145">
                <a:moveTo>
                  <a:pt x="16559" y="56244"/>
                </a:moveTo>
                <a:lnTo>
                  <a:pt x="16348" y="56984"/>
                </a:lnTo>
                <a:lnTo>
                  <a:pt x="16495" y="56984"/>
                </a:lnTo>
                <a:lnTo>
                  <a:pt x="16559" y="56244"/>
                </a:lnTo>
                <a:close/>
              </a:path>
              <a:path w="243204" h="525145">
                <a:moveTo>
                  <a:pt x="16777" y="55483"/>
                </a:moveTo>
                <a:lnTo>
                  <a:pt x="16625" y="55483"/>
                </a:lnTo>
                <a:lnTo>
                  <a:pt x="16559" y="56244"/>
                </a:lnTo>
                <a:lnTo>
                  <a:pt x="16777" y="55483"/>
                </a:lnTo>
                <a:close/>
              </a:path>
              <a:path w="243204" h="525145">
                <a:moveTo>
                  <a:pt x="18171" y="50605"/>
                </a:moveTo>
                <a:lnTo>
                  <a:pt x="17784" y="51341"/>
                </a:lnTo>
                <a:lnTo>
                  <a:pt x="17960" y="51341"/>
                </a:lnTo>
                <a:lnTo>
                  <a:pt x="18171" y="50605"/>
                </a:lnTo>
                <a:close/>
              </a:path>
              <a:path w="243204" h="525145">
                <a:moveTo>
                  <a:pt x="18586" y="49815"/>
                </a:moveTo>
                <a:lnTo>
                  <a:pt x="18396" y="49815"/>
                </a:lnTo>
                <a:lnTo>
                  <a:pt x="18171" y="50605"/>
                </a:lnTo>
                <a:lnTo>
                  <a:pt x="18586" y="49815"/>
                </a:lnTo>
                <a:close/>
              </a:path>
              <a:path w="243204" h="525145">
                <a:moveTo>
                  <a:pt x="20809" y="45594"/>
                </a:moveTo>
                <a:lnTo>
                  <a:pt x="20294" y="46219"/>
                </a:lnTo>
                <a:lnTo>
                  <a:pt x="20480" y="46219"/>
                </a:lnTo>
                <a:lnTo>
                  <a:pt x="20809" y="45594"/>
                </a:lnTo>
                <a:close/>
              </a:path>
              <a:path w="243204" h="525145">
                <a:moveTo>
                  <a:pt x="21417" y="44855"/>
                </a:moveTo>
                <a:lnTo>
                  <a:pt x="21198" y="44855"/>
                </a:lnTo>
                <a:lnTo>
                  <a:pt x="20824" y="45419"/>
                </a:lnTo>
                <a:lnTo>
                  <a:pt x="20708" y="45594"/>
                </a:lnTo>
                <a:lnTo>
                  <a:pt x="20953" y="45419"/>
                </a:lnTo>
                <a:lnTo>
                  <a:pt x="21198" y="44855"/>
                </a:lnTo>
                <a:lnTo>
                  <a:pt x="21417" y="44855"/>
                </a:lnTo>
                <a:close/>
              </a:path>
              <a:path w="243204" h="525145">
                <a:moveTo>
                  <a:pt x="24595" y="40996"/>
                </a:moveTo>
                <a:lnTo>
                  <a:pt x="24020" y="41475"/>
                </a:lnTo>
                <a:lnTo>
                  <a:pt x="24201" y="41475"/>
                </a:lnTo>
                <a:lnTo>
                  <a:pt x="24595" y="40996"/>
                </a:lnTo>
                <a:close/>
              </a:path>
              <a:path w="243204" h="525145">
                <a:moveTo>
                  <a:pt x="25293" y="40415"/>
                </a:moveTo>
                <a:lnTo>
                  <a:pt x="25074" y="40415"/>
                </a:lnTo>
                <a:lnTo>
                  <a:pt x="24595" y="40996"/>
                </a:lnTo>
                <a:lnTo>
                  <a:pt x="25293" y="40415"/>
                </a:lnTo>
                <a:close/>
              </a:path>
              <a:path w="243204" h="525145">
                <a:moveTo>
                  <a:pt x="29685" y="36754"/>
                </a:moveTo>
                <a:lnTo>
                  <a:pt x="29114" y="37091"/>
                </a:lnTo>
                <a:lnTo>
                  <a:pt x="29280" y="37091"/>
                </a:lnTo>
                <a:lnTo>
                  <a:pt x="29685" y="36754"/>
                </a:lnTo>
                <a:close/>
              </a:path>
              <a:path w="243204" h="525145">
                <a:moveTo>
                  <a:pt x="30363" y="36353"/>
                </a:moveTo>
                <a:lnTo>
                  <a:pt x="30166" y="36353"/>
                </a:lnTo>
                <a:lnTo>
                  <a:pt x="29685" y="36754"/>
                </a:lnTo>
                <a:lnTo>
                  <a:pt x="30363" y="36353"/>
                </a:lnTo>
                <a:close/>
              </a:path>
              <a:path w="243204" h="525145">
                <a:moveTo>
                  <a:pt x="36626" y="32651"/>
                </a:moveTo>
                <a:lnTo>
                  <a:pt x="35247" y="33301"/>
                </a:lnTo>
                <a:lnTo>
                  <a:pt x="35951" y="33050"/>
                </a:lnTo>
                <a:lnTo>
                  <a:pt x="36626" y="32651"/>
                </a:lnTo>
                <a:close/>
              </a:path>
              <a:path w="243204" h="525145">
                <a:moveTo>
                  <a:pt x="35951" y="33050"/>
                </a:moveTo>
                <a:lnTo>
                  <a:pt x="35247" y="33301"/>
                </a:lnTo>
                <a:lnTo>
                  <a:pt x="35526" y="33301"/>
                </a:lnTo>
                <a:lnTo>
                  <a:pt x="35951" y="33050"/>
                </a:lnTo>
                <a:close/>
              </a:path>
              <a:path w="243204" h="525145">
                <a:moveTo>
                  <a:pt x="37068" y="32651"/>
                </a:moveTo>
                <a:lnTo>
                  <a:pt x="36626" y="32651"/>
                </a:lnTo>
                <a:lnTo>
                  <a:pt x="35951" y="33050"/>
                </a:lnTo>
                <a:lnTo>
                  <a:pt x="37068" y="3265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888507" y="9418355"/>
            <a:ext cx="245110" cy="31115"/>
          </a:xfrm>
          <a:custGeom>
            <a:avLst/>
            <a:gdLst/>
            <a:ahLst/>
            <a:cxnLst/>
            <a:rect l="l" t="t" r="r" b="b"/>
            <a:pathLst>
              <a:path w="245110" h="31115">
                <a:moveTo>
                  <a:pt x="238338" y="0"/>
                </a:moveTo>
                <a:lnTo>
                  <a:pt x="235177" y="0"/>
                </a:lnTo>
                <a:lnTo>
                  <a:pt x="215263" y="6799"/>
                </a:lnTo>
                <a:lnTo>
                  <a:pt x="215076" y="6799"/>
                </a:lnTo>
                <a:lnTo>
                  <a:pt x="196204" y="11189"/>
                </a:lnTo>
                <a:lnTo>
                  <a:pt x="195934" y="11189"/>
                </a:lnTo>
                <a:lnTo>
                  <a:pt x="176204" y="13819"/>
                </a:lnTo>
                <a:lnTo>
                  <a:pt x="175457" y="13819"/>
                </a:lnTo>
                <a:lnTo>
                  <a:pt x="155244" y="14674"/>
                </a:lnTo>
                <a:lnTo>
                  <a:pt x="6921" y="14674"/>
                </a:lnTo>
                <a:lnTo>
                  <a:pt x="0" y="21607"/>
                </a:lnTo>
                <a:lnTo>
                  <a:pt x="0" y="23728"/>
                </a:lnTo>
                <a:lnTo>
                  <a:pt x="6952" y="30667"/>
                </a:lnTo>
                <a:lnTo>
                  <a:pt x="155778" y="30667"/>
                </a:lnTo>
                <a:lnTo>
                  <a:pt x="177601" y="29737"/>
                </a:lnTo>
                <a:lnTo>
                  <a:pt x="177853" y="29737"/>
                </a:lnTo>
                <a:lnTo>
                  <a:pt x="219660" y="22159"/>
                </a:lnTo>
                <a:lnTo>
                  <a:pt x="244670" y="9476"/>
                </a:lnTo>
                <a:lnTo>
                  <a:pt x="244668" y="6799"/>
                </a:lnTo>
                <a:lnTo>
                  <a:pt x="215263" y="6799"/>
                </a:lnTo>
                <a:lnTo>
                  <a:pt x="215736" y="6662"/>
                </a:lnTo>
                <a:lnTo>
                  <a:pt x="244668" y="6662"/>
                </a:lnTo>
                <a:lnTo>
                  <a:pt x="244668" y="6328"/>
                </a:lnTo>
                <a:lnTo>
                  <a:pt x="239330" y="264"/>
                </a:lnTo>
                <a:lnTo>
                  <a:pt x="23833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449342" y="9370330"/>
            <a:ext cx="204470" cy="27305"/>
          </a:xfrm>
          <a:custGeom>
            <a:avLst/>
            <a:gdLst/>
            <a:ahLst/>
            <a:cxnLst/>
            <a:rect l="l" t="t" r="r" b="b"/>
            <a:pathLst>
              <a:path w="204469" h="27304">
                <a:moveTo>
                  <a:pt x="155576" y="17592"/>
                </a:moveTo>
                <a:lnTo>
                  <a:pt x="195510" y="27100"/>
                </a:lnTo>
                <a:lnTo>
                  <a:pt x="196388" y="27100"/>
                </a:lnTo>
                <a:lnTo>
                  <a:pt x="204233" y="18818"/>
                </a:lnTo>
                <a:lnTo>
                  <a:pt x="204068" y="17785"/>
                </a:lnTo>
                <a:lnTo>
                  <a:pt x="156764" y="17785"/>
                </a:lnTo>
                <a:lnTo>
                  <a:pt x="155576" y="17592"/>
                </a:lnTo>
                <a:close/>
              </a:path>
              <a:path w="204469" h="27304">
                <a:moveTo>
                  <a:pt x="135954" y="0"/>
                </a:moveTo>
                <a:lnTo>
                  <a:pt x="6795" y="0"/>
                </a:lnTo>
                <a:lnTo>
                  <a:pt x="5915" y="175"/>
                </a:lnTo>
                <a:lnTo>
                  <a:pt x="0" y="6907"/>
                </a:lnTo>
                <a:lnTo>
                  <a:pt x="0" y="9028"/>
                </a:lnTo>
                <a:lnTo>
                  <a:pt x="6948" y="15967"/>
                </a:lnTo>
                <a:lnTo>
                  <a:pt x="134991" y="15967"/>
                </a:lnTo>
                <a:lnTo>
                  <a:pt x="156764" y="17785"/>
                </a:lnTo>
                <a:lnTo>
                  <a:pt x="156387" y="17785"/>
                </a:lnTo>
                <a:lnTo>
                  <a:pt x="155576" y="17592"/>
                </a:lnTo>
                <a:lnTo>
                  <a:pt x="204037" y="17592"/>
                </a:lnTo>
                <a:lnTo>
                  <a:pt x="203898" y="16724"/>
                </a:lnTo>
                <a:lnTo>
                  <a:pt x="203617" y="15967"/>
                </a:lnTo>
                <a:lnTo>
                  <a:pt x="203541" y="15761"/>
                </a:lnTo>
                <a:lnTo>
                  <a:pt x="202425" y="13943"/>
                </a:lnTo>
                <a:lnTo>
                  <a:pt x="159280" y="2033"/>
                </a:lnTo>
                <a:lnTo>
                  <a:pt x="158093" y="1841"/>
                </a:lnTo>
                <a:lnTo>
                  <a:pt x="135954" y="0"/>
                </a:lnTo>
                <a:close/>
              </a:path>
              <a:path w="204469" h="27304">
                <a:moveTo>
                  <a:pt x="204037" y="17592"/>
                </a:moveTo>
                <a:lnTo>
                  <a:pt x="155576" y="17592"/>
                </a:lnTo>
                <a:lnTo>
                  <a:pt x="156764" y="17785"/>
                </a:lnTo>
                <a:lnTo>
                  <a:pt x="204068" y="17785"/>
                </a:lnTo>
                <a:lnTo>
                  <a:pt x="204037" y="1759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877346" y="9355539"/>
            <a:ext cx="145415" cy="38735"/>
          </a:xfrm>
          <a:custGeom>
            <a:avLst/>
            <a:gdLst/>
            <a:ahLst/>
            <a:cxnLst/>
            <a:rect l="l" t="t" r="r" b="b"/>
            <a:pathLst>
              <a:path w="145414" h="38734">
                <a:moveTo>
                  <a:pt x="98394" y="0"/>
                </a:moveTo>
                <a:lnTo>
                  <a:pt x="39359" y="0"/>
                </a:lnTo>
                <a:lnTo>
                  <a:pt x="37161" y="311"/>
                </a:lnTo>
                <a:lnTo>
                  <a:pt x="27062" y="3194"/>
                </a:lnTo>
                <a:lnTo>
                  <a:pt x="27245" y="3194"/>
                </a:lnTo>
                <a:lnTo>
                  <a:pt x="24744" y="4471"/>
                </a:lnTo>
                <a:lnTo>
                  <a:pt x="0" y="29077"/>
                </a:lnTo>
                <a:lnTo>
                  <a:pt x="0" y="31198"/>
                </a:lnTo>
                <a:lnTo>
                  <a:pt x="6936" y="38134"/>
                </a:lnTo>
                <a:lnTo>
                  <a:pt x="9057" y="38134"/>
                </a:lnTo>
                <a:lnTo>
                  <a:pt x="24168" y="25233"/>
                </a:lnTo>
                <a:lnTo>
                  <a:pt x="24721" y="24724"/>
                </a:lnTo>
                <a:lnTo>
                  <a:pt x="26325" y="23545"/>
                </a:lnTo>
                <a:lnTo>
                  <a:pt x="32616" y="18622"/>
                </a:lnTo>
                <a:lnTo>
                  <a:pt x="31544" y="18622"/>
                </a:lnTo>
                <a:lnTo>
                  <a:pt x="34603" y="17066"/>
                </a:lnTo>
                <a:lnTo>
                  <a:pt x="36736" y="17066"/>
                </a:lnTo>
                <a:lnTo>
                  <a:pt x="40471" y="15999"/>
                </a:lnTo>
                <a:lnTo>
                  <a:pt x="39359" y="15999"/>
                </a:lnTo>
                <a:lnTo>
                  <a:pt x="41556" y="15689"/>
                </a:lnTo>
                <a:lnTo>
                  <a:pt x="144385" y="15689"/>
                </a:lnTo>
                <a:lnTo>
                  <a:pt x="143840" y="14582"/>
                </a:lnTo>
                <a:lnTo>
                  <a:pt x="99914" y="149"/>
                </a:lnTo>
                <a:lnTo>
                  <a:pt x="98394" y="0"/>
                </a:lnTo>
                <a:close/>
              </a:path>
              <a:path w="145414" h="38734">
                <a:moveTo>
                  <a:pt x="96874" y="15850"/>
                </a:moveTo>
                <a:lnTo>
                  <a:pt x="111171" y="18622"/>
                </a:lnTo>
                <a:lnTo>
                  <a:pt x="110939" y="18622"/>
                </a:lnTo>
                <a:lnTo>
                  <a:pt x="135969" y="27117"/>
                </a:lnTo>
                <a:lnTo>
                  <a:pt x="138203" y="27117"/>
                </a:lnTo>
                <a:lnTo>
                  <a:pt x="139721" y="26710"/>
                </a:lnTo>
                <a:lnTo>
                  <a:pt x="145049" y="20636"/>
                </a:lnTo>
                <a:lnTo>
                  <a:pt x="144933" y="17066"/>
                </a:lnTo>
                <a:lnTo>
                  <a:pt x="144777" y="16484"/>
                </a:lnTo>
                <a:lnTo>
                  <a:pt x="144538" y="15999"/>
                </a:lnTo>
                <a:lnTo>
                  <a:pt x="98394" y="15999"/>
                </a:lnTo>
                <a:lnTo>
                  <a:pt x="96874" y="15850"/>
                </a:lnTo>
                <a:close/>
              </a:path>
              <a:path w="145414" h="38734">
                <a:moveTo>
                  <a:pt x="34603" y="17066"/>
                </a:moveTo>
                <a:lnTo>
                  <a:pt x="31544" y="18622"/>
                </a:lnTo>
                <a:lnTo>
                  <a:pt x="31289" y="18622"/>
                </a:lnTo>
                <a:lnTo>
                  <a:pt x="33378" y="18025"/>
                </a:lnTo>
                <a:lnTo>
                  <a:pt x="34603" y="17066"/>
                </a:lnTo>
                <a:close/>
              </a:path>
              <a:path w="145414" h="38734">
                <a:moveTo>
                  <a:pt x="33378" y="18025"/>
                </a:moveTo>
                <a:lnTo>
                  <a:pt x="31289" y="18622"/>
                </a:lnTo>
                <a:lnTo>
                  <a:pt x="32616" y="18622"/>
                </a:lnTo>
                <a:lnTo>
                  <a:pt x="33378" y="18025"/>
                </a:lnTo>
                <a:close/>
              </a:path>
              <a:path w="145414" h="38734">
                <a:moveTo>
                  <a:pt x="36736" y="17066"/>
                </a:moveTo>
                <a:lnTo>
                  <a:pt x="34603" y="17066"/>
                </a:lnTo>
                <a:lnTo>
                  <a:pt x="33378" y="18025"/>
                </a:lnTo>
                <a:lnTo>
                  <a:pt x="36736" y="17066"/>
                </a:lnTo>
                <a:close/>
              </a:path>
              <a:path w="145414" h="38734">
                <a:moveTo>
                  <a:pt x="41556" y="15689"/>
                </a:moveTo>
                <a:lnTo>
                  <a:pt x="39359" y="15999"/>
                </a:lnTo>
                <a:lnTo>
                  <a:pt x="40471" y="15999"/>
                </a:lnTo>
                <a:lnTo>
                  <a:pt x="41556" y="15689"/>
                </a:lnTo>
                <a:close/>
              </a:path>
              <a:path w="145414" h="38734">
                <a:moveTo>
                  <a:pt x="144385" y="15689"/>
                </a:moveTo>
                <a:lnTo>
                  <a:pt x="41556" y="15689"/>
                </a:lnTo>
                <a:lnTo>
                  <a:pt x="40471" y="15999"/>
                </a:lnTo>
                <a:lnTo>
                  <a:pt x="97640" y="15999"/>
                </a:lnTo>
                <a:lnTo>
                  <a:pt x="96874" y="15850"/>
                </a:lnTo>
                <a:lnTo>
                  <a:pt x="144465" y="15850"/>
                </a:lnTo>
                <a:lnTo>
                  <a:pt x="144385" y="15689"/>
                </a:lnTo>
                <a:close/>
              </a:path>
              <a:path w="145414" h="38734">
                <a:moveTo>
                  <a:pt x="144465" y="15850"/>
                </a:moveTo>
                <a:lnTo>
                  <a:pt x="96874" y="15850"/>
                </a:lnTo>
                <a:lnTo>
                  <a:pt x="98394" y="15999"/>
                </a:lnTo>
                <a:lnTo>
                  <a:pt x="144538" y="15999"/>
                </a:lnTo>
                <a:lnTo>
                  <a:pt x="144465" y="1585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246316" y="9351850"/>
            <a:ext cx="153035" cy="16510"/>
          </a:xfrm>
          <a:custGeom>
            <a:avLst/>
            <a:gdLst/>
            <a:ahLst/>
            <a:cxnLst/>
            <a:rect l="l" t="t" r="r" b="b"/>
            <a:pathLst>
              <a:path w="153035" h="16509">
                <a:moveTo>
                  <a:pt x="145575" y="3"/>
                </a:moveTo>
                <a:lnTo>
                  <a:pt x="7995" y="0"/>
                </a:lnTo>
                <a:lnTo>
                  <a:pt x="0" y="6939"/>
                </a:lnTo>
                <a:lnTo>
                  <a:pt x="203" y="10079"/>
                </a:lnTo>
                <a:lnTo>
                  <a:pt x="1592" y="12904"/>
                </a:lnTo>
                <a:lnTo>
                  <a:pt x="3956" y="14982"/>
                </a:lnTo>
                <a:lnTo>
                  <a:pt x="5915" y="15793"/>
                </a:lnTo>
                <a:lnTo>
                  <a:pt x="7995" y="15999"/>
                </a:lnTo>
                <a:lnTo>
                  <a:pt x="144514" y="15999"/>
                </a:lnTo>
                <a:lnTo>
                  <a:pt x="146596" y="15793"/>
                </a:lnTo>
                <a:lnTo>
                  <a:pt x="149419" y="14403"/>
                </a:lnTo>
                <a:lnTo>
                  <a:pt x="151497" y="12039"/>
                </a:lnTo>
                <a:lnTo>
                  <a:pt x="152511" y="9060"/>
                </a:lnTo>
                <a:lnTo>
                  <a:pt x="152308" y="5919"/>
                </a:lnTo>
                <a:lnTo>
                  <a:pt x="150919" y="3094"/>
                </a:lnTo>
                <a:lnTo>
                  <a:pt x="148554" y="1017"/>
                </a:lnTo>
                <a:lnTo>
                  <a:pt x="145575" y="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633685" y="9333445"/>
            <a:ext cx="130810" cy="31115"/>
          </a:xfrm>
          <a:custGeom>
            <a:avLst/>
            <a:gdLst/>
            <a:ahLst/>
            <a:cxnLst/>
            <a:rect l="l" t="t" r="r" b="b"/>
            <a:pathLst>
              <a:path w="130810" h="31115">
                <a:moveTo>
                  <a:pt x="84509" y="0"/>
                </a:moveTo>
                <a:lnTo>
                  <a:pt x="53371" y="0"/>
                </a:lnTo>
                <a:lnTo>
                  <a:pt x="34923" y="1841"/>
                </a:lnTo>
                <a:lnTo>
                  <a:pt x="605" y="19607"/>
                </a:lnTo>
                <a:lnTo>
                  <a:pt x="0" y="22826"/>
                </a:lnTo>
                <a:lnTo>
                  <a:pt x="247" y="24775"/>
                </a:lnTo>
                <a:lnTo>
                  <a:pt x="7231" y="30780"/>
                </a:lnTo>
                <a:lnTo>
                  <a:pt x="8002" y="30780"/>
                </a:lnTo>
                <a:lnTo>
                  <a:pt x="10106" y="30513"/>
                </a:lnTo>
                <a:lnTo>
                  <a:pt x="11092" y="30184"/>
                </a:lnTo>
                <a:lnTo>
                  <a:pt x="23972" y="22826"/>
                </a:lnTo>
                <a:lnTo>
                  <a:pt x="23768" y="22826"/>
                </a:lnTo>
                <a:lnTo>
                  <a:pt x="24181" y="22672"/>
                </a:lnTo>
                <a:lnTo>
                  <a:pt x="24928" y="22280"/>
                </a:lnTo>
                <a:lnTo>
                  <a:pt x="25223" y="22280"/>
                </a:lnTo>
                <a:lnTo>
                  <a:pt x="37271" y="17759"/>
                </a:lnTo>
                <a:lnTo>
                  <a:pt x="36514" y="17759"/>
                </a:lnTo>
                <a:lnTo>
                  <a:pt x="38527" y="17288"/>
                </a:lnTo>
                <a:lnTo>
                  <a:pt x="41218" y="17288"/>
                </a:lnTo>
                <a:lnTo>
                  <a:pt x="54531" y="15955"/>
                </a:lnTo>
                <a:lnTo>
                  <a:pt x="129193" y="15955"/>
                </a:lnTo>
                <a:lnTo>
                  <a:pt x="129987" y="14455"/>
                </a:lnTo>
                <a:lnTo>
                  <a:pt x="130286" y="13459"/>
                </a:lnTo>
                <a:lnTo>
                  <a:pt x="130382" y="10313"/>
                </a:lnTo>
                <a:lnTo>
                  <a:pt x="129791" y="8389"/>
                </a:lnTo>
                <a:lnTo>
                  <a:pt x="124239" y="3785"/>
                </a:lnTo>
                <a:lnTo>
                  <a:pt x="84509" y="0"/>
                </a:lnTo>
                <a:close/>
              </a:path>
              <a:path w="130810" h="31115">
                <a:moveTo>
                  <a:pt x="24928" y="22280"/>
                </a:moveTo>
                <a:lnTo>
                  <a:pt x="23768" y="22826"/>
                </a:lnTo>
                <a:lnTo>
                  <a:pt x="23972" y="22826"/>
                </a:lnTo>
                <a:lnTo>
                  <a:pt x="24928" y="22280"/>
                </a:lnTo>
                <a:close/>
              </a:path>
              <a:path w="130810" h="31115">
                <a:moveTo>
                  <a:pt x="25223" y="22280"/>
                </a:moveTo>
                <a:lnTo>
                  <a:pt x="24928" y="22280"/>
                </a:lnTo>
                <a:lnTo>
                  <a:pt x="24243" y="22672"/>
                </a:lnTo>
                <a:lnTo>
                  <a:pt x="25223" y="22280"/>
                </a:lnTo>
                <a:close/>
              </a:path>
              <a:path w="130810" h="31115">
                <a:moveTo>
                  <a:pt x="129193" y="15955"/>
                </a:moveTo>
                <a:lnTo>
                  <a:pt x="83313" y="15955"/>
                </a:lnTo>
                <a:lnTo>
                  <a:pt x="121667" y="19607"/>
                </a:lnTo>
                <a:lnTo>
                  <a:pt x="123737" y="19607"/>
                </a:lnTo>
                <a:lnTo>
                  <a:pt x="125786" y="18978"/>
                </a:lnTo>
                <a:lnTo>
                  <a:pt x="126702" y="18486"/>
                </a:lnTo>
                <a:lnTo>
                  <a:pt x="128336" y="17134"/>
                </a:lnTo>
                <a:lnTo>
                  <a:pt x="128994" y="16329"/>
                </a:lnTo>
                <a:lnTo>
                  <a:pt x="129193" y="15955"/>
                </a:lnTo>
                <a:close/>
              </a:path>
              <a:path w="130810" h="31115">
                <a:moveTo>
                  <a:pt x="38527" y="17288"/>
                </a:moveTo>
                <a:lnTo>
                  <a:pt x="36514" y="17759"/>
                </a:lnTo>
                <a:lnTo>
                  <a:pt x="37271" y="17759"/>
                </a:lnTo>
                <a:lnTo>
                  <a:pt x="38527" y="17288"/>
                </a:lnTo>
                <a:close/>
              </a:path>
              <a:path w="130810" h="31115">
                <a:moveTo>
                  <a:pt x="41218" y="17288"/>
                </a:moveTo>
                <a:lnTo>
                  <a:pt x="38527" y="17288"/>
                </a:lnTo>
                <a:lnTo>
                  <a:pt x="37271" y="17759"/>
                </a:lnTo>
                <a:lnTo>
                  <a:pt x="36514" y="17759"/>
                </a:lnTo>
                <a:lnTo>
                  <a:pt x="41218" y="1728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013786" y="9307611"/>
            <a:ext cx="93980" cy="23495"/>
          </a:xfrm>
          <a:custGeom>
            <a:avLst/>
            <a:gdLst/>
            <a:ahLst/>
            <a:cxnLst/>
            <a:rect l="l" t="t" r="r" b="b"/>
            <a:pathLst>
              <a:path w="93979" h="23495">
                <a:moveTo>
                  <a:pt x="43812" y="0"/>
                </a:moveTo>
                <a:lnTo>
                  <a:pt x="42229" y="0"/>
                </a:lnTo>
                <a:lnTo>
                  <a:pt x="27777" y="899"/>
                </a:lnTo>
                <a:lnTo>
                  <a:pt x="0" y="14184"/>
                </a:lnTo>
                <a:lnTo>
                  <a:pt x="79" y="16866"/>
                </a:lnTo>
                <a:lnTo>
                  <a:pt x="7201" y="23404"/>
                </a:lnTo>
                <a:lnTo>
                  <a:pt x="8652" y="23404"/>
                </a:lnTo>
                <a:lnTo>
                  <a:pt x="9968" y="23159"/>
                </a:lnTo>
                <a:lnTo>
                  <a:pt x="19358" y="19409"/>
                </a:lnTo>
                <a:lnTo>
                  <a:pt x="19147" y="19409"/>
                </a:lnTo>
                <a:lnTo>
                  <a:pt x="29326" y="16866"/>
                </a:lnTo>
                <a:lnTo>
                  <a:pt x="28775" y="16866"/>
                </a:lnTo>
                <a:lnTo>
                  <a:pt x="30215" y="16644"/>
                </a:lnTo>
                <a:lnTo>
                  <a:pt x="32328" y="16644"/>
                </a:lnTo>
                <a:lnTo>
                  <a:pt x="42877" y="15984"/>
                </a:lnTo>
                <a:lnTo>
                  <a:pt x="93498" y="15984"/>
                </a:lnTo>
                <a:lnTo>
                  <a:pt x="93529" y="15101"/>
                </a:lnTo>
                <a:lnTo>
                  <a:pt x="93214" y="13166"/>
                </a:lnTo>
                <a:lnTo>
                  <a:pt x="93188" y="13008"/>
                </a:lnTo>
                <a:lnTo>
                  <a:pt x="92824" y="12034"/>
                </a:lnTo>
                <a:lnTo>
                  <a:pt x="91787" y="10359"/>
                </a:lnTo>
                <a:lnTo>
                  <a:pt x="91707" y="10231"/>
                </a:lnTo>
                <a:lnTo>
                  <a:pt x="62721" y="1847"/>
                </a:lnTo>
                <a:lnTo>
                  <a:pt x="43812" y="0"/>
                </a:lnTo>
                <a:close/>
              </a:path>
              <a:path w="93979" h="23495">
                <a:moveTo>
                  <a:pt x="93498" y="15984"/>
                </a:moveTo>
                <a:lnTo>
                  <a:pt x="42877" y="15984"/>
                </a:lnTo>
                <a:lnTo>
                  <a:pt x="61168" y="17766"/>
                </a:lnTo>
                <a:lnTo>
                  <a:pt x="60847" y="17766"/>
                </a:lnTo>
                <a:lnTo>
                  <a:pt x="84823" y="23404"/>
                </a:lnTo>
                <a:lnTo>
                  <a:pt x="85707" y="23404"/>
                </a:lnTo>
                <a:lnTo>
                  <a:pt x="87208" y="23159"/>
                </a:lnTo>
                <a:lnTo>
                  <a:pt x="87542" y="23159"/>
                </a:lnTo>
                <a:lnTo>
                  <a:pt x="93111" y="17766"/>
                </a:lnTo>
                <a:lnTo>
                  <a:pt x="93215" y="17326"/>
                </a:lnTo>
                <a:lnTo>
                  <a:pt x="93323" y="16866"/>
                </a:lnTo>
                <a:lnTo>
                  <a:pt x="93375" y="16644"/>
                </a:lnTo>
                <a:lnTo>
                  <a:pt x="93498" y="15984"/>
                </a:lnTo>
                <a:close/>
              </a:path>
              <a:path w="93979" h="23495">
                <a:moveTo>
                  <a:pt x="30215" y="16644"/>
                </a:moveTo>
                <a:lnTo>
                  <a:pt x="28775" y="16866"/>
                </a:lnTo>
                <a:lnTo>
                  <a:pt x="29326" y="16866"/>
                </a:lnTo>
                <a:lnTo>
                  <a:pt x="30215" y="16644"/>
                </a:lnTo>
                <a:close/>
              </a:path>
              <a:path w="93979" h="23495">
                <a:moveTo>
                  <a:pt x="32328" y="16644"/>
                </a:moveTo>
                <a:lnTo>
                  <a:pt x="30215" y="16644"/>
                </a:lnTo>
                <a:lnTo>
                  <a:pt x="29326" y="16866"/>
                </a:lnTo>
                <a:lnTo>
                  <a:pt x="28775" y="16866"/>
                </a:lnTo>
                <a:lnTo>
                  <a:pt x="32328" y="1664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316264" y="9296475"/>
            <a:ext cx="93980" cy="27305"/>
          </a:xfrm>
          <a:custGeom>
            <a:avLst/>
            <a:gdLst/>
            <a:ahLst/>
            <a:cxnLst/>
            <a:rect l="l" t="t" r="r" b="b"/>
            <a:pathLst>
              <a:path w="93979" h="27304">
                <a:moveTo>
                  <a:pt x="62729" y="21294"/>
                </a:moveTo>
                <a:lnTo>
                  <a:pt x="84757" y="27165"/>
                </a:lnTo>
                <a:lnTo>
                  <a:pt x="85547" y="27165"/>
                </a:lnTo>
                <a:lnTo>
                  <a:pt x="93174" y="21523"/>
                </a:lnTo>
                <a:lnTo>
                  <a:pt x="63973" y="21523"/>
                </a:lnTo>
                <a:lnTo>
                  <a:pt x="62729" y="21294"/>
                </a:lnTo>
                <a:close/>
              </a:path>
              <a:path w="93979" h="27304">
                <a:moveTo>
                  <a:pt x="8520" y="0"/>
                </a:moveTo>
                <a:lnTo>
                  <a:pt x="7289" y="0"/>
                </a:lnTo>
                <a:lnTo>
                  <a:pt x="5224" y="478"/>
                </a:lnTo>
                <a:lnTo>
                  <a:pt x="0" y="7760"/>
                </a:lnTo>
                <a:lnTo>
                  <a:pt x="31" y="8801"/>
                </a:lnTo>
                <a:lnTo>
                  <a:pt x="510" y="10867"/>
                </a:lnTo>
                <a:lnTo>
                  <a:pt x="862" y="11645"/>
                </a:lnTo>
                <a:lnTo>
                  <a:pt x="938" y="11814"/>
                </a:lnTo>
                <a:lnTo>
                  <a:pt x="2065" y="13393"/>
                </a:lnTo>
                <a:lnTo>
                  <a:pt x="2170" y="13540"/>
                </a:lnTo>
                <a:lnTo>
                  <a:pt x="2928" y="14253"/>
                </a:lnTo>
                <a:lnTo>
                  <a:pt x="4728" y="15375"/>
                </a:lnTo>
                <a:lnTo>
                  <a:pt x="5701" y="15742"/>
                </a:lnTo>
                <a:lnTo>
                  <a:pt x="18332" y="17852"/>
                </a:lnTo>
                <a:lnTo>
                  <a:pt x="18597" y="17852"/>
                </a:lnTo>
                <a:lnTo>
                  <a:pt x="46221" y="19700"/>
                </a:lnTo>
                <a:lnTo>
                  <a:pt x="63973" y="21523"/>
                </a:lnTo>
                <a:lnTo>
                  <a:pt x="63591" y="21523"/>
                </a:lnTo>
                <a:lnTo>
                  <a:pt x="62729" y="21294"/>
                </a:lnTo>
                <a:lnTo>
                  <a:pt x="93235" y="21294"/>
                </a:lnTo>
                <a:lnTo>
                  <a:pt x="93544" y="20134"/>
                </a:lnTo>
                <a:lnTo>
                  <a:pt x="65952" y="5669"/>
                </a:lnTo>
                <a:lnTo>
                  <a:pt x="66228" y="5669"/>
                </a:lnTo>
                <a:lnTo>
                  <a:pt x="47335" y="3738"/>
                </a:lnTo>
                <a:lnTo>
                  <a:pt x="20959" y="1983"/>
                </a:lnTo>
                <a:lnTo>
                  <a:pt x="20445" y="1983"/>
                </a:lnTo>
                <a:lnTo>
                  <a:pt x="8520" y="0"/>
                </a:lnTo>
                <a:close/>
              </a:path>
              <a:path w="93979" h="27304">
                <a:moveTo>
                  <a:pt x="93235" y="21294"/>
                </a:moveTo>
                <a:lnTo>
                  <a:pt x="62729" y="21294"/>
                </a:lnTo>
                <a:lnTo>
                  <a:pt x="63973" y="21523"/>
                </a:lnTo>
                <a:lnTo>
                  <a:pt x="93174" y="21523"/>
                </a:lnTo>
                <a:lnTo>
                  <a:pt x="93235" y="2129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581968" y="9289110"/>
            <a:ext cx="104775" cy="31115"/>
          </a:xfrm>
          <a:custGeom>
            <a:avLst/>
            <a:gdLst/>
            <a:ahLst/>
            <a:cxnLst/>
            <a:rect l="l" t="t" r="r" b="b"/>
            <a:pathLst>
              <a:path w="104775" h="31115">
                <a:moveTo>
                  <a:pt x="8925" y="0"/>
                </a:moveTo>
                <a:lnTo>
                  <a:pt x="7552" y="0"/>
                </a:lnTo>
                <a:lnTo>
                  <a:pt x="5789" y="261"/>
                </a:lnTo>
                <a:lnTo>
                  <a:pt x="0" y="7104"/>
                </a:lnTo>
                <a:lnTo>
                  <a:pt x="76" y="8995"/>
                </a:lnTo>
                <a:lnTo>
                  <a:pt x="45709" y="21478"/>
                </a:lnTo>
                <a:lnTo>
                  <a:pt x="70153" y="24709"/>
                </a:lnTo>
                <a:lnTo>
                  <a:pt x="69989" y="24709"/>
                </a:lnTo>
                <a:lnTo>
                  <a:pt x="95916" y="30836"/>
                </a:lnTo>
                <a:lnTo>
                  <a:pt x="96799" y="30836"/>
                </a:lnTo>
                <a:lnTo>
                  <a:pt x="104631" y="22542"/>
                </a:lnTo>
                <a:lnTo>
                  <a:pt x="104292" y="20448"/>
                </a:lnTo>
                <a:lnTo>
                  <a:pt x="47691" y="5609"/>
                </a:lnTo>
                <a:lnTo>
                  <a:pt x="17860" y="2099"/>
                </a:lnTo>
                <a:lnTo>
                  <a:pt x="17334" y="2099"/>
                </a:lnTo>
                <a:lnTo>
                  <a:pt x="892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895625" y="9274441"/>
            <a:ext cx="108585" cy="27305"/>
          </a:xfrm>
          <a:custGeom>
            <a:avLst/>
            <a:gdLst/>
            <a:ahLst/>
            <a:cxnLst/>
            <a:rect l="l" t="t" r="r" b="b"/>
            <a:pathLst>
              <a:path w="108585" h="27304">
                <a:moveTo>
                  <a:pt x="64428" y="0"/>
                </a:moveTo>
                <a:lnTo>
                  <a:pt x="41954" y="0"/>
                </a:lnTo>
                <a:lnTo>
                  <a:pt x="31807" y="1383"/>
                </a:lnTo>
                <a:lnTo>
                  <a:pt x="435" y="16329"/>
                </a:lnTo>
                <a:lnTo>
                  <a:pt x="190" y="16866"/>
                </a:lnTo>
                <a:lnTo>
                  <a:pt x="122" y="17232"/>
                </a:lnTo>
                <a:lnTo>
                  <a:pt x="0" y="20152"/>
                </a:lnTo>
                <a:lnTo>
                  <a:pt x="182" y="21015"/>
                </a:lnTo>
                <a:lnTo>
                  <a:pt x="214" y="21169"/>
                </a:lnTo>
                <a:lnTo>
                  <a:pt x="7019" y="27002"/>
                </a:lnTo>
                <a:lnTo>
                  <a:pt x="9020" y="27002"/>
                </a:lnTo>
                <a:lnTo>
                  <a:pt x="9918" y="26812"/>
                </a:lnTo>
                <a:lnTo>
                  <a:pt x="11126" y="26348"/>
                </a:lnTo>
                <a:lnTo>
                  <a:pt x="23570" y="21015"/>
                </a:lnTo>
                <a:lnTo>
                  <a:pt x="34447" y="17232"/>
                </a:lnTo>
                <a:lnTo>
                  <a:pt x="33968" y="17232"/>
                </a:lnTo>
                <a:lnTo>
                  <a:pt x="35504" y="16866"/>
                </a:lnTo>
                <a:lnTo>
                  <a:pt x="36651" y="16866"/>
                </a:lnTo>
                <a:lnTo>
                  <a:pt x="43565" y="15924"/>
                </a:lnTo>
                <a:lnTo>
                  <a:pt x="106987" y="15924"/>
                </a:lnTo>
                <a:lnTo>
                  <a:pt x="107772" y="14460"/>
                </a:lnTo>
                <a:lnTo>
                  <a:pt x="108075" y="13465"/>
                </a:lnTo>
                <a:lnTo>
                  <a:pt x="108186" y="10320"/>
                </a:lnTo>
                <a:lnTo>
                  <a:pt x="107574" y="8289"/>
                </a:lnTo>
                <a:lnTo>
                  <a:pt x="102074" y="3763"/>
                </a:lnTo>
                <a:lnTo>
                  <a:pt x="64428" y="0"/>
                </a:lnTo>
                <a:close/>
              </a:path>
              <a:path w="108585" h="27304">
                <a:moveTo>
                  <a:pt x="106987" y="15924"/>
                </a:moveTo>
                <a:lnTo>
                  <a:pt x="62963" y="15924"/>
                </a:lnTo>
                <a:lnTo>
                  <a:pt x="99467" y="19577"/>
                </a:lnTo>
                <a:lnTo>
                  <a:pt x="101519" y="19577"/>
                </a:lnTo>
                <a:lnTo>
                  <a:pt x="103549" y="18963"/>
                </a:lnTo>
                <a:lnTo>
                  <a:pt x="106987" y="15924"/>
                </a:lnTo>
                <a:close/>
              </a:path>
              <a:path w="108585" h="27304">
                <a:moveTo>
                  <a:pt x="35504" y="16866"/>
                </a:moveTo>
                <a:lnTo>
                  <a:pt x="33968" y="17232"/>
                </a:lnTo>
                <a:lnTo>
                  <a:pt x="34447" y="17232"/>
                </a:lnTo>
                <a:lnTo>
                  <a:pt x="35504" y="16866"/>
                </a:lnTo>
                <a:close/>
              </a:path>
              <a:path w="108585" h="27304">
                <a:moveTo>
                  <a:pt x="36651" y="16866"/>
                </a:moveTo>
                <a:lnTo>
                  <a:pt x="35504" y="16866"/>
                </a:lnTo>
                <a:lnTo>
                  <a:pt x="34447" y="17232"/>
                </a:lnTo>
                <a:lnTo>
                  <a:pt x="33968" y="17232"/>
                </a:lnTo>
                <a:lnTo>
                  <a:pt x="36651" y="1686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120613" y="9252278"/>
            <a:ext cx="116205" cy="27305"/>
          </a:xfrm>
          <a:custGeom>
            <a:avLst/>
            <a:gdLst/>
            <a:ahLst/>
            <a:cxnLst/>
            <a:rect l="l" t="t" r="r" b="b"/>
            <a:pathLst>
              <a:path w="116204" h="27304">
                <a:moveTo>
                  <a:pt x="108983" y="0"/>
                </a:moveTo>
                <a:lnTo>
                  <a:pt x="60683" y="0"/>
                </a:lnTo>
                <a:lnTo>
                  <a:pt x="48230" y="1383"/>
                </a:lnTo>
                <a:lnTo>
                  <a:pt x="5097" y="11517"/>
                </a:lnTo>
                <a:lnTo>
                  <a:pt x="0" y="18889"/>
                </a:lnTo>
                <a:lnTo>
                  <a:pt x="50" y="19930"/>
                </a:lnTo>
                <a:lnTo>
                  <a:pt x="7937" y="27084"/>
                </a:lnTo>
                <a:lnTo>
                  <a:pt x="8771" y="27084"/>
                </a:lnTo>
                <a:lnTo>
                  <a:pt x="31945" y="21294"/>
                </a:lnTo>
                <a:lnTo>
                  <a:pt x="50209" y="17282"/>
                </a:lnTo>
                <a:lnTo>
                  <a:pt x="49997" y="17282"/>
                </a:lnTo>
                <a:lnTo>
                  <a:pt x="62003" y="15948"/>
                </a:lnTo>
                <a:lnTo>
                  <a:pt x="109272" y="15948"/>
                </a:lnTo>
                <a:lnTo>
                  <a:pt x="111726" y="14931"/>
                </a:lnTo>
                <a:lnTo>
                  <a:pt x="115684" y="9009"/>
                </a:lnTo>
                <a:lnTo>
                  <a:pt x="115684" y="6889"/>
                </a:lnTo>
                <a:lnTo>
                  <a:pt x="109768" y="156"/>
                </a:lnTo>
                <a:lnTo>
                  <a:pt x="108983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7" name="object 10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974083" y="9157941"/>
            <a:ext cx="206122" cy="167059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471304" y="9187737"/>
            <a:ext cx="222129" cy="143314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2897466" y="9162388"/>
            <a:ext cx="199335" cy="129423"/>
          </a:xfrm>
          <a:prstGeom prst="rect">
            <a:avLst/>
          </a:prstGeom>
        </p:spPr>
      </p:pic>
      <p:sp>
        <p:nvSpPr>
          <p:cNvPr id="110" name="object 110"/>
          <p:cNvSpPr/>
          <p:nvPr/>
        </p:nvSpPr>
        <p:spPr>
          <a:xfrm>
            <a:off x="3231986" y="9144025"/>
            <a:ext cx="281940" cy="132080"/>
          </a:xfrm>
          <a:custGeom>
            <a:avLst/>
            <a:gdLst/>
            <a:ahLst/>
            <a:cxnLst/>
            <a:rect l="l" t="t" r="r" b="b"/>
            <a:pathLst>
              <a:path w="281939" h="132079">
                <a:moveTo>
                  <a:pt x="77216" y="0"/>
                </a:moveTo>
                <a:lnTo>
                  <a:pt x="76038" y="0"/>
                </a:lnTo>
                <a:lnTo>
                  <a:pt x="54381" y="4812"/>
                </a:lnTo>
                <a:lnTo>
                  <a:pt x="13515" y="43277"/>
                </a:lnTo>
                <a:lnTo>
                  <a:pt x="176" y="84267"/>
                </a:lnTo>
                <a:lnTo>
                  <a:pt x="0" y="86003"/>
                </a:lnTo>
                <a:lnTo>
                  <a:pt x="5" y="86761"/>
                </a:lnTo>
                <a:lnTo>
                  <a:pt x="128" y="95885"/>
                </a:lnTo>
                <a:lnTo>
                  <a:pt x="440" y="97872"/>
                </a:lnTo>
                <a:lnTo>
                  <a:pt x="2877" y="105592"/>
                </a:lnTo>
                <a:lnTo>
                  <a:pt x="2947" y="105816"/>
                </a:lnTo>
                <a:lnTo>
                  <a:pt x="46338" y="128859"/>
                </a:lnTo>
                <a:lnTo>
                  <a:pt x="46645" y="128859"/>
                </a:lnTo>
                <a:lnTo>
                  <a:pt x="85656" y="131749"/>
                </a:lnTo>
                <a:lnTo>
                  <a:pt x="110355" y="131532"/>
                </a:lnTo>
                <a:lnTo>
                  <a:pt x="137420" y="129721"/>
                </a:lnTo>
                <a:lnTo>
                  <a:pt x="137596" y="129721"/>
                </a:lnTo>
                <a:lnTo>
                  <a:pt x="199255" y="121362"/>
                </a:lnTo>
                <a:lnTo>
                  <a:pt x="227582" y="115775"/>
                </a:lnTo>
                <a:lnTo>
                  <a:pt x="86494" y="115775"/>
                </a:lnTo>
                <a:lnTo>
                  <a:pt x="49490" y="113033"/>
                </a:lnTo>
                <a:lnTo>
                  <a:pt x="48766" y="113033"/>
                </a:lnTo>
                <a:lnTo>
                  <a:pt x="36296" y="110603"/>
                </a:lnTo>
                <a:lnTo>
                  <a:pt x="35881" y="110603"/>
                </a:lnTo>
                <a:lnTo>
                  <a:pt x="35193" y="110417"/>
                </a:lnTo>
                <a:lnTo>
                  <a:pt x="35342" y="110417"/>
                </a:lnTo>
                <a:lnTo>
                  <a:pt x="27997" y="107881"/>
                </a:lnTo>
                <a:lnTo>
                  <a:pt x="27252" y="107881"/>
                </a:lnTo>
                <a:lnTo>
                  <a:pt x="25499" y="107019"/>
                </a:lnTo>
                <a:lnTo>
                  <a:pt x="25927" y="107019"/>
                </a:lnTo>
                <a:lnTo>
                  <a:pt x="22648" y="104885"/>
                </a:lnTo>
                <a:lnTo>
                  <a:pt x="21837" y="104885"/>
                </a:lnTo>
                <a:lnTo>
                  <a:pt x="19876" y="103082"/>
                </a:lnTo>
                <a:lnTo>
                  <a:pt x="20439" y="103082"/>
                </a:lnTo>
                <a:lnTo>
                  <a:pt x="18833" y="101010"/>
                </a:lnTo>
                <a:lnTo>
                  <a:pt x="18204" y="101010"/>
                </a:lnTo>
                <a:lnTo>
                  <a:pt x="16896" y="98511"/>
                </a:lnTo>
                <a:lnTo>
                  <a:pt x="17416" y="98511"/>
                </a:lnTo>
                <a:lnTo>
                  <a:pt x="16587" y="95885"/>
                </a:lnTo>
                <a:lnTo>
                  <a:pt x="16473" y="95521"/>
                </a:lnTo>
                <a:lnTo>
                  <a:pt x="16085" y="95521"/>
                </a:lnTo>
                <a:lnTo>
                  <a:pt x="15877" y="94204"/>
                </a:lnTo>
                <a:lnTo>
                  <a:pt x="15808" y="93765"/>
                </a:lnTo>
                <a:lnTo>
                  <a:pt x="15697" y="93060"/>
                </a:lnTo>
                <a:lnTo>
                  <a:pt x="16049" y="93060"/>
                </a:lnTo>
                <a:lnTo>
                  <a:pt x="15983" y="86003"/>
                </a:lnTo>
                <a:lnTo>
                  <a:pt x="16164" y="86003"/>
                </a:lnTo>
                <a:lnTo>
                  <a:pt x="19784" y="69110"/>
                </a:lnTo>
                <a:lnTo>
                  <a:pt x="19616" y="69110"/>
                </a:lnTo>
                <a:lnTo>
                  <a:pt x="19945" y="68362"/>
                </a:lnTo>
                <a:lnTo>
                  <a:pt x="20115" y="67567"/>
                </a:lnTo>
                <a:lnTo>
                  <a:pt x="20294" y="67567"/>
                </a:lnTo>
                <a:lnTo>
                  <a:pt x="27704" y="50699"/>
                </a:lnTo>
                <a:lnTo>
                  <a:pt x="27801" y="50479"/>
                </a:lnTo>
                <a:lnTo>
                  <a:pt x="27922" y="50204"/>
                </a:lnTo>
                <a:lnTo>
                  <a:pt x="31313" y="43773"/>
                </a:lnTo>
                <a:lnTo>
                  <a:pt x="39573" y="28003"/>
                </a:lnTo>
                <a:lnTo>
                  <a:pt x="39385" y="28003"/>
                </a:lnTo>
                <a:lnTo>
                  <a:pt x="39907" y="27366"/>
                </a:lnTo>
                <a:lnTo>
                  <a:pt x="40009" y="27061"/>
                </a:lnTo>
                <a:lnTo>
                  <a:pt x="39497" y="27061"/>
                </a:lnTo>
                <a:lnTo>
                  <a:pt x="41677" y="25206"/>
                </a:lnTo>
                <a:lnTo>
                  <a:pt x="42241" y="25206"/>
                </a:lnTo>
                <a:lnTo>
                  <a:pt x="44079" y="24413"/>
                </a:lnTo>
                <a:lnTo>
                  <a:pt x="44789" y="24413"/>
                </a:lnTo>
                <a:lnTo>
                  <a:pt x="57925" y="20426"/>
                </a:lnTo>
                <a:lnTo>
                  <a:pt x="79508" y="15610"/>
                </a:lnTo>
                <a:lnTo>
                  <a:pt x="84797" y="8375"/>
                </a:lnTo>
                <a:lnTo>
                  <a:pt x="84775" y="7335"/>
                </a:lnTo>
                <a:lnTo>
                  <a:pt x="79166" y="342"/>
                </a:lnTo>
                <a:lnTo>
                  <a:pt x="77216" y="0"/>
                </a:lnTo>
                <a:close/>
              </a:path>
              <a:path w="281939" h="132079">
                <a:moveTo>
                  <a:pt x="262864" y="91301"/>
                </a:moveTo>
                <a:lnTo>
                  <a:pt x="247796" y="95521"/>
                </a:lnTo>
                <a:lnTo>
                  <a:pt x="247537" y="95521"/>
                </a:lnTo>
                <a:lnTo>
                  <a:pt x="196515" y="105592"/>
                </a:lnTo>
                <a:lnTo>
                  <a:pt x="135812" y="113816"/>
                </a:lnTo>
                <a:lnTo>
                  <a:pt x="135610" y="113816"/>
                </a:lnTo>
                <a:lnTo>
                  <a:pt x="109573" y="115552"/>
                </a:lnTo>
                <a:lnTo>
                  <a:pt x="83002" y="115775"/>
                </a:lnTo>
                <a:lnTo>
                  <a:pt x="227582" y="115775"/>
                </a:lnTo>
                <a:lnTo>
                  <a:pt x="267792" y="106528"/>
                </a:lnTo>
                <a:lnTo>
                  <a:pt x="281749" y="93765"/>
                </a:lnTo>
                <a:lnTo>
                  <a:pt x="281583" y="93060"/>
                </a:lnTo>
                <a:lnTo>
                  <a:pt x="281510" y="92753"/>
                </a:lnTo>
                <a:lnTo>
                  <a:pt x="280963" y="91553"/>
                </a:lnTo>
                <a:lnTo>
                  <a:pt x="262313" y="91553"/>
                </a:lnTo>
                <a:lnTo>
                  <a:pt x="262864" y="91301"/>
                </a:lnTo>
                <a:close/>
              </a:path>
              <a:path w="281939" h="132079">
                <a:moveTo>
                  <a:pt x="35342" y="110417"/>
                </a:moveTo>
                <a:lnTo>
                  <a:pt x="35193" y="110417"/>
                </a:lnTo>
                <a:lnTo>
                  <a:pt x="35881" y="110603"/>
                </a:lnTo>
                <a:lnTo>
                  <a:pt x="35342" y="110417"/>
                </a:lnTo>
                <a:close/>
              </a:path>
              <a:path w="281939" h="132079">
                <a:moveTo>
                  <a:pt x="35342" y="110417"/>
                </a:moveTo>
                <a:lnTo>
                  <a:pt x="35881" y="110603"/>
                </a:lnTo>
                <a:lnTo>
                  <a:pt x="36296" y="110603"/>
                </a:lnTo>
                <a:lnTo>
                  <a:pt x="35342" y="110417"/>
                </a:lnTo>
                <a:close/>
              </a:path>
              <a:path w="281939" h="132079">
                <a:moveTo>
                  <a:pt x="25499" y="107019"/>
                </a:moveTo>
                <a:lnTo>
                  <a:pt x="27252" y="107881"/>
                </a:lnTo>
                <a:lnTo>
                  <a:pt x="26411" y="107334"/>
                </a:lnTo>
                <a:lnTo>
                  <a:pt x="25499" y="107019"/>
                </a:lnTo>
                <a:close/>
              </a:path>
              <a:path w="281939" h="132079">
                <a:moveTo>
                  <a:pt x="26411" y="107334"/>
                </a:moveTo>
                <a:lnTo>
                  <a:pt x="27252" y="107881"/>
                </a:lnTo>
                <a:lnTo>
                  <a:pt x="27997" y="107881"/>
                </a:lnTo>
                <a:lnTo>
                  <a:pt x="26411" y="107334"/>
                </a:lnTo>
                <a:close/>
              </a:path>
              <a:path w="281939" h="132079">
                <a:moveTo>
                  <a:pt x="25927" y="107019"/>
                </a:moveTo>
                <a:lnTo>
                  <a:pt x="25499" y="107019"/>
                </a:lnTo>
                <a:lnTo>
                  <a:pt x="26411" y="107334"/>
                </a:lnTo>
                <a:lnTo>
                  <a:pt x="25927" y="107019"/>
                </a:lnTo>
                <a:close/>
              </a:path>
              <a:path w="281939" h="132079">
                <a:moveTo>
                  <a:pt x="19876" y="103082"/>
                </a:moveTo>
                <a:lnTo>
                  <a:pt x="21837" y="104885"/>
                </a:lnTo>
                <a:lnTo>
                  <a:pt x="21012" y="103820"/>
                </a:lnTo>
                <a:lnTo>
                  <a:pt x="19876" y="103082"/>
                </a:lnTo>
                <a:close/>
              </a:path>
              <a:path w="281939" h="132079">
                <a:moveTo>
                  <a:pt x="21012" y="103820"/>
                </a:moveTo>
                <a:lnTo>
                  <a:pt x="21837" y="104885"/>
                </a:lnTo>
                <a:lnTo>
                  <a:pt x="22648" y="104885"/>
                </a:lnTo>
                <a:lnTo>
                  <a:pt x="21012" y="103820"/>
                </a:lnTo>
                <a:close/>
              </a:path>
              <a:path w="281939" h="132079">
                <a:moveTo>
                  <a:pt x="20439" y="103082"/>
                </a:moveTo>
                <a:lnTo>
                  <a:pt x="19876" y="103082"/>
                </a:lnTo>
                <a:lnTo>
                  <a:pt x="21012" y="103820"/>
                </a:lnTo>
                <a:lnTo>
                  <a:pt x="20439" y="103082"/>
                </a:lnTo>
                <a:close/>
              </a:path>
              <a:path w="281939" h="132079">
                <a:moveTo>
                  <a:pt x="17196" y="98898"/>
                </a:moveTo>
                <a:lnTo>
                  <a:pt x="17487" y="99641"/>
                </a:lnTo>
                <a:lnTo>
                  <a:pt x="18204" y="101010"/>
                </a:lnTo>
                <a:lnTo>
                  <a:pt x="17816" y="99782"/>
                </a:lnTo>
                <a:lnTo>
                  <a:pt x="17772" y="99641"/>
                </a:lnTo>
                <a:lnTo>
                  <a:pt x="17196" y="98898"/>
                </a:lnTo>
                <a:close/>
              </a:path>
              <a:path w="281939" h="132079">
                <a:moveTo>
                  <a:pt x="17881" y="99782"/>
                </a:moveTo>
                <a:lnTo>
                  <a:pt x="18204" y="101010"/>
                </a:lnTo>
                <a:lnTo>
                  <a:pt x="18833" y="101010"/>
                </a:lnTo>
                <a:lnTo>
                  <a:pt x="17881" y="99782"/>
                </a:lnTo>
                <a:close/>
              </a:path>
              <a:path w="281939" h="132079">
                <a:moveTo>
                  <a:pt x="17416" y="98511"/>
                </a:moveTo>
                <a:lnTo>
                  <a:pt x="16896" y="98511"/>
                </a:lnTo>
                <a:lnTo>
                  <a:pt x="17772" y="99641"/>
                </a:lnTo>
                <a:lnTo>
                  <a:pt x="17538" y="98898"/>
                </a:lnTo>
                <a:lnTo>
                  <a:pt x="17416" y="98511"/>
                </a:lnTo>
                <a:close/>
              </a:path>
              <a:path w="281939" h="132079">
                <a:moveTo>
                  <a:pt x="15919" y="93765"/>
                </a:moveTo>
                <a:lnTo>
                  <a:pt x="15877" y="94204"/>
                </a:lnTo>
                <a:lnTo>
                  <a:pt x="16085" y="95521"/>
                </a:lnTo>
                <a:lnTo>
                  <a:pt x="16057" y="94204"/>
                </a:lnTo>
                <a:lnTo>
                  <a:pt x="15919" y="93765"/>
                </a:lnTo>
                <a:close/>
              </a:path>
              <a:path w="281939" h="132079">
                <a:moveTo>
                  <a:pt x="16057" y="94204"/>
                </a:moveTo>
                <a:lnTo>
                  <a:pt x="16067" y="95521"/>
                </a:lnTo>
                <a:lnTo>
                  <a:pt x="16473" y="95521"/>
                </a:lnTo>
                <a:lnTo>
                  <a:pt x="16057" y="94204"/>
                </a:lnTo>
                <a:close/>
              </a:path>
              <a:path w="281939" h="132079">
                <a:moveTo>
                  <a:pt x="16049" y="93060"/>
                </a:moveTo>
                <a:lnTo>
                  <a:pt x="15697" y="93060"/>
                </a:lnTo>
                <a:lnTo>
                  <a:pt x="16057" y="94204"/>
                </a:lnTo>
                <a:lnTo>
                  <a:pt x="16049" y="93060"/>
                </a:lnTo>
                <a:close/>
              </a:path>
              <a:path w="281939" h="132079">
                <a:moveTo>
                  <a:pt x="263472" y="91131"/>
                </a:moveTo>
                <a:lnTo>
                  <a:pt x="262864" y="91301"/>
                </a:lnTo>
                <a:lnTo>
                  <a:pt x="262313" y="91553"/>
                </a:lnTo>
                <a:lnTo>
                  <a:pt x="263472" y="91131"/>
                </a:lnTo>
                <a:close/>
              </a:path>
              <a:path w="281939" h="132079">
                <a:moveTo>
                  <a:pt x="280770" y="91131"/>
                </a:moveTo>
                <a:lnTo>
                  <a:pt x="263472" y="91131"/>
                </a:lnTo>
                <a:lnTo>
                  <a:pt x="262313" y="91553"/>
                </a:lnTo>
                <a:lnTo>
                  <a:pt x="280963" y="91553"/>
                </a:lnTo>
                <a:lnTo>
                  <a:pt x="280848" y="91301"/>
                </a:lnTo>
                <a:lnTo>
                  <a:pt x="280770" y="91131"/>
                </a:lnTo>
                <a:close/>
              </a:path>
              <a:path w="281939" h="132079">
                <a:moveTo>
                  <a:pt x="275600" y="87245"/>
                </a:moveTo>
                <a:lnTo>
                  <a:pt x="272061" y="87245"/>
                </a:lnTo>
                <a:lnTo>
                  <a:pt x="271442" y="87391"/>
                </a:lnTo>
                <a:lnTo>
                  <a:pt x="262864" y="91301"/>
                </a:lnTo>
                <a:lnTo>
                  <a:pt x="263472" y="91131"/>
                </a:lnTo>
                <a:lnTo>
                  <a:pt x="280770" y="91131"/>
                </a:lnTo>
                <a:lnTo>
                  <a:pt x="280630" y="90824"/>
                </a:lnTo>
                <a:lnTo>
                  <a:pt x="280022" y="89979"/>
                </a:lnTo>
                <a:lnTo>
                  <a:pt x="278471" y="88534"/>
                </a:lnTo>
                <a:lnTo>
                  <a:pt x="277586" y="87986"/>
                </a:lnTo>
                <a:lnTo>
                  <a:pt x="275600" y="87245"/>
                </a:lnTo>
                <a:close/>
              </a:path>
              <a:path w="281939" h="132079">
                <a:moveTo>
                  <a:pt x="16005" y="87245"/>
                </a:moveTo>
                <a:lnTo>
                  <a:pt x="15841" y="87391"/>
                </a:lnTo>
                <a:lnTo>
                  <a:pt x="15819" y="87616"/>
                </a:lnTo>
                <a:lnTo>
                  <a:pt x="16008" y="87616"/>
                </a:lnTo>
                <a:lnTo>
                  <a:pt x="16005" y="87245"/>
                </a:lnTo>
                <a:close/>
              </a:path>
              <a:path w="281939" h="132079">
                <a:moveTo>
                  <a:pt x="16164" y="86003"/>
                </a:moveTo>
                <a:lnTo>
                  <a:pt x="15996" y="86003"/>
                </a:lnTo>
                <a:lnTo>
                  <a:pt x="16002" y="86761"/>
                </a:lnTo>
                <a:lnTo>
                  <a:pt x="16164" y="86003"/>
                </a:lnTo>
                <a:close/>
              </a:path>
              <a:path w="281939" h="132079">
                <a:moveTo>
                  <a:pt x="19945" y="68362"/>
                </a:moveTo>
                <a:lnTo>
                  <a:pt x="19616" y="69110"/>
                </a:lnTo>
                <a:lnTo>
                  <a:pt x="19784" y="69110"/>
                </a:lnTo>
                <a:lnTo>
                  <a:pt x="19945" y="68362"/>
                </a:lnTo>
                <a:close/>
              </a:path>
              <a:path w="281939" h="132079">
                <a:moveTo>
                  <a:pt x="20294" y="67567"/>
                </a:moveTo>
                <a:lnTo>
                  <a:pt x="20115" y="67567"/>
                </a:lnTo>
                <a:lnTo>
                  <a:pt x="19945" y="68362"/>
                </a:lnTo>
                <a:lnTo>
                  <a:pt x="20294" y="67567"/>
                </a:lnTo>
                <a:close/>
              </a:path>
              <a:path w="281939" h="132079">
                <a:moveTo>
                  <a:pt x="39907" y="27366"/>
                </a:moveTo>
                <a:lnTo>
                  <a:pt x="39385" y="28003"/>
                </a:lnTo>
                <a:lnTo>
                  <a:pt x="39573" y="28003"/>
                </a:lnTo>
                <a:lnTo>
                  <a:pt x="39907" y="27366"/>
                </a:lnTo>
                <a:close/>
              </a:path>
              <a:path w="281939" h="132079">
                <a:moveTo>
                  <a:pt x="40288" y="26639"/>
                </a:moveTo>
                <a:lnTo>
                  <a:pt x="39807" y="27366"/>
                </a:lnTo>
                <a:lnTo>
                  <a:pt x="40157" y="27061"/>
                </a:lnTo>
                <a:lnTo>
                  <a:pt x="40288" y="26639"/>
                </a:lnTo>
                <a:close/>
              </a:path>
              <a:path w="281939" h="132079">
                <a:moveTo>
                  <a:pt x="41677" y="25206"/>
                </a:moveTo>
                <a:lnTo>
                  <a:pt x="39497" y="27061"/>
                </a:lnTo>
                <a:lnTo>
                  <a:pt x="40752" y="26335"/>
                </a:lnTo>
                <a:lnTo>
                  <a:pt x="41677" y="25206"/>
                </a:lnTo>
                <a:close/>
              </a:path>
              <a:path w="281939" h="132079">
                <a:moveTo>
                  <a:pt x="40288" y="26639"/>
                </a:moveTo>
                <a:lnTo>
                  <a:pt x="39497" y="27061"/>
                </a:lnTo>
                <a:lnTo>
                  <a:pt x="40009" y="27061"/>
                </a:lnTo>
                <a:lnTo>
                  <a:pt x="40288" y="26639"/>
                </a:lnTo>
                <a:close/>
              </a:path>
              <a:path w="281939" h="132079">
                <a:moveTo>
                  <a:pt x="40752" y="26335"/>
                </a:moveTo>
                <a:lnTo>
                  <a:pt x="40288" y="26639"/>
                </a:lnTo>
                <a:lnTo>
                  <a:pt x="40067" y="27061"/>
                </a:lnTo>
                <a:lnTo>
                  <a:pt x="40503" y="26639"/>
                </a:lnTo>
                <a:lnTo>
                  <a:pt x="40752" y="26335"/>
                </a:lnTo>
                <a:close/>
              </a:path>
              <a:path w="281939" h="132079">
                <a:moveTo>
                  <a:pt x="43293" y="24867"/>
                </a:moveTo>
                <a:lnTo>
                  <a:pt x="42174" y="25206"/>
                </a:lnTo>
                <a:lnTo>
                  <a:pt x="41677" y="25206"/>
                </a:lnTo>
                <a:lnTo>
                  <a:pt x="40752" y="26335"/>
                </a:lnTo>
                <a:lnTo>
                  <a:pt x="43293" y="24867"/>
                </a:lnTo>
                <a:close/>
              </a:path>
              <a:path w="281939" h="132079">
                <a:moveTo>
                  <a:pt x="44079" y="24413"/>
                </a:moveTo>
                <a:lnTo>
                  <a:pt x="42241" y="25206"/>
                </a:lnTo>
                <a:lnTo>
                  <a:pt x="43293" y="24867"/>
                </a:lnTo>
                <a:lnTo>
                  <a:pt x="44079" y="24413"/>
                </a:lnTo>
                <a:close/>
              </a:path>
              <a:path w="281939" h="132079">
                <a:moveTo>
                  <a:pt x="44789" y="24413"/>
                </a:moveTo>
                <a:lnTo>
                  <a:pt x="44079" y="24413"/>
                </a:lnTo>
                <a:lnTo>
                  <a:pt x="43293" y="24867"/>
                </a:lnTo>
                <a:lnTo>
                  <a:pt x="44789" y="2441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872937" y="9827290"/>
            <a:ext cx="247015" cy="42545"/>
          </a:xfrm>
          <a:custGeom>
            <a:avLst/>
            <a:gdLst/>
            <a:ahLst/>
            <a:cxnLst/>
            <a:rect l="l" t="t" r="r" b="b"/>
            <a:pathLst>
              <a:path w="247014" h="42545">
                <a:moveTo>
                  <a:pt x="9506" y="18553"/>
                </a:moveTo>
                <a:lnTo>
                  <a:pt x="6296" y="18553"/>
                </a:lnTo>
                <a:lnTo>
                  <a:pt x="5293" y="18828"/>
                </a:lnTo>
                <a:lnTo>
                  <a:pt x="0" y="24931"/>
                </a:lnTo>
                <a:lnTo>
                  <a:pt x="20" y="28079"/>
                </a:lnTo>
                <a:lnTo>
                  <a:pt x="38994" y="42371"/>
                </a:lnTo>
                <a:lnTo>
                  <a:pt x="97330" y="42371"/>
                </a:lnTo>
                <a:lnTo>
                  <a:pt x="160908" y="37075"/>
                </a:lnTo>
                <a:lnTo>
                  <a:pt x="206815" y="29082"/>
                </a:lnTo>
                <a:lnTo>
                  <a:pt x="215045" y="26452"/>
                </a:lnTo>
                <a:lnTo>
                  <a:pt x="40594" y="26452"/>
                </a:lnTo>
                <a:lnTo>
                  <a:pt x="33721" y="25689"/>
                </a:lnTo>
                <a:lnTo>
                  <a:pt x="32875" y="25689"/>
                </a:lnTo>
                <a:lnTo>
                  <a:pt x="32031" y="25531"/>
                </a:lnTo>
                <a:lnTo>
                  <a:pt x="32293" y="25531"/>
                </a:lnTo>
                <a:lnTo>
                  <a:pt x="22705" y="22920"/>
                </a:lnTo>
                <a:lnTo>
                  <a:pt x="20975" y="22372"/>
                </a:lnTo>
                <a:lnTo>
                  <a:pt x="9506" y="18553"/>
                </a:lnTo>
                <a:close/>
              </a:path>
              <a:path w="247014" h="42545">
                <a:moveTo>
                  <a:pt x="246388" y="7607"/>
                </a:moveTo>
                <a:lnTo>
                  <a:pt x="221056" y="7607"/>
                </a:lnTo>
                <a:lnTo>
                  <a:pt x="220511" y="7787"/>
                </a:lnTo>
                <a:lnTo>
                  <a:pt x="220046" y="8016"/>
                </a:lnTo>
                <a:lnTo>
                  <a:pt x="219822" y="8016"/>
                </a:lnTo>
                <a:lnTo>
                  <a:pt x="203092" y="13566"/>
                </a:lnTo>
                <a:lnTo>
                  <a:pt x="202878" y="13566"/>
                </a:lnTo>
                <a:lnTo>
                  <a:pt x="182784" y="17981"/>
                </a:lnTo>
                <a:lnTo>
                  <a:pt x="182600" y="17981"/>
                </a:lnTo>
                <a:lnTo>
                  <a:pt x="159162" y="21181"/>
                </a:lnTo>
                <a:lnTo>
                  <a:pt x="158986" y="21181"/>
                </a:lnTo>
                <a:lnTo>
                  <a:pt x="95779" y="26452"/>
                </a:lnTo>
                <a:lnTo>
                  <a:pt x="215045" y="26452"/>
                </a:lnTo>
                <a:lnTo>
                  <a:pt x="244068" y="13566"/>
                </a:lnTo>
                <a:lnTo>
                  <a:pt x="203092" y="13566"/>
                </a:lnTo>
                <a:lnTo>
                  <a:pt x="203591" y="13427"/>
                </a:lnTo>
                <a:lnTo>
                  <a:pt x="244190" y="13427"/>
                </a:lnTo>
                <a:lnTo>
                  <a:pt x="245098" y="12394"/>
                </a:lnTo>
                <a:lnTo>
                  <a:pt x="245620" y="11494"/>
                </a:lnTo>
                <a:lnTo>
                  <a:pt x="246303" y="9487"/>
                </a:lnTo>
                <a:lnTo>
                  <a:pt x="246413" y="8016"/>
                </a:lnTo>
                <a:lnTo>
                  <a:pt x="220046" y="8016"/>
                </a:lnTo>
                <a:lnTo>
                  <a:pt x="220610" y="7787"/>
                </a:lnTo>
                <a:lnTo>
                  <a:pt x="246399" y="7787"/>
                </a:lnTo>
                <a:lnTo>
                  <a:pt x="246388" y="7607"/>
                </a:lnTo>
                <a:close/>
              </a:path>
              <a:path w="247014" h="42545">
                <a:moveTo>
                  <a:pt x="32293" y="25531"/>
                </a:moveTo>
                <a:lnTo>
                  <a:pt x="32031" y="25531"/>
                </a:lnTo>
                <a:lnTo>
                  <a:pt x="32875" y="25689"/>
                </a:lnTo>
                <a:lnTo>
                  <a:pt x="32293" y="25531"/>
                </a:lnTo>
                <a:close/>
              </a:path>
              <a:path w="247014" h="42545">
                <a:moveTo>
                  <a:pt x="32293" y="25531"/>
                </a:moveTo>
                <a:lnTo>
                  <a:pt x="32875" y="25689"/>
                </a:lnTo>
                <a:lnTo>
                  <a:pt x="33721" y="25689"/>
                </a:lnTo>
                <a:lnTo>
                  <a:pt x="32293" y="25531"/>
                </a:lnTo>
                <a:close/>
              </a:path>
              <a:path w="247014" h="42545">
                <a:moveTo>
                  <a:pt x="239969" y="0"/>
                </a:moveTo>
                <a:lnTo>
                  <a:pt x="236818" y="0"/>
                </a:lnTo>
                <a:lnTo>
                  <a:pt x="235817" y="267"/>
                </a:lnTo>
                <a:lnTo>
                  <a:pt x="220511" y="7787"/>
                </a:lnTo>
                <a:lnTo>
                  <a:pt x="221056" y="7607"/>
                </a:lnTo>
                <a:lnTo>
                  <a:pt x="246388" y="7607"/>
                </a:lnTo>
                <a:lnTo>
                  <a:pt x="241976" y="684"/>
                </a:lnTo>
                <a:lnTo>
                  <a:pt x="23996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392132" y="9808672"/>
            <a:ext cx="148590" cy="32384"/>
          </a:xfrm>
          <a:custGeom>
            <a:avLst/>
            <a:gdLst/>
            <a:ahLst/>
            <a:cxnLst/>
            <a:rect l="l" t="t" r="r" b="b"/>
            <a:pathLst>
              <a:path w="148589" h="32384">
                <a:moveTo>
                  <a:pt x="142249" y="16098"/>
                </a:moveTo>
                <a:lnTo>
                  <a:pt x="46975" y="16098"/>
                </a:lnTo>
                <a:lnTo>
                  <a:pt x="69782" y="17294"/>
                </a:lnTo>
                <a:lnTo>
                  <a:pt x="69549" y="17294"/>
                </a:lnTo>
                <a:lnTo>
                  <a:pt x="96888" y="21201"/>
                </a:lnTo>
                <a:lnTo>
                  <a:pt x="96724" y="21201"/>
                </a:lnTo>
                <a:lnTo>
                  <a:pt x="139696" y="31944"/>
                </a:lnTo>
                <a:lnTo>
                  <a:pt x="140533" y="31944"/>
                </a:lnTo>
                <a:lnTo>
                  <a:pt x="142629" y="31632"/>
                </a:lnTo>
                <a:lnTo>
                  <a:pt x="148470" y="23751"/>
                </a:lnTo>
                <a:lnTo>
                  <a:pt x="148158" y="21653"/>
                </a:lnTo>
                <a:lnTo>
                  <a:pt x="143372" y="16378"/>
                </a:lnTo>
                <a:lnTo>
                  <a:pt x="142249" y="16098"/>
                </a:lnTo>
                <a:close/>
              </a:path>
              <a:path w="148589" h="32384">
                <a:moveTo>
                  <a:pt x="71334" y="1388"/>
                </a:moveTo>
                <a:lnTo>
                  <a:pt x="21317" y="1388"/>
                </a:lnTo>
                <a:lnTo>
                  <a:pt x="6169" y="2766"/>
                </a:lnTo>
                <a:lnTo>
                  <a:pt x="0" y="9267"/>
                </a:lnTo>
                <a:lnTo>
                  <a:pt x="82" y="12413"/>
                </a:lnTo>
                <a:lnTo>
                  <a:pt x="6634" y="18599"/>
                </a:lnTo>
                <a:lnTo>
                  <a:pt x="8651" y="18599"/>
                </a:lnTo>
                <a:lnTo>
                  <a:pt x="23039" y="17294"/>
                </a:lnTo>
                <a:lnTo>
                  <a:pt x="43299" y="16098"/>
                </a:lnTo>
                <a:lnTo>
                  <a:pt x="142249" y="16098"/>
                </a:lnTo>
                <a:lnTo>
                  <a:pt x="99959" y="5525"/>
                </a:lnTo>
                <a:lnTo>
                  <a:pt x="99150" y="5363"/>
                </a:lnTo>
                <a:lnTo>
                  <a:pt x="71334" y="1388"/>
                </a:lnTo>
                <a:close/>
              </a:path>
              <a:path w="148589" h="32384">
                <a:moveTo>
                  <a:pt x="45457" y="0"/>
                </a:moveTo>
                <a:lnTo>
                  <a:pt x="44566" y="0"/>
                </a:lnTo>
                <a:lnTo>
                  <a:pt x="21060" y="1388"/>
                </a:lnTo>
                <a:lnTo>
                  <a:pt x="71922" y="1388"/>
                </a:lnTo>
                <a:lnTo>
                  <a:pt x="4545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900916" y="9798068"/>
            <a:ext cx="135255" cy="24130"/>
          </a:xfrm>
          <a:custGeom>
            <a:avLst/>
            <a:gdLst/>
            <a:ahLst/>
            <a:cxnLst/>
            <a:rect l="l" t="t" r="r" b="b"/>
            <a:pathLst>
              <a:path w="135255" h="24129">
                <a:moveTo>
                  <a:pt x="46512" y="0"/>
                </a:moveTo>
                <a:lnTo>
                  <a:pt x="6712" y="0"/>
                </a:lnTo>
                <a:lnTo>
                  <a:pt x="5712" y="199"/>
                </a:lnTo>
                <a:lnTo>
                  <a:pt x="0" y="5911"/>
                </a:lnTo>
                <a:lnTo>
                  <a:pt x="91" y="10293"/>
                </a:lnTo>
                <a:lnTo>
                  <a:pt x="6893" y="16020"/>
                </a:lnTo>
                <a:lnTo>
                  <a:pt x="46791" y="16020"/>
                </a:lnTo>
                <a:lnTo>
                  <a:pt x="80335" y="17307"/>
                </a:lnTo>
                <a:lnTo>
                  <a:pt x="80033" y="17307"/>
                </a:lnTo>
                <a:lnTo>
                  <a:pt x="126921" y="24005"/>
                </a:lnTo>
                <a:lnTo>
                  <a:pt x="127739" y="24005"/>
                </a:lnTo>
                <a:lnTo>
                  <a:pt x="135068" y="16020"/>
                </a:lnTo>
                <a:lnTo>
                  <a:pt x="135011" y="14982"/>
                </a:lnTo>
                <a:lnTo>
                  <a:pt x="81774" y="1401"/>
                </a:lnTo>
                <a:lnTo>
                  <a:pt x="82882" y="1401"/>
                </a:lnTo>
                <a:lnTo>
                  <a:pt x="4651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263570" y="9800735"/>
            <a:ext cx="132715" cy="21590"/>
          </a:xfrm>
          <a:custGeom>
            <a:avLst/>
            <a:gdLst/>
            <a:ahLst/>
            <a:cxnLst/>
            <a:rect l="l" t="t" r="r" b="b"/>
            <a:pathLst>
              <a:path w="132714" h="21590">
                <a:moveTo>
                  <a:pt x="89452" y="0"/>
                </a:moveTo>
                <a:lnTo>
                  <a:pt x="60243" y="0"/>
                </a:lnTo>
                <a:lnTo>
                  <a:pt x="41353" y="688"/>
                </a:lnTo>
                <a:lnTo>
                  <a:pt x="41934" y="688"/>
                </a:lnTo>
                <a:lnTo>
                  <a:pt x="23991" y="2727"/>
                </a:lnTo>
                <a:lnTo>
                  <a:pt x="0" y="13441"/>
                </a:lnTo>
                <a:lnTo>
                  <a:pt x="265" y="15168"/>
                </a:lnTo>
                <a:lnTo>
                  <a:pt x="322" y="15536"/>
                </a:lnTo>
                <a:lnTo>
                  <a:pt x="7193" y="21292"/>
                </a:lnTo>
                <a:lnTo>
                  <a:pt x="8531" y="21292"/>
                </a:lnTo>
                <a:lnTo>
                  <a:pt x="26034" y="18600"/>
                </a:lnTo>
                <a:lnTo>
                  <a:pt x="43295" y="16631"/>
                </a:lnTo>
                <a:lnTo>
                  <a:pt x="43124" y="16631"/>
                </a:lnTo>
                <a:lnTo>
                  <a:pt x="60779" y="15988"/>
                </a:lnTo>
                <a:lnTo>
                  <a:pt x="130648" y="15988"/>
                </a:lnTo>
                <a:lnTo>
                  <a:pt x="131288" y="15168"/>
                </a:lnTo>
                <a:lnTo>
                  <a:pt x="132159" y="13441"/>
                </a:lnTo>
                <a:lnTo>
                  <a:pt x="132243" y="13274"/>
                </a:lnTo>
                <a:lnTo>
                  <a:pt x="132484" y="12401"/>
                </a:lnTo>
                <a:lnTo>
                  <a:pt x="132551" y="9124"/>
                </a:lnTo>
                <a:lnTo>
                  <a:pt x="131885" y="7111"/>
                </a:lnTo>
                <a:lnTo>
                  <a:pt x="126272" y="2727"/>
                </a:lnTo>
                <a:lnTo>
                  <a:pt x="89452" y="0"/>
                </a:lnTo>
                <a:close/>
              </a:path>
              <a:path w="132714" h="21590">
                <a:moveTo>
                  <a:pt x="130648" y="15988"/>
                </a:moveTo>
                <a:lnTo>
                  <a:pt x="88795" y="15988"/>
                </a:lnTo>
                <a:lnTo>
                  <a:pt x="124033" y="18600"/>
                </a:lnTo>
                <a:lnTo>
                  <a:pt x="125970" y="18600"/>
                </a:lnTo>
                <a:lnTo>
                  <a:pt x="128137" y="17885"/>
                </a:lnTo>
                <a:lnTo>
                  <a:pt x="129043" y="17372"/>
                </a:lnTo>
                <a:lnTo>
                  <a:pt x="130648" y="1598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3618666" y="9792877"/>
            <a:ext cx="278765" cy="26670"/>
          </a:xfrm>
          <a:custGeom>
            <a:avLst/>
            <a:gdLst/>
            <a:ahLst/>
            <a:cxnLst/>
            <a:rect l="l" t="t" r="r" b="b"/>
            <a:pathLst>
              <a:path w="278764" h="26670">
                <a:moveTo>
                  <a:pt x="8411" y="5164"/>
                </a:moveTo>
                <a:lnTo>
                  <a:pt x="7077" y="5164"/>
                </a:lnTo>
                <a:lnTo>
                  <a:pt x="5017" y="5668"/>
                </a:lnTo>
                <a:lnTo>
                  <a:pt x="416" y="10343"/>
                </a:lnTo>
                <a:lnTo>
                  <a:pt x="311" y="10629"/>
                </a:lnTo>
                <a:lnTo>
                  <a:pt x="206" y="10919"/>
                </a:lnTo>
                <a:lnTo>
                  <a:pt x="0" y="12260"/>
                </a:lnTo>
                <a:lnTo>
                  <a:pt x="43" y="14520"/>
                </a:lnTo>
                <a:lnTo>
                  <a:pt x="49496" y="26436"/>
                </a:lnTo>
                <a:lnTo>
                  <a:pt x="235437" y="26436"/>
                </a:lnTo>
                <a:lnTo>
                  <a:pt x="249013" y="23788"/>
                </a:lnTo>
                <a:lnTo>
                  <a:pt x="249173" y="23788"/>
                </a:lnTo>
                <a:lnTo>
                  <a:pt x="277756" y="10629"/>
                </a:lnTo>
                <a:lnTo>
                  <a:pt x="52845" y="10629"/>
                </a:lnTo>
                <a:lnTo>
                  <a:pt x="48007" y="10343"/>
                </a:lnTo>
                <a:lnTo>
                  <a:pt x="49394" y="10343"/>
                </a:lnTo>
                <a:lnTo>
                  <a:pt x="28403" y="8129"/>
                </a:lnTo>
                <a:lnTo>
                  <a:pt x="27706" y="8129"/>
                </a:lnTo>
                <a:lnTo>
                  <a:pt x="8411" y="5164"/>
                </a:lnTo>
                <a:close/>
              </a:path>
              <a:path w="278764" h="26670">
                <a:moveTo>
                  <a:pt x="49394" y="10343"/>
                </a:moveTo>
                <a:lnTo>
                  <a:pt x="48007" y="10343"/>
                </a:lnTo>
                <a:lnTo>
                  <a:pt x="52845" y="10629"/>
                </a:lnTo>
                <a:lnTo>
                  <a:pt x="52111" y="10629"/>
                </a:lnTo>
                <a:lnTo>
                  <a:pt x="49394" y="10343"/>
                </a:lnTo>
                <a:close/>
              </a:path>
              <a:path w="278764" h="26670">
                <a:moveTo>
                  <a:pt x="234384" y="10343"/>
                </a:moveTo>
                <a:lnTo>
                  <a:pt x="49394" y="10343"/>
                </a:lnTo>
                <a:lnTo>
                  <a:pt x="52111" y="10629"/>
                </a:lnTo>
                <a:lnTo>
                  <a:pt x="232914" y="10629"/>
                </a:lnTo>
                <a:lnTo>
                  <a:pt x="234384" y="10343"/>
                </a:lnTo>
                <a:close/>
              </a:path>
              <a:path w="278764" h="26670">
                <a:moveTo>
                  <a:pt x="278125" y="8129"/>
                </a:moveTo>
                <a:lnTo>
                  <a:pt x="245957" y="8129"/>
                </a:lnTo>
                <a:lnTo>
                  <a:pt x="245325" y="8304"/>
                </a:lnTo>
                <a:lnTo>
                  <a:pt x="244837" y="8304"/>
                </a:lnTo>
                <a:lnTo>
                  <a:pt x="232914" y="10629"/>
                </a:lnTo>
                <a:lnTo>
                  <a:pt x="235864" y="10343"/>
                </a:lnTo>
                <a:lnTo>
                  <a:pt x="277891" y="10343"/>
                </a:lnTo>
                <a:lnTo>
                  <a:pt x="278144" y="9334"/>
                </a:lnTo>
                <a:lnTo>
                  <a:pt x="278128" y="8304"/>
                </a:lnTo>
                <a:lnTo>
                  <a:pt x="245325" y="8304"/>
                </a:lnTo>
                <a:lnTo>
                  <a:pt x="245813" y="8129"/>
                </a:lnTo>
                <a:lnTo>
                  <a:pt x="278125" y="8129"/>
                </a:lnTo>
                <a:close/>
              </a:path>
              <a:path w="278764" h="26670">
                <a:moveTo>
                  <a:pt x="277891" y="10343"/>
                </a:moveTo>
                <a:lnTo>
                  <a:pt x="235864" y="10343"/>
                </a:lnTo>
                <a:lnTo>
                  <a:pt x="232914" y="10629"/>
                </a:lnTo>
                <a:lnTo>
                  <a:pt x="277756" y="10629"/>
                </a:lnTo>
                <a:lnTo>
                  <a:pt x="277891" y="10343"/>
                </a:lnTo>
                <a:close/>
              </a:path>
              <a:path w="278764" h="26670">
                <a:moveTo>
                  <a:pt x="271856" y="0"/>
                </a:moveTo>
                <a:lnTo>
                  <a:pt x="268510" y="0"/>
                </a:lnTo>
                <a:lnTo>
                  <a:pt x="245325" y="8304"/>
                </a:lnTo>
                <a:lnTo>
                  <a:pt x="245957" y="8129"/>
                </a:lnTo>
                <a:lnTo>
                  <a:pt x="278125" y="8129"/>
                </a:lnTo>
                <a:lnTo>
                  <a:pt x="272667" y="202"/>
                </a:lnTo>
                <a:lnTo>
                  <a:pt x="27185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180301" y="9763639"/>
            <a:ext cx="299720" cy="24130"/>
          </a:xfrm>
          <a:custGeom>
            <a:avLst/>
            <a:gdLst/>
            <a:ahLst/>
            <a:cxnLst/>
            <a:rect l="l" t="t" r="r" b="b"/>
            <a:pathLst>
              <a:path w="299720" h="24129">
                <a:moveTo>
                  <a:pt x="292503" y="0"/>
                </a:moveTo>
                <a:lnTo>
                  <a:pt x="44565" y="0"/>
                </a:lnTo>
                <a:lnTo>
                  <a:pt x="26627" y="1001"/>
                </a:lnTo>
                <a:lnTo>
                  <a:pt x="0" y="14407"/>
                </a:lnTo>
                <a:lnTo>
                  <a:pt x="20" y="17554"/>
                </a:lnTo>
                <a:lnTo>
                  <a:pt x="6789" y="23981"/>
                </a:lnTo>
                <a:lnTo>
                  <a:pt x="8997" y="23981"/>
                </a:lnTo>
                <a:lnTo>
                  <a:pt x="10549" y="23556"/>
                </a:lnTo>
                <a:lnTo>
                  <a:pt x="18293" y="19688"/>
                </a:lnTo>
                <a:lnTo>
                  <a:pt x="17915" y="19688"/>
                </a:lnTo>
                <a:lnTo>
                  <a:pt x="19446" y="19111"/>
                </a:lnTo>
                <a:lnTo>
                  <a:pt x="20092" y="19111"/>
                </a:lnTo>
                <a:lnTo>
                  <a:pt x="28214" y="16960"/>
                </a:lnTo>
                <a:lnTo>
                  <a:pt x="27571" y="16960"/>
                </a:lnTo>
                <a:lnTo>
                  <a:pt x="29174" y="16705"/>
                </a:lnTo>
                <a:lnTo>
                  <a:pt x="32153" y="16705"/>
                </a:lnTo>
                <a:lnTo>
                  <a:pt x="45229" y="15980"/>
                </a:lnTo>
                <a:lnTo>
                  <a:pt x="292430" y="15980"/>
                </a:lnTo>
                <a:lnTo>
                  <a:pt x="299372" y="6922"/>
                </a:lnTo>
                <a:lnTo>
                  <a:pt x="299168" y="5902"/>
                </a:lnTo>
                <a:lnTo>
                  <a:pt x="298473" y="4223"/>
                </a:lnTo>
                <a:lnTo>
                  <a:pt x="298357" y="3943"/>
                </a:lnTo>
                <a:lnTo>
                  <a:pt x="297779" y="3078"/>
                </a:lnTo>
                <a:lnTo>
                  <a:pt x="296279" y="1578"/>
                </a:lnTo>
                <a:lnTo>
                  <a:pt x="295414" y="1001"/>
                </a:lnTo>
                <a:lnTo>
                  <a:pt x="293456" y="189"/>
                </a:lnTo>
                <a:lnTo>
                  <a:pt x="292503" y="0"/>
                </a:lnTo>
                <a:close/>
              </a:path>
              <a:path w="299720" h="24129">
                <a:moveTo>
                  <a:pt x="19446" y="19111"/>
                </a:moveTo>
                <a:lnTo>
                  <a:pt x="17915" y="19688"/>
                </a:lnTo>
                <a:lnTo>
                  <a:pt x="18718" y="19476"/>
                </a:lnTo>
                <a:lnTo>
                  <a:pt x="19446" y="19111"/>
                </a:lnTo>
                <a:close/>
              </a:path>
              <a:path w="299720" h="24129">
                <a:moveTo>
                  <a:pt x="18718" y="19476"/>
                </a:moveTo>
                <a:lnTo>
                  <a:pt x="17915" y="19688"/>
                </a:lnTo>
                <a:lnTo>
                  <a:pt x="18293" y="19688"/>
                </a:lnTo>
                <a:lnTo>
                  <a:pt x="18718" y="19476"/>
                </a:lnTo>
                <a:close/>
              </a:path>
              <a:path w="299720" h="24129">
                <a:moveTo>
                  <a:pt x="20092" y="19111"/>
                </a:moveTo>
                <a:lnTo>
                  <a:pt x="19446" y="19111"/>
                </a:lnTo>
                <a:lnTo>
                  <a:pt x="18718" y="19476"/>
                </a:lnTo>
                <a:lnTo>
                  <a:pt x="20092" y="19111"/>
                </a:lnTo>
                <a:close/>
              </a:path>
              <a:path w="299720" h="24129">
                <a:moveTo>
                  <a:pt x="29174" y="16705"/>
                </a:moveTo>
                <a:lnTo>
                  <a:pt x="27571" y="16960"/>
                </a:lnTo>
                <a:lnTo>
                  <a:pt x="28214" y="16960"/>
                </a:lnTo>
                <a:lnTo>
                  <a:pt x="29174" y="16705"/>
                </a:lnTo>
                <a:close/>
              </a:path>
              <a:path w="299720" h="24129">
                <a:moveTo>
                  <a:pt x="32153" y="16705"/>
                </a:moveTo>
                <a:lnTo>
                  <a:pt x="29174" y="16705"/>
                </a:lnTo>
                <a:lnTo>
                  <a:pt x="28214" y="16960"/>
                </a:lnTo>
                <a:lnTo>
                  <a:pt x="27571" y="16960"/>
                </a:lnTo>
                <a:lnTo>
                  <a:pt x="32153" y="1670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842630" y="9750427"/>
            <a:ext cx="283845" cy="24130"/>
          </a:xfrm>
          <a:custGeom>
            <a:avLst/>
            <a:gdLst/>
            <a:ahLst/>
            <a:cxnLst/>
            <a:rect l="l" t="t" r="r" b="b"/>
            <a:pathLst>
              <a:path w="283845" h="24129">
                <a:moveTo>
                  <a:pt x="8765" y="0"/>
                </a:moveTo>
                <a:lnTo>
                  <a:pt x="6501" y="0"/>
                </a:lnTo>
                <a:lnTo>
                  <a:pt x="4476" y="630"/>
                </a:lnTo>
                <a:lnTo>
                  <a:pt x="0" y="6169"/>
                </a:lnTo>
                <a:lnTo>
                  <a:pt x="24" y="9658"/>
                </a:lnTo>
                <a:lnTo>
                  <a:pt x="506" y="11206"/>
                </a:lnTo>
                <a:lnTo>
                  <a:pt x="548" y="11340"/>
                </a:lnTo>
                <a:lnTo>
                  <a:pt x="955" y="12089"/>
                </a:lnTo>
                <a:lnTo>
                  <a:pt x="1045" y="12254"/>
                </a:lnTo>
                <a:lnTo>
                  <a:pt x="2402" y="13883"/>
                </a:lnTo>
                <a:lnTo>
                  <a:pt x="3211" y="14537"/>
                </a:lnTo>
                <a:lnTo>
                  <a:pt x="5088" y="15522"/>
                </a:lnTo>
                <a:lnTo>
                  <a:pt x="6421" y="15916"/>
                </a:lnTo>
                <a:lnTo>
                  <a:pt x="7142" y="15916"/>
                </a:lnTo>
                <a:lnTo>
                  <a:pt x="22179" y="17267"/>
                </a:lnTo>
                <a:lnTo>
                  <a:pt x="63381" y="18594"/>
                </a:lnTo>
                <a:lnTo>
                  <a:pt x="154850" y="19923"/>
                </a:lnTo>
                <a:lnTo>
                  <a:pt x="276222" y="23924"/>
                </a:lnTo>
                <a:lnTo>
                  <a:pt x="283371" y="17267"/>
                </a:lnTo>
                <a:lnTo>
                  <a:pt x="283283" y="14074"/>
                </a:lnTo>
                <a:lnTo>
                  <a:pt x="282598" y="12254"/>
                </a:lnTo>
                <a:lnTo>
                  <a:pt x="282536" y="12089"/>
                </a:lnTo>
                <a:lnTo>
                  <a:pt x="155007" y="3922"/>
                </a:lnTo>
                <a:lnTo>
                  <a:pt x="63872" y="2605"/>
                </a:lnTo>
                <a:lnTo>
                  <a:pt x="23468" y="1306"/>
                </a:lnTo>
                <a:lnTo>
                  <a:pt x="23160" y="1306"/>
                </a:lnTo>
                <a:lnTo>
                  <a:pt x="876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334686" y="9700127"/>
            <a:ext cx="223520" cy="21590"/>
          </a:xfrm>
          <a:custGeom>
            <a:avLst/>
            <a:gdLst/>
            <a:ahLst/>
            <a:cxnLst/>
            <a:rect l="l" t="t" r="r" b="b"/>
            <a:pathLst>
              <a:path w="223520" h="21590">
                <a:moveTo>
                  <a:pt x="23106" y="0"/>
                </a:moveTo>
                <a:lnTo>
                  <a:pt x="20657" y="0"/>
                </a:lnTo>
                <a:lnTo>
                  <a:pt x="10689" y="1420"/>
                </a:lnTo>
                <a:lnTo>
                  <a:pt x="10841" y="1420"/>
                </a:lnTo>
                <a:lnTo>
                  <a:pt x="5263" y="2617"/>
                </a:lnTo>
                <a:lnTo>
                  <a:pt x="0" y="11866"/>
                </a:lnTo>
                <a:lnTo>
                  <a:pt x="203" y="12672"/>
                </a:lnTo>
                <a:lnTo>
                  <a:pt x="926" y="14257"/>
                </a:lnTo>
                <a:lnTo>
                  <a:pt x="1002" y="14425"/>
                </a:lnTo>
                <a:lnTo>
                  <a:pt x="6623" y="18212"/>
                </a:lnTo>
                <a:lnTo>
                  <a:pt x="7310" y="18212"/>
                </a:lnTo>
                <a:lnTo>
                  <a:pt x="12297" y="18566"/>
                </a:lnTo>
                <a:lnTo>
                  <a:pt x="142200" y="18566"/>
                </a:lnTo>
                <a:lnTo>
                  <a:pt x="215942" y="21244"/>
                </a:lnTo>
                <a:lnTo>
                  <a:pt x="216968" y="21079"/>
                </a:lnTo>
                <a:lnTo>
                  <a:pt x="218956" y="20339"/>
                </a:lnTo>
                <a:lnTo>
                  <a:pt x="219841" y="19793"/>
                </a:lnTo>
                <a:lnTo>
                  <a:pt x="221394" y="18349"/>
                </a:lnTo>
                <a:lnTo>
                  <a:pt x="221712" y="17908"/>
                </a:lnTo>
                <a:lnTo>
                  <a:pt x="9547" y="17908"/>
                </a:lnTo>
                <a:lnTo>
                  <a:pt x="9453" y="16567"/>
                </a:lnTo>
                <a:lnTo>
                  <a:pt x="9357" y="15204"/>
                </a:lnTo>
                <a:lnTo>
                  <a:pt x="9242" y="13563"/>
                </a:lnTo>
                <a:lnTo>
                  <a:pt x="9124" y="11866"/>
                </a:lnTo>
                <a:lnTo>
                  <a:pt x="9058" y="10928"/>
                </a:lnTo>
                <a:lnTo>
                  <a:pt x="8953" y="9432"/>
                </a:lnTo>
                <a:lnTo>
                  <a:pt x="8841" y="7835"/>
                </a:lnTo>
                <a:lnTo>
                  <a:pt x="8727" y="6197"/>
                </a:lnTo>
                <a:lnTo>
                  <a:pt x="8626" y="4755"/>
                </a:lnTo>
                <a:lnTo>
                  <a:pt x="8501" y="2977"/>
                </a:lnTo>
                <a:lnTo>
                  <a:pt x="8451" y="2257"/>
                </a:lnTo>
                <a:lnTo>
                  <a:pt x="27570" y="2257"/>
                </a:lnTo>
                <a:lnTo>
                  <a:pt x="25738" y="883"/>
                </a:lnTo>
                <a:lnTo>
                  <a:pt x="24800" y="433"/>
                </a:lnTo>
                <a:lnTo>
                  <a:pt x="23106" y="0"/>
                </a:lnTo>
                <a:close/>
              </a:path>
              <a:path w="223520" h="21590">
                <a:moveTo>
                  <a:pt x="8451" y="2257"/>
                </a:moveTo>
                <a:lnTo>
                  <a:pt x="8501" y="2977"/>
                </a:lnTo>
                <a:lnTo>
                  <a:pt x="8626" y="4755"/>
                </a:lnTo>
                <a:lnTo>
                  <a:pt x="8727" y="6197"/>
                </a:lnTo>
                <a:lnTo>
                  <a:pt x="8841" y="7835"/>
                </a:lnTo>
                <a:lnTo>
                  <a:pt x="8953" y="9432"/>
                </a:lnTo>
                <a:lnTo>
                  <a:pt x="9058" y="10928"/>
                </a:lnTo>
                <a:lnTo>
                  <a:pt x="9124" y="11866"/>
                </a:lnTo>
                <a:lnTo>
                  <a:pt x="9242" y="13563"/>
                </a:lnTo>
                <a:lnTo>
                  <a:pt x="9357" y="15204"/>
                </a:lnTo>
                <a:lnTo>
                  <a:pt x="9453" y="16567"/>
                </a:lnTo>
                <a:lnTo>
                  <a:pt x="9547" y="17908"/>
                </a:lnTo>
                <a:lnTo>
                  <a:pt x="10250" y="17908"/>
                </a:lnTo>
                <a:lnTo>
                  <a:pt x="13732" y="17158"/>
                </a:lnTo>
                <a:lnTo>
                  <a:pt x="23969" y="15683"/>
                </a:lnTo>
                <a:lnTo>
                  <a:pt x="29794" y="8890"/>
                </a:lnTo>
                <a:lnTo>
                  <a:pt x="29741" y="7044"/>
                </a:lnTo>
                <a:lnTo>
                  <a:pt x="29620" y="6197"/>
                </a:lnTo>
                <a:lnTo>
                  <a:pt x="29554" y="5736"/>
                </a:lnTo>
                <a:lnTo>
                  <a:pt x="29209" y="4755"/>
                </a:lnTo>
                <a:lnTo>
                  <a:pt x="28157" y="2977"/>
                </a:lnTo>
                <a:lnTo>
                  <a:pt x="27848" y="2617"/>
                </a:lnTo>
                <a:lnTo>
                  <a:pt x="13531" y="2617"/>
                </a:lnTo>
                <a:lnTo>
                  <a:pt x="8451" y="2257"/>
                </a:lnTo>
                <a:close/>
              </a:path>
              <a:path w="223520" h="21590">
                <a:moveTo>
                  <a:pt x="143818" y="2617"/>
                </a:moveTo>
                <a:lnTo>
                  <a:pt x="27848" y="2617"/>
                </a:lnTo>
                <a:lnTo>
                  <a:pt x="28157" y="2977"/>
                </a:lnTo>
                <a:lnTo>
                  <a:pt x="29209" y="4755"/>
                </a:lnTo>
                <a:lnTo>
                  <a:pt x="29388" y="5262"/>
                </a:lnTo>
                <a:lnTo>
                  <a:pt x="29472" y="5502"/>
                </a:lnTo>
                <a:lnTo>
                  <a:pt x="29554" y="5736"/>
                </a:lnTo>
                <a:lnTo>
                  <a:pt x="29620" y="6197"/>
                </a:lnTo>
                <a:lnTo>
                  <a:pt x="29741" y="7044"/>
                </a:lnTo>
                <a:lnTo>
                  <a:pt x="29794" y="8890"/>
                </a:lnTo>
                <a:lnTo>
                  <a:pt x="13732" y="17158"/>
                </a:lnTo>
                <a:lnTo>
                  <a:pt x="10250" y="17908"/>
                </a:lnTo>
                <a:lnTo>
                  <a:pt x="221712" y="17908"/>
                </a:lnTo>
                <a:lnTo>
                  <a:pt x="222003" y="17505"/>
                </a:lnTo>
                <a:lnTo>
                  <a:pt x="222837" y="15683"/>
                </a:lnTo>
                <a:lnTo>
                  <a:pt x="222942" y="15337"/>
                </a:lnTo>
                <a:lnTo>
                  <a:pt x="223036" y="11419"/>
                </a:lnTo>
                <a:lnTo>
                  <a:pt x="222297" y="9432"/>
                </a:lnTo>
                <a:lnTo>
                  <a:pt x="216523" y="5262"/>
                </a:lnTo>
                <a:lnTo>
                  <a:pt x="143818" y="2617"/>
                </a:lnTo>
                <a:close/>
              </a:path>
              <a:path w="223520" h="21590">
                <a:moveTo>
                  <a:pt x="27526" y="2257"/>
                </a:moveTo>
                <a:lnTo>
                  <a:pt x="8451" y="2257"/>
                </a:lnTo>
                <a:lnTo>
                  <a:pt x="13531" y="2617"/>
                </a:lnTo>
                <a:lnTo>
                  <a:pt x="27848" y="2617"/>
                </a:lnTo>
                <a:lnTo>
                  <a:pt x="27526" y="225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740755" y="9678882"/>
            <a:ext cx="275590" cy="26670"/>
          </a:xfrm>
          <a:custGeom>
            <a:avLst/>
            <a:gdLst/>
            <a:ahLst/>
            <a:cxnLst/>
            <a:rect l="l" t="t" r="r" b="b"/>
            <a:pathLst>
              <a:path w="275589" h="26670">
                <a:moveTo>
                  <a:pt x="220418" y="0"/>
                </a:moveTo>
                <a:lnTo>
                  <a:pt x="44223" y="0"/>
                </a:lnTo>
                <a:lnTo>
                  <a:pt x="27997" y="1320"/>
                </a:lnTo>
                <a:lnTo>
                  <a:pt x="0" y="16727"/>
                </a:lnTo>
                <a:lnTo>
                  <a:pt x="58" y="20835"/>
                </a:lnTo>
                <a:lnTo>
                  <a:pt x="6972" y="26632"/>
                </a:lnTo>
                <a:lnTo>
                  <a:pt x="7743" y="26632"/>
                </a:lnTo>
                <a:lnTo>
                  <a:pt x="9847" y="26364"/>
                </a:lnTo>
                <a:lnTo>
                  <a:pt x="10833" y="26034"/>
                </a:lnTo>
                <a:lnTo>
                  <a:pt x="19931" y="20835"/>
                </a:lnTo>
                <a:lnTo>
                  <a:pt x="19652" y="20835"/>
                </a:lnTo>
                <a:lnTo>
                  <a:pt x="21026" y="20209"/>
                </a:lnTo>
                <a:lnTo>
                  <a:pt x="21478" y="20209"/>
                </a:lnTo>
                <a:lnTo>
                  <a:pt x="30067" y="17263"/>
                </a:lnTo>
                <a:lnTo>
                  <a:pt x="29299" y="17263"/>
                </a:lnTo>
                <a:lnTo>
                  <a:pt x="31242" y="16861"/>
                </a:lnTo>
                <a:lnTo>
                  <a:pt x="34250" y="16861"/>
                </a:lnTo>
                <a:lnTo>
                  <a:pt x="45220" y="15967"/>
                </a:lnTo>
                <a:lnTo>
                  <a:pt x="275451" y="15967"/>
                </a:lnTo>
                <a:lnTo>
                  <a:pt x="242935" y="1990"/>
                </a:lnTo>
                <a:lnTo>
                  <a:pt x="220418" y="0"/>
                </a:lnTo>
                <a:close/>
              </a:path>
              <a:path w="275589" h="26670">
                <a:moveTo>
                  <a:pt x="275451" y="15967"/>
                </a:moveTo>
                <a:lnTo>
                  <a:pt x="219362" y="15967"/>
                </a:lnTo>
                <a:lnTo>
                  <a:pt x="241529" y="17921"/>
                </a:lnTo>
                <a:lnTo>
                  <a:pt x="241148" y="17921"/>
                </a:lnTo>
                <a:lnTo>
                  <a:pt x="266746" y="23979"/>
                </a:lnTo>
                <a:lnTo>
                  <a:pt x="267626" y="23979"/>
                </a:lnTo>
                <a:lnTo>
                  <a:pt x="275245" y="17484"/>
                </a:lnTo>
                <a:lnTo>
                  <a:pt x="275297" y="17263"/>
                </a:lnTo>
                <a:lnTo>
                  <a:pt x="275392" y="16861"/>
                </a:lnTo>
                <a:lnTo>
                  <a:pt x="275451" y="15967"/>
                </a:lnTo>
                <a:close/>
              </a:path>
              <a:path w="275589" h="26670">
                <a:moveTo>
                  <a:pt x="21026" y="20209"/>
                </a:moveTo>
                <a:lnTo>
                  <a:pt x="19652" y="20835"/>
                </a:lnTo>
                <a:lnTo>
                  <a:pt x="20264" y="20626"/>
                </a:lnTo>
                <a:lnTo>
                  <a:pt x="21026" y="20209"/>
                </a:lnTo>
                <a:close/>
              </a:path>
              <a:path w="275589" h="26670">
                <a:moveTo>
                  <a:pt x="20298" y="20626"/>
                </a:moveTo>
                <a:lnTo>
                  <a:pt x="19652" y="20835"/>
                </a:lnTo>
                <a:lnTo>
                  <a:pt x="19931" y="20835"/>
                </a:lnTo>
                <a:lnTo>
                  <a:pt x="20298" y="20626"/>
                </a:lnTo>
                <a:close/>
              </a:path>
              <a:path w="275589" h="26670">
                <a:moveTo>
                  <a:pt x="21478" y="20209"/>
                </a:moveTo>
                <a:lnTo>
                  <a:pt x="21026" y="20209"/>
                </a:lnTo>
                <a:lnTo>
                  <a:pt x="20298" y="20626"/>
                </a:lnTo>
                <a:lnTo>
                  <a:pt x="21478" y="20209"/>
                </a:lnTo>
                <a:close/>
              </a:path>
              <a:path w="275589" h="26670">
                <a:moveTo>
                  <a:pt x="31242" y="16861"/>
                </a:moveTo>
                <a:lnTo>
                  <a:pt x="29299" y="17263"/>
                </a:lnTo>
                <a:lnTo>
                  <a:pt x="30067" y="17263"/>
                </a:lnTo>
                <a:lnTo>
                  <a:pt x="31242" y="16861"/>
                </a:lnTo>
                <a:close/>
              </a:path>
              <a:path w="275589" h="26670">
                <a:moveTo>
                  <a:pt x="34250" y="16861"/>
                </a:moveTo>
                <a:lnTo>
                  <a:pt x="31242" y="16861"/>
                </a:lnTo>
                <a:lnTo>
                  <a:pt x="30067" y="17263"/>
                </a:lnTo>
                <a:lnTo>
                  <a:pt x="29299" y="17263"/>
                </a:lnTo>
                <a:lnTo>
                  <a:pt x="34250" y="1686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228049" y="9655063"/>
            <a:ext cx="217804" cy="24130"/>
          </a:xfrm>
          <a:custGeom>
            <a:avLst/>
            <a:gdLst/>
            <a:ahLst/>
            <a:cxnLst/>
            <a:rect l="l" t="t" r="r" b="b"/>
            <a:pathLst>
              <a:path w="217804" h="24129">
                <a:moveTo>
                  <a:pt x="210543" y="0"/>
                </a:moveTo>
                <a:lnTo>
                  <a:pt x="208322" y="0"/>
                </a:lnTo>
                <a:lnTo>
                  <a:pt x="185805" y="2654"/>
                </a:lnTo>
                <a:lnTo>
                  <a:pt x="54220" y="2654"/>
                </a:lnTo>
                <a:lnTo>
                  <a:pt x="22968" y="3342"/>
                </a:lnTo>
                <a:lnTo>
                  <a:pt x="25642" y="3342"/>
                </a:lnTo>
                <a:lnTo>
                  <a:pt x="12065" y="5332"/>
                </a:lnTo>
                <a:lnTo>
                  <a:pt x="0" y="14408"/>
                </a:lnTo>
                <a:lnTo>
                  <a:pt x="25" y="17517"/>
                </a:lnTo>
                <a:lnTo>
                  <a:pt x="6793" y="23945"/>
                </a:lnTo>
                <a:lnTo>
                  <a:pt x="9001" y="23945"/>
                </a:lnTo>
                <a:lnTo>
                  <a:pt x="10553" y="23519"/>
                </a:lnTo>
                <a:lnTo>
                  <a:pt x="15116" y="21239"/>
                </a:lnTo>
                <a:lnTo>
                  <a:pt x="14124" y="21239"/>
                </a:lnTo>
                <a:lnTo>
                  <a:pt x="16730" y="20418"/>
                </a:lnTo>
                <a:lnTo>
                  <a:pt x="19448" y="20418"/>
                </a:lnTo>
                <a:lnTo>
                  <a:pt x="27407" y="19254"/>
                </a:lnTo>
                <a:lnTo>
                  <a:pt x="26977" y="19254"/>
                </a:lnTo>
                <a:lnTo>
                  <a:pt x="57110" y="18591"/>
                </a:lnTo>
                <a:lnTo>
                  <a:pt x="187252" y="18591"/>
                </a:lnTo>
                <a:lnTo>
                  <a:pt x="211245" y="15764"/>
                </a:lnTo>
                <a:lnTo>
                  <a:pt x="217208" y="9215"/>
                </a:lnTo>
                <a:lnTo>
                  <a:pt x="217090" y="6089"/>
                </a:lnTo>
                <a:lnTo>
                  <a:pt x="217074" y="5958"/>
                </a:lnTo>
                <a:lnTo>
                  <a:pt x="216871" y="5332"/>
                </a:lnTo>
                <a:lnTo>
                  <a:pt x="216754" y="4969"/>
                </a:lnTo>
                <a:lnTo>
                  <a:pt x="212452" y="540"/>
                </a:lnTo>
                <a:lnTo>
                  <a:pt x="210543" y="0"/>
                </a:lnTo>
                <a:close/>
              </a:path>
              <a:path w="217804" h="24129">
                <a:moveTo>
                  <a:pt x="16757" y="20418"/>
                </a:moveTo>
                <a:lnTo>
                  <a:pt x="14124" y="21239"/>
                </a:lnTo>
                <a:lnTo>
                  <a:pt x="13825" y="21239"/>
                </a:lnTo>
                <a:lnTo>
                  <a:pt x="15648" y="20973"/>
                </a:lnTo>
                <a:lnTo>
                  <a:pt x="16757" y="20418"/>
                </a:lnTo>
                <a:close/>
              </a:path>
              <a:path w="217804" h="24129">
                <a:moveTo>
                  <a:pt x="15648" y="20973"/>
                </a:moveTo>
                <a:lnTo>
                  <a:pt x="13825" y="21239"/>
                </a:lnTo>
                <a:lnTo>
                  <a:pt x="15116" y="21239"/>
                </a:lnTo>
                <a:lnTo>
                  <a:pt x="15648" y="20973"/>
                </a:lnTo>
                <a:close/>
              </a:path>
              <a:path w="217804" h="24129">
                <a:moveTo>
                  <a:pt x="19448" y="20418"/>
                </a:moveTo>
                <a:lnTo>
                  <a:pt x="16757" y="20418"/>
                </a:lnTo>
                <a:lnTo>
                  <a:pt x="15648" y="20973"/>
                </a:lnTo>
                <a:lnTo>
                  <a:pt x="19448" y="2041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1" name="object 121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923835" y="9605811"/>
            <a:ext cx="132300" cy="203227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392509" y="9642375"/>
            <a:ext cx="176848" cy="132563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873905" y="9612572"/>
            <a:ext cx="212511" cy="113612"/>
          </a:xfrm>
          <a:prstGeom prst="rect">
            <a:avLst/>
          </a:prstGeom>
        </p:spPr>
      </p:pic>
      <p:pic>
        <p:nvPicPr>
          <p:cNvPr id="124" name="object 124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3301903" y="9619284"/>
            <a:ext cx="114325" cy="136820"/>
          </a:xfrm>
          <a:prstGeom prst="rect">
            <a:avLst/>
          </a:prstGeom>
        </p:spPr>
      </p:pic>
      <p:pic>
        <p:nvPicPr>
          <p:cNvPr id="125" name="object 125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3626437" y="9611227"/>
            <a:ext cx="172577" cy="149466"/>
          </a:xfrm>
          <a:prstGeom prst="rect">
            <a:avLst/>
          </a:prstGeom>
        </p:spPr>
      </p:pic>
      <p:grpSp>
        <p:nvGrpSpPr>
          <p:cNvPr id="126" name="object 126"/>
          <p:cNvGrpSpPr/>
          <p:nvPr/>
        </p:nvGrpSpPr>
        <p:grpSpPr>
          <a:xfrm>
            <a:off x="1849554" y="10075074"/>
            <a:ext cx="226060" cy="349250"/>
            <a:chOff x="1849554" y="10075074"/>
            <a:chExt cx="226060" cy="349250"/>
          </a:xfrm>
        </p:grpSpPr>
        <p:pic>
          <p:nvPicPr>
            <p:cNvPr id="127" name="object 12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849554" y="10075074"/>
              <a:ext cx="147187" cy="234224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2035867" y="10204248"/>
              <a:ext cx="39370" cy="219710"/>
            </a:xfrm>
            <a:custGeom>
              <a:avLst/>
              <a:gdLst/>
              <a:ahLst/>
              <a:cxnLst/>
              <a:rect l="l" t="t" r="r" b="b"/>
              <a:pathLst>
                <a:path w="39369" h="219709">
                  <a:moveTo>
                    <a:pt x="19362" y="0"/>
                  </a:moveTo>
                  <a:lnTo>
                    <a:pt x="18127" y="0"/>
                  </a:lnTo>
                  <a:lnTo>
                    <a:pt x="16231" y="316"/>
                  </a:lnTo>
                  <a:lnTo>
                    <a:pt x="13" y="44564"/>
                  </a:lnTo>
                  <a:lnTo>
                    <a:pt x="0" y="45705"/>
                  </a:lnTo>
                  <a:lnTo>
                    <a:pt x="1053" y="112448"/>
                  </a:lnTo>
                  <a:lnTo>
                    <a:pt x="1069" y="113509"/>
                  </a:lnTo>
                  <a:lnTo>
                    <a:pt x="3602" y="151739"/>
                  </a:lnTo>
                  <a:lnTo>
                    <a:pt x="17198" y="203773"/>
                  </a:lnTo>
                  <a:lnTo>
                    <a:pt x="30684" y="219628"/>
                  </a:lnTo>
                  <a:lnTo>
                    <a:pt x="31588" y="219628"/>
                  </a:lnTo>
                  <a:lnTo>
                    <a:pt x="39374" y="211292"/>
                  </a:lnTo>
                  <a:lnTo>
                    <a:pt x="39023" y="209201"/>
                  </a:lnTo>
                  <a:lnTo>
                    <a:pt x="38655" y="208228"/>
                  </a:lnTo>
                  <a:lnTo>
                    <a:pt x="32361" y="198154"/>
                  </a:lnTo>
                  <a:lnTo>
                    <a:pt x="32176" y="198154"/>
                  </a:lnTo>
                  <a:lnTo>
                    <a:pt x="31898" y="197414"/>
                  </a:lnTo>
                  <a:lnTo>
                    <a:pt x="31469" y="196728"/>
                  </a:lnTo>
                  <a:lnTo>
                    <a:pt x="31641" y="196728"/>
                  </a:lnTo>
                  <a:lnTo>
                    <a:pt x="25020" y="179073"/>
                  </a:lnTo>
                  <a:lnTo>
                    <a:pt x="22970" y="170801"/>
                  </a:lnTo>
                  <a:lnTo>
                    <a:pt x="22152" y="167577"/>
                  </a:lnTo>
                  <a:lnTo>
                    <a:pt x="22059" y="167208"/>
                  </a:lnTo>
                  <a:lnTo>
                    <a:pt x="21971" y="166863"/>
                  </a:lnTo>
                  <a:lnTo>
                    <a:pt x="19716" y="152470"/>
                  </a:lnTo>
                  <a:lnTo>
                    <a:pt x="19600" y="151739"/>
                  </a:lnTo>
                  <a:lnTo>
                    <a:pt x="17101" y="113509"/>
                  </a:lnTo>
                  <a:lnTo>
                    <a:pt x="17031" y="112448"/>
                  </a:lnTo>
                  <a:lnTo>
                    <a:pt x="15999" y="45705"/>
                  </a:lnTo>
                  <a:lnTo>
                    <a:pt x="16051" y="44564"/>
                  </a:lnTo>
                  <a:lnTo>
                    <a:pt x="17142" y="29272"/>
                  </a:lnTo>
                  <a:lnTo>
                    <a:pt x="16848" y="29272"/>
                  </a:lnTo>
                  <a:lnTo>
                    <a:pt x="17294" y="27151"/>
                  </a:lnTo>
                  <a:lnTo>
                    <a:pt x="17605" y="27151"/>
                  </a:lnTo>
                  <a:lnTo>
                    <a:pt x="20123" y="20100"/>
                  </a:lnTo>
                  <a:lnTo>
                    <a:pt x="19799" y="20100"/>
                  </a:lnTo>
                  <a:lnTo>
                    <a:pt x="20823" y="18141"/>
                  </a:lnTo>
                  <a:lnTo>
                    <a:pt x="21198" y="18141"/>
                  </a:lnTo>
                  <a:lnTo>
                    <a:pt x="25715" y="11814"/>
                  </a:lnTo>
                  <a:lnTo>
                    <a:pt x="26142" y="10866"/>
                  </a:lnTo>
                  <a:lnTo>
                    <a:pt x="26621" y="8800"/>
                  </a:lnTo>
                  <a:lnTo>
                    <a:pt x="26654" y="7760"/>
                  </a:lnTo>
                  <a:lnTo>
                    <a:pt x="26304" y="5669"/>
                  </a:lnTo>
                  <a:lnTo>
                    <a:pt x="21428" y="478"/>
                  </a:lnTo>
                  <a:lnTo>
                    <a:pt x="19362" y="0"/>
                  </a:lnTo>
                  <a:close/>
                </a:path>
                <a:path w="39369" h="219709">
                  <a:moveTo>
                    <a:pt x="31898" y="197414"/>
                  </a:moveTo>
                  <a:lnTo>
                    <a:pt x="32176" y="198154"/>
                  </a:lnTo>
                  <a:lnTo>
                    <a:pt x="32361" y="198154"/>
                  </a:lnTo>
                  <a:lnTo>
                    <a:pt x="31898" y="197414"/>
                  </a:lnTo>
                  <a:close/>
                </a:path>
                <a:path w="39369" h="219709">
                  <a:moveTo>
                    <a:pt x="31641" y="196728"/>
                  </a:moveTo>
                  <a:lnTo>
                    <a:pt x="31469" y="196728"/>
                  </a:lnTo>
                  <a:lnTo>
                    <a:pt x="31898" y="197414"/>
                  </a:lnTo>
                  <a:lnTo>
                    <a:pt x="31641" y="196728"/>
                  </a:lnTo>
                  <a:close/>
                </a:path>
                <a:path w="39369" h="219709">
                  <a:moveTo>
                    <a:pt x="17294" y="27151"/>
                  </a:moveTo>
                  <a:lnTo>
                    <a:pt x="16848" y="29272"/>
                  </a:lnTo>
                  <a:lnTo>
                    <a:pt x="17216" y="28242"/>
                  </a:lnTo>
                  <a:lnTo>
                    <a:pt x="17294" y="27151"/>
                  </a:lnTo>
                  <a:close/>
                </a:path>
                <a:path w="39369" h="219709">
                  <a:moveTo>
                    <a:pt x="17216" y="28242"/>
                  </a:moveTo>
                  <a:lnTo>
                    <a:pt x="16848" y="29272"/>
                  </a:lnTo>
                  <a:lnTo>
                    <a:pt x="17142" y="29272"/>
                  </a:lnTo>
                  <a:lnTo>
                    <a:pt x="17216" y="28242"/>
                  </a:lnTo>
                  <a:close/>
                </a:path>
                <a:path w="39369" h="219709">
                  <a:moveTo>
                    <a:pt x="17605" y="27151"/>
                  </a:moveTo>
                  <a:lnTo>
                    <a:pt x="17294" y="27151"/>
                  </a:lnTo>
                  <a:lnTo>
                    <a:pt x="17216" y="28242"/>
                  </a:lnTo>
                  <a:lnTo>
                    <a:pt x="17605" y="27151"/>
                  </a:lnTo>
                  <a:close/>
                </a:path>
                <a:path w="39369" h="219709">
                  <a:moveTo>
                    <a:pt x="20823" y="18141"/>
                  </a:moveTo>
                  <a:lnTo>
                    <a:pt x="19799" y="20100"/>
                  </a:lnTo>
                  <a:lnTo>
                    <a:pt x="20447" y="19193"/>
                  </a:lnTo>
                  <a:lnTo>
                    <a:pt x="20823" y="18141"/>
                  </a:lnTo>
                  <a:close/>
                </a:path>
                <a:path w="39369" h="219709">
                  <a:moveTo>
                    <a:pt x="20447" y="19193"/>
                  </a:moveTo>
                  <a:lnTo>
                    <a:pt x="19799" y="20100"/>
                  </a:lnTo>
                  <a:lnTo>
                    <a:pt x="20123" y="20100"/>
                  </a:lnTo>
                  <a:lnTo>
                    <a:pt x="20447" y="19193"/>
                  </a:lnTo>
                  <a:close/>
                </a:path>
                <a:path w="39369" h="219709">
                  <a:moveTo>
                    <a:pt x="21198" y="18141"/>
                  </a:moveTo>
                  <a:lnTo>
                    <a:pt x="20823" y="18141"/>
                  </a:lnTo>
                  <a:lnTo>
                    <a:pt x="20447" y="19193"/>
                  </a:lnTo>
                  <a:lnTo>
                    <a:pt x="21198" y="18141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9" name="object 129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49945" y="8936446"/>
            <a:ext cx="1455524" cy="1756953"/>
          </a:xfrm>
          <a:prstGeom prst="rect">
            <a:avLst/>
          </a:prstGeom>
        </p:spPr>
      </p:pic>
      <p:pic>
        <p:nvPicPr>
          <p:cNvPr id="130" name="object 130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2279750" y="10068555"/>
            <a:ext cx="174974" cy="232230"/>
          </a:xfrm>
          <a:prstGeom prst="rect">
            <a:avLst/>
          </a:prstGeom>
        </p:spPr>
      </p:pic>
      <p:pic>
        <p:nvPicPr>
          <p:cNvPr id="131" name="object 131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2690930" y="10005121"/>
            <a:ext cx="461348" cy="306379"/>
          </a:xfrm>
          <a:prstGeom prst="rect">
            <a:avLst/>
          </a:prstGeom>
        </p:spPr>
      </p:pic>
      <p:pic>
        <p:nvPicPr>
          <p:cNvPr id="132" name="object 13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3447945" y="10106755"/>
            <a:ext cx="200478" cy="247121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4441626" y="10168912"/>
            <a:ext cx="224631" cy="246104"/>
          </a:xfrm>
          <a:prstGeom prst="rect">
            <a:avLst/>
          </a:prstGeom>
        </p:spPr>
      </p:pic>
      <p:pic>
        <p:nvPicPr>
          <p:cNvPr id="134" name="object 134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4218122" y="10014656"/>
            <a:ext cx="155334" cy="244896"/>
          </a:xfrm>
          <a:prstGeom prst="rect">
            <a:avLst/>
          </a:prstGeom>
        </p:spPr>
      </p:pic>
      <p:pic>
        <p:nvPicPr>
          <p:cNvPr id="135" name="object 135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3883751" y="9988940"/>
            <a:ext cx="175577" cy="233037"/>
          </a:xfrm>
          <a:prstGeom prst="rect">
            <a:avLst/>
          </a:prstGeom>
        </p:spPr>
      </p:pic>
      <p:sp>
        <p:nvSpPr>
          <p:cNvPr id="136" name="object 136"/>
          <p:cNvSpPr/>
          <p:nvPr/>
        </p:nvSpPr>
        <p:spPr>
          <a:xfrm>
            <a:off x="4895968" y="10077019"/>
            <a:ext cx="191770" cy="21590"/>
          </a:xfrm>
          <a:custGeom>
            <a:avLst/>
            <a:gdLst/>
            <a:ahLst/>
            <a:cxnLst/>
            <a:rect l="l" t="t" r="r" b="b"/>
            <a:pathLst>
              <a:path w="191770" h="21590">
                <a:moveTo>
                  <a:pt x="9097" y="0"/>
                </a:moveTo>
                <a:lnTo>
                  <a:pt x="7488" y="0"/>
                </a:lnTo>
                <a:lnTo>
                  <a:pt x="5956" y="194"/>
                </a:lnTo>
                <a:lnTo>
                  <a:pt x="4969" y="524"/>
                </a:lnTo>
                <a:lnTo>
                  <a:pt x="2659" y="1844"/>
                </a:lnTo>
                <a:lnTo>
                  <a:pt x="2820" y="1844"/>
                </a:lnTo>
                <a:lnTo>
                  <a:pt x="2343" y="2259"/>
                </a:lnTo>
                <a:lnTo>
                  <a:pt x="1044" y="3935"/>
                </a:lnTo>
                <a:lnTo>
                  <a:pt x="580" y="4866"/>
                </a:lnTo>
                <a:lnTo>
                  <a:pt x="23" y="6912"/>
                </a:lnTo>
                <a:lnTo>
                  <a:pt x="0" y="8345"/>
                </a:lnTo>
                <a:lnTo>
                  <a:pt x="217" y="10053"/>
                </a:lnTo>
                <a:lnTo>
                  <a:pt x="32219" y="21141"/>
                </a:lnTo>
                <a:lnTo>
                  <a:pt x="88215" y="21141"/>
                </a:lnTo>
                <a:lnTo>
                  <a:pt x="184709" y="17662"/>
                </a:lnTo>
                <a:lnTo>
                  <a:pt x="190360" y="13666"/>
                </a:lnTo>
                <a:lnTo>
                  <a:pt x="190475" y="13480"/>
                </a:lnTo>
                <a:lnTo>
                  <a:pt x="191210" y="11491"/>
                </a:lnTo>
                <a:lnTo>
                  <a:pt x="191198" y="7950"/>
                </a:lnTo>
                <a:lnTo>
                  <a:pt x="191050" y="7333"/>
                </a:lnTo>
                <a:lnTo>
                  <a:pt x="190163" y="5407"/>
                </a:lnTo>
                <a:lnTo>
                  <a:pt x="190057" y="5260"/>
                </a:lnTo>
                <a:lnTo>
                  <a:pt x="34254" y="5260"/>
                </a:lnTo>
                <a:lnTo>
                  <a:pt x="19826" y="2854"/>
                </a:lnTo>
                <a:lnTo>
                  <a:pt x="19574" y="2854"/>
                </a:lnTo>
                <a:lnTo>
                  <a:pt x="9097" y="0"/>
                </a:lnTo>
                <a:close/>
              </a:path>
              <a:path w="191770" h="21590">
                <a:moveTo>
                  <a:pt x="185121" y="1844"/>
                </a:moveTo>
                <a:lnTo>
                  <a:pt x="179783" y="1844"/>
                </a:lnTo>
                <a:lnTo>
                  <a:pt x="84561" y="5260"/>
                </a:lnTo>
                <a:lnTo>
                  <a:pt x="190057" y="5260"/>
                </a:lnTo>
                <a:lnTo>
                  <a:pt x="189554" y="4565"/>
                </a:lnTo>
                <a:lnTo>
                  <a:pt x="187997" y="3124"/>
                </a:lnTo>
                <a:lnTo>
                  <a:pt x="187557" y="2854"/>
                </a:lnTo>
                <a:lnTo>
                  <a:pt x="187851" y="2854"/>
                </a:lnTo>
                <a:lnTo>
                  <a:pt x="185121" y="184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921772" y="10156043"/>
            <a:ext cx="174625" cy="23495"/>
          </a:xfrm>
          <a:custGeom>
            <a:avLst/>
            <a:gdLst/>
            <a:ahLst/>
            <a:cxnLst/>
            <a:rect l="l" t="t" r="r" b="b"/>
            <a:pathLst>
              <a:path w="174625" h="23495">
                <a:moveTo>
                  <a:pt x="166797" y="0"/>
                </a:moveTo>
                <a:lnTo>
                  <a:pt x="165655" y="0"/>
                </a:lnTo>
                <a:lnTo>
                  <a:pt x="136137" y="5327"/>
                </a:lnTo>
                <a:lnTo>
                  <a:pt x="135708" y="5327"/>
                </a:lnTo>
                <a:lnTo>
                  <a:pt x="116474" y="6945"/>
                </a:lnTo>
                <a:lnTo>
                  <a:pt x="6799" y="6945"/>
                </a:lnTo>
                <a:lnTo>
                  <a:pt x="5915" y="7121"/>
                </a:lnTo>
                <a:lnTo>
                  <a:pt x="0" y="15974"/>
                </a:lnTo>
                <a:lnTo>
                  <a:pt x="203" y="16995"/>
                </a:lnTo>
                <a:lnTo>
                  <a:pt x="6949" y="22913"/>
                </a:lnTo>
                <a:lnTo>
                  <a:pt x="117448" y="22913"/>
                </a:lnTo>
                <a:lnTo>
                  <a:pt x="138229" y="21164"/>
                </a:lnTo>
                <a:lnTo>
                  <a:pt x="138429" y="21164"/>
                </a:lnTo>
                <a:lnTo>
                  <a:pt x="174172" y="8702"/>
                </a:lnTo>
                <a:lnTo>
                  <a:pt x="174062" y="6945"/>
                </a:lnTo>
                <a:lnTo>
                  <a:pt x="168869" y="450"/>
                </a:lnTo>
                <a:lnTo>
                  <a:pt x="16679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8" name="object 138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5347359" y="9923834"/>
            <a:ext cx="138394" cy="235446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5595335" y="9915935"/>
            <a:ext cx="127149" cy="243191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5798742" y="9880934"/>
            <a:ext cx="174893" cy="247550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2371148" y="10475611"/>
            <a:ext cx="150166" cy="217788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2635834" y="10164156"/>
            <a:ext cx="1087485" cy="529696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3838683" y="10448439"/>
            <a:ext cx="398571" cy="226760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4348926" y="10558835"/>
            <a:ext cx="202054" cy="134564"/>
          </a:xfrm>
          <a:prstGeom prst="rect">
            <a:avLst/>
          </a:prstGeom>
        </p:spPr>
      </p:pic>
      <p:sp>
        <p:nvSpPr>
          <p:cNvPr id="145" name="object 145"/>
          <p:cNvSpPr/>
          <p:nvPr/>
        </p:nvSpPr>
        <p:spPr>
          <a:xfrm>
            <a:off x="4810861" y="10468118"/>
            <a:ext cx="135255" cy="20320"/>
          </a:xfrm>
          <a:custGeom>
            <a:avLst/>
            <a:gdLst/>
            <a:ahLst/>
            <a:cxnLst/>
            <a:rect l="l" t="t" r="r" b="b"/>
            <a:pathLst>
              <a:path w="135254" h="20320">
                <a:moveTo>
                  <a:pt x="9109" y="0"/>
                </a:moveTo>
                <a:lnTo>
                  <a:pt x="6850" y="0"/>
                </a:lnTo>
                <a:lnTo>
                  <a:pt x="5833" y="215"/>
                </a:lnTo>
                <a:lnTo>
                  <a:pt x="0" y="7020"/>
                </a:lnTo>
                <a:lnTo>
                  <a:pt x="25" y="9140"/>
                </a:lnTo>
                <a:lnTo>
                  <a:pt x="21236" y="19762"/>
                </a:lnTo>
                <a:lnTo>
                  <a:pt x="80897" y="19762"/>
                </a:lnTo>
                <a:lnTo>
                  <a:pt x="106338" y="18807"/>
                </a:lnTo>
                <a:lnTo>
                  <a:pt x="106647" y="18807"/>
                </a:lnTo>
                <a:lnTo>
                  <a:pt x="135129" y="7965"/>
                </a:lnTo>
                <a:lnTo>
                  <a:pt x="134864" y="5997"/>
                </a:lnTo>
                <a:lnTo>
                  <a:pt x="134846" y="5863"/>
                </a:lnTo>
                <a:lnTo>
                  <a:pt x="134508" y="4879"/>
                </a:lnTo>
                <a:lnTo>
                  <a:pt x="134013" y="4028"/>
                </a:lnTo>
                <a:lnTo>
                  <a:pt x="23633" y="4028"/>
                </a:lnTo>
                <a:lnTo>
                  <a:pt x="21293" y="3769"/>
                </a:lnTo>
                <a:lnTo>
                  <a:pt x="22135" y="3769"/>
                </a:lnTo>
                <a:lnTo>
                  <a:pt x="16196" y="2448"/>
                </a:lnTo>
                <a:lnTo>
                  <a:pt x="15703" y="2448"/>
                </a:lnTo>
                <a:lnTo>
                  <a:pt x="14467" y="2064"/>
                </a:lnTo>
                <a:lnTo>
                  <a:pt x="14742" y="2064"/>
                </a:lnTo>
                <a:lnTo>
                  <a:pt x="10120" y="215"/>
                </a:lnTo>
                <a:lnTo>
                  <a:pt x="10265" y="215"/>
                </a:lnTo>
                <a:lnTo>
                  <a:pt x="9109" y="0"/>
                </a:lnTo>
                <a:close/>
              </a:path>
              <a:path w="135254" h="20320">
                <a:moveTo>
                  <a:pt x="22135" y="3769"/>
                </a:moveTo>
                <a:lnTo>
                  <a:pt x="21293" y="3769"/>
                </a:lnTo>
                <a:lnTo>
                  <a:pt x="23633" y="4028"/>
                </a:lnTo>
                <a:lnTo>
                  <a:pt x="23301" y="4028"/>
                </a:lnTo>
                <a:lnTo>
                  <a:pt x="22135" y="3769"/>
                </a:lnTo>
                <a:close/>
              </a:path>
              <a:path w="135254" h="20320">
                <a:moveTo>
                  <a:pt x="128153" y="0"/>
                </a:moveTo>
                <a:lnTo>
                  <a:pt x="126424" y="0"/>
                </a:lnTo>
                <a:lnTo>
                  <a:pt x="104970" y="2888"/>
                </a:lnTo>
                <a:lnTo>
                  <a:pt x="104078" y="2888"/>
                </a:lnTo>
                <a:lnTo>
                  <a:pt x="80464" y="3769"/>
                </a:lnTo>
                <a:lnTo>
                  <a:pt x="22135" y="3769"/>
                </a:lnTo>
                <a:lnTo>
                  <a:pt x="23301" y="4028"/>
                </a:lnTo>
                <a:lnTo>
                  <a:pt x="134013" y="4028"/>
                </a:lnTo>
                <a:lnTo>
                  <a:pt x="133506" y="3156"/>
                </a:lnTo>
                <a:lnTo>
                  <a:pt x="133303" y="2888"/>
                </a:lnTo>
                <a:lnTo>
                  <a:pt x="132754" y="2266"/>
                </a:lnTo>
                <a:lnTo>
                  <a:pt x="131159" y="1050"/>
                </a:lnTo>
                <a:lnTo>
                  <a:pt x="130133" y="523"/>
                </a:lnTo>
                <a:lnTo>
                  <a:pt x="128153" y="0"/>
                </a:lnTo>
                <a:close/>
              </a:path>
              <a:path w="135254" h="20320">
                <a:moveTo>
                  <a:pt x="14467" y="2064"/>
                </a:moveTo>
                <a:lnTo>
                  <a:pt x="15703" y="2448"/>
                </a:lnTo>
                <a:lnTo>
                  <a:pt x="15248" y="2266"/>
                </a:lnTo>
                <a:lnTo>
                  <a:pt x="15378" y="2266"/>
                </a:lnTo>
                <a:lnTo>
                  <a:pt x="14467" y="2064"/>
                </a:lnTo>
                <a:close/>
              </a:path>
              <a:path w="135254" h="20320">
                <a:moveTo>
                  <a:pt x="15378" y="2266"/>
                </a:moveTo>
                <a:lnTo>
                  <a:pt x="15248" y="2266"/>
                </a:lnTo>
                <a:lnTo>
                  <a:pt x="15703" y="2448"/>
                </a:lnTo>
                <a:lnTo>
                  <a:pt x="16196" y="2448"/>
                </a:lnTo>
                <a:lnTo>
                  <a:pt x="15378" y="2266"/>
                </a:lnTo>
                <a:close/>
              </a:path>
              <a:path w="135254" h="20320">
                <a:moveTo>
                  <a:pt x="14742" y="2064"/>
                </a:moveTo>
                <a:lnTo>
                  <a:pt x="14467" y="2064"/>
                </a:lnTo>
                <a:lnTo>
                  <a:pt x="15378" y="2266"/>
                </a:lnTo>
                <a:lnTo>
                  <a:pt x="15248" y="2266"/>
                </a:lnTo>
                <a:lnTo>
                  <a:pt x="14742" y="206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4807240" y="10541843"/>
            <a:ext cx="127635" cy="31115"/>
          </a:xfrm>
          <a:custGeom>
            <a:avLst/>
            <a:gdLst/>
            <a:ahLst/>
            <a:cxnLst/>
            <a:rect l="l" t="t" r="r" b="b"/>
            <a:pathLst>
              <a:path w="127635" h="31115">
                <a:moveTo>
                  <a:pt x="120595" y="0"/>
                </a:moveTo>
                <a:lnTo>
                  <a:pt x="65646" y="0"/>
                </a:lnTo>
                <a:lnTo>
                  <a:pt x="46512" y="1891"/>
                </a:lnTo>
                <a:lnTo>
                  <a:pt x="4011" y="15981"/>
                </a:lnTo>
                <a:lnTo>
                  <a:pt x="0" y="24932"/>
                </a:lnTo>
                <a:lnTo>
                  <a:pt x="754" y="26913"/>
                </a:lnTo>
                <a:lnTo>
                  <a:pt x="1306" y="27795"/>
                </a:lnTo>
                <a:lnTo>
                  <a:pt x="2763" y="29336"/>
                </a:lnTo>
                <a:lnTo>
                  <a:pt x="3610" y="29939"/>
                </a:lnTo>
                <a:lnTo>
                  <a:pt x="6064" y="31039"/>
                </a:lnTo>
                <a:lnTo>
                  <a:pt x="9407" y="31039"/>
                </a:lnTo>
                <a:lnTo>
                  <a:pt x="30002" y="23198"/>
                </a:lnTo>
                <a:lnTo>
                  <a:pt x="48554" y="17809"/>
                </a:lnTo>
                <a:lnTo>
                  <a:pt x="48084" y="17809"/>
                </a:lnTo>
                <a:lnTo>
                  <a:pt x="49519" y="17530"/>
                </a:lnTo>
                <a:lnTo>
                  <a:pt x="50907" y="17530"/>
                </a:lnTo>
                <a:lnTo>
                  <a:pt x="66580" y="15981"/>
                </a:lnTo>
                <a:lnTo>
                  <a:pt x="120271" y="15981"/>
                </a:lnTo>
                <a:lnTo>
                  <a:pt x="121425" y="15751"/>
                </a:lnTo>
                <a:lnTo>
                  <a:pt x="127341" y="9018"/>
                </a:lnTo>
                <a:lnTo>
                  <a:pt x="127341" y="6898"/>
                </a:lnTo>
                <a:lnTo>
                  <a:pt x="121425" y="164"/>
                </a:lnTo>
                <a:lnTo>
                  <a:pt x="120595" y="0"/>
                </a:lnTo>
                <a:close/>
              </a:path>
              <a:path w="127635" h="31115">
                <a:moveTo>
                  <a:pt x="49519" y="17530"/>
                </a:moveTo>
                <a:lnTo>
                  <a:pt x="48084" y="17809"/>
                </a:lnTo>
                <a:lnTo>
                  <a:pt x="48554" y="17809"/>
                </a:lnTo>
                <a:lnTo>
                  <a:pt x="49519" y="17530"/>
                </a:lnTo>
                <a:close/>
              </a:path>
              <a:path w="127635" h="31115">
                <a:moveTo>
                  <a:pt x="50907" y="17530"/>
                </a:moveTo>
                <a:lnTo>
                  <a:pt x="49519" y="17530"/>
                </a:lnTo>
                <a:lnTo>
                  <a:pt x="48554" y="17809"/>
                </a:lnTo>
                <a:lnTo>
                  <a:pt x="48084" y="17809"/>
                </a:lnTo>
                <a:lnTo>
                  <a:pt x="50907" y="1753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7" name="object 147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5273000" y="10366325"/>
            <a:ext cx="646794" cy="298072"/>
          </a:xfrm>
          <a:prstGeom prst="rect">
            <a:avLst/>
          </a:prstGeom>
        </p:spPr>
      </p:pic>
      <p:sp>
        <p:nvSpPr>
          <p:cNvPr id="148" name="object 148"/>
          <p:cNvSpPr/>
          <p:nvPr/>
        </p:nvSpPr>
        <p:spPr>
          <a:xfrm>
            <a:off x="6098287" y="9907705"/>
            <a:ext cx="185420" cy="718185"/>
          </a:xfrm>
          <a:custGeom>
            <a:avLst/>
            <a:gdLst/>
            <a:ahLst/>
            <a:cxnLst/>
            <a:rect l="l" t="t" r="r" b="b"/>
            <a:pathLst>
              <a:path w="185420" h="718184">
                <a:moveTo>
                  <a:pt x="9730" y="699174"/>
                </a:moveTo>
                <a:lnTo>
                  <a:pt x="6319" y="699174"/>
                </a:lnTo>
                <a:lnTo>
                  <a:pt x="5374" y="699468"/>
                </a:lnTo>
                <a:lnTo>
                  <a:pt x="4439" y="699787"/>
                </a:lnTo>
                <a:lnTo>
                  <a:pt x="3646" y="700219"/>
                </a:lnTo>
                <a:lnTo>
                  <a:pt x="2580" y="701107"/>
                </a:lnTo>
                <a:lnTo>
                  <a:pt x="2188" y="701364"/>
                </a:lnTo>
                <a:lnTo>
                  <a:pt x="1362" y="702386"/>
                </a:lnTo>
                <a:lnTo>
                  <a:pt x="377" y="704264"/>
                </a:lnTo>
                <a:lnTo>
                  <a:pt x="82" y="705261"/>
                </a:lnTo>
                <a:lnTo>
                  <a:pt x="0" y="708408"/>
                </a:lnTo>
                <a:lnTo>
                  <a:pt x="631" y="710432"/>
                </a:lnTo>
                <a:lnTo>
                  <a:pt x="11974" y="717723"/>
                </a:lnTo>
                <a:lnTo>
                  <a:pt x="28216" y="717723"/>
                </a:lnTo>
                <a:lnTo>
                  <a:pt x="93630" y="716365"/>
                </a:lnTo>
                <a:lnTo>
                  <a:pt x="130658" y="703932"/>
                </a:lnTo>
                <a:lnTo>
                  <a:pt x="15772" y="703932"/>
                </a:lnTo>
                <a:lnTo>
                  <a:pt x="11824" y="701364"/>
                </a:lnTo>
                <a:lnTo>
                  <a:pt x="13629" y="701364"/>
                </a:lnTo>
                <a:lnTo>
                  <a:pt x="13415" y="701107"/>
                </a:lnTo>
                <a:lnTo>
                  <a:pt x="12606" y="700454"/>
                </a:lnTo>
                <a:lnTo>
                  <a:pt x="10727" y="699468"/>
                </a:lnTo>
                <a:lnTo>
                  <a:pt x="9730" y="699174"/>
                </a:lnTo>
                <a:close/>
              </a:path>
              <a:path w="185420" h="718184">
                <a:moveTo>
                  <a:pt x="12489" y="701797"/>
                </a:moveTo>
                <a:lnTo>
                  <a:pt x="15772" y="703932"/>
                </a:lnTo>
                <a:lnTo>
                  <a:pt x="14193" y="702040"/>
                </a:lnTo>
                <a:lnTo>
                  <a:pt x="12489" y="701797"/>
                </a:lnTo>
                <a:close/>
              </a:path>
              <a:path w="185420" h="718184">
                <a:moveTo>
                  <a:pt x="102404" y="699787"/>
                </a:moveTo>
                <a:lnTo>
                  <a:pt x="91725" y="700454"/>
                </a:lnTo>
                <a:lnTo>
                  <a:pt x="90044" y="700454"/>
                </a:lnTo>
                <a:lnTo>
                  <a:pt x="62586" y="701107"/>
                </a:lnTo>
                <a:lnTo>
                  <a:pt x="23925" y="701797"/>
                </a:lnTo>
                <a:lnTo>
                  <a:pt x="13990" y="701797"/>
                </a:lnTo>
                <a:lnTo>
                  <a:pt x="15772" y="703932"/>
                </a:lnTo>
                <a:lnTo>
                  <a:pt x="130658" y="703932"/>
                </a:lnTo>
                <a:lnTo>
                  <a:pt x="131104" y="703634"/>
                </a:lnTo>
                <a:lnTo>
                  <a:pt x="133023" y="701797"/>
                </a:lnTo>
                <a:lnTo>
                  <a:pt x="133369" y="701364"/>
                </a:lnTo>
                <a:lnTo>
                  <a:pt x="134206" y="700219"/>
                </a:lnTo>
                <a:lnTo>
                  <a:pt x="134303" y="700087"/>
                </a:lnTo>
                <a:lnTo>
                  <a:pt x="101455" y="700087"/>
                </a:lnTo>
                <a:lnTo>
                  <a:pt x="102404" y="699787"/>
                </a:lnTo>
                <a:close/>
              </a:path>
              <a:path w="185420" h="718184">
                <a:moveTo>
                  <a:pt x="11824" y="701364"/>
                </a:moveTo>
                <a:lnTo>
                  <a:pt x="12489" y="701797"/>
                </a:lnTo>
                <a:lnTo>
                  <a:pt x="14215" y="702040"/>
                </a:lnTo>
                <a:lnTo>
                  <a:pt x="11824" y="701364"/>
                </a:lnTo>
                <a:close/>
              </a:path>
              <a:path w="185420" h="718184">
                <a:moveTo>
                  <a:pt x="13629" y="701364"/>
                </a:moveTo>
                <a:lnTo>
                  <a:pt x="11824" y="701364"/>
                </a:lnTo>
                <a:lnTo>
                  <a:pt x="14193" y="702040"/>
                </a:lnTo>
                <a:lnTo>
                  <a:pt x="13629" y="701364"/>
                </a:lnTo>
                <a:close/>
              </a:path>
              <a:path w="185420" h="718184">
                <a:moveTo>
                  <a:pt x="113102" y="696408"/>
                </a:moveTo>
                <a:lnTo>
                  <a:pt x="101455" y="700087"/>
                </a:lnTo>
                <a:lnTo>
                  <a:pt x="103046" y="699787"/>
                </a:lnTo>
                <a:lnTo>
                  <a:pt x="134522" y="699787"/>
                </a:lnTo>
                <a:lnTo>
                  <a:pt x="136311" y="697340"/>
                </a:lnTo>
                <a:lnTo>
                  <a:pt x="136491" y="697030"/>
                </a:lnTo>
                <a:lnTo>
                  <a:pt x="112170" y="697030"/>
                </a:lnTo>
                <a:lnTo>
                  <a:pt x="113102" y="696408"/>
                </a:lnTo>
                <a:close/>
              </a:path>
              <a:path w="185420" h="718184">
                <a:moveTo>
                  <a:pt x="134522" y="699787"/>
                </a:moveTo>
                <a:lnTo>
                  <a:pt x="103046" y="699787"/>
                </a:lnTo>
                <a:lnTo>
                  <a:pt x="101455" y="700087"/>
                </a:lnTo>
                <a:lnTo>
                  <a:pt x="134303" y="700087"/>
                </a:lnTo>
                <a:lnTo>
                  <a:pt x="134522" y="699787"/>
                </a:lnTo>
                <a:close/>
              </a:path>
              <a:path w="185420" h="718184">
                <a:moveTo>
                  <a:pt x="114198" y="696062"/>
                </a:moveTo>
                <a:lnTo>
                  <a:pt x="113102" y="696408"/>
                </a:lnTo>
                <a:lnTo>
                  <a:pt x="112170" y="697030"/>
                </a:lnTo>
                <a:lnTo>
                  <a:pt x="114198" y="696062"/>
                </a:lnTo>
                <a:close/>
              </a:path>
              <a:path w="185420" h="718184">
                <a:moveTo>
                  <a:pt x="137054" y="696062"/>
                </a:moveTo>
                <a:lnTo>
                  <a:pt x="114198" y="696062"/>
                </a:lnTo>
                <a:lnTo>
                  <a:pt x="112170" y="697030"/>
                </a:lnTo>
                <a:lnTo>
                  <a:pt x="136491" y="697030"/>
                </a:lnTo>
                <a:lnTo>
                  <a:pt x="137054" y="696062"/>
                </a:lnTo>
                <a:close/>
              </a:path>
              <a:path w="185420" h="718184">
                <a:moveTo>
                  <a:pt x="121046" y="691116"/>
                </a:moveTo>
                <a:lnTo>
                  <a:pt x="113102" y="696408"/>
                </a:lnTo>
                <a:lnTo>
                  <a:pt x="114198" y="696062"/>
                </a:lnTo>
                <a:lnTo>
                  <a:pt x="137054" y="696062"/>
                </a:lnTo>
                <a:lnTo>
                  <a:pt x="137154" y="695889"/>
                </a:lnTo>
                <a:lnTo>
                  <a:pt x="138777" y="692261"/>
                </a:lnTo>
                <a:lnTo>
                  <a:pt x="120209" y="692261"/>
                </a:lnTo>
                <a:lnTo>
                  <a:pt x="121046" y="691116"/>
                </a:lnTo>
                <a:close/>
              </a:path>
              <a:path w="185420" h="718184">
                <a:moveTo>
                  <a:pt x="122231" y="690326"/>
                </a:moveTo>
                <a:lnTo>
                  <a:pt x="121046" y="691116"/>
                </a:lnTo>
                <a:lnTo>
                  <a:pt x="120209" y="692261"/>
                </a:lnTo>
                <a:lnTo>
                  <a:pt x="122231" y="690326"/>
                </a:lnTo>
                <a:close/>
              </a:path>
              <a:path w="185420" h="718184">
                <a:moveTo>
                  <a:pt x="139642" y="690326"/>
                </a:moveTo>
                <a:lnTo>
                  <a:pt x="122231" y="690326"/>
                </a:lnTo>
                <a:lnTo>
                  <a:pt x="120209" y="692261"/>
                </a:lnTo>
                <a:lnTo>
                  <a:pt x="138777" y="692261"/>
                </a:lnTo>
                <a:lnTo>
                  <a:pt x="139642" y="690326"/>
                </a:lnTo>
                <a:close/>
              </a:path>
              <a:path w="185420" h="718184">
                <a:moveTo>
                  <a:pt x="140535" y="687902"/>
                </a:moveTo>
                <a:lnTo>
                  <a:pt x="123395" y="687902"/>
                </a:lnTo>
                <a:lnTo>
                  <a:pt x="123229" y="688187"/>
                </a:lnTo>
                <a:lnTo>
                  <a:pt x="122895" y="688585"/>
                </a:lnTo>
                <a:lnTo>
                  <a:pt x="122552" y="689353"/>
                </a:lnTo>
                <a:lnTo>
                  <a:pt x="122335" y="689353"/>
                </a:lnTo>
                <a:lnTo>
                  <a:pt x="121046" y="691116"/>
                </a:lnTo>
                <a:lnTo>
                  <a:pt x="122231" y="690326"/>
                </a:lnTo>
                <a:lnTo>
                  <a:pt x="139642" y="690326"/>
                </a:lnTo>
                <a:lnTo>
                  <a:pt x="140006" y="689514"/>
                </a:lnTo>
                <a:lnTo>
                  <a:pt x="140061" y="689353"/>
                </a:lnTo>
                <a:lnTo>
                  <a:pt x="122552" y="689353"/>
                </a:lnTo>
                <a:lnTo>
                  <a:pt x="122998" y="688585"/>
                </a:lnTo>
                <a:lnTo>
                  <a:pt x="140326" y="688585"/>
                </a:lnTo>
                <a:lnTo>
                  <a:pt x="140464" y="688187"/>
                </a:lnTo>
                <a:lnTo>
                  <a:pt x="140535" y="687902"/>
                </a:lnTo>
                <a:close/>
              </a:path>
              <a:path w="185420" h="718184">
                <a:moveTo>
                  <a:pt x="180378" y="24321"/>
                </a:moveTo>
                <a:lnTo>
                  <a:pt x="164312" y="24321"/>
                </a:lnTo>
                <a:lnTo>
                  <a:pt x="164382" y="25071"/>
                </a:lnTo>
                <a:lnTo>
                  <a:pt x="164597" y="25809"/>
                </a:lnTo>
                <a:lnTo>
                  <a:pt x="164451" y="25809"/>
                </a:lnTo>
                <a:lnTo>
                  <a:pt x="168284" y="86314"/>
                </a:lnTo>
                <a:lnTo>
                  <a:pt x="168969" y="124042"/>
                </a:lnTo>
                <a:lnTo>
                  <a:pt x="168960" y="209624"/>
                </a:lnTo>
                <a:lnTo>
                  <a:pt x="167656" y="250316"/>
                </a:lnTo>
                <a:lnTo>
                  <a:pt x="164310" y="292496"/>
                </a:lnTo>
                <a:lnTo>
                  <a:pt x="155608" y="379517"/>
                </a:lnTo>
                <a:lnTo>
                  <a:pt x="148214" y="446075"/>
                </a:lnTo>
                <a:lnTo>
                  <a:pt x="144849" y="483089"/>
                </a:lnTo>
                <a:lnTo>
                  <a:pt x="142159" y="518752"/>
                </a:lnTo>
                <a:lnTo>
                  <a:pt x="140135" y="551885"/>
                </a:lnTo>
                <a:lnTo>
                  <a:pt x="139494" y="575524"/>
                </a:lnTo>
                <a:lnTo>
                  <a:pt x="135502" y="619496"/>
                </a:lnTo>
                <a:lnTo>
                  <a:pt x="129640" y="665528"/>
                </a:lnTo>
                <a:lnTo>
                  <a:pt x="128669" y="669410"/>
                </a:lnTo>
                <a:lnTo>
                  <a:pt x="125403" y="682984"/>
                </a:lnTo>
                <a:lnTo>
                  <a:pt x="125116" y="683625"/>
                </a:lnTo>
                <a:lnTo>
                  <a:pt x="124945" y="684311"/>
                </a:lnTo>
                <a:lnTo>
                  <a:pt x="124809" y="684311"/>
                </a:lnTo>
                <a:lnTo>
                  <a:pt x="122895" y="688585"/>
                </a:lnTo>
                <a:lnTo>
                  <a:pt x="123229" y="688187"/>
                </a:lnTo>
                <a:lnTo>
                  <a:pt x="123395" y="687902"/>
                </a:lnTo>
                <a:lnTo>
                  <a:pt x="140535" y="687902"/>
                </a:lnTo>
                <a:lnTo>
                  <a:pt x="141433" y="684311"/>
                </a:lnTo>
                <a:lnTo>
                  <a:pt x="124945" y="684311"/>
                </a:lnTo>
                <a:lnTo>
                  <a:pt x="125182" y="683625"/>
                </a:lnTo>
                <a:lnTo>
                  <a:pt x="141604" y="683625"/>
                </a:lnTo>
                <a:lnTo>
                  <a:pt x="145158" y="669410"/>
                </a:lnTo>
                <a:lnTo>
                  <a:pt x="151401" y="621245"/>
                </a:lnTo>
                <a:lnTo>
                  <a:pt x="155425" y="576975"/>
                </a:lnTo>
                <a:lnTo>
                  <a:pt x="156118" y="552592"/>
                </a:lnTo>
                <a:lnTo>
                  <a:pt x="158118" y="519844"/>
                </a:lnTo>
                <a:lnTo>
                  <a:pt x="160792" y="484416"/>
                </a:lnTo>
                <a:lnTo>
                  <a:pt x="164130" y="447687"/>
                </a:lnTo>
                <a:lnTo>
                  <a:pt x="171510" y="381241"/>
                </a:lnTo>
                <a:lnTo>
                  <a:pt x="177561" y="324098"/>
                </a:lnTo>
                <a:lnTo>
                  <a:pt x="180249" y="293842"/>
                </a:lnTo>
                <a:lnTo>
                  <a:pt x="183624" y="251209"/>
                </a:lnTo>
                <a:lnTo>
                  <a:pt x="184966" y="209624"/>
                </a:lnTo>
                <a:lnTo>
                  <a:pt x="184969" y="124042"/>
                </a:lnTo>
                <a:lnTo>
                  <a:pt x="184304" y="86940"/>
                </a:lnTo>
                <a:lnTo>
                  <a:pt x="184293" y="86314"/>
                </a:lnTo>
                <a:lnTo>
                  <a:pt x="183640" y="69805"/>
                </a:lnTo>
                <a:lnTo>
                  <a:pt x="183517" y="66713"/>
                </a:lnTo>
                <a:lnTo>
                  <a:pt x="183406" y="63889"/>
                </a:lnTo>
                <a:lnTo>
                  <a:pt x="183281" y="60748"/>
                </a:lnTo>
                <a:lnTo>
                  <a:pt x="183164" y="57769"/>
                </a:lnTo>
                <a:lnTo>
                  <a:pt x="183129" y="56904"/>
                </a:lnTo>
                <a:lnTo>
                  <a:pt x="183007" y="53813"/>
                </a:lnTo>
                <a:lnTo>
                  <a:pt x="182889" y="51314"/>
                </a:lnTo>
                <a:lnTo>
                  <a:pt x="180517" y="25809"/>
                </a:lnTo>
                <a:lnTo>
                  <a:pt x="164597" y="25809"/>
                </a:lnTo>
                <a:lnTo>
                  <a:pt x="164456" y="25071"/>
                </a:lnTo>
                <a:lnTo>
                  <a:pt x="180448" y="25071"/>
                </a:lnTo>
                <a:lnTo>
                  <a:pt x="180378" y="24321"/>
                </a:lnTo>
                <a:close/>
              </a:path>
              <a:path w="185420" h="718184">
                <a:moveTo>
                  <a:pt x="157666" y="0"/>
                </a:moveTo>
                <a:lnTo>
                  <a:pt x="143142" y="961"/>
                </a:lnTo>
                <a:lnTo>
                  <a:pt x="143963" y="961"/>
                </a:lnTo>
                <a:lnTo>
                  <a:pt x="128871" y="3813"/>
                </a:lnTo>
                <a:lnTo>
                  <a:pt x="83110" y="24023"/>
                </a:lnTo>
                <a:lnTo>
                  <a:pt x="42147" y="51314"/>
                </a:lnTo>
                <a:lnTo>
                  <a:pt x="35034" y="59728"/>
                </a:lnTo>
                <a:lnTo>
                  <a:pt x="35034" y="63889"/>
                </a:lnTo>
                <a:lnTo>
                  <a:pt x="41767" y="69805"/>
                </a:lnTo>
                <a:lnTo>
                  <a:pt x="43888" y="69805"/>
                </a:lnTo>
                <a:lnTo>
                  <a:pt x="51556" y="64250"/>
                </a:lnTo>
                <a:lnTo>
                  <a:pt x="52053" y="63889"/>
                </a:lnTo>
                <a:lnTo>
                  <a:pt x="52508" y="63437"/>
                </a:lnTo>
                <a:lnTo>
                  <a:pt x="52674" y="63437"/>
                </a:lnTo>
                <a:lnTo>
                  <a:pt x="66313" y="53522"/>
                </a:lnTo>
                <a:lnTo>
                  <a:pt x="66919" y="53156"/>
                </a:lnTo>
                <a:lnTo>
                  <a:pt x="91091" y="37889"/>
                </a:lnTo>
                <a:lnTo>
                  <a:pt x="105669" y="29505"/>
                </a:lnTo>
                <a:lnTo>
                  <a:pt x="118465" y="23831"/>
                </a:lnTo>
                <a:lnTo>
                  <a:pt x="118332" y="23831"/>
                </a:lnTo>
                <a:lnTo>
                  <a:pt x="118779" y="23690"/>
                </a:lnTo>
                <a:lnTo>
                  <a:pt x="119200" y="23502"/>
                </a:lnTo>
                <a:lnTo>
                  <a:pt x="119379" y="23502"/>
                </a:lnTo>
                <a:lnTo>
                  <a:pt x="132022" y="19533"/>
                </a:lnTo>
                <a:lnTo>
                  <a:pt x="131841" y="19533"/>
                </a:lnTo>
                <a:lnTo>
                  <a:pt x="132753" y="19304"/>
                </a:lnTo>
                <a:lnTo>
                  <a:pt x="133054" y="19304"/>
                </a:lnTo>
                <a:lnTo>
                  <a:pt x="145534" y="16945"/>
                </a:lnTo>
                <a:lnTo>
                  <a:pt x="143853" y="16945"/>
                </a:lnTo>
                <a:lnTo>
                  <a:pt x="157636" y="16033"/>
                </a:lnTo>
                <a:lnTo>
                  <a:pt x="156588" y="15819"/>
                </a:lnTo>
                <a:lnTo>
                  <a:pt x="160424" y="15819"/>
                </a:lnTo>
                <a:lnTo>
                  <a:pt x="159407" y="14591"/>
                </a:lnTo>
                <a:lnTo>
                  <a:pt x="177992" y="14591"/>
                </a:lnTo>
                <a:lnTo>
                  <a:pt x="159795" y="148"/>
                </a:lnTo>
                <a:lnTo>
                  <a:pt x="157666" y="0"/>
                </a:lnTo>
                <a:close/>
              </a:path>
              <a:path w="185420" h="718184">
                <a:moveTo>
                  <a:pt x="52056" y="63889"/>
                </a:moveTo>
                <a:lnTo>
                  <a:pt x="51556" y="64250"/>
                </a:lnTo>
                <a:lnTo>
                  <a:pt x="51695" y="64250"/>
                </a:lnTo>
                <a:lnTo>
                  <a:pt x="52056" y="63889"/>
                </a:lnTo>
                <a:close/>
              </a:path>
              <a:path w="185420" h="718184">
                <a:moveTo>
                  <a:pt x="52674" y="63437"/>
                </a:moveTo>
                <a:lnTo>
                  <a:pt x="52508" y="63437"/>
                </a:lnTo>
                <a:lnTo>
                  <a:pt x="52056" y="63889"/>
                </a:lnTo>
                <a:lnTo>
                  <a:pt x="52674" y="63437"/>
                </a:lnTo>
                <a:close/>
              </a:path>
              <a:path w="185420" h="718184">
                <a:moveTo>
                  <a:pt x="162375" y="18176"/>
                </a:moveTo>
                <a:lnTo>
                  <a:pt x="164382" y="25071"/>
                </a:lnTo>
                <a:lnTo>
                  <a:pt x="164312" y="24321"/>
                </a:lnTo>
                <a:lnTo>
                  <a:pt x="180378" y="24321"/>
                </a:lnTo>
                <a:lnTo>
                  <a:pt x="180302" y="23502"/>
                </a:lnTo>
                <a:lnTo>
                  <a:pt x="180240" y="22838"/>
                </a:lnTo>
                <a:lnTo>
                  <a:pt x="179956" y="21344"/>
                </a:lnTo>
                <a:lnTo>
                  <a:pt x="179429" y="19533"/>
                </a:lnTo>
                <a:lnTo>
                  <a:pt x="163475" y="19533"/>
                </a:lnTo>
                <a:lnTo>
                  <a:pt x="163353" y="19304"/>
                </a:lnTo>
                <a:lnTo>
                  <a:pt x="162375" y="18176"/>
                </a:lnTo>
                <a:close/>
              </a:path>
              <a:path w="185420" h="718184">
                <a:moveTo>
                  <a:pt x="118779" y="23690"/>
                </a:moveTo>
                <a:lnTo>
                  <a:pt x="118332" y="23831"/>
                </a:lnTo>
                <a:lnTo>
                  <a:pt x="118465" y="23831"/>
                </a:lnTo>
                <a:lnTo>
                  <a:pt x="118779" y="23690"/>
                </a:lnTo>
                <a:close/>
              </a:path>
              <a:path w="185420" h="718184">
                <a:moveTo>
                  <a:pt x="119379" y="23502"/>
                </a:moveTo>
                <a:lnTo>
                  <a:pt x="119200" y="23502"/>
                </a:lnTo>
                <a:lnTo>
                  <a:pt x="118779" y="23690"/>
                </a:lnTo>
                <a:lnTo>
                  <a:pt x="119379" y="23502"/>
                </a:lnTo>
                <a:close/>
              </a:path>
              <a:path w="185420" h="718184">
                <a:moveTo>
                  <a:pt x="132753" y="19304"/>
                </a:moveTo>
                <a:lnTo>
                  <a:pt x="131841" y="19533"/>
                </a:lnTo>
                <a:lnTo>
                  <a:pt x="132022" y="19533"/>
                </a:lnTo>
                <a:lnTo>
                  <a:pt x="132753" y="19304"/>
                </a:lnTo>
                <a:close/>
              </a:path>
              <a:path w="185420" h="718184">
                <a:moveTo>
                  <a:pt x="133054" y="19304"/>
                </a:moveTo>
                <a:lnTo>
                  <a:pt x="132753" y="19304"/>
                </a:lnTo>
                <a:lnTo>
                  <a:pt x="132022" y="19533"/>
                </a:lnTo>
                <a:lnTo>
                  <a:pt x="131841" y="19533"/>
                </a:lnTo>
                <a:lnTo>
                  <a:pt x="133054" y="19304"/>
                </a:lnTo>
                <a:close/>
              </a:path>
              <a:path w="185420" h="718184">
                <a:moveTo>
                  <a:pt x="162102" y="16945"/>
                </a:moveTo>
                <a:lnTo>
                  <a:pt x="162755" y="18176"/>
                </a:lnTo>
                <a:lnTo>
                  <a:pt x="163309" y="19304"/>
                </a:lnTo>
                <a:lnTo>
                  <a:pt x="163499" y="19533"/>
                </a:lnTo>
                <a:lnTo>
                  <a:pt x="179429" y="19533"/>
                </a:lnTo>
                <a:lnTo>
                  <a:pt x="178787" y="17326"/>
                </a:lnTo>
                <a:lnTo>
                  <a:pt x="163967" y="17326"/>
                </a:lnTo>
                <a:lnTo>
                  <a:pt x="162102" y="16945"/>
                </a:lnTo>
                <a:close/>
              </a:path>
              <a:path w="185420" h="718184">
                <a:moveTo>
                  <a:pt x="162102" y="16945"/>
                </a:moveTo>
                <a:lnTo>
                  <a:pt x="162128" y="17326"/>
                </a:lnTo>
                <a:lnTo>
                  <a:pt x="162375" y="18176"/>
                </a:lnTo>
                <a:lnTo>
                  <a:pt x="163309" y="19304"/>
                </a:lnTo>
                <a:lnTo>
                  <a:pt x="162755" y="18176"/>
                </a:lnTo>
                <a:lnTo>
                  <a:pt x="162102" y="16945"/>
                </a:lnTo>
                <a:close/>
              </a:path>
              <a:path w="185420" h="718184">
                <a:moveTo>
                  <a:pt x="159407" y="14591"/>
                </a:moveTo>
                <a:lnTo>
                  <a:pt x="162375" y="18176"/>
                </a:lnTo>
                <a:lnTo>
                  <a:pt x="162128" y="17326"/>
                </a:lnTo>
                <a:lnTo>
                  <a:pt x="162017" y="16945"/>
                </a:lnTo>
                <a:lnTo>
                  <a:pt x="163332" y="16945"/>
                </a:lnTo>
                <a:lnTo>
                  <a:pt x="159407" y="14591"/>
                </a:lnTo>
                <a:close/>
              </a:path>
              <a:path w="185420" h="718184">
                <a:moveTo>
                  <a:pt x="156588" y="15819"/>
                </a:moveTo>
                <a:lnTo>
                  <a:pt x="163967" y="17326"/>
                </a:lnTo>
                <a:lnTo>
                  <a:pt x="163332" y="16945"/>
                </a:lnTo>
                <a:lnTo>
                  <a:pt x="161356" y="16945"/>
                </a:lnTo>
                <a:lnTo>
                  <a:pt x="160601" y="16033"/>
                </a:lnTo>
                <a:lnTo>
                  <a:pt x="159783" y="16033"/>
                </a:lnTo>
                <a:lnTo>
                  <a:pt x="156588" y="15819"/>
                </a:lnTo>
                <a:close/>
              </a:path>
              <a:path w="185420" h="718184">
                <a:moveTo>
                  <a:pt x="177992" y="14591"/>
                </a:moveTo>
                <a:lnTo>
                  <a:pt x="159407" y="14591"/>
                </a:lnTo>
                <a:lnTo>
                  <a:pt x="163967" y="17326"/>
                </a:lnTo>
                <a:lnTo>
                  <a:pt x="178787" y="17326"/>
                </a:lnTo>
                <a:lnTo>
                  <a:pt x="177992" y="14591"/>
                </a:lnTo>
                <a:close/>
              </a:path>
              <a:path w="185420" h="718184">
                <a:moveTo>
                  <a:pt x="160424" y="15819"/>
                </a:moveTo>
                <a:lnTo>
                  <a:pt x="156588" y="15819"/>
                </a:lnTo>
                <a:lnTo>
                  <a:pt x="159783" y="16033"/>
                </a:lnTo>
                <a:lnTo>
                  <a:pt x="160601" y="16033"/>
                </a:lnTo>
                <a:lnTo>
                  <a:pt x="160424" y="1581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9" name="object 149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6413488" y="10123813"/>
            <a:ext cx="759122" cy="2829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0">
            <a:extLst>
              <a:ext uri="{FF2B5EF4-FFF2-40B4-BE49-F238E27FC236}">
                <a16:creationId xmlns:a16="http://schemas.microsoft.com/office/drawing/2014/main" id="{4B4CDBD8-F45C-BC14-B175-AB3DD65E7FF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99" y="147270"/>
            <a:ext cx="7011772" cy="7920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CB10DD8-DEE4-0F01-84D6-2A794EE570AB}"/>
                  </a:ext>
                </a:extLst>
              </p14:cNvPr>
              <p14:cNvContentPartPr/>
              <p14:nvPr/>
            </p14:nvContentPartPr>
            <p14:xfrm>
              <a:off x="1072728" y="1505520"/>
              <a:ext cx="407160" cy="35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CB10DD8-DEE4-0F01-84D6-2A794EE570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6608" y="1499400"/>
                <a:ext cx="4194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1EEFD5-F1E0-290C-7FFA-E800DC6E2E19}"/>
                  </a:ext>
                </a:extLst>
              </p14:cNvPr>
              <p14:cNvContentPartPr/>
              <p14:nvPr/>
            </p14:nvContentPartPr>
            <p14:xfrm>
              <a:off x="2203128" y="1478880"/>
              <a:ext cx="362160" cy="15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1EEFD5-F1E0-290C-7FFA-E800DC6E2E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97008" y="1472760"/>
                <a:ext cx="3744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58EE71-3799-A8CE-B04A-05B914277294}"/>
                  </a:ext>
                </a:extLst>
              </p14:cNvPr>
              <p14:cNvContentPartPr/>
              <p14:nvPr/>
            </p14:nvContentPartPr>
            <p14:xfrm>
              <a:off x="3363408" y="1485360"/>
              <a:ext cx="458280" cy="22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58EE71-3799-A8CE-B04A-05B9142772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57288" y="1479240"/>
                <a:ext cx="4705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2EA924-C51F-7185-5AA4-526AB45F72A9}"/>
                  </a:ext>
                </a:extLst>
              </p14:cNvPr>
              <p14:cNvContentPartPr/>
              <p14:nvPr/>
            </p14:nvContentPartPr>
            <p14:xfrm>
              <a:off x="4307688" y="1568880"/>
              <a:ext cx="417960" cy="23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2EA924-C51F-7185-5AA4-526AB45F72A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01568" y="1562760"/>
                <a:ext cx="430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D8BA8F1-43FA-DA73-5267-8A20A99C296A}"/>
                  </a:ext>
                </a:extLst>
              </p14:cNvPr>
              <p14:cNvContentPartPr/>
              <p14:nvPr/>
            </p14:nvContentPartPr>
            <p14:xfrm>
              <a:off x="5289408" y="1576440"/>
              <a:ext cx="431640" cy="24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D8BA8F1-43FA-DA73-5267-8A20A99C296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83288" y="1570320"/>
                <a:ext cx="4438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24669E-B973-3DFD-4BE4-B1F659CF24F3}"/>
                  </a:ext>
                </a:extLst>
              </p14:cNvPr>
              <p14:cNvContentPartPr/>
              <p14:nvPr/>
            </p14:nvContentPartPr>
            <p14:xfrm>
              <a:off x="6704568" y="1564560"/>
              <a:ext cx="430200" cy="42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24669E-B973-3DFD-4BE4-B1F659CF24F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98448" y="1558440"/>
                <a:ext cx="44244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05DCA98-0BF7-AA50-63F7-B53494097A22}"/>
              </a:ext>
            </a:extLst>
          </p:cNvPr>
          <p:cNvGrpSpPr/>
          <p:nvPr/>
        </p:nvGrpSpPr>
        <p:grpSpPr>
          <a:xfrm>
            <a:off x="1272888" y="1185120"/>
            <a:ext cx="300240" cy="342360"/>
            <a:chOff x="1272888" y="1185120"/>
            <a:chExt cx="30024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32B382-99A0-91FB-AA77-8FC2BF151D87}"/>
                    </a:ext>
                  </a:extLst>
                </p14:cNvPr>
                <p14:cNvContentPartPr/>
                <p14:nvPr/>
              </p14:nvContentPartPr>
              <p14:xfrm>
                <a:off x="1272888" y="1215360"/>
                <a:ext cx="60120" cy="312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32B382-99A0-91FB-AA77-8FC2BF151D8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66768" y="1209240"/>
                  <a:ext cx="723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E1B1F9-D265-8FA6-E33B-CCDC611C258A}"/>
                    </a:ext>
                  </a:extLst>
                </p14:cNvPr>
                <p14:cNvContentPartPr/>
                <p14:nvPr/>
              </p14:nvContentPartPr>
              <p14:xfrm>
                <a:off x="1307448" y="1185120"/>
                <a:ext cx="265680" cy="325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E1B1F9-D265-8FA6-E33B-CCDC611C258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01328" y="1179000"/>
                  <a:ext cx="27792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9BCF42A-0867-BA57-EE0D-CD7B1487DC6B}"/>
              </a:ext>
            </a:extLst>
          </p:cNvPr>
          <p:cNvGrpSpPr/>
          <p:nvPr/>
        </p:nvGrpSpPr>
        <p:grpSpPr>
          <a:xfrm>
            <a:off x="2483568" y="1027800"/>
            <a:ext cx="249120" cy="338040"/>
            <a:chOff x="2483568" y="1027800"/>
            <a:chExt cx="24912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FAF6A5-721B-C18B-CFA4-5610C63C578B}"/>
                    </a:ext>
                  </a:extLst>
                </p14:cNvPr>
                <p14:cNvContentPartPr/>
                <p14:nvPr/>
              </p14:nvContentPartPr>
              <p14:xfrm>
                <a:off x="2483568" y="1117080"/>
                <a:ext cx="17280" cy="180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FAF6A5-721B-C18B-CFA4-5610C63C578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77448" y="1110960"/>
                  <a:ext cx="295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74E810-9806-B855-7883-72E8493DB0BD}"/>
                    </a:ext>
                  </a:extLst>
                </p14:cNvPr>
                <p14:cNvContentPartPr/>
                <p14:nvPr/>
              </p14:nvContentPartPr>
              <p14:xfrm>
                <a:off x="2500848" y="1247040"/>
                <a:ext cx="1440" cy="12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74E810-9806-B855-7883-72E8493DB0B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94728" y="1240920"/>
                  <a:ext cx="13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C17CF65-6704-8CD6-3DFC-F316E215524D}"/>
                    </a:ext>
                  </a:extLst>
                </p14:cNvPr>
                <p14:cNvContentPartPr/>
                <p14:nvPr/>
              </p14:nvContentPartPr>
              <p14:xfrm>
                <a:off x="2509128" y="1027800"/>
                <a:ext cx="223560" cy="338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C17CF65-6704-8CD6-3DFC-F316E215524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03008" y="1021680"/>
                  <a:ext cx="23580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5FFA1E-B77C-98CC-A120-D20DC7DE6F70}"/>
              </a:ext>
            </a:extLst>
          </p:cNvPr>
          <p:cNvGrpSpPr/>
          <p:nvPr/>
        </p:nvGrpSpPr>
        <p:grpSpPr>
          <a:xfrm>
            <a:off x="3494448" y="1054080"/>
            <a:ext cx="267480" cy="308160"/>
            <a:chOff x="3494448" y="1054080"/>
            <a:chExt cx="26748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3AD3A60-1C2F-8C75-C283-64B97FDA0E25}"/>
                    </a:ext>
                  </a:extLst>
                </p14:cNvPr>
                <p14:cNvContentPartPr/>
                <p14:nvPr/>
              </p14:nvContentPartPr>
              <p14:xfrm>
                <a:off x="3494448" y="1091520"/>
                <a:ext cx="40680" cy="270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3AD3A60-1C2F-8C75-C283-64B97FDA0E2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88328" y="1085400"/>
                  <a:ext cx="52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995A8B-D54B-9D1B-103A-5DA598686E31}"/>
                    </a:ext>
                  </a:extLst>
                </p14:cNvPr>
                <p14:cNvContentPartPr/>
                <p14:nvPr/>
              </p14:nvContentPartPr>
              <p14:xfrm>
                <a:off x="3540168" y="1326240"/>
                <a:ext cx="1440" cy="14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995A8B-D54B-9D1B-103A-5DA598686E3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34048" y="1320120"/>
                  <a:ext cx="13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788A73-24D4-29DB-2CA8-4AE3E33F58C4}"/>
                    </a:ext>
                  </a:extLst>
                </p14:cNvPr>
                <p14:cNvContentPartPr/>
                <p14:nvPr/>
              </p14:nvContentPartPr>
              <p14:xfrm>
                <a:off x="3511728" y="1054080"/>
                <a:ext cx="250200" cy="296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788A73-24D4-29DB-2CA8-4AE3E33F58C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505608" y="1047960"/>
                  <a:ext cx="26244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235645-A3FC-EECC-9C4C-897062CA801C}"/>
              </a:ext>
            </a:extLst>
          </p:cNvPr>
          <p:cNvGrpSpPr/>
          <p:nvPr/>
        </p:nvGrpSpPr>
        <p:grpSpPr>
          <a:xfrm>
            <a:off x="4287528" y="1118160"/>
            <a:ext cx="258120" cy="382320"/>
            <a:chOff x="4287528" y="1118160"/>
            <a:chExt cx="25812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0CD8FD8-E916-D4FF-1F7A-D9F0FDFE137E}"/>
                    </a:ext>
                  </a:extLst>
                </p14:cNvPr>
                <p14:cNvContentPartPr/>
                <p14:nvPr/>
              </p14:nvContentPartPr>
              <p14:xfrm>
                <a:off x="4337568" y="1142280"/>
                <a:ext cx="38880" cy="358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0CD8FD8-E916-D4FF-1F7A-D9F0FDFE137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31448" y="1136160"/>
                  <a:ext cx="511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F94310-658D-3F92-0D7B-683BB8A12583}"/>
                    </a:ext>
                  </a:extLst>
                </p14:cNvPr>
                <p14:cNvContentPartPr/>
                <p14:nvPr/>
              </p14:nvContentPartPr>
              <p14:xfrm>
                <a:off x="4287528" y="1118160"/>
                <a:ext cx="258120" cy="352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F94310-658D-3F92-0D7B-683BB8A1258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281408" y="1112040"/>
                  <a:ext cx="270360" cy="36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7083886-E2EA-E846-3989-215EDB276094}"/>
              </a:ext>
            </a:extLst>
          </p:cNvPr>
          <p:cNvGrpSpPr/>
          <p:nvPr/>
        </p:nvGrpSpPr>
        <p:grpSpPr>
          <a:xfrm>
            <a:off x="5439528" y="1135440"/>
            <a:ext cx="239040" cy="362520"/>
            <a:chOff x="5439528" y="1135440"/>
            <a:chExt cx="239040" cy="36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6D8BCE-23EB-3CE2-B20C-864CE0947D1D}"/>
                    </a:ext>
                  </a:extLst>
                </p14:cNvPr>
                <p14:cNvContentPartPr/>
                <p14:nvPr/>
              </p14:nvContentPartPr>
              <p14:xfrm>
                <a:off x="5439528" y="1170360"/>
                <a:ext cx="37080" cy="327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6D8BCE-23EB-3CE2-B20C-864CE0947D1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33408" y="1164240"/>
                  <a:ext cx="493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E1C98D-F91E-C730-D25A-EC7E3802247E}"/>
                    </a:ext>
                  </a:extLst>
                </p14:cNvPr>
                <p14:cNvContentPartPr/>
                <p14:nvPr/>
              </p14:nvContentPartPr>
              <p14:xfrm>
                <a:off x="5451768" y="1135440"/>
                <a:ext cx="226800" cy="353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E1C98D-F91E-C730-D25A-EC7E380224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445648" y="1129320"/>
                  <a:ext cx="23904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F1C81F-9CEC-5615-49E3-2816D193A55A}"/>
              </a:ext>
            </a:extLst>
          </p:cNvPr>
          <p:cNvGrpSpPr/>
          <p:nvPr/>
        </p:nvGrpSpPr>
        <p:grpSpPr>
          <a:xfrm>
            <a:off x="6852528" y="1163160"/>
            <a:ext cx="243720" cy="327960"/>
            <a:chOff x="6852528" y="1163160"/>
            <a:chExt cx="24372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AC6007E-1BB2-1632-4707-DC87824398F7}"/>
                    </a:ext>
                  </a:extLst>
                </p14:cNvPr>
                <p14:cNvContentPartPr/>
                <p14:nvPr/>
              </p14:nvContentPartPr>
              <p14:xfrm>
                <a:off x="6869448" y="1258920"/>
                <a:ext cx="39240" cy="232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AC6007E-1BB2-1632-4707-DC87824398F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863328" y="1252800"/>
                  <a:ext cx="514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98C9EC-3221-C70F-68ED-406A5610DC99}"/>
                    </a:ext>
                  </a:extLst>
                </p14:cNvPr>
                <p14:cNvContentPartPr/>
                <p14:nvPr/>
              </p14:nvContentPartPr>
              <p14:xfrm>
                <a:off x="6883488" y="1400760"/>
                <a:ext cx="36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98C9EC-3221-C70F-68ED-406A5610DC9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77368" y="13946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6AEED4-7B4F-BABF-A534-7EF2EBED6185}"/>
                    </a:ext>
                  </a:extLst>
                </p14:cNvPr>
                <p14:cNvContentPartPr/>
                <p14:nvPr/>
              </p14:nvContentPartPr>
              <p14:xfrm>
                <a:off x="6852528" y="1163160"/>
                <a:ext cx="243720" cy="320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6AEED4-7B4F-BABF-A534-7EF2EBED618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846408" y="1157040"/>
                  <a:ext cx="2559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C16E476-8383-81FE-638C-276E58F8FA6E}"/>
                    </a:ext>
                  </a:extLst>
                </p14:cNvPr>
                <p14:cNvContentPartPr/>
                <p14:nvPr/>
              </p14:nvContentPartPr>
              <p14:xfrm>
                <a:off x="6862968" y="1432080"/>
                <a:ext cx="13680" cy="4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C16E476-8383-81FE-638C-276E58F8FA6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856848" y="1425960"/>
                  <a:ext cx="25920" cy="1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45D1476-79BD-1851-7B30-A8F1548D5446}"/>
              </a:ext>
            </a:extLst>
          </p:cNvPr>
          <p:cNvGrpSpPr/>
          <p:nvPr/>
        </p:nvGrpSpPr>
        <p:grpSpPr>
          <a:xfrm>
            <a:off x="3358728" y="1973520"/>
            <a:ext cx="905040" cy="461160"/>
            <a:chOff x="3358728" y="1973520"/>
            <a:chExt cx="90504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02727A-96E2-7E8D-C103-7D0B0B06B435}"/>
                    </a:ext>
                  </a:extLst>
                </p14:cNvPr>
                <p14:cNvContentPartPr/>
                <p14:nvPr/>
              </p14:nvContentPartPr>
              <p14:xfrm>
                <a:off x="3358728" y="1973520"/>
                <a:ext cx="238680" cy="311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02727A-96E2-7E8D-C103-7D0B0B06B43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352608" y="1967400"/>
                  <a:ext cx="2509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F86A1AE-1CF1-D1C0-AEEA-D001DD144074}"/>
                    </a:ext>
                  </a:extLst>
                </p14:cNvPr>
                <p14:cNvContentPartPr/>
                <p14:nvPr/>
              </p14:nvContentPartPr>
              <p14:xfrm>
                <a:off x="3671928" y="1977840"/>
                <a:ext cx="287280" cy="272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F86A1AE-1CF1-D1C0-AEEA-D001DD14407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65808" y="1971720"/>
                  <a:ext cx="299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304F99-9C88-46BF-71B6-B648A1094DFB}"/>
                    </a:ext>
                  </a:extLst>
                </p14:cNvPr>
                <p14:cNvContentPartPr/>
                <p14:nvPr/>
              </p14:nvContentPartPr>
              <p14:xfrm>
                <a:off x="4054968" y="2000880"/>
                <a:ext cx="208800" cy="433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304F99-9C88-46BF-71B6-B648A1094DF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48848" y="1994760"/>
                  <a:ext cx="221040" cy="44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16A8B34-BD8C-3326-303F-16DFB8AEB738}"/>
              </a:ext>
            </a:extLst>
          </p:cNvPr>
          <p:cNvGrpSpPr/>
          <p:nvPr/>
        </p:nvGrpSpPr>
        <p:grpSpPr>
          <a:xfrm>
            <a:off x="4545288" y="2070720"/>
            <a:ext cx="231120" cy="138240"/>
            <a:chOff x="4545288" y="2070720"/>
            <a:chExt cx="231120" cy="13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D86A5E-708B-0A5D-FF77-5CB44FB30410}"/>
                    </a:ext>
                  </a:extLst>
                </p14:cNvPr>
                <p14:cNvContentPartPr/>
                <p14:nvPr/>
              </p14:nvContentPartPr>
              <p14:xfrm>
                <a:off x="4545288" y="2070720"/>
                <a:ext cx="216360" cy="11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D86A5E-708B-0A5D-FF77-5CB44FB304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539168" y="2064600"/>
                  <a:ext cx="228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0815C2A-9D07-8D09-12EA-8F3E04039C44}"/>
                    </a:ext>
                  </a:extLst>
                </p14:cNvPr>
                <p14:cNvContentPartPr/>
                <p14:nvPr/>
              </p14:nvContentPartPr>
              <p14:xfrm>
                <a:off x="4598568" y="2165760"/>
                <a:ext cx="177840" cy="43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0815C2A-9D07-8D09-12EA-8F3E04039C4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92448" y="2159640"/>
                  <a:ext cx="19008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D73256D-DE7E-ECD7-E061-A7398D200677}"/>
              </a:ext>
            </a:extLst>
          </p:cNvPr>
          <p:cNvGrpSpPr/>
          <p:nvPr/>
        </p:nvGrpSpPr>
        <p:grpSpPr>
          <a:xfrm>
            <a:off x="5285088" y="2016720"/>
            <a:ext cx="926640" cy="452880"/>
            <a:chOff x="5285088" y="2016720"/>
            <a:chExt cx="926640" cy="45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06F12F-AD6E-D76B-F501-4E341CA59740}"/>
                    </a:ext>
                  </a:extLst>
                </p14:cNvPr>
                <p14:cNvContentPartPr/>
                <p14:nvPr/>
              </p14:nvContentPartPr>
              <p14:xfrm>
                <a:off x="5285088" y="2016720"/>
                <a:ext cx="553320" cy="417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06F12F-AD6E-D76B-F501-4E341CA597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278968" y="2010600"/>
                  <a:ext cx="5655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FEA5EE0-2A6B-E62F-2063-96012AD869BC}"/>
                    </a:ext>
                  </a:extLst>
                </p14:cNvPr>
                <p14:cNvContentPartPr/>
                <p14:nvPr/>
              </p14:nvContentPartPr>
              <p14:xfrm>
                <a:off x="5672808" y="2041560"/>
                <a:ext cx="538920" cy="428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FEA5EE0-2A6B-E62F-2063-96012AD869B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666688" y="2035440"/>
                  <a:ext cx="551160" cy="44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F4E49F3-772F-300E-722B-51A177E2EE1B}"/>
              </a:ext>
            </a:extLst>
          </p:cNvPr>
          <p:cNvGrpSpPr/>
          <p:nvPr/>
        </p:nvGrpSpPr>
        <p:grpSpPr>
          <a:xfrm>
            <a:off x="1315008" y="3156480"/>
            <a:ext cx="1896120" cy="103320"/>
            <a:chOff x="1315008" y="3156480"/>
            <a:chExt cx="189612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630412A-989F-5693-0156-93E98F659B6A}"/>
                    </a:ext>
                  </a:extLst>
                </p14:cNvPr>
                <p14:cNvContentPartPr/>
                <p14:nvPr/>
              </p14:nvContentPartPr>
              <p14:xfrm>
                <a:off x="1315008" y="3209400"/>
                <a:ext cx="396720" cy="50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630412A-989F-5693-0156-93E98F659B6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308888" y="3203280"/>
                  <a:ext cx="408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9A2FC2D-5CF2-E0BC-FA89-012671AE93F0}"/>
                    </a:ext>
                  </a:extLst>
                </p14:cNvPr>
                <p14:cNvContentPartPr/>
                <p14:nvPr/>
              </p14:nvContentPartPr>
              <p14:xfrm>
                <a:off x="1948608" y="3167640"/>
                <a:ext cx="364320" cy="41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9A2FC2D-5CF2-E0BC-FA89-012671AE93F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942488" y="3161520"/>
                  <a:ext cx="376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3C59FBA-8416-C235-B9AC-8F0AC488354A}"/>
                    </a:ext>
                  </a:extLst>
                </p14:cNvPr>
                <p14:cNvContentPartPr/>
                <p14:nvPr/>
              </p14:nvContentPartPr>
              <p14:xfrm>
                <a:off x="2577168" y="3156480"/>
                <a:ext cx="633960" cy="61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3C59FBA-8416-C235-B9AC-8F0AC488354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71048" y="3150360"/>
                  <a:ext cx="64620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D947BDD-264F-5C7F-3C37-95FA4A44BEFC}"/>
                  </a:ext>
                </a:extLst>
              </p14:cNvPr>
              <p14:cNvContentPartPr/>
              <p14:nvPr/>
            </p14:nvContentPartPr>
            <p14:xfrm>
              <a:off x="3707208" y="3181320"/>
              <a:ext cx="262440" cy="144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D947BDD-264F-5C7F-3C37-95FA4A44BEF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701088" y="3175200"/>
                <a:ext cx="2746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B7554826-5A43-B0D6-435B-FAC0E7A21D1E}"/>
              </a:ext>
            </a:extLst>
          </p:cNvPr>
          <p:cNvGrpSpPr/>
          <p:nvPr/>
        </p:nvGrpSpPr>
        <p:grpSpPr>
          <a:xfrm>
            <a:off x="1396728" y="2668320"/>
            <a:ext cx="257040" cy="383040"/>
            <a:chOff x="1396728" y="2668320"/>
            <a:chExt cx="25704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13B6934-72C7-C258-0F5C-68772D0A144B}"/>
                    </a:ext>
                  </a:extLst>
                </p14:cNvPr>
                <p14:cNvContentPartPr/>
                <p14:nvPr/>
              </p14:nvContentPartPr>
              <p14:xfrm>
                <a:off x="1396728" y="2760840"/>
                <a:ext cx="84600" cy="290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13B6934-72C7-C258-0F5C-68772D0A144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390608" y="2754720"/>
                  <a:ext cx="968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9265D7-4821-4FC9-B161-BB694A869FB2}"/>
                    </a:ext>
                  </a:extLst>
                </p14:cNvPr>
                <p14:cNvContentPartPr/>
                <p14:nvPr/>
              </p14:nvContentPartPr>
              <p14:xfrm>
                <a:off x="1403568" y="2668320"/>
                <a:ext cx="250200" cy="344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9265D7-4821-4FC9-B161-BB694A869FB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97448" y="2662200"/>
                  <a:ext cx="26244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4043506-0FC9-E2E5-8D9F-8BEC402DB85E}"/>
              </a:ext>
            </a:extLst>
          </p:cNvPr>
          <p:cNvGrpSpPr/>
          <p:nvPr/>
        </p:nvGrpSpPr>
        <p:grpSpPr>
          <a:xfrm>
            <a:off x="2036808" y="2584440"/>
            <a:ext cx="271080" cy="421200"/>
            <a:chOff x="2036808" y="2584440"/>
            <a:chExt cx="27108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72A4451-CB3D-0288-A7EF-7031AC6699BB}"/>
                    </a:ext>
                  </a:extLst>
                </p14:cNvPr>
                <p14:cNvContentPartPr/>
                <p14:nvPr/>
              </p14:nvContentPartPr>
              <p14:xfrm>
                <a:off x="2089368" y="2656440"/>
                <a:ext cx="70560" cy="311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72A4451-CB3D-0288-A7EF-7031AC6699B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083248" y="2650320"/>
                  <a:ext cx="828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BF2EEB-75C1-6E80-B9D6-835011524DF5}"/>
                    </a:ext>
                  </a:extLst>
                </p14:cNvPr>
                <p14:cNvContentPartPr/>
                <p14:nvPr/>
              </p14:nvContentPartPr>
              <p14:xfrm>
                <a:off x="2036808" y="2584440"/>
                <a:ext cx="271080" cy="421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BF2EEB-75C1-6E80-B9D6-835011524DF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30688" y="2578320"/>
                  <a:ext cx="283320" cy="43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421AF7B-37D8-661F-342F-11FEF8C182F3}"/>
              </a:ext>
            </a:extLst>
          </p:cNvPr>
          <p:cNvGrpSpPr/>
          <p:nvPr/>
        </p:nvGrpSpPr>
        <p:grpSpPr>
          <a:xfrm>
            <a:off x="2672208" y="2677320"/>
            <a:ext cx="311040" cy="439920"/>
            <a:chOff x="2672208" y="2677320"/>
            <a:chExt cx="311040" cy="43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EE5E42A-524B-E3CF-6B4C-AB425F837267}"/>
                    </a:ext>
                  </a:extLst>
                </p14:cNvPr>
                <p14:cNvContentPartPr/>
                <p14:nvPr/>
              </p14:nvContentPartPr>
              <p14:xfrm>
                <a:off x="2676168" y="2728800"/>
                <a:ext cx="104760" cy="368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EE5E42A-524B-E3CF-6B4C-AB425F83726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670048" y="2722680"/>
                  <a:ext cx="1170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30D0BC9-4B57-8992-3434-2BC1134BE48C}"/>
                    </a:ext>
                  </a:extLst>
                </p14:cNvPr>
                <p14:cNvContentPartPr/>
                <p14:nvPr/>
              </p14:nvContentPartPr>
              <p14:xfrm>
                <a:off x="2672208" y="2677320"/>
                <a:ext cx="311040" cy="439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30D0BC9-4B57-8992-3434-2BC1134BE48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666088" y="2671200"/>
                  <a:ext cx="323280" cy="45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8185F9B-2095-2CF3-59C6-AB4D1F492FBB}"/>
              </a:ext>
            </a:extLst>
          </p:cNvPr>
          <p:cNvGrpSpPr/>
          <p:nvPr/>
        </p:nvGrpSpPr>
        <p:grpSpPr>
          <a:xfrm>
            <a:off x="3702528" y="2687040"/>
            <a:ext cx="260640" cy="408600"/>
            <a:chOff x="3702528" y="2687040"/>
            <a:chExt cx="260640" cy="4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A157A2A-9739-2924-60BD-193D7562E7A1}"/>
                    </a:ext>
                  </a:extLst>
                </p14:cNvPr>
                <p14:cNvContentPartPr/>
                <p14:nvPr/>
              </p14:nvContentPartPr>
              <p14:xfrm>
                <a:off x="3718008" y="2753640"/>
                <a:ext cx="76320" cy="294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A157A2A-9739-2924-60BD-193D7562E7A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11888" y="2747520"/>
                  <a:ext cx="885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AC3CE89-5242-54F1-4AF5-5EF3DF957494}"/>
                    </a:ext>
                  </a:extLst>
                </p14:cNvPr>
                <p14:cNvContentPartPr/>
                <p14:nvPr/>
              </p14:nvContentPartPr>
              <p14:xfrm>
                <a:off x="3702528" y="2687040"/>
                <a:ext cx="260640" cy="408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AC3CE89-5242-54F1-4AF5-5EF3DF95749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696408" y="2680920"/>
                  <a:ext cx="272880" cy="42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4C0F233-DC0D-315F-001A-7656267AC5F8}"/>
                  </a:ext>
                </a:extLst>
              </p14:cNvPr>
              <p14:cNvContentPartPr/>
              <p14:nvPr/>
            </p14:nvContentPartPr>
            <p14:xfrm>
              <a:off x="5311368" y="2618640"/>
              <a:ext cx="292320" cy="469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4C0F233-DC0D-315F-001A-7656267AC5F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305248" y="2612520"/>
                <a:ext cx="304560" cy="48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C9417839-9778-6577-BA14-3D24463736C1}"/>
              </a:ext>
            </a:extLst>
          </p:cNvPr>
          <p:cNvGrpSpPr/>
          <p:nvPr/>
        </p:nvGrpSpPr>
        <p:grpSpPr>
          <a:xfrm>
            <a:off x="3846888" y="3331440"/>
            <a:ext cx="739080" cy="395280"/>
            <a:chOff x="3846888" y="3331440"/>
            <a:chExt cx="73908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9BD4BAA-F4F1-0EDA-0EF3-F7CCC4AC1F32}"/>
                    </a:ext>
                  </a:extLst>
                </p14:cNvPr>
                <p14:cNvContentPartPr/>
                <p14:nvPr/>
              </p14:nvContentPartPr>
              <p14:xfrm>
                <a:off x="3889728" y="3361320"/>
                <a:ext cx="74520" cy="35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9BD4BAA-F4F1-0EDA-0EF3-F7CCC4AC1F3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883608" y="3355200"/>
                  <a:ext cx="86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36D6A00-699A-593B-4A7C-8EC48BA3B5AD}"/>
                    </a:ext>
                  </a:extLst>
                </p14:cNvPr>
                <p14:cNvContentPartPr/>
                <p14:nvPr/>
              </p14:nvContentPartPr>
              <p14:xfrm>
                <a:off x="3846888" y="3331440"/>
                <a:ext cx="285840" cy="394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36D6A00-699A-593B-4A7C-8EC48BA3B5A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840768" y="3325320"/>
                  <a:ext cx="2980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C5961B9-12CC-FDFD-4995-231D60C6F797}"/>
                    </a:ext>
                  </a:extLst>
                </p14:cNvPr>
                <p14:cNvContentPartPr/>
                <p14:nvPr/>
              </p14:nvContentPartPr>
              <p14:xfrm>
                <a:off x="4304448" y="3350520"/>
                <a:ext cx="281520" cy="376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C5961B9-12CC-FDFD-4995-231D60C6F79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298328" y="3344400"/>
                  <a:ext cx="29376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B3AB512-D6CA-3BB2-D01A-2635FBB3B5AE}"/>
              </a:ext>
            </a:extLst>
          </p:cNvPr>
          <p:cNvGrpSpPr/>
          <p:nvPr/>
        </p:nvGrpSpPr>
        <p:grpSpPr>
          <a:xfrm>
            <a:off x="4509288" y="2643480"/>
            <a:ext cx="3501000" cy="1219680"/>
            <a:chOff x="4509288" y="2643480"/>
            <a:chExt cx="3501000" cy="12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6765A2C-91BC-F483-A353-D03D0530B65C}"/>
                    </a:ext>
                  </a:extLst>
                </p14:cNvPr>
                <p14:cNvContentPartPr/>
                <p14:nvPr/>
              </p14:nvContentPartPr>
              <p14:xfrm>
                <a:off x="4509288" y="3158280"/>
                <a:ext cx="370080" cy="25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6765A2C-91BC-F483-A353-D03D0530B65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503168" y="3152160"/>
                  <a:ext cx="382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ABD6D43-5A3C-6F70-F8FA-BB40A15A2018}"/>
                    </a:ext>
                  </a:extLst>
                </p14:cNvPr>
                <p14:cNvContentPartPr/>
                <p14:nvPr/>
              </p14:nvContentPartPr>
              <p14:xfrm>
                <a:off x="5347008" y="3112200"/>
                <a:ext cx="340200" cy="24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ABD6D43-5A3C-6F70-F8FA-BB40A15A201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40888" y="3106080"/>
                  <a:ext cx="352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733651-9444-D338-9800-98E7CE1586BC}"/>
                    </a:ext>
                  </a:extLst>
                </p14:cNvPr>
                <p14:cNvContentPartPr/>
                <p14:nvPr/>
              </p14:nvContentPartPr>
              <p14:xfrm>
                <a:off x="4533768" y="2754000"/>
                <a:ext cx="55080" cy="258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733651-9444-D338-9800-98E7CE1586B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527648" y="2747880"/>
                  <a:ext cx="673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74D6ABE-E5C7-F4EC-DADD-BEFBE43FE327}"/>
                    </a:ext>
                  </a:extLst>
                </p14:cNvPr>
                <p14:cNvContentPartPr/>
                <p14:nvPr/>
              </p14:nvContentPartPr>
              <p14:xfrm>
                <a:off x="4533408" y="2643480"/>
                <a:ext cx="257400" cy="478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74D6ABE-E5C7-F4EC-DADD-BEFBE43FE32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27288" y="2637360"/>
                  <a:ext cx="26964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8575872-88CE-9201-4244-24F29C15A9F3}"/>
                    </a:ext>
                  </a:extLst>
                </p14:cNvPr>
                <p14:cNvContentPartPr/>
                <p14:nvPr/>
              </p14:nvContentPartPr>
              <p14:xfrm>
                <a:off x="4694688" y="3506040"/>
                <a:ext cx="314640" cy="357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8575872-88CE-9201-4244-24F29C15A9F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688568" y="3499920"/>
                  <a:ext cx="3268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1F75E69-5F05-0AAF-DE7D-217A18ACE5BA}"/>
                    </a:ext>
                  </a:extLst>
                </p14:cNvPr>
                <p14:cNvContentPartPr/>
                <p14:nvPr/>
              </p14:nvContentPartPr>
              <p14:xfrm>
                <a:off x="4845168" y="3490920"/>
                <a:ext cx="260640" cy="136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1F75E69-5F05-0AAF-DE7D-217A18ACE5B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39048" y="3484800"/>
                  <a:ext cx="2728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C6C1FFE-0F55-C989-A533-7032CDE7F469}"/>
                    </a:ext>
                  </a:extLst>
                </p14:cNvPr>
                <p14:cNvContentPartPr/>
                <p14:nvPr/>
              </p14:nvContentPartPr>
              <p14:xfrm>
                <a:off x="5353488" y="3483000"/>
                <a:ext cx="255960" cy="214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C6C1FFE-0F55-C989-A533-7032CDE7F46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347368" y="3476880"/>
                  <a:ext cx="268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4F3B933-97FA-F0A3-9B10-1860070DAEC2}"/>
                    </a:ext>
                  </a:extLst>
                </p14:cNvPr>
                <p14:cNvContentPartPr/>
                <p14:nvPr/>
              </p14:nvContentPartPr>
              <p14:xfrm>
                <a:off x="5309568" y="3498480"/>
                <a:ext cx="243360" cy="164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4F3B933-97FA-F0A3-9B10-1860070DAEC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03448" y="3492360"/>
                  <a:ext cx="255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F283367-E7CD-EEAC-F207-29360CA8EDF9}"/>
                    </a:ext>
                  </a:extLst>
                </p14:cNvPr>
                <p14:cNvContentPartPr/>
                <p14:nvPr/>
              </p14:nvContentPartPr>
              <p14:xfrm>
                <a:off x="5809968" y="3326760"/>
                <a:ext cx="89640" cy="347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F283367-E7CD-EEAC-F207-29360CA8EDF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803848" y="3320640"/>
                  <a:ext cx="1018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DACAF82-F79F-039E-10F0-78AF74E6D5BF}"/>
                    </a:ext>
                  </a:extLst>
                </p14:cNvPr>
                <p14:cNvContentPartPr/>
                <p14:nvPr/>
              </p14:nvContentPartPr>
              <p14:xfrm>
                <a:off x="5947128" y="3408120"/>
                <a:ext cx="249120" cy="191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DACAF82-F79F-039E-10F0-78AF74E6D5B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41008" y="3402000"/>
                  <a:ext cx="261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0FEC744-F5B2-AF4F-602D-7E910141AFDF}"/>
                    </a:ext>
                  </a:extLst>
                </p14:cNvPr>
                <p14:cNvContentPartPr/>
                <p14:nvPr/>
              </p14:nvContentPartPr>
              <p14:xfrm>
                <a:off x="6245568" y="3423240"/>
                <a:ext cx="162000" cy="284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0FEC744-F5B2-AF4F-602D-7E910141AFD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239448" y="3417120"/>
                  <a:ext cx="1742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E1B9536-817D-E83F-D8AF-5277885A16D2}"/>
                    </a:ext>
                  </a:extLst>
                </p14:cNvPr>
                <p14:cNvContentPartPr/>
                <p14:nvPr/>
              </p14:nvContentPartPr>
              <p14:xfrm>
                <a:off x="6539688" y="3507480"/>
                <a:ext cx="36360" cy="215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E1B9536-817D-E83F-D8AF-5277885A16D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33568" y="3501360"/>
                  <a:ext cx="48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6BC026F-15A1-0D45-F1E4-6C83B916240E}"/>
                    </a:ext>
                  </a:extLst>
                </p14:cNvPr>
                <p14:cNvContentPartPr/>
                <p14:nvPr/>
              </p14:nvContentPartPr>
              <p14:xfrm>
                <a:off x="6775848" y="3541320"/>
                <a:ext cx="131040" cy="17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6BC026F-15A1-0D45-F1E4-6C83B916240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69728" y="3535200"/>
                  <a:ext cx="143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26E7F14-59AF-9373-2323-A8F0C9093E35}"/>
                    </a:ext>
                  </a:extLst>
                </p14:cNvPr>
                <p14:cNvContentPartPr/>
                <p14:nvPr/>
              </p14:nvContentPartPr>
              <p14:xfrm>
                <a:off x="6825528" y="3600000"/>
                <a:ext cx="74160" cy="27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26E7F14-59AF-9373-2323-A8F0C9093E3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819408" y="3593880"/>
                  <a:ext cx="86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6351C7-9C0F-22A0-5AFC-B83F49CA06DD}"/>
                    </a:ext>
                  </a:extLst>
                </p14:cNvPr>
                <p14:cNvContentPartPr/>
                <p14:nvPr/>
              </p14:nvContentPartPr>
              <p14:xfrm>
                <a:off x="6970248" y="3250800"/>
                <a:ext cx="301320" cy="452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6351C7-9C0F-22A0-5AFC-B83F49CA06D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64128" y="3244680"/>
                  <a:ext cx="31356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74CA4F-7AFF-9AFB-290C-3FBA7DD07B6C}"/>
                    </a:ext>
                  </a:extLst>
                </p14:cNvPr>
                <p14:cNvContentPartPr/>
                <p14:nvPr/>
              </p14:nvContentPartPr>
              <p14:xfrm>
                <a:off x="7008048" y="3195720"/>
                <a:ext cx="352800" cy="128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74CA4F-7AFF-9AFB-290C-3FBA7DD07B6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001928" y="3189600"/>
                  <a:ext cx="3650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AC32B82-51F8-90E6-BB6E-86F375A8F392}"/>
                    </a:ext>
                  </a:extLst>
                </p14:cNvPr>
                <p14:cNvContentPartPr/>
                <p14:nvPr/>
              </p14:nvContentPartPr>
              <p14:xfrm>
                <a:off x="7363728" y="3190320"/>
                <a:ext cx="227520" cy="471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AC32B82-51F8-90E6-BB6E-86F375A8F39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57608" y="3184200"/>
                  <a:ext cx="2397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2A3D332-D638-118D-0792-8E74F12ED5D6}"/>
                    </a:ext>
                  </a:extLst>
                </p14:cNvPr>
                <p14:cNvContentPartPr/>
                <p14:nvPr/>
              </p14:nvContentPartPr>
              <p14:xfrm>
                <a:off x="7702848" y="3194640"/>
                <a:ext cx="307440" cy="377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2A3D332-D638-118D-0792-8E74F12ED5D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696728" y="3188520"/>
                  <a:ext cx="319680" cy="38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E6D59C3-0CA6-A469-63A2-79B5090389B4}"/>
                  </a:ext>
                </a:extLst>
              </p14:cNvPr>
              <p14:cNvContentPartPr/>
              <p14:nvPr/>
            </p14:nvContentPartPr>
            <p14:xfrm>
              <a:off x="1432008" y="4596120"/>
              <a:ext cx="698400" cy="1303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E6D59C3-0CA6-A469-63A2-79B5090389B4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425888" y="4590000"/>
                <a:ext cx="7106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92041F2-F99F-3611-217F-227A5B9CFDF9}"/>
                  </a:ext>
                </a:extLst>
              </p14:cNvPr>
              <p14:cNvContentPartPr/>
              <p14:nvPr/>
            </p14:nvContentPartPr>
            <p14:xfrm>
              <a:off x="2510928" y="4638600"/>
              <a:ext cx="586800" cy="468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92041F2-F99F-3611-217F-227A5B9CFDF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504808" y="4632480"/>
                <a:ext cx="5990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BEC1A144-068B-131C-A1F7-1922D7B0C41C}"/>
                  </a:ext>
                </a:extLst>
              </p14:cNvPr>
              <p14:cNvContentPartPr/>
              <p14:nvPr/>
            </p14:nvContentPartPr>
            <p14:xfrm>
              <a:off x="3976488" y="4659480"/>
              <a:ext cx="645480" cy="327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BEC1A144-068B-131C-A1F7-1922D7B0C41C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970368" y="4653360"/>
                <a:ext cx="65772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93B43A24-E7EB-C389-4331-3D52D76486F2}"/>
              </a:ext>
            </a:extLst>
          </p:cNvPr>
          <p:cNvGrpSpPr/>
          <p:nvPr/>
        </p:nvGrpSpPr>
        <p:grpSpPr>
          <a:xfrm>
            <a:off x="5204088" y="4176360"/>
            <a:ext cx="1626480" cy="528840"/>
            <a:chOff x="5204088" y="4176360"/>
            <a:chExt cx="162648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6969221-2B57-A24E-BCAD-EE04F29C3C11}"/>
                    </a:ext>
                  </a:extLst>
                </p14:cNvPr>
                <p14:cNvContentPartPr/>
                <p14:nvPr/>
              </p14:nvContentPartPr>
              <p14:xfrm>
                <a:off x="5204088" y="4662000"/>
                <a:ext cx="527400" cy="43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6969221-2B57-A24E-BCAD-EE04F29C3C1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97968" y="4655880"/>
                  <a:ext cx="5396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B6EBCC8-4A8D-DDA1-7A7D-0C9E238E9A71}"/>
                    </a:ext>
                  </a:extLst>
                </p14:cNvPr>
                <p14:cNvContentPartPr/>
                <p14:nvPr/>
              </p14:nvContentPartPr>
              <p14:xfrm>
                <a:off x="5876208" y="4655160"/>
                <a:ext cx="425880" cy="22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B6EBCC8-4A8D-DDA1-7A7D-0C9E238E9A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870088" y="4649040"/>
                  <a:ext cx="438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A5E9D77-34C8-F559-AFC3-765591C70F53}"/>
                    </a:ext>
                  </a:extLst>
                </p14:cNvPr>
                <p14:cNvContentPartPr/>
                <p14:nvPr/>
              </p14:nvContentPartPr>
              <p14:xfrm>
                <a:off x="6413688" y="4655160"/>
                <a:ext cx="416880" cy="11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A5E9D77-34C8-F559-AFC3-765591C70F5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407568" y="4649040"/>
                  <a:ext cx="429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901839D-7BA2-A563-87BD-8095F860BDE0}"/>
                    </a:ext>
                  </a:extLst>
                </p14:cNvPr>
                <p14:cNvContentPartPr/>
                <p14:nvPr/>
              </p14:nvContentPartPr>
              <p14:xfrm>
                <a:off x="6465168" y="4275720"/>
                <a:ext cx="362160" cy="226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901839D-7BA2-A563-87BD-8095F860BDE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459048" y="4269600"/>
                  <a:ext cx="374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E138D2E-551B-607C-BDB3-B9F8521987C8}"/>
                    </a:ext>
                  </a:extLst>
                </p14:cNvPr>
                <p14:cNvContentPartPr/>
                <p14:nvPr/>
              </p14:nvContentPartPr>
              <p14:xfrm>
                <a:off x="5867568" y="4176360"/>
                <a:ext cx="271080" cy="365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E138D2E-551B-607C-BDB3-B9F8521987C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861448" y="4170240"/>
                  <a:ext cx="283320" cy="37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E86BB4B-6FFB-CE55-0AE7-4CABBE5D54F5}"/>
              </a:ext>
            </a:extLst>
          </p:cNvPr>
          <p:cNvGrpSpPr/>
          <p:nvPr/>
        </p:nvGrpSpPr>
        <p:grpSpPr>
          <a:xfrm>
            <a:off x="5202288" y="4150800"/>
            <a:ext cx="291240" cy="396000"/>
            <a:chOff x="5202288" y="4150800"/>
            <a:chExt cx="29124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79E0C48-9BA1-2284-63D2-DF651367AA08}"/>
                    </a:ext>
                  </a:extLst>
                </p14:cNvPr>
                <p14:cNvContentPartPr/>
                <p14:nvPr/>
              </p14:nvContentPartPr>
              <p14:xfrm>
                <a:off x="5303088" y="4232520"/>
                <a:ext cx="30240" cy="276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79E0C48-9BA1-2284-63D2-DF651367AA0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296968" y="4226400"/>
                  <a:ext cx="424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62451AA-6A92-CBAB-FE5B-622DA8071617}"/>
                    </a:ext>
                  </a:extLst>
                </p14:cNvPr>
                <p14:cNvContentPartPr/>
                <p14:nvPr/>
              </p14:nvContentPartPr>
              <p14:xfrm>
                <a:off x="5202288" y="4150800"/>
                <a:ext cx="291240" cy="396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62451AA-6A92-CBAB-FE5B-622DA807161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196168" y="4144680"/>
                  <a:ext cx="303480" cy="40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6E13657-2BEF-5253-BDBB-C83EFFADC23F}"/>
              </a:ext>
            </a:extLst>
          </p:cNvPr>
          <p:cNvGrpSpPr/>
          <p:nvPr/>
        </p:nvGrpSpPr>
        <p:grpSpPr>
          <a:xfrm>
            <a:off x="4107888" y="4176000"/>
            <a:ext cx="303840" cy="381240"/>
            <a:chOff x="4107888" y="4176000"/>
            <a:chExt cx="30384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48750F1-CB6A-F86D-0A42-28BA84C29443}"/>
                    </a:ext>
                  </a:extLst>
                </p14:cNvPr>
                <p14:cNvContentPartPr/>
                <p14:nvPr/>
              </p14:nvContentPartPr>
              <p14:xfrm>
                <a:off x="4195368" y="4176000"/>
                <a:ext cx="34200" cy="270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48750F1-CB6A-F86D-0A42-28BA84C2944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189248" y="4169880"/>
                  <a:ext cx="46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27783F2-A446-A65C-998F-6A98E7EA1F4C}"/>
                    </a:ext>
                  </a:extLst>
                </p14:cNvPr>
                <p14:cNvContentPartPr/>
                <p14:nvPr/>
              </p14:nvContentPartPr>
              <p14:xfrm>
                <a:off x="4107888" y="4207680"/>
                <a:ext cx="303840" cy="349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27783F2-A446-A65C-998F-6A98E7EA1F4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101768" y="4201560"/>
                  <a:ext cx="31608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CB4794F-9F0F-DAC2-2DD7-40002A8AC6CE}"/>
              </a:ext>
            </a:extLst>
          </p:cNvPr>
          <p:cNvGrpSpPr/>
          <p:nvPr/>
        </p:nvGrpSpPr>
        <p:grpSpPr>
          <a:xfrm>
            <a:off x="2609928" y="4107600"/>
            <a:ext cx="285480" cy="334800"/>
            <a:chOff x="2609928" y="4107600"/>
            <a:chExt cx="28548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6419C54-EFF8-C3F3-9EC2-20DCED49A917}"/>
                    </a:ext>
                  </a:extLst>
                </p14:cNvPr>
                <p14:cNvContentPartPr/>
                <p14:nvPr/>
              </p14:nvContentPartPr>
              <p14:xfrm>
                <a:off x="2627568" y="4169160"/>
                <a:ext cx="22320" cy="227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6419C54-EFF8-C3F3-9EC2-20DCED49A91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621448" y="4163040"/>
                  <a:ext cx="345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55E8D5B-732A-E481-0241-E42BF95EECEA}"/>
                    </a:ext>
                  </a:extLst>
                </p14:cNvPr>
                <p14:cNvContentPartPr/>
                <p14:nvPr/>
              </p14:nvContentPartPr>
              <p14:xfrm>
                <a:off x="2609928" y="4107600"/>
                <a:ext cx="285480" cy="334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55E8D5B-732A-E481-0241-E42BF95EECE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603808" y="4101480"/>
                  <a:ext cx="297720" cy="34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FF1CBBD-23AA-0704-7E93-E4DCB6D83CE3}"/>
              </a:ext>
            </a:extLst>
          </p:cNvPr>
          <p:cNvGrpSpPr/>
          <p:nvPr/>
        </p:nvGrpSpPr>
        <p:grpSpPr>
          <a:xfrm>
            <a:off x="1492488" y="4182840"/>
            <a:ext cx="294480" cy="463320"/>
            <a:chOff x="1492488" y="4182840"/>
            <a:chExt cx="29448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747022D-44A7-9111-A295-BDADBEEBCA5F}"/>
                    </a:ext>
                  </a:extLst>
                </p14:cNvPr>
                <p14:cNvContentPartPr/>
                <p14:nvPr/>
              </p14:nvContentPartPr>
              <p14:xfrm>
                <a:off x="1532088" y="4240800"/>
                <a:ext cx="88920" cy="340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747022D-44A7-9111-A295-BDADBEEBCA5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25968" y="4234680"/>
                  <a:ext cx="1011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8073A9A-0C31-E362-2BF4-1D1ED69CCF67}"/>
                    </a:ext>
                  </a:extLst>
                </p14:cNvPr>
                <p14:cNvContentPartPr/>
                <p14:nvPr/>
              </p14:nvContentPartPr>
              <p14:xfrm>
                <a:off x="1492488" y="4182840"/>
                <a:ext cx="294480" cy="463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8073A9A-0C31-E362-2BF4-1D1ED69CCF6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486368" y="4176720"/>
                  <a:ext cx="306720" cy="47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712A0CF-3B0C-AF46-1D3C-26D07B69502F}"/>
              </a:ext>
            </a:extLst>
          </p:cNvPr>
          <p:cNvGrpSpPr/>
          <p:nvPr/>
        </p:nvGrpSpPr>
        <p:grpSpPr>
          <a:xfrm>
            <a:off x="3333528" y="5145840"/>
            <a:ext cx="1744200" cy="662040"/>
            <a:chOff x="3333528" y="5145840"/>
            <a:chExt cx="1744200" cy="66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C54079A-9720-77AC-6457-699454F39B19}"/>
                    </a:ext>
                  </a:extLst>
                </p14:cNvPr>
                <p14:cNvContentPartPr/>
                <p14:nvPr/>
              </p14:nvContentPartPr>
              <p14:xfrm>
                <a:off x="3333528" y="5180040"/>
                <a:ext cx="362880" cy="517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C54079A-9720-77AC-6457-699454F39B1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327408" y="5173920"/>
                  <a:ext cx="3751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5A36E9-C196-7509-C5F7-7168CB92058A}"/>
                    </a:ext>
                  </a:extLst>
                </p14:cNvPr>
                <p14:cNvContentPartPr/>
                <p14:nvPr/>
              </p14:nvContentPartPr>
              <p14:xfrm>
                <a:off x="3840768" y="5145840"/>
                <a:ext cx="324000" cy="474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5A36E9-C196-7509-C5F7-7168CB92058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834648" y="5139720"/>
                  <a:ext cx="33624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BB72643-9BBC-F314-8647-9FDC60A9BD59}"/>
                    </a:ext>
                  </a:extLst>
                </p14:cNvPr>
                <p14:cNvContentPartPr/>
                <p14:nvPr/>
              </p14:nvContentPartPr>
              <p14:xfrm>
                <a:off x="4335048" y="5435280"/>
                <a:ext cx="240120" cy="372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BB72643-9BBC-F314-8647-9FDC60A9BD5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328928" y="5429160"/>
                  <a:ext cx="2523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E6A0A59-682D-90BE-B3D5-EBB74BEAA09A}"/>
                    </a:ext>
                  </a:extLst>
                </p14:cNvPr>
                <p14:cNvContentPartPr/>
                <p14:nvPr/>
              </p14:nvContentPartPr>
              <p14:xfrm>
                <a:off x="4785768" y="5261040"/>
                <a:ext cx="291960" cy="329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E6A0A59-682D-90BE-B3D5-EBB74BEAA09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79648" y="5254920"/>
                  <a:ext cx="3042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3B97E07-0A9B-7DED-520C-1E53234E74D0}"/>
                    </a:ext>
                  </a:extLst>
                </p14:cNvPr>
                <p14:cNvContentPartPr/>
                <p14:nvPr/>
              </p14:nvContentPartPr>
              <p14:xfrm>
                <a:off x="4792248" y="5279400"/>
                <a:ext cx="241560" cy="360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3B97E07-0A9B-7DED-520C-1E53234E74D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786128" y="5273280"/>
                  <a:ext cx="25380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461110A-9DBA-0541-DA83-0B960E764B1E}"/>
              </a:ext>
            </a:extLst>
          </p:cNvPr>
          <p:cNvGrpSpPr/>
          <p:nvPr/>
        </p:nvGrpSpPr>
        <p:grpSpPr>
          <a:xfrm>
            <a:off x="5609088" y="4998240"/>
            <a:ext cx="1540440" cy="643320"/>
            <a:chOff x="5609088" y="4998240"/>
            <a:chExt cx="1540440" cy="64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4DB863E-C53F-C47B-613E-A243BD2A2457}"/>
                    </a:ext>
                  </a:extLst>
                </p14:cNvPr>
                <p14:cNvContentPartPr/>
                <p14:nvPr/>
              </p14:nvContentPartPr>
              <p14:xfrm>
                <a:off x="5716728" y="5065920"/>
                <a:ext cx="14760" cy="7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4DB863E-C53F-C47B-613E-A243BD2A245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710608" y="5059800"/>
                  <a:ext cx="27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48C2DBF-C290-0C8F-1A75-303E3CCD6EED}"/>
                    </a:ext>
                  </a:extLst>
                </p14:cNvPr>
                <p14:cNvContentPartPr/>
                <p14:nvPr/>
              </p14:nvContentPartPr>
              <p14:xfrm>
                <a:off x="5609088" y="4998240"/>
                <a:ext cx="79200" cy="555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48C2DBF-C290-0C8F-1A75-303E3CCD6EE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602968" y="4992120"/>
                  <a:ext cx="9144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E74F1CD-C125-7624-1D3E-E71D3DF4930B}"/>
                    </a:ext>
                  </a:extLst>
                </p14:cNvPr>
                <p14:cNvContentPartPr/>
                <p14:nvPr/>
              </p14:nvContentPartPr>
              <p14:xfrm>
                <a:off x="5728608" y="5139000"/>
                <a:ext cx="295560" cy="412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E74F1CD-C125-7624-1D3E-E71D3DF4930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722488" y="5132880"/>
                  <a:ext cx="3078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9CAB32D-6B74-8589-6E58-D4BA5C357885}"/>
                    </a:ext>
                  </a:extLst>
                </p14:cNvPr>
                <p14:cNvContentPartPr/>
                <p14:nvPr/>
              </p14:nvContentPartPr>
              <p14:xfrm>
                <a:off x="6140448" y="5146560"/>
                <a:ext cx="277920" cy="396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9CAB32D-6B74-8589-6E58-D4BA5C35788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34328" y="5140440"/>
                  <a:ext cx="2901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A748464-DAE7-AB2F-6428-6D2BE65A365A}"/>
                    </a:ext>
                  </a:extLst>
                </p14:cNvPr>
                <p14:cNvContentPartPr/>
                <p14:nvPr/>
              </p14:nvContentPartPr>
              <p14:xfrm>
                <a:off x="6403968" y="5320800"/>
                <a:ext cx="396360" cy="320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A748464-DAE7-AB2F-6428-6D2BE65A365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397848" y="5314680"/>
                  <a:ext cx="4086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B204CFF-CB24-25B6-205C-45A108C4684B}"/>
                    </a:ext>
                  </a:extLst>
                </p14:cNvPr>
                <p14:cNvContentPartPr/>
                <p14:nvPr/>
              </p14:nvContentPartPr>
              <p14:xfrm>
                <a:off x="6823008" y="5165280"/>
                <a:ext cx="326520" cy="46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B204CFF-CB24-25B6-205C-45A108C4684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816888" y="5159160"/>
                  <a:ext cx="338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10FBED-97DC-342E-98B1-6F6928BD0B9B}"/>
                    </a:ext>
                  </a:extLst>
                </p14:cNvPr>
                <p14:cNvContentPartPr/>
                <p14:nvPr/>
              </p14:nvContentPartPr>
              <p14:xfrm>
                <a:off x="6877368" y="5270040"/>
                <a:ext cx="153000" cy="49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10FBED-97DC-342E-98B1-6F6928BD0B9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871248" y="5263920"/>
                  <a:ext cx="1652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CA1586C-7095-3E09-A2D5-68FD6A5052FD}"/>
              </a:ext>
            </a:extLst>
          </p:cNvPr>
          <p:cNvGrpSpPr/>
          <p:nvPr/>
        </p:nvGrpSpPr>
        <p:grpSpPr>
          <a:xfrm>
            <a:off x="7343208" y="4718880"/>
            <a:ext cx="1180080" cy="654840"/>
            <a:chOff x="7343208" y="4718880"/>
            <a:chExt cx="118008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305858-B4BD-1F11-47A2-5AE6FD64995F}"/>
                    </a:ext>
                  </a:extLst>
                </p14:cNvPr>
                <p14:cNvContentPartPr/>
                <p14:nvPr/>
              </p14:nvContentPartPr>
              <p14:xfrm>
                <a:off x="7343208" y="4854960"/>
                <a:ext cx="305280" cy="518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305858-B4BD-1F11-47A2-5AE6FD64995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37088" y="4848840"/>
                  <a:ext cx="31752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A3A9B7F-0BA9-DA5F-F8A7-01583408B276}"/>
                    </a:ext>
                  </a:extLst>
                </p14:cNvPr>
                <p14:cNvContentPartPr/>
                <p14:nvPr/>
              </p14:nvContentPartPr>
              <p14:xfrm>
                <a:off x="7797528" y="4851720"/>
                <a:ext cx="76320" cy="482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A3A9B7F-0BA9-DA5F-F8A7-01583408B27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791408" y="4845600"/>
                  <a:ext cx="8856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4B12F9D-9870-015D-9D77-A87490615D1D}"/>
                    </a:ext>
                  </a:extLst>
                </p14:cNvPr>
                <p14:cNvContentPartPr/>
                <p14:nvPr/>
              </p14:nvContentPartPr>
              <p14:xfrm>
                <a:off x="7936128" y="4839120"/>
                <a:ext cx="231840" cy="450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4B12F9D-9870-015D-9D77-A87490615D1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930008" y="4833000"/>
                  <a:ext cx="2440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6DC7C41-C0CA-115C-B182-4B9E86A0C228}"/>
                    </a:ext>
                  </a:extLst>
                </p14:cNvPr>
                <p14:cNvContentPartPr/>
                <p14:nvPr/>
              </p14:nvContentPartPr>
              <p14:xfrm>
                <a:off x="7937208" y="4745880"/>
                <a:ext cx="278640" cy="70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6DC7C41-C0CA-115C-B182-4B9E86A0C22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931088" y="4739760"/>
                  <a:ext cx="2908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BAC1CFE-7871-8214-F608-B99108FDF169}"/>
                    </a:ext>
                  </a:extLst>
                </p14:cNvPr>
                <p14:cNvContentPartPr/>
                <p14:nvPr/>
              </p14:nvContentPartPr>
              <p14:xfrm>
                <a:off x="8212968" y="4718880"/>
                <a:ext cx="310320" cy="441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BAC1CFE-7871-8214-F608-B99108FDF16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206848" y="4712760"/>
                  <a:ext cx="322560" cy="45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D6098D1-2679-3CA7-EED0-252AC1410A39}"/>
                  </a:ext>
                </a:extLst>
              </p14:cNvPr>
              <p14:cNvContentPartPr/>
              <p14:nvPr/>
            </p14:nvContentPartPr>
            <p14:xfrm>
              <a:off x="1757040" y="6724800"/>
              <a:ext cx="718200" cy="1216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D6098D1-2679-3CA7-EED0-252AC1410A39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1750920" y="6718680"/>
                <a:ext cx="73044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9B87304-BF1F-1E70-C056-B5C754648C4B}"/>
              </a:ext>
            </a:extLst>
          </p:cNvPr>
          <p:cNvGrpSpPr/>
          <p:nvPr/>
        </p:nvGrpSpPr>
        <p:grpSpPr>
          <a:xfrm>
            <a:off x="2906160" y="6773760"/>
            <a:ext cx="1195920" cy="76320"/>
            <a:chOff x="2906160" y="6773760"/>
            <a:chExt cx="1195920" cy="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BFA7516-9913-0C37-2366-DA3ABFAA84EB}"/>
                    </a:ext>
                  </a:extLst>
                </p14:cNvPr>
                <p14:cNvContentPartPr/>
                <p14:nvPr/>
              </p14:nvContentPartPr>
              <p14:xfrm>
                <a:off x="2906160" y="6773760"/>
                <a:ext cx="527400" cy="42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BFA7516-9913-0C37-2366-DA3ABFAA84E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900040" y="6767640"/>
                  <a:ext cx="5396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50F15C4-A828-37C8-B5F9-E375FC5937DE}"/>
                    </a:ext>
                  </a:extLst>
                </p14:cNvPr>
                <p14:cNvContentPartPr/>
                <p14:nvPr/>
              </p14:nvContentPartPr>
              <p14:xfrm>
                <a:off x="3695640" y="6792480"/>
                <a:ext cx="406440" cy="57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50F15C4-A828-37C8-B5F9-E375FC5937D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689520" y="6786360"/>
                  <a:ext cx="41868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6E7602E-9A6E-2E2D-BB62-543C0FFFEBD6}"/>
                  </a:ext>
                </a:extLst>
              </p14:cNvPr>
              <p14:cNvContentPartPr/>
              <p14:nvPr/>
            </p14:nvContentPartPr>
            <p14:xfrm>
              <a:off x="4484040" y="6768360"/>
              <a:ext cx="703800" cy="698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6E7602E-9A6E-2E2D-BB62-543C0FFFEBD6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4477920" y="6762240"/>
                <a:ext cx="71604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6A3635C-F7A1-3C77-BF7B-B587872C4C5F}"/>
              </a:ext>
            </a:extLst>
          </p:cNvPr>
          <p:cNvGrpSpPr/>
          <p:nvPr/>
        </p:nvGrpSpPr>
        <p:grpSpPr>
          <a:xfrm>
            <a:off x="1850640" y="6224400"/>
            <a:ext cx="462240" cy="465840"/>
            <a:chOff x="1850640" y="6224400"/>
            <a:chExt cx="462240" cy="4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210AB15-495D-1AAF-22D8-71534941E2C6}"/>
                    </a:ext>
                  </a:extLst>
                </p14:cNvPr>
                <p14:cNvContentPartPr/>
                <p14:nvPr/>
              </p14:nvContentPartPr>
              <p14:xfrm>
                <a:off x="1903920" y="6257520"/>
                <a:ext cx="94320" cy="368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210AB15-495D-1AAF-22D8-71534941E2C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897800" y="6251400"/>
                  <a:ext cx="1065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BDCA3FE-195B-3854-D278-8A42185A415B}"/>
                    </a:ext>
                  </a:extLst>
                </p14:cNvPr>
                <p14:cNvContentPartPr/>
                <p14:nvPr/>
              </p14:nvContentPartPr>
              <p14:xfrm>
                <a:off x="1925160" y="6228720"/>
                <a:ext cx="35280" cy="16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BDCA3FE-195B-3854-D278-8A42185A415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919040" y="6222600"/>
                  <a:ext cx="47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87250EB-11CA-E39E-BF7F-E3C2E65C7858}"/>
                    </a:ext>
                  </a:extLst>
                </p14:cNvPr>
                <p14:cNvContentPartPr/>
                <p14:nvPr/>
              </p14:nvContentPartPr>
              <p14:xfrm>
                <a:off x="1850640" y="6224400"/>
                <a:ext cx="462240" cy="465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87250EB-11CA-E39E-BF7F-E3C2E65C785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844520" y="6218280"/>
                  <a:ext cx="474480" cy="47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214C3D7-BD72-2F5F-AA35-782351BA2E4C}"/>
              </a:ext>
            </a:extLst>
          </p:cNvPr>
          <p:cNvGrpSpPr/>
          <p:nvPr/>
        </p:nvGrpSpPr>
        <p:grpSpPr>
          <a:xfrm>
            <a:off x="2852520" y="6198120"/>
            <a:ext cx="425520" cy="477360"/>
            <a:chOff x="2852520" y="6198120"/>
            <a:chExt cx="425520" cy="47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4F8EC9F-9862-F9A8-C1F4-9C8861C9AE43}"/>
                    </a:ext>
                  </a:extLst>
                </p14:cNvPr>
                <p14:cNvContentPartPr/>
                <p14:nvPr/>
              </p14:nvContentPartPr>
              <p14:xfrm>
                <a:off x="2873040" y="6226920"/>
                <a:ext cx="81000" cy="399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4F8EC9F-9862-F9A8-C1F4-9C8861C9AE4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866920" y="6220800"/>
                  <a:ext cx="932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4D2054-3AD1-518A-DB40-122ACB286C8D}"/>
                    </a:ext>
                  </a:extLst>
                </p14:cNvPr>
                <p14:cNvContentPartPr/>
                <p14:nvPr/>
              </p14:nvContentPartPr>
              <p14:xfrm>
                <a:off x="2911920" y="6418800"/>
                <a:ext cx="27000" cy="61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4D2054-3AD1-518A-DB40-122ACB286C8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905800" y="6412680"/>
                  <a:ext cx="392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8F6D9A3-A3C1-2989-EDA6-EC74ACEC33FB}"/>
                    </a:ext>
                  </a:extLst>
                </p14:cNvPr>
                <p14:cNvContentPartPr/>
                <p14:nvPr/>
              </p14:nvContentPartPr>
              <p14:xfrm>
                <a:off x="2852520" y="6198120"/>
                <a:ext cx="425520" cy="477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8F6D9A3-A3C1-2989-EDA6-EC74ACEC33F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846400" y="6192000"/>
                  <a:ext cx="437760" cy="48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2A0EF8A-6868-4FC6-A008-66700B2EEE04}"/>
              </a:ext>
            </a:extLst>
          </p:cNvPr>
          <p:cNvGrpSpPr/>
          <p:nvPr/>
        </p:nvGrpSpPr>
        <p:grpSpPr>
          <a:xfrm>
            <a:off x="3805080" y="6132600"/>
            <a:ext cx="323280" cy="471240"/>
            <a:chOff x="3805080" y="6132600"/>
            <a:chExt cx="32328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E273205-16E4-A713-6A74-90E5F9A7B50C}"/>
                    </a:ext>
                  </a:extLst>
                </p14:cNvPr>
                <p14:cNvContentPartPr/>
                <p14:nvPr/>
              </p14:nvContentPartPr>
              <p14:xfrm>
                <a:off x="4016400" y="6278400"/>
                <a:ext cx="13680" cy="2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E273205-16E4-A713-6A74-90E5F9A7B50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010280" y="6272280"/>
                  <a:ext cx="259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89EBF92-910B-302A-3899-807EAA9EECDF}"/>
                    </a:ext>
                  </a:extLst>
                </p14:cNvPr>
                <p14:cNvContentPartPr/>
                <p14:nvPr/>
              </p14:nvContentPartPr>
              <p14:xfrm>
                <a:off x="3805080" y="6183360"/>
                <a:ext cx="61920" cy="399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89EBF92-910B-302A-3899-807EAA9EECD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798960" y="6177240"/>
                  <a:ext cx="7416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F462ADF-E3B8-6143-FBD2-DCC102F4434A}"/>
                    </a:ext>
                  </a:extLst>
                </p14:cNvPr>
                <p14:cNvContentPartPr/>
                <p14:nvPr/>
              </p14:nvContentPartPr>
              <p14:xfrm>
                <a:off x="3843240" y="6132600"/>
                <a:ext cx="285120" cy="471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F462ADF-E3B8-6143-FBD2-DCC102F4434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837120" y="6126480"/>
                  <a:ext cx="297360" cy="48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CEBFA01-FEA1-9CBF-F14C-E60F703680C3}"/>
                  </a:ext>
                </a:extLst>
              </p14:cNvPr>
              <p14:cNvContentPartPr/>
              <p14:nvPr/>
            </p14:nvContentPartPr>
            <p14:xfrm>
              <a:off x="4634160" y="6174000"/>
              <a:ext cx="448560" cy="5079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CEBFA01-FEA1-9CBF-F14C-E60F703680C3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4628040" y="6167880"/>
                <a:ext cx="460800" cy="52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31FCC40-5A1C-97C0-5F8F-7700B4C99856}"/>
              </a:ext>
            </a:extLst>
          </p:cNvPr>
          <p:cNvGrpSpPr/>
          <p:nvPr/>
        </p:nvGrpSpPr>
        <p:grpSpPr>
          <a:xfrm>
            <a:off x="5532000" y="6126480"/>
            <a:ext cx="1405080" cy="695880"/>
            <a:chOff x="5532000" y="6126480"/>
            <a:chExt cx="1405080" cy="69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C9236F4-6779-9EAD-11B9-4805D8B594BA}"/>
                    </a:ext>
                  </a:extLst>
                </p14:cNvPr>
                <p14:cNvContentPartPr/>
                <p14:nvPr/>
              </p14:nvContentPartPr>
              <p14:xfrm>
                <a:off x="5660160" y="6797520"/>
                <a:ext cx="457200" cy="24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C9236F4-6779-9EAD-11B9-4805D8B594B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654040" y="6791040"/>
                  <a:ext cx="4694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A4CC474-CE86-2974-B873-1A06616A1017}"/>
                    </a:ext>
                  </a:extLst>
                </p14:cNvPr>
                <p14:cNvContentPartPr/>
                <p14:nvPr/>
              </p14:nvContentPartPr>
              <p14:xfrm>
                <a:off x="6429480" y="6717240"/>
                <a:ext cx="426240" cy="63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A4CC474-CE86-2974-B873-1A06616A101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423360" y="6711120"/>
                  <a:ext cx="438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6893C5C-494D-5222-5792-8182B3C86C90}"/>
                    </a:ext>
                  </a:extLst>
                </p14:cNvPr>
                <p14:cNvContentPartPr/>
                <p14:nvPr/>
              </p14:nvContentPartPr>
              <p14:xfrm>
                <a:off x="5532000" y="6508800"/>
                <a:ext cx="38520" cy="29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6893C5C-494D-5222-5792-8182B3C86C9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525880" y="6502680"/>
                  <a:ext cx="50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970FCC4-80D0-82E3-61AA-81E02924C3E6}"/>
                    </a:ext>
                  </a:extLst>
                </p14:cNvPr>
                <p14:cNvContentPartPr/>
                <p14:nvPr/>
              </p14:nvContentPartPr>
              <p14:xfrm>
                <a:off x="5688600" y="6156720"/>
                <a:ext cx="436320" cy="626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970FCC4-80D0-82E3-61AA-81E02924C3E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682480" y="6150600"/>
                  <a:ext cx="44856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58E3285-AAE6-1A01-277D-4497E79657D9}"/>
                    </a:ext>
                  </a:extLst>
                </p14:cNvPr>
                <p14:cNvContentPartPr/>
                <p14:nvPr/>
              </p14:nvContentPartPr>
              <p14:xfrm>
                <a:off x="6551520" y="6126480"/>
                <a:ext cx="385560" cy="514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58E3285-AAE6-1A01-277D-4497E79657D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545400" y="6120360"/>
                  <a:ext cx="397800" cy="52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898E97C-37BA-0B0D-CB8E-5DFD03B97A43}"/>
              </a:ext>
            </a:extLst>
          </p:cNvPr>
          <p:cNvGrpSpPr/>
          <p:nvPr/>
        </p:nvGrpSpPr>
        <p:grpSpPr>
          <a:xfrm>
            <a:off x="6891720" y="6250680"/>
            <a:ext cx="733680" cy="451440"/>
            <a:chOff x="6891720" y="6250680"/>
            <a:chExt cx="73368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CE4B1C1-9AF1-086E-9C40-726F6D3C2D93}"/>
                    </a:ext>
                  </a:extLst>
                </p14:cNvPr>
                <p14:cNvContentPartPr/>
                <p14:nvPr/>
              </p14:nvContentPartPr>
              <p14:xfrm>
                <a:off x="7181520" y="6250680"/>
                <a:ext cx="421920" cy="451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CE4B1C1-9AF1-086E-9C40-726F6D3C2D9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175400" y="6244560"/>
                  <a:ext cx="43416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1D7D57E-9B3A-62FA-9EB4-0191BBBB26A0}"/>
                    </a:ext>
                  </a:extLst>
                </p14:cNvPr>
                <p14:cNvContentPartPr/>
                <p14:nvPr/>
              </p14:nvContentPartPr>
              <p14:xfrm>
                <a:off x="6891720" y="6266880"/>
                <a:ext cx="733680" cy="376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1D7D57E-9B3A-62FA-9EB4-0191BBBB26A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885600" y="6260760"/>
                  <a:ext cx="74592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680565B7-C2C5-239D-F4C8-C2EA05B2D644}"/>
              </a:ext>
            </a:extLst>
          </p:cNvPr>
          <p:cNvGrpSpPr/>
          <p:nvPr/>
        </p:nvGrpSpPr>
        <p:grpSpPr>
          <a:xfrm>
            <a:off x="2871600" y="7273440"/>
            <a:ext cx="4351680" cy="756000"/>
            <a:chOff x="2871600" y="7273440"/>
            <a:chExt cx="4351680" cy="75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C62FA92-39A4-7377-9C09-68624945FFEE}"/>
                    </a:ext>
                  </a:extLst>
                </p14:cNvPr>
                <p14:cNvContentPartPr/>
                <p14:nvPr/>
              </p14:nvContentPartPr>
              <p14:xfrm>
                <a:off x="2871600" y="7300080"/>
                <a:ext cx="497160" cy="526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C62FA92-39A4-7377-9C09-68624945FFE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865480" y="7293960"/>
                  <a:ext cx="50940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54B7708-C7F4-C795-3CE0-3C14B81F776E}"/>
                    </a:ext>
                  </a:extLst>
                </p14:cNvPr>
                <p14:cNvContentPartPr/>
                <p14:nvPr/>
              </p14:nvContentPartPr>
              <p14:xfrm>
                <a:off x="3587640" y="7356240"/>
                <a:ext cx="420120" cy="423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54B7708-C7F4-C795-3CE0-3C14B81F776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581520" y="7350120"/>
                  <a:ext cx="43236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67499E8-CF20-F149-AE57-BE1B91F7AE81}"/>
                    </a:ext>
                  </a:extLst>
                </p14:cNvPr>
                <p14:cNvContentPartPr/>
                <p14:nvPr/>
              </p14:nvContentPartPr>
              <p14:xfrm>
                <a:off x="4096680" y="7582680"/>
                <a:ext cx="373320" cy="446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67499E8-CF20-F149-AE57-BE1B91F7AE8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090560" y="7576560"/>
                  <a:ext cx="3855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54972AF-D6E5-94EA-24ED-79BF29773CD1}"/>
                    </a:ext>
                  </a:extLst>
                </p14:cNvPr>
                <p14:cNvContentPartPr/>
                <p14:nvPr/>
              </p14:nvContentPartPr>
              <p14:xfrm>
                <a:off x="4583400" y="7603560"/>
                <a:ext cx="305640" cy="297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54972AF-D6E5-94EA-24ED-79BF29773CD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577280" y="7597440"/>
                  <a:ext cx="317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53AF2CD-A515-C461-90FE-0DAE85EBA806}"/>
                    </a:ext>
                  </a:extLst>
                </p14:cNvPr>
                <p14:cNvContentPartPr/>
                <p14:nvPr/>
              </p14:nvContentPartPr>
              <p14:xfrm>
                <a:off x="4527240" y="7574400"/>
                <a:ext cx="275040" cy="289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53AF2CD-A515-C461-90FE-0DAE85EBA80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521120" y="7568280"/>
                  <a:ext cx="2872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F325371-8C5F-32AD-1158-2C96BBC3A22C}"/>
                    </a:ext>
                  </a:extLst>
                </p14:cNvPr>
                <p14:cNvContentPartPr/>
                <p14:nvPr/>
              </p14:nvContentPartPr>
              <p14:xfrm>
                <a:off x="5213400" y="7306560"/>
                <a:ext cx="70200" cy="3711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F325371-8C5F-32AD-1158-2C96BBC3A22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207280" y="7300440"/>
                  <a:ext cx="824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D7890DB-087D-2F9D-2712-E5AD17818FE3}"/>
                    </a:ext>
                  </a:extLst>
                </p14:cNvPr>
                <p14:cNvContentPartPr/>
                <p14:nvPr/>
              </p14:nvContentPartPr>
              <p14:xfrm>
                <a:off x="5442000" y="7298280"/>
                <a:ext cx="237600" cy="375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D7890DB-087D-2F9D-2712-E5AD17818FE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435880" y="7292160"/>
                  <a:ext cx="2498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AF6AA0D-3077-5198-241F-FC1496F86218}"/>
                    </a:ext>
                  </a:extLst>
                </p14:cNvPr>
                <p14:cNvContentPartPr/>
                <p14:nvPr/>
              </p14:nvContentPartPr>
              <p14:xfrm>
                <a:off x="5884800" y="7299000"/>
                <a:ext cx="270000" cy="429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AF6AA0D-3077-5198-241F-FC1496F8621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878680" y="7292880"/>
                  <a:ext cx="28224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ABD7800-1F91-D6A6-E7BD-CD4C11AF98B0}"/>
                    </a:ext>
                  </a:extLst>
                </p14:cNvPr>
                <p14:cNvContentPartPr/>
                <p14:nvPr/>
              </p14:nvContentPartPr>
              <p14:xfrm>
                <a:off x="6142560" y="7447680"/>
                <a:ext cx="403920" cy="396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ABD7800-1F91-D6A6-E7BD-CD4C11AF98B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136440" y="7441560"/>
                  <a:ext cx="4161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708B498-859E-F6D6-CF90-80BE805B08EE}"/>
                    </a:ext>
                  </a:extLst>
                </p14:cNvPr>
                <p14:cNvContentPartPr/>
                <p14:nvPr/>
              </p14:nvContentPartPr>
              <p14:xfrm>
                <a:off x="6912960" y="7280640"/>
                <a:ext cx="310320" cy="3585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708B498-859E-F6D6-CF90-80BE805B08E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906840" y="7274520"/>
                  <a:ext cx="3225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381516C-EC05-06A0-9DE7-78BFB773309D}"/>
                    </a:ext>
                  </a:extLst>
                </p14:cNvPr>
                <p14:cNvContentPartPr/>
                <p14:nvPr/>
              </p14:nvContentPartPr>
              <p14:xfrm>
                <a:off x="6741960" y="7273440"/>
                <a:ext cx="425880" cy="477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381516C-EC05-06A0-9DE7-78BFB773309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735840" y="7267320"/>
                  <a:ext cx="438120" cy="48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99E29ECA-8CFD-08C5-46D2-FBFC8BE6C642}"/>
              </a:ext>
            </a:extLst>
          </p:cNvPr>
          <p:cNvGrpSpPr/>
          <p:nvPr/>
        </p:nvGrpSpPr>
        <p:grpSpPr>
          <a:xfrm>
            <a:off x="706320" y="8248080"/>
            <a:ext cx="5437440" cy="2128320"/>
            <a:chOff x="706320" y="8248080"/>
            <a:chExt cx="5437440" cy="21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9142AE-0441-446A-B5EE-27057E143403}"/>
                    </a:ext>
                  </a:extLst>
                </p14:cNvPr>
                <p14:cNvContentPartPr/>
                <p14:nvPr/>
              </p14:nvContentPartPr>
              <p14:xfrm>
                <a:off x="1438920" y="9265440"/>
                <a:ext cx="587880" cy="79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9142AE-0441-446A-B5EE-27057E14340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432800" y="9259320"/>
                  <a:ext cx="6001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09E67CE-B65F-E6BF-7D0F-2EFD1E7FC7B0}"/>
                    </a:ext>
                  </a:extLst>
                </p14:cNvPr>
                <p14:cNvContentPartPr/>
                <p14:nvPr/>
              </p14:nvContentPartPr>
              <p14:xfrm>
                <a:off x="1598760" y="9574680"/>
                <a:ext cx="363240" cy="1386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09E67CE-B65F-E6BF-7D0F-2EFD1E7FC7B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592640" y="9568560"/>
                  <a:ext cx="375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8BCC2AB-B55E-5994-DC07-6AF9F762C6D4}"/>
                    </a:ext>
                  </a:extLst>
                </p14:cNvPr>
                <p14:cNvContentPartPr/>
                <p14:nvPr/>
              </p14:nvContentPartPr>
              <p14:xfrm>
                <a:off x="2691720" y="8993280"/>
                <a:ext cx="584640" cy="7311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8BCC2AB-B55E-5994-DC07-6AF9F762C6D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685600" y="8987160"/>
                  <a:ext cx="59688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0D1CC0D-DCDB-8826-359F-66ECA9D7FFF1}"/>
                    </a:ext>
                  </a:extLst>
                </p14:cNvPr>
                <p14:cNvContentPartPr/>
                <p14:nvPr/>
              </p14:nvContentPartPr>
              <p14:xfrm>
                <a:off x="3526920" y="8790960"/>
                <a:ext cx="727200" cy="980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0D1CC0D-DCDB-8826-359F-66ECA9D7FFF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520800" y="8784840"/>
                  <a:ext cx="739440" cy="9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83F0FCB-9D27-E3D7-B539-21F511A6D55F}"/>
                    </a:ext>
                  </a:extLst>
                </p14:cNvPr>
                <p14:cNvContentPartPr/>
                <p14:nvPr/>
              </p14:nvContentPartPr>
              <p14:xfrm>
                <a:off x="3768840" y="9198480"/>
                <a:ext cx="573480" cy="99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83F0FCB-9D27-E3D7-B539-21F511A6D55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762720" y="9192360"/>
                  <a:ext cx="585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46E972B-DC55-A7CD-C0DA-2604F45A5B2D}"/>
                    </a:ext>
                  </a:extLst>
                </p14:cNvPr>
                <p14:cNvContentPartPr/>
                <p14:nvPr/>
              </p14:nvContentPartPr>
              <p14:xfrm>
                <a:off x="4410720" y="8805360"/>
                <a:ext cx="725400" cy="851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46E972B-DC55-A7CD-C0DA-2604F45A5B2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404600" y="8799240"/>
                  <a:ext cx="737640" cy="8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486D424-2BF3-D402-A664-DF3672E38EF8}"/>
                    </a:ext>
                  </a:extLst>
                </p14:cNvPr>
                <p14:cNvContentPartPr/>
                <p14:nvPr/>
              </p14:nvContentPartPr>
              <p14:xfrm>
                <a:off x="4813920" y="8761800"/>
                <a:ext cx="1037880" cy="1009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486D424-2BF3-D402-A664-DF3672E38EF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807800" y="8755680"/>
                  <a:ext cx="1050120" cy="10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E5D316A-CFCA-01BB-D74B-C6E6CA9D42D8}"/>
                    </a:ext>
                  </a:extLst>
                </p14:cNvPr>
                <p14:cNvContentPartPr/>
                <p14:nvPr/>
              </p14:nvContentPartPr>
              <p14:xfrm>
                <a:off x="706320" y="8248080"/>
                <a:ext cx="5437440" cy="21283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E5D316A-CFCA-01BB-D74B-C6E6CA9D42D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00200" y="8241960"/>
                  <a:ext cx="5449680" cy="214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353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0225677-8526-5C10-E2E8-A0CC943044B6}"/>
              </a:ext>
            </a:extLst>
          </p:cNvPr>
          <p:cNvGrpSpPr/>
          <p:nvPr/>
        </p:nvGrpSpPr>
        <p:grpSpPr>
          <a:xfrm>
            <a:off x="0" y="2679700"/>
            <a:ext cx="7407110" cy="4572000"/>
            <a:chOff x="28740" y="4203700"/>
            <a:chExt cx="8997840" cy="6050180"/>
          </a:xfrm>
        </p:grpSpPr>
        <p:pic>
          <p:nvPicPr>
            <p:cNvPr id="2" name="object 22">
              <a:extLst>
                <a:ext uri="{FF2B5EF4-FFF2-40B4-BE49-F238E27FC236}">
                  <a16:creationId xmlns:a16="http://schemas.microsoft.com/office/drawing/2014/main" id="{D2CD5FD3-8B20-951C-0453-2C1FFE90B0C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650" y="4203700"/>
              <a:ext cx="6968044" cy="100540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DB23C82-25BE-152B-0116-87D97DA3EE98}"/>
                </a:ext>
              </a:extLst>
            </p:cNvPr>
            <p:cNvGrpSpPr/>
            <p:nvPr/>
          </p:nvGrpSpPr>
          <p:grpSpPr>
            <a:xfrm>
              <a:off x="273540" y="5808000"/>
              <a:ext cx="1539000" cy="150480"/>
              <a:chOff x="273540" y="5808000"/>
              <a:chExt cx="1539000" cy="1504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77ABF84E-EF34-727A-5E13-54F459D19CB2}"/>
                      </a:ext>
                    </a:extLst>
                  </p14:cNvPr>
                  <p14:cNvContentPartPr/>
                  <p14:nvPr/>
                </p14:nvContentPartPr>
                <p14:xfrm>
                  <a:off x="273540" y="5808000"/>
                  <a:ext cx="633960" cy="70920"/>
                </p14:xfrm>
              </p:contentPart>
            </mc:Choice>
            <mc:Fallback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77ABF84E-EF34-727A-5E13-54F459D19CB2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66107" y="5799908"/>
                    <a:ext cx="648825" cy="871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E12681CC-6515-5CAC-8DD2-77C5A3B7E82F}"/>
                      </a:ext>
                    </a:extLst>
                  </p14:cNvPr>
                  <p14:cNvContentPartPr/>
                  <p14:nvPr/>
                </p14:nvContentPartPr>
                <p14:xfrm>
                  <a:off x="1377300" y="5922480"/>
                  <a:ext cx="435240" cy="36000"/>
                </p14:xfrm>
              </p:contentPart>
            </mc:Choice>
            <mc:Fallback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E12681CC-6515-5CAC-8DD2-77C5A3B7E82F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369864" y="5914427"/>
                    <a:ext cx="450113" cy="5210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80D795C-3B11-1ECF-8A9A-41ADE6ED111D}"/>
                </a:ext>
              </a:extLst>
            </p:cNvPr>
            <p:cNvGrpSpPr/>
            <p:nvPr/>
          </p:nvGrpSpPr>
          <p:grpSpPr>
            <a:xfrm>
              <a:off x="2586180" y="5825280"/>
              <a:ext cx="2559600" cy="114120"/>
              <a:chOff x="2586180" y="5825280"/>
              <a:chExt cx="2559600" cy="114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DA622763-00A6-67E3-754E-348DEFD7653E}"/>
                      </a:ext>
                    </a:extLst>
                  </p14:cNvPr>
                  <p14:cNvContentPartPr/>
                  <p14:nvPr/>
                </p14:nvContentPartPr>
                <p14:xfrm>
                  <a:off x="2586180" y="5886480"/>
                  <a:ext cx="450360" cy="41040"/>
                </p14:xfrm>
              </p:contentPart>
            </mc:Choice>
            <mc:Fallback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DA622763-00A6-67E3-754E-348DEFD7653E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578747" y="5878367"/>
                    <a:ext cx="465226" cy="5726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D271C2A8-42DF-9DCD-A4E8-B41F2CD8BA5A}"/>
                      </a:ext>
                    </a:extLst>
                  </p14:cNvPr>
                  <p14:cNvContentPartPr/>
                  <p14:nvPr/>
                </p14:nvContentPartPr>
                <p14:xfrm>
                  <a:off x="3286020" y="5919240"/>
                  <a:ext cx="552600" cy="2016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D271C2A8-42DF-9DCD-A4E8-B41F2CD8BA5A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3278588" y="5911270"/>
                    <a:ext cx="567464" cy="361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7C0726B3-5BA0-0469-B73D-582177206F08}"/>
                      </a:ext>
                    </a:extLst>
                  </p14:cNvPr>
                  <p14:cNvContentPartPr/>
                  <p14:nvPr/>
                </p14:nvContentPartPr>
                <p14:xfrm>
                  <a:off x="4044540" y="5889000"/>
                  <a:ext cx="461880" cy="1188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7C0726B3-5BA0-0469-B73D-582177206F08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4037104" y="5880922"/>
                    <a:ext cx="476751" cy="280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3088D44C-5B8D-C172-E097-F602A81BE933}"/>
                      </a:ext>
                    </a:extLst>
                  </p14:cNvPr>
                  <p14:cNvContentPartPr/>
                  <p14:nvPr/>
                </p14:nvContentPartPr>
                <p14:xfrm>
                  <a:off x="4814940" y="5825280"/>
                  <a:ext cx="330840" cy="4068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3088D44C-5B8D-C172-E097-F602A81BE933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807510" y="5817239"/>
                    <a:ext cx="345699" cy="56763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B2FC2D7-650A-F8E7-FA2B-081685A4D373}"/>
                </a:ext>
              </a:extLst>
            </p:cNvPr>
            <p:cNvGrpSpPr/>
            <p:nvPr/>
          </p:nvGrpSpPr>
          <p:grpSpPr>
            <a:xfrm>
              <a:off x="5483100" y="5883960"/>
              <a:ext cx="2765880" cy="126000"/>
              <a:chOff x="5483100" y="5883960"/>
              <a:chExt cx="2765880" cy="1260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2DEDD0B0-CDCE-4220-3C33-FD006E7D196D}"/>
                      </a:ext>
                    </a:extLst>
                  </p14:cNvPr>
                  <p14:cNvContentPartPr/>
                  <p14:nvPr/>
                </p14:nvContentPartPr>
                <p14:xfrm>
                  <a:off x="5483100" y="5883960"/>
                  <a:ext cx="309240" cy="32400"/>
                </p14:xfrm>
              </p:contentPart>
            </mc:Choice>
            <mc:Fallback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2DEDD0B0-CDCE-4220-3C33-FD006E7D196D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5475664" y="5875860"/>
                    <a:ext cx="324112" cy="48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D15D64EC-FA81-C56D-DAF1-A57231ECB8A2}"/>
                      </a:ext>
                    </a:extLst>
                  </p14:cNvPr>
                  <p14:cNvContentPartPr/>
                  <p14:nvPr/>
                </p14:nvContentPartPr>
                <p14:xfrm>
                  <a:off x="5969100" y="5940480"/>
                  <a:ext cx="315000" cy="18360"/>
                </p14:xfrm>
              </p:contentPart>
            </mc:Choice>
            <mc:Fallback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D15D64EC-FA81-C56D-DAF1-A57231ECB8A2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5961662" y="5932477"/>
                    <a:ext cx="329875" cy="343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DE3617F5-EA84-84A5-2400-1705F9F99D89}"/>
                      </a:ext>
                    </a:extLst>
                  </p14:cNvPr>
                  <p14:cNvContentPartPr/>
                  <p14:nvPr/>
                </p14:nvContentPartPr>
                <p14:xfrm>
                  <a:off x="6347100" y="5954520"/>
                  <a:ext cx="360" cy="360"/>
                </p14:xfrm>
              </p:contentPart>
            </mc:Choice>
            <mc:Fallback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DE3617F5-EA84-84A5-2400-1705F9F99D89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340980" y="5948400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473CE5FE-7293-D3C4-4712-748130C72CE5}"/>
                      </a:ext>
                    </a:extLst>
                  </p14:cNvPr>
                  <p14:cNvContentPartPr/>
                  <p14:nvPr/>
                </p14:nvContentPartPr>
                <p14:xfrm>
                  <a:off x="6495420" y="5926080"/>
                  <a:ext cx="326520" cy="16200"/>
                </p14:xfrm>
              </p:contentPart>
            </mc:Choice>
            <mc:Fallback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473CE5FE-7293-D3C4-4712-748130C72CE5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487989" y="5917980"/>
                    <a:ext cx="341382" cy="32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23E9BACD-ACB8-2CA9-486F-BBF1CEB63AB3}"/>
                      </a:ext>
                    </a:extLst>
                  </p14:cNvPr>
                  <p14:cNvContentPartPr/>
                  <p14:nvPr/>
                </p14:nvContentPartPr>
                <p14:xfrm>
                  <a:off x="7055580" y="5909880"/>
                  <a:ext cx="384840" cy="50400"/>
                </p14:xfrm>
              </p:contentPart>
            </mc:Choice>
            <mc:Fallback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23E9BACD-ACB8-2CA9-486F-BBF1CEB63AB3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7048146" y="5901797"/>
                    <a:ext cx="399709" cy="665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62061F4F-9D47-2161-8CEB-8C8B2AA455E8}"/>
                      </a:ext>
                    </a:extLst>
                  </p14:cNvPr>
                  <p14:cNvContentPartPr/>
                  <p14:nvPr/>
                </p14:nvContentPartPr>
                <p14:xfrm>
                  <a:off x="7685580" y="5923560"/>
                  <a:ext cx="563400" cy="86400"/>
                </p14:xfrm>
              </p:contentPart>
            </mc:Choice>
            <mc:Fallback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62061F4F-9D47-2161-8CEB-8C8B2AA455E8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7678144" y="5915490"/>
                    <a:ext cx="578272" cy="10254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79D5DE-2184-369A-D743-AD0A3560B4F9}"/>
                    </a:ext>
                  </a:extLst>
                </p14:cNvPr>
                <p14:cNvContentPartPr/>
                <p14:nvPr/>
              </p14:nvContentPartPr>
              <p14:xfrm>
                <a:off x="459300" y="5534760"/>
                <a:ext cx="281160" cy="275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79D5DE-2184-369A-D743-AD0A3560B4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1867" y="5526663"/>
                  <a:ext cx="296027" cy="29195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9925DAB-FB94-F773-155D-F77880CA1C3C}"/>
                </a:ext>
              </a:extLst>
            </p:cNvPr>
            <p:cNvGrpSpPr/>
            <p:nvPr/>
          </p:nvGrpSpPr>
          <p:grpSpPr>
            <a:xfrm>
              <a:off x="287580" y="6246120"/>
              <a:ext cx="1517760" cy="623880"/>
              <a:chOff x="287580" y="6246120"/>
              <a:chExt cx="1517760" cy="6238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99AFA46C-9168-2C41-D851-2C405B96369F}"/>
                      </a:ext>
                    </a:extLst>
                  </p14:cNvPr>
                  <p14:cNvContentPartPr/>
                  <p14:nvPr/>
                </p14:nvContentPartPr>
                <p14:xfrm>
                  <a:off x="287580" y="6246120"/>
                  <a:ext cx="272880" cy="421920"/>
                </p14:xfrm>
              </p:contentPart>
            </mc:Choice>
            <mc:Fallback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99AFA46C-9168-2C41-D851-2C405B96369F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280146" y="6238024"/>
                    <a:ext cx="287748" cy="4381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68B270C1-3A4E-A13D-BE29-3150700CAE59}"/>
                      </a:ext>
                    </a:extLst>
                  </p14:cNvPr>
                  <p14:cNvContentPartPr/>
                  <p14:nvPr/>
                </p14:nvContentPartPr>
                <p14:xfrm>
                  <a:off x="587460" y="6268440"/>
                  <a:ext cx="313560" cy="398160"/>
                </p14:xfrm>
              </p:contentPart>
            </mc:Choice>
            <mc:Fallback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68B270C1-3A4E-A13D-BE29-3150700CAE59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80026" y="6260343"/>
                    <a:ext cx="328429" cy="4143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FE420B0F-6637-913A-BD8F-BB1DCDA63328}"/>
                      </a:ext>
                    </a:extLst>
                  </p14:cNvPr>
                  <p14:cNvContentPartPr/>
                  <p14:nvPr/>
                </p14:nvContentPartPr>
                <p14:xfrm>
                  <a:off x="1001460" y="6444840"/>
                  <a:ext cx="65880" cy="425160"/>
                </p14:xfrm>
              </p:contentPart>
            </mc:Choice>
            <mc:Fallback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FE420B0F-6637-913A-BD8F-BB1DCDA63328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994043" y="6436746"/>
                    <a:ext cx="80714" cy="4413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FE1C4CEC-B7BB-D0EA-5117-D58756C2A243}"/>
                      </a:ext>
                    </a:extLst>
                  </p14:cNvPr>
                  <p14:cNvContentPartPr/>
                  <p14:nvPr/>
                </p14:nvContentPartPr>
                <p14:xfrm>
                  <a:off x="1436340" y="6394440"/>
                  <a:ext cx="353880" cy="35244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FE1C4CEC-B7BB-D0EA-5117-D58756C2A243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1428904" y="6386343"/>
                    <a:ext cx="368753" cy="3686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8D906DD6-8E00-5C26-8A9F-F5C0F53C6921}"/>
                      </a:ext>
                    </a:extLst>
                  </p14:cNvPr>
                  <p14:cNvContentPartPr/>
                  <p14:nvPr/>
                </p14:nvContentPartPr>
                <p14:xfrm>
                  <a:off x="1446420" y="6305880"/>
                  <a:ext cx="358920" cy="379080"/>
                </p14:xfrm>
              </p:contentPart>
            </mc:Choice>
            <mc:Fallback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8D906DD6-8E00-5C26-8A9F-F5C0F53C6921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1438988" y="6297784"/>
                    <a:ext cx="373784" cy="395272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1389F84-0506-F065-53BE-681214C2DE4C}"/>
                </a:ext>
              </a:extLst>
            </p:cNvPr>
            <p:cNvGrpSpPr/>
            <p:nvPr/>
          </p:nvGrpSpPr>
          <p:grpSpPr>
            <a:xfrm>
              <a:off x="3459540" y="6198600"/>
              <a:ext cx="1111680" cy="759960"/>
              <a:chOff x="3459540" y="6198600"/>
              <a:chExt cx="1111680" cy="7599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9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1914C46B-340F-523D-9C9C-29A7BFB7845A}"/>
                      </a:ext>
                    </a:extLst>
                  </p14:cNvPr>
                  <p14:cNvContentPartPr/>
                  <p14:nvPr/>
                </p14:nvContentPartPr>
                <p14:xfrm>
                  <a:off x="3459540" y="6198600"/>
                  <a:ext cx="359280" cy="493200"/>
                </p14:xfrm>
              </p:contentPart>
            </mc:Choice>
            <mc:Fallback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1914C46B-340F-523D-9C9C-29A7BFB7845A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3452110" y="6190507"/>
                    <a:ext cx="374141" cy="50938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EC960E96-BE1F-4969-2406-87F230622790}"/>
                      </a:ext>
                    </a:extLst>
                  </p14:cNvPr>
                  <p14:cNvContentPartPr/>
                  <p14:nvPr/>
                </p14:nvContentPartPr>
                <p14:xfrm>
                  <a:off x="3976860" y="6504240"/>
                  <a:ext cx="57240" cy="446400"/>
                </p14:xfrm>
              </p:contentPart>
            </mc:Choice>
            <mc:Fallback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EC960E96-BE1F-4969-2406-87F230622790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3969432" y="6496141"/>
                    <a:ext cx="72096" cy="4625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A7BDBAFA-B461-C9E8-8BC1-AAEB040EC604}"/>
                      </a:ext>
                    </a:extLst>
                  </p14:cNvPr>
                  <p14:cNvContentPartPr/>
                  <p14:nvPr/>
                </p14:nvContentPartPr>
                <p14:xfrm>
                  <a:off x="4089900" y="6507840"/>
                  <a:ext cx="481320" cy="450720"/>
                </p14:xfrm>
              </p:contentPart>
            </mc:Choice>
            <mc:Fallback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A7BDBAFA-B461-C9E8-8BC1-AAEB040EC604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4082468" y="6499749"/>
                    <a:ext cx="496184" cy="466902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42CA68A-F302-AF0F-56BF-4380267EDBB6}"/>
                </a:ext>
              </a:extLst>
            </p:cNvPr>
            <p:cNvGrpSpPr/>
            <p:nvPr/>
          </p:nvGrpSpPr>
          <p:grpSpPr>
            <a:xfrm>
              <a:off x="2784900" y="6296520"/>
              <a:ext cx="523800" cy="541080"/>
              <a:chOff x="2784900" y="6296520"/>
              <a:chExt cx="523800" cy="5410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5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AA5E9AB5-B6FB-A82A-5DEC-9470B1C9BDAB}"/>
                      </a:ext>
                    </a:extLst>
                  </p14:cNvPr>
                  <p14:cNvContentPartPr/>
                  <p14:nvPr/>
                </p14:nvContentPartPr>
                <p14:xfrm>
                  <a:off x="2784900" y="6296520"/>
                  <a:ext cx="159840" cy="436320"/>
                </p14:xfrm>
              </p:contentPart>
            </mc:Choice>
            <mc:Fallback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AA5E9AB5-B6FB-A82A-5DEC-9470B1C9BDAB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2777476" y="6288422"/>
                    <a:ext cx="174689" cy="4525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54BB7A24-7017-F833-E77D-C6B80860CB88}"/>
                      </a:ext>
                    </a:extLst>
                  </p14:cNvPr>
                  <p14:cNvContentPartPr/>
                  <p14:nvPr/>
                </p14:nvContentPartPr>
                <p14:xfrm>
                  <a:off x="2955180" y="6342240"/>
                  <a:ext cx="353520" cy="495360"/>
                </p14:xfrm>
              </p:contentPart>
            </mc:Choice>
            <mc:Fallback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54BB7A24-7017-F833-E77D-C6B80860CB88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2947742" y="6334143"/>
                    <a:ext cx="368396" cy="51155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1CAEC50-81AD-A7E1-0717-9CDF243581D1}"/>
                </a:ext>
              </a:extLst>
            </p:cNvPr>
            <p:cNvGrpSpPr/>
            <p:nvPr/>
          </p:nvGrpSpPr>
          <p:grpSpPr>
            <a:xfrm>
              <a:off x="5195820" y="6448800"/>
              <a:ext cx="432360" cy="256680"/>
              <a:chOff x="5195820" y="6448800"/>
              <a:chExt cx="432360" cy="256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49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5FC00082-D0C9-D5C5-D97C-AE985FC846D2}"/>
                      </a:ext>
                    </a:extLst>
                  </p14:cNvPr>
                  <p14:cNvContentPartPr/>
                  <p14:nvPr/>
                </p14:nvContentPartPr>
                <p14:xfrm>
                  <a:off x="5195820" y="6448800"/>
                  <a:ext cx="259560" cy="53640"/>
                </p14:xfrm>
              </p:contentPart>
            </mc:Choice>
            <mc:Fallback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5FC00082-D0C9-D5C5-D97C-AE985FC846D2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5188392" y="6440730"/>
                    <a:ext cx="274417" cy="697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7DF2E9F2-CD21-0ABF-5786-FF8FED046EB6}"/>
                      </a:ext>
                    </a:extLst>
                  </p14:cNvPr>
                  <p14:cNvContentPartPr/>
                  <p14:nvPr/>
                </p14:nvContentPartPr>
                <p14:xfrm>
                  <a:off x="5376540" y="6632760"/>
                  <a:ext cx="251640" cy="72720"/>
                </p14:xfrm>
              </p:contentPart>
            </mc:Choice>
            <mc:Fallback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7DF2E9F2-CD21-0ABF-5786-FF8FED046EB6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5369113" y="6624680"/>
                    <a:ext cx="266494" cy="888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82184C0-BFC1-2289-74A5-4B94FAECC0ED}"/>
                </a:ext>
              </a:extLst>
            </p:cNvPr>
            <p:cNvGrpSpPr/>
            <p:nvPr/>
          </p:nvGrpSpPr>
          <p:grpSpPr>
            <a:xfrm>
              <a:off x="6157020" y="6282480"/>
              <a:ext cx="2140200" cy="556560"/>
              <a:chOff x="6157020" y="6282480"/>
              <a:chExt cx="2140200" cy="5565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3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CAE1331A-F15E-CE1B-95E4-8112CF22FAEC}"/>
                      </a:ext>
                    </a:extLst>
                  </p14:cNvPr>
                  <p14:cNvContentPartPr/>
                  <p14:nvPr/>
                </p14:nvContentPartPr>
                <p14:xfrm>
                  <a:off x="6157020" y="6331440"/>
                  <a:ext cx="500760" cy="468000"/>
                </p14:xfrm>
              </p:contentPart>
            </mc:Choice>
            <mc:Fallback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CAE1331A-F15E-CE1B-95E4-8112CF22FAEC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6149585" y="6323346"/>
                    <a:ext cx="515630" cy="4841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3415A059-386B-96D3-C7DD-649068EF5CB8}"/>
                      </a:ext>
                    </a:extLst>
                  </p14:cNvPr>
                  <p14:cNvContentPartPr/>
                  <p14:nvPr/>
                </p14:nvContentPartPr>
                <p14:xfrm>
                  <a:off x="6766500" y="6293640"/>
                  <a:ext cx="331560" cy="405000"/>
                </p14:xfrm>
              </p:contentPart>
            </mc:Choice>
            <mc:Fallback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3415A059-386B-96D3-C7DD-649068EF5CB8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6759064" y="6285550"/>
                    <a:ext cx="346432" cy="4211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3E27C5C9-0DD9-8DFF-7EB6-EE92DB3E30C6}"/>
                      </a:ext>
                    </a:extLst>
                  </p14:cNvPr>
                  <p14:cNvContentPartPr/>
                  <p14:nvPr/>
                </p14:nvContentPartPr>
                <p14:xfrm>
                  <a:off x="7168620" y="6317400"/>
                  <a:ext cx="322560" cy="449640"/>
                </p14:xfrm>
              </p:contentPart>
            </mc:Choice>
            <mc:Fallback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3E27C5C9-0DD9-8DFF-7EB6-EE92DB3E30C6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7161190" y="6309303"/>
                    <a:ext cx="337420" cy="4658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BAEC9AE5-EBD8-6575-5A9C-B74E8149393F}"/>
                      </a:ext>
                    </a:extLst>
                  </p14:cNvPr>
                  <p14:cNvContentPartPr/>
                  <p14:nvPr/>
                </p14:nvContentPartPr>
                <p14:xfrm>
                  <a:off x="7625460" y="6282480"/>
                  <a:ext cx="671760" cy="556560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BAEC9AE5-EBD8-6575-5A9C-B74E8149393F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7618025" y="6274379"/>
                    <a:ext cx="686630" cy="57276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30D5949-E781-ED1A-EDA6-C3AAED031745}"/>
                </a:ext>
              </a:extLst>
            </p:cNvPr>
            <p:cNvGrpSpPr/>
            <p:nvPr/>
          </p:nvGrpSpPr>
          <p:grpSpPr>
            <a:xfrm>
              <a:off x="4818540" y="8358240"/>
              <a:ext cx="1287000" cy="61920"/>
              <a:chOff x="4818540" y="8358240"/>
              <a:chExt cx="1287000" cy="619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61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9C3C6A56-C146-5A75-DF85-BF25F3296CAA}"/>
                      </a:ext>
                    </a:extLst>
                  </p14:cNvPr>
                  <p14:cNvContentPartPr/>
                  <p14:nvPr/>
                </p14:nvContentPartPr>
                <p14:xfrm>
                  <a:off x="4818540" y="8387040"/>
                  <a:ext cx="470520" cy="33120"/>
                </p14:xfrm>
              </p:contentPart>
            </mc:Choice>
            <mc:Fallback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9C3C6A56-C146-5A75-DF85-BF25F3296CAA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4811106" y="8378997"/>
                    <a:ext cx="485388" cy="492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3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1D9982A0-BA2E-DB9D-9BC2-A2AC50EA10D7}"/>
                      </a:ext>
                    </a:extLst>
                  </p14:cNvPr>
                  <p14:cNvContentPartPr/>
                  <p14:nvPr/>
                </p14:nvContentPartPr>
                <p14:xfrm>
                  <a:off x="5474460" y="8358240"/>
                  <a:ext cx="631080" cy="14400"/>
                </p14:xfrm>
              </p:contentPart>
            </mc:Choice>
            <mc:Fallback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1D9982A0-BA2E-DB9D-9BC2-A2AC50EA10D7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5467025" y="8350080"/>
                    <a:ext cx="645950" cy="307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2FD1491-4F3F-CA70-1CA9-F3035BA80D2C}"/>
                    </a:ext>
                  </a:extLst>
                </p14:cNvPr>
                <p14:cNvContentPartPr/>
                <p14:nvPr/>
              </p14:nvContentPartPr>
              <p14:xfrm>
                <a:off x="2665740" y="8406120"/>
                <a:ext cx="279360" cy="26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2FD1491-4F3F-CA70-1CA9-F3035BA80D2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658308" y="8397997"/>
                  <a:ext cx="294224" cy="42526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737B1D8-2C39-48EF-2E4E-CA2BDF85467A}"/>
                </a:ext>
              </a:extLst>
            </p:cNvPr>
            <p:cNvGrpSpPr/>
            <p:nvPr/>
          </p:nvGrpSpPr>
          <p:grpSpPr>
            <a:xfrm>
              <a:off x="6477420" y="8355720"/>
              <a:ext cx="701280" cy="24840"/>
              <a:chOff x="6477420" y="8355720"/>
              <a:chExt cx="701280" cy="248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67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48B02184-00A3-5C04-4AEB-660AE9440B29}"/>
                      </a:ext>
                    </a:extLst>
                  </p14:cNvPr>
                  <p14:cNvContentPartPr/>
                  <p14:nvPr/>
                </p14:nvContentPartPr>
                <p14:xfrm>
                  <a:off x="6477420" y="8355720"/>
                  <a:ext cx="330840" cy="19800"/>
                </p14:xfrm>
              </p:contentPart>
            </mc:Choice>
            <mc:Fallback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48B02184-00A3-5C04-4AEB-660AE9440B29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6469990" y="8347706"/>
                    <a:ext cx="345699" cy="358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65" name="Ink 64">
                    <a:extLst>
                      <a:ext uri="{FF2B5EF4-FFF2-40B4-BE49-F238E27FC236}">
                        <a16:creationId xmlns:a16="http://schemas.microsoft.com/office/drawing/2014/main" id="{A96EEC02-C36C-2A85-6B6C-08DF175C1CBC}"/>
                      </a:ext>
                    </a:extLst>
                  </p14:cNvPr>
                  <p14:cNvContentPartPr/>
                  <p14:nvPr/>
                </p14:nvContentPartPr>
                <p14:xfrm>
                  <a:off x="6967740" y="8363640"/>
                  <a:ext cx="210960" cy="16920"/>
                </p14:xfrm>
              </p:contentPart>
            </mc:Choice>
            <mc:Fallback>
              <p:pic>
                <p:nvPicPr>
                  <p:cNvPr id="65" name="Ink 64">
                    <a:extLst>
                      <a:ext uri="{FF2B5EF4-FFF2-40B4-BE49-F238E27FC236}">
                        <a16:creationId xmlns:a16="http://schemas.microsoft.com/office/drawing/2014/main" id="{A96EEC02-C36C-2A85-6B6C-08DF175C1CBC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6960300" y="8355650"/>
                    <a:ext cx="225841" cy="329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A672EFE-14F7-6BD4-7EB4-EF72582F67B4}"/>
                </a:ext>
              </a:extLst>
            </p:cNvPr>
            <p:cNvGrpSpPr/>
            <p:nvPr/>
          </p:nvGrpSpPr>
          <p:grpSpPr>
            <a:xfrm>
              <a:off x="103260" y="8823000"/>
              <a:ext cx="1198080" cy="654480"/>
              <a:chOff x="103260" y="8823000"/>
              <a:chExt cx="1198080" cy="6544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9164D515-360D-DC91-3546-808EB8E952C9}"/>
                      </a:ext>
                    </a:extLst>
                  </p14:cNvPr>
                  <p14:cNvContentPartPr/>
                  <p14:nvPr/>
                </p14:nvContentPartPr>
                <p14:xfrm>
                  <a:off x="103260" y="8869080"/>
                  <a:ext cx="346320" cy="383760"/>
                </p14:xfrm>
              </p:contentPart>
            </mc:Choice>
            <mc:Fallback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9164D515-360D-DC91-3546-808EB8E952C9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95826" y="8860986"/>
                    <a:ext cx="361187" cy="3999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3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B895DEA6-3112-0AA2-4F13-BAFB595A72D4}"/>
                      </a:ext>
                    </a:extLst>
                  </p14:cNvPr>
                  <p14:cNvContentPartPr/>
                  <p14:nvPr/>
                </p14:nvContentPartPr>
                <p14:xfrm>
                  <a:off x="469020" y="8823000"/>
                  <a:ext cx="282240" cy="397080"/>
                </p14:xfrm>
              </p:contentPart>
            </mc:Choice>
            <mc:Fallback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B895DEA6-3112-0AA2-4F13-BAFB595A72D4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461581" y="8814906"/>
                    <a:ext cx="297118" cy="4132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5B3BED60-DD97-74F1-CD72-0651819ED984}"/>
                      </a:ext>
                    </a:extLst>
                  </p14:cNvPr>
                  <p14:cNvContentPartPr/>
                  <p14:nvPr/>
                </p14:nvContentPartPr>
                <p14:xfrm>
                  <a:off x="759540" y="8925600"/>
                  <a:ext cx="31320" cy="551880"/>
                </p14:xfrm>
              </p:contentPart>
            </mc:Choice>
            <mc:Fallback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5B3BED60-DD97-74F1-CD72-0651819ED984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752145" y="8917505"/>
                    <a:ext cx="46110" cy="5680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A4239B98-17EE-9886-0B17-81195234E5C9}"/>
                      </a:ext>
                    </a:extLst>
                  </p14:cNvPr>
                  <p14:cNvContentPartPr/>
                  <p14:nvPr/>
                </p14:nvContentPartPr>
                <p14:xfrm>
                  <a:off x="1054020" y="8927400"/>
                  <a:ext cx="212040" cy="165240"/>
                </p14:xfrm>
              </p:contentPart>
            </mc:Choice>
            <mc:Fallback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A4239B98-17EE-9886-0B17-81195234E5C9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1046588" y="8919305"/>
                    <a:ext cx="226905" cy="1814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03F4D762-7F4D-E6D4-8F53-233751827659}"/>
                      </a:ext>
                    </a:extLst>
                  </p14:cNvPr>
                  <p14:cNvContentPartPr/>
                  <p14:nvPr/>
                </p14:nvContentPartPr>
                <p14:xfrm>
                  <a:off x="1041060" y="8908680"/>
                  <a:ext cx="260280" cy="308520"/>
                </p14:xfrm>
              </p:contentPart>
            </mc:Choice>
            <mc:Fallback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03F4D762-7F4D-E6D4-8F53-233751827659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1033623" y="8900586"/>
                    <a:ext cx="275153" cy="32470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47D263A-02EB-CCB4-260C-D7AF69ACF596}"/>
                </a:ext>
              </a:extLst>
            </p:cNvPr>
            <p:cNvGrpSpPr/>
            <p:nvPr/>
          </p:nvGrpSpPr>
          <p:grpSpPr>
            <a:xfrm>
              <a:off x="28740" y="7949280"/>
              <a:ext cx="1755720" cy="549720"/>
              <a:chOff x="28740" y="7949280"/>
              <a:chExt cx="1755720" cy="5497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3F700EA2-EE55-5D8E-455D-F4B632E7CECF}"/>
                      </a:ext>
                    </a:extLst>
                  </p14:cNvPr>
                  <p14:cNvContentPartPr/>
                  <p14:nvPr/>
                </p14:nvContentPartPr>
                <p14:xfrm>
                  <a:off x="569460" y="8403240"/>
                  <a:ext cx="513720" cy="30960"/>
                </p14:xfrm>
              </p:contentPart>
            </mc:Choice>
            <mc:Fallback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3F700EA2-EE55-5D8E-455D-F4B632E7CECF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562027" y="8395265"/>
                    <a:ext cx="528585" cy="4690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8A43E8FB-432D-9264-29C1-5FAF6AB78267}"/>
                      </a:ext>
                    </a:extLst>
                  </p14:cNvPr>
                  <p14:cNvContentPartPr/>
                  <p14:nvPr/>
                </p14:nvContentPartPr>
                <p14:xfrm>
                  <a:off x="1345620" y="8450760"/>
                  <a:ext cx="438840" cy="48240"/>
                </p14:xfrm>
              </p:contentPart>
            </mc:Choice>
            <mc:Fallback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8A43E8FB-432D-9264-29C1-5FAF6AB78267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1338189" y="8442720"/>
                    <a:ext cx="453701" cy="64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5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9360E872-456D-6DBB-A4D5-B1C6186AC03F}"/>
                      </a:ext>
                    </a:extLst>
                  </p14:cNvPr>
                  <p14:cNvContentPartPr/>
                  <p14:nvPr/>
                </p14:nvContentPartPr>
                <p14:xfrm>
                  <a:off x="28740" y="8366880"/>
                  <a:ext cx="334440" cy="59760"/>
                </p14:xfrm>
              </p:contentPart>
            </mc:Choice>
            <mc:Fallback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9360E872-456D-6DBB-A4D5-B1C6186AC03F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21308" y="8358817"/>
                    <a:ext cx="349304" cy="7588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7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38C2DF2C-CC74-CF33-55A2-CE333571C83F}"/>
                      </a:ext>
                    </a:extLst>
                  </p14:cNvPr>
                  <p14:cNvContentPartPr/>
                  <p14:nvPr/>
                </p14:nvContentPartPr>
                <p14:xfrm>
                  <a:off x="51780" y="7949280"/>
                  <a:ext cx="237600" cy="388800"/>
                </p14:xfrm>
              </p:contentPart>
            </mc:Choice>
            <mc:Fallback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38C2DF2C-CC74-CF33-55A2-CE333571C83F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44355" y="7941180"/>
                    <a:ext cx="252450" cy="405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9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D720E574-4E6A-B0AA-7C8C-50DD035D3379}"/>
                      </a:ext>
                    </a:extLst>
                  </p14:cNvPr>
                  <p14:cNvContentPartPr/>
                  <p14:nvPr/>
                </p14:nvContentPartPr>
                <p14:xfrm>
                  <a:off x="740820" y="7992480"/>
                  <a:ext cx="276840" cy="352440"/>
                </p14:xfrm>
              </p:contentPart>
            </mc:Choice>
            <mc:Fallback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D720E574-4E6A-B0AA-7C8C-50DD035D3379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733385" y="7984383"/>
                    <a:ext cx="291710" cy="3686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1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123F18C3-353C-42C7-1A9E-7C66B10DC245}"/>
                      </a:ext>
                    </a:extLst>
                  </p14:cNvPr>
                  <p14:cNvContentPartPr/>
                  <p14:nvPr/>
                </p14:nvContentPartPr>
                <p14:xfrm>
                  <a:off x="1358940" y="8082120"/>
                  <a:ext cx="307440" cy="288360"/>
                </p14:xfrm>
              </p:contentPart>
            </mc:Choice>
            <mc:Fallback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123F18C3-353C-42C7-1A9E-7C66B10DC245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1351505" y="8074017"/>
                    <a:ext cx="322309" cy="30456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C203B94-D6D9-C535-2BC5-21EFB04F5584}"/>
                </a:ext>
              </a:extLst>
            </p:cNvPr>
            <p:cNvGrpSpPr/>
            <p:nvPr/>
          </p:nvGrpSpPr>
          <p:grpSpPr>
            <a:xfrm>
              <a:off x="2143380" y="8018760"/>
              <a:ext cx="2177280" cy="446040"/>
              <a:chOff x="2143380" y="8018760"/>
              <a:chExt cx="2177280" cy="4460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93">
                <p14:nvContentPartPr>
                  <p14:cNvPr id="53" name="Ink 52">
                    <a:extLst>
                      <a:ext uri="{FF2B5EF4-FFF2-40B4-BE49-F238E27FC236}">
                        <a16:creationId xmlns:a16="http://schemas.microsoft.com/office/drawing/2014/main" id="{51B249C1-F187-39B6-CF1C-2E60560D40FD}"/>
                      </a:ext>
                    </a:extLst>
                  </p14:cNvPr>
                  <p14:cNvContentPartPr/>
                  <p14:nvPr/>
                </p14:nvContentPartPr>
                <p14:xfrm>
                  <a:off x="3958860" y="8379840"/>
                  <a:ext cx="361800" cy="18000"/>
                </p14:xfrm>
              </p:contentPart>
            </mc:Choice>
            <mc:Fallback>
              <p:pic>
                <p:nvPicPr>
                  <p:cNvPr id="53" name="Ink 52">
                    <a:extLst>
                      <a:ext uri="{FF2B5EF4-FFF2-40B4-BE49-F238E27FC236}">
                        <a16:creationId xmlns:a16="http://schemas.microsoft.com/office/drawing/2014/main" id="{51B249C1-F187-39B6-CF1C-2E60560D40FD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3951423" y="8371787"/>
                    <a:ext cx="376674" cy="3410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5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55639098-AAFF-50CD-735A-9F8C40FAD672}"/>
                      </a:ext>
                    </a:extLst>
                  </p14:cNvPr>
                  <p14:cNvContentPartPr/>
                  <p14:nvPr/>
                </p14:nvContentPartPr>
                <p14:xfrm>
                  <a:off x="2143380" y="8427360"/>
                  <a:ext cx="356760" cy="37440"/>
                </p14:xfrm>
              </p:contentPart>
            </mc:Choice>
            <mc:Fallback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55639098-AAFF-50CD-735A-9F8C40FAD672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2135947" y="8419303"/>
                    <a:ext cx="371625" cy="535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7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3FFF2225-95D0-BB07-7846-BCBBE732B3BC}"/>
                      </a:ext>
                    </a:extLst>
                  </p14:cNvPr>
                  <p14:cNvContentPartPr/>
                  <p14:nvPr/>
                </p14:nvContentPartPr>
                <p14:xfrm>
                  <a:off x="3162900" y="8385240"/>
                  <a:ext cx="369720" cy="27720"/>
                </p14:xfrm>
              </p:contentPart>
            </mc:Choice>
            <mc:Fallback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3FFF2225-95D0-BB07-7846-BCBBE732B3BC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3155471" y="8377115"/>
                    <a:ext cx="384579" cy="439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9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2C258EE2-933F-F97C-277A-D6FEEEA2D184}"/>
                      </a:ext>
                    </a:extLst>
                  </p14:cNvPr>
                  <p14:cNvContentPartPr/>
                  <p14:nvPr/>
                </p14:nvContentPartPr>
                <p14:xfrm>
                  <a:off x="2184420" y="8078160"/>
                  <a:ext cx="240480" cy="273240"/>
                </p14:xfrm>
              </p:contentPart>
            </mc:Choice>
            <mc:Fallback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2C258EE2-933F-F97C-277A-D6FEEEA2D184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2176987" y="8070068"/>
                    <a:ext cx="255346" cy="2894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1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E737C70F-E2E6-8DD9-F116-9C044CA37816}"/>
                      </a:ext>
                    </a:extLst>
                  </p14:cNvPr>
                  <p14:cNvContentPartPr/>
                  <p14:nvPr/>
                </p14:nvContentPartPr>
                <p14:xfrm>
                  <a:off x="2774820" y="8018760"/>
                  <a:ext cx="438120" cy="262800"/>
                </p14:xfrm>
              </p:contentPart>
            </mc:Choice>
            <mc:Fallback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E737C70F-E2E6-8DD9-F116-9C044CA37816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2767387" y="8010667"/>
                    <a:ext cx="452986" cy="27898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3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EC183873-B7DB-1894-0B4E-50A4BAC32D7D}"/>
                      </a:ext>
                    </a:extLst>
                  </p14:cNvPr>
                  <p14:cNvContentPartPr/>
                  <p14:nvPr/>
                </p14:nvContentPartPr>
                <p14:xfrm>
                  <a:off x="3269820" y="8064840"/>
                  <a:ext cx="419040" cy="343800"/>
                </p14:xfrm>
              </p:contentPart>
            </mc:Choice>
            <mc:Fallback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EC183873-B7DB-1894-0B4E-50A4BAC32D7D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3262384" y="8056745"/>
                    <a:ext cx="433912" cy="35999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CD472F9E-4DE5-DC19-6CD7-47BF1C2CC803}"/>
                </a:ext>
              </a:extLst>
            </p:cNvPr>
            <p:cNvGrpSpPr/>
            <p:nvPr/>
          </p:nvGrpSpPr>
          <p:grpSpPr>
            <a:xfrm>
              <a:off x="1887780" y="8781960"/>
              <a:ext cx="2057400" cy="411840"/>
              <a:chOff x="1887780" y="8781960"/>
              <a:chExt cx="2057400" cy="4118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05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0F650515-9215-DC2B-DA6E-4680CE372429}"/>
                      </a:ext>
                    </a:extLst>
                  </p14:cNvPr>
                  <p14:cNvContentPartPr/>
                  <p14:nvPr/>
                </p14:nvContentPartPr>
                <p14:xfrm>
                  <a:off x="1887780" y="8795280"/>
                  <a:ext cx="291600" cy="347760"/>
                </p14:xfrm>
              </p:contentPart>
            </mc:Choice>
            <mc:Fallback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0F650515-9215-DC2B-DA6E-4680CE372429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1880348" y="8787181"/>
                    <a:ext cx="306464" cy="363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7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E51E2ACC-2143-0247-1075-A3AF98684223}"/>
                      </a:ext>
                    </a:extLst>
                  </p14:cNvPr>
                  <p14:cNvContentPartPr/>
                  <p14:nvPr/>
                </p14:nvContentPartPr>
                <p14:xfrm>
                  <a:off x="1941780" y="8781960"/>
                  <a:ext cx="333720" cy="133920"/>
                </p14:xfrm>
              </p:contentPart>
            </mc:Choice>
            <mc:Fallback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E51E2ACC-2143-0247-1075-A3AF98684223}"/>
                      </a:ext>
                    </a:extLst>
                  </p:cNvPr>
                  <p:cNvPicPr/>
                  <p:nvPr/>
                </p:nvPicPr>
                <p:blipFill>
                  <a:blip r:embed="rId108"/>
                  <a:stretch>
                    <a:fillRect/>
                  </a:stretch>
                </p:blipFill>
                <p:spPr>
                  <a:xfrm>
                    <a:off x="1934345" y="8773858"/>
                    <a:ext cx="348591" cy="150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9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D6CACAC4-FCCB-2F6E-C415-2D7136A16143}"/>
                      </a:ext>
                    </a:extLst>
                  </p14:cNvPr>
                  <p14:cNvContentPartPr/>
                  <p14:nvPr/>
                </p14:nvContentPartPr>
                <p14:xfrm>
                  <a:off x="2428140" y="8789160"/>
                  <a:ext cx="352800" cy="334440"/>
                </p14:xfrm>
              </p:contentPart>
            </mc:Choice>
            <mc:Fallback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D6CACAC4-FCCB-2F6E-C415-2D7136A16143}"/>
                      </a:ext>
                    </a:extLst>
                  </p:cNvPr>
                  <p:cNvPicPr/>
                  <p:nvPr/>
                </p:nvPicPr>
                <p:blipFill>
                  <a:blip r:embed="rId110"/>
                  <a:stretch>
                    <a:fillRect/>
                  </a:stretch>
                </p:blipFill>
                <p:spPr>
                  <a:xfrm>
                    <a:off x="2420708" y="8781073"/>
                    <a:ext cx="367664" cy="3506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1">
                <p14:nvContentPartPr>
                  <p14:cNvPr id="88" name="Ink 87">
                    <a:extLst>
                      <a:ext uri="{FF2B5EF4-FFF2-40B4-BE49-F238E27FC236}">
                        <a16:creationId xmlns:a16="http://schemas.microsoft.com/office/drawing/2014/main" id="{AED7600C-6C31-391E-916E-F05FDF940358}"/>
                      </a:ext>
                    </a:extLst>
                  </p14:cNvPr>
                  <p14:cNvContentPartPr/>
                  <p14:nvPr/>
                </p14:nvContentPartPr>
                <p14:xfrm>
                  <a:off x="2822700" y="8850720"/>
                  <a:ext cx="345600" cy="343080"/>
                </p14:xfrm>
              </p:contentPart>
            </mc:Choice>
            <mc:Fallback>
              <p:pic>
                <p:nvPicPr>
                  <p:cNvPr id="88" name="Ink 87">
                    <a:extLst>
                      <a:ext uri="{FF2B5EF4-FFF2-40B4-BE49-F238E27FC236}">
                        <a16:creationId xmlns:a16="http://schemas.microsoft.com/office/drawing/2014/main" id="{AED7600C-6C31-391E-916E-F05FDF940358}"/>
                      </a:ext>
                    </a:extLst>
                  </p:cNvPr>
                  <p:cNvPicPr/>
                  <p:nvPr/>
                </p:nvPicPr>
                <p:blipFill>
                  <a:blip r:embed="rId112"/>
                  <a:stretch>
                    <a:fillRect/>
                  </a:stretch>
                </p:blipFill>
                <p:spPr>
                  <a:xfrm>
                    <a:off x="2815272" y="8842631"/>
                    <a:ext cx="360455" cy="3592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3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2D097913-9387-6C6D-50E3-794FE998B732}"/>
                      </a:ext>
                    </a:extLst>
                  </p14:cNvPr>
                  <p14:cNvContentPartPr/>
                  <p14:nvPr/>
                </p14:nvContentPartPr>
                <p14:xfrm>
                  <a:off x="2964180" y="8806440"/>
                  <a:ext cx="443880" cy="87840"/>
                </p14:xfrm>
              </p:contentPart>
            </mc:Choice>
            <mc:Fallback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2D097913-9387-6C6D-50E3-794FE998B732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2956746" y="8798324"/>
                    <a:ext cx="458749" cy="10407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5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5AF3A3C8-0D93-D303-9AB7-8CEFF18760A5}"/>
                      </a:ext>
                    </a:extLst>
                  </p14:cNvPr>
                  <p14:cNvContentPartPr/>
                  <p14:nvPr/>
                </p14:nvContentPartPr>
                <p14:xfrm>
                  <a:off x="3566820" y="8816520"/>
                  <a:ext cx="378360" cy="305640"/>
                </p14:xfrm>
              </p:contentPart>
            </mc:Choice>
            <mc:Fallback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5AF3A3C8-0D93-D303-9AB7-8CEFF18760A5}"/>
                      </a:ext>
                    </a:extLst>
                  </p:cNvPr>
                  <p:cNvPicPr/>
                  <p:nvPr/>
                </p:nvPicPr>
                <p:blipFill>
                  <a:blip r:embed="rId116"/>
                  <a:stretch>
                    <a:fillRect/>
                  </a:stretch>
                </p:blipFill>
                <p:spPr>
                  <a:xfrm>
                    <a:off x="3559384" y="8808427"/>
                    <a:ext cx="393232" cy="3218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7">
                <p14:nvContentPartPr>
                  <p14:cNvPr id="91" name="Ink 90">
                    <a:extLst>
                      <a:ext uri="{FF2B5EF4-FFF2-40B4-BE49-F238E27FC236}">
                        <a16:creationId xmlns:a16="http://schemas.microsoft.com/office/drawing/2014/main" id="{3C61FED2-A49B-95CC-2DB1-64B138840E77}"/>
                      </a:ext>
                    </a:extLst>
                  </p14:cNvPr>
                  <p14:cNvContentPartPr/>
                  <p14:nvPr/>
                </p14:nvContentPartPr>
                <p14:xfrm>
                  <a:off x="3597780" y="8818320"/>
                  <a:ext cx="254520" cy="335880"/>
                </p14:xfrm>
              </p:contentPart>
            </mc:Choice>
            <mc:Fallback>
              <p:pic>
                <p:nvPicPr>
                  <p:cNvPr id="91" name="Ink 90">
                    <a:extLst>
                      <a:ext uri="{FF2B5EF4-FFF2-40B4-BE49-F238E27FC236}">
                        <a16:creationId xmlns:a16="http://schemas.microsoft.com/office/drawing/2014/main" id="{3C61FED2-A49B-95CC-2DB1-64B138840E77}"/>
                      </a:ext>
                    </a:extLst>
                  </p:cNvPr>
                  <p:cNvPicPr/>
                  <p:nvPr/>
                </p:nvPicPr>
                <p:blipFill>
                  <a:blip r:embed="rId118"/>
                  <a:stretch>
                    <a:fillRect/>
                  </a:stretch>
                </p:blipFill>
                <p:spPr>
                  <a:xfrm>
                    <a:off x="3590346" y="8810221"/>
                    <a:ext cx="269389" cy="35207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74631B5-D65E-FB28-26F5-9A7646E99BD2}"/>
                </a:ext>
              </a:extLst>
            </p:cNvPr>
            <p:cNvGrpSpPr/>
            <p:nvPr/>
          </p:nvGrpSpPr>
          <p:grpSpPr>
            <a:xfrm>
              <a:off x="4726740" y="8626440"/>
              <a:ext cx="926280" cy="495000"/>
              <a:chOff x="4726740" y="8626440"/>
              <a:chExt cx="926280" cy="4950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19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2E1E12F7-6DED-419B-B120-FAEC2BE6364E}"/>
                      </a:ext>
                    </a:extLst>
                  </p14:cNvPr>
                  <p14:cNvContentPartPr/>
                  <p14:nvPr/>
                </p14:nvContentPartPr>
                <p14:xfrm>
                  <a:off x="4726740" y="8756400"/>
                  <a:ext cx="322920" cy="352440"/>
                </p14:xfrm>
              </p:contentPart>
            </mc:Choice>
            <mc:Fallback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2E1E12F7-6DED-419B-B120-FAEC2BE6364E}"/>
                      </a:ext>
                    </a:extLst>
                  </p:cNvPr>
                  <p:cNvPicPr/>
                  <p:nvPr/>
                </p:nvPicPr>
                <p:blipFill>
                  <a:blip r:embed="rId120"/>
                  <a:stretch>
                    <a:fillRect/>
                  </a:stretch>
                </p:blipFill>
                <p:spPr>
                  <a:xfrm>
                    <a:off x="4719312" y="8748303"/>
                    <a:ext cx="337777" cy="3686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1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26D8B3CF-E789-E272-84AD-BB59EE50480D}"/>
                      </a:ext>
                    </a:extLst>
                  </p14:cNvPr>
                  <p14:cNvContentPartPr/>
                  <p14:nvPr/>
                </p14:nvContentPartPr>
                <p14:xfrm>
                  <a:off x="5286180" y="8626440"/>
                  <a:ext cx="366840" cy="495000"/>
                </p14:xfrm>
              </p:contentPart>
            </mc:Choice>
            <mc:Fallback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26D8B3CF-E789-E272-84AD-BB59EE50480D}"/>
                      </a:ext>
                    </a:extLst>
                  </p:cNvPr>
                  <p:cNvPicPr/>
                  <p:nvPr/>
                </p:nvPicPr>
                <p:blipFill>
                  <a:blip r:embed="rId122"/>
                  <a:stretch>
                    <a:fillRect/>
                  </a:stretch>
                </p:blipFill>
                <p:spPr>
                  <a:xfrm>
                    <a:off x="5278747" y="8618349"/>
                    <a:ext cx="381706" cy="511183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DD4D87C-0A21-CD54-E6BC-906A8272BD12}"/>
                </a:ext>
              </a:extLst>
            </p:cNvPr>
            <p:cNvGrpSpPr/>
            <p:nvPr/>
          </p:nvGrpSpPr>
          <p:grpSpPr>
            <a:xfrm>
              <a:off x="5888100" y="8928840"/>
              <a:ext cx="463680" cy="388800"/>
              <a:chOff x="5888100" y="8928840"/>
              <a:chExt cx="463680" cy="388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23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05759A9C-766B-6095-5362-4D2ED483DC93}"/>
                      </a:ext>
                    </a:extLst>
                  </p14:cNvPr>
                  <p14:cNvContentPartPr/>
                  <p14:nvPr/>
                </p14:nvContentPartPr>
                <p14:xfrm>
                  <a:off x="5888100" y="8945400"/>
                  <a:ext cx="297360" cy="372240"/>
                </p14:xfrm>
              </p:contentPart>
            </mc:Choice>
            <mc:Fallback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05759A9C-766B-6095-5362-4D2ED483DC93}"/>
                      </a:ext>
                    </a:extLst>
                  </p:cNvPr>
                  <p:cNvPicPr/>
                  <p:nvPr/>
                </p:nvPicPr>
                <p:blipFill>
                  <a:blip r:embed="rId124"/>
                  <a:stretch>
                    <a:fillRect/>
                  </a:stretch>
                </p:blipFill>
                <p:spPr>
                  <a:xfrm>
                    <a:off x="5880677" y="8937308"/>
                    <a:ext cx="312206" cy="3884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5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2FAD7971-8691-0FD3-1E59-C0890A1A8E82}"/>
                      </a:ext>
                    </a:extLst>
                  </p14:cNvPr>
                  <p14:cNvContentPartPr/>
                  <p14:nvPr/>
                </p14:nvContentPartPr>
                <p14:xfrm>
                  <a:off x="6013020" y="8928840"/>
                  <a:ext cx="338760" cy="84240"/>
                </p14:xfrm>
              </p:contentPart>
            </mc:Choice>
            <mc:Fallback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2FAD7971-8691-0FD3-1E59-C0890A1A8E82}"/>
                      </a:ext>
                    </a:extLst>
                  </p:cNvPr>
                  <p:cNvPicPr/>
                  <p:nvPr/>
                </p:nvPicPr>
                <p:blipFill>
                  <a:blip r:embed="rId126"/>
                  <a:stretch>
                    <a:fillRect/>
                  </a:stretch>
                </p:blipFill>
                <p:spPr>
                  <a:xfrm>
                    <a:off x="6005589" y="8920749"/>
                    <a:ext cx="353622" cy="100422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2CFEC825-FFD3-779A-A0CB-2F0B46117D17}"/>
                </a:ext>
              </a:extLst>
            </p:cNvPr>
            <p:cNvGrpSpPr/>
            <p:nvPr/>
          </p:nvGrpSpPr>
          <p:grpSpPr>
            <a:xfrm>
              <a:off x="6777660" y="8806440"/>
              <a:ext cx="427320" cy="186120"/>
              <a:chOff x="6777660" y="8806440"/>
              <a:chExt cx="427320" cy="186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27">
                <p14:nvContentPartPr>
                  <p14:cNvPr id="98" name="Ink 97">
                    <a:extLst>
                      <a:ext uri="{FF2B5EF4-FFF2-40B4-BE49-F238E27FC236}">
                        <a16:creationId xmlns:a16="http://schemas.microsoft.com/office/drawing/2014/main" id="{C51746B9-589F-FAD5-C592-C7B2F17D2778}"/>
                      </a:ext>
                    </a:extLst>
                  </p14:cNvPr>
                  <p14:cNvContentPartPr/>
                  <p14:nvPr/>
                </p14:nvContentPartPr>
                <p14:xfrm>
                  <a:off x="6777660" y="8806440"/>
                  <a:ext cx="278280" cy="84240"/>
                </p14:xfrm>
              </p:contentPart>
            </mc:Choice>
            <mc:Fallback>
              <p:pic>
                <p:nvPicPr>
                  <p:cNvPr id="98" name="Ink 97">
                    <a:extLst>
                      <a:ext uri="{FF2B5EF4-FFF2-40B4-BE49-F238E27FC236}">
                        <a16:creationId xmlns:a16="http://schemas.microsoft.com/office/drawing/2014/main" id="{C51746B9-589F-FAD5-C592-C7B2F17D2778}"/>
                      </a:ext>
                    </a:extLst>
                  </p:cNvPr>
                  <p:cNvPicPr/>
                  <p:nvPr/>
                </p:nvPicPr>
                <p:blipFill>
                  <a:blip r:embed="rId128"/>
                  <a:stretch>
                    <a:fillRect/>
                  </a:stretch>
                </p:blipFill>
                <p:spPr>
                  <a:xfrm>
                    <a:off x="6770222" y="8798349"/>
                    <a:ext cx="293157" cy="1004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9">
                <p14:nvContentPartPr>
                  <p14:cNvPr id="99" name="Ink 98">
                    <a:extLst>
                      <a:ext uri="{FF2B5EF4-FFF2-40B4-BE49-F238E27FC236}">
                        <a16:creationId xmlns:a16="http://schemas.microsoft.com/office/drawing/2014/main" id="{F5F18E8B-6F58-AAD8-426E-410692CF49EF}"/>
                      </a:ext>
                    </a:extLst>
                  </p14:cNvPr>
                  <p14:cNvContentPartPr/>
                  <p14:nvPr/>
                </p14:nvContentPartPr>
                <p14:xfrm>
                  <a:off x="6921660" y="8976360"/>
                  <a:ext cx="283320" cy="16200"/>
                </p14:xfrm>
              </p:contentPart>
            </mc:Choice>
            <mc:Fallback>
              <p:pic>
                <p:nvPicPr>
                  <p:cNvPr id="99" name="Ink 98">
                    <a:extLst>
                      <a:ext uri="{FF2B5EF4-FFF2-40B4-BE49-F238E27FC236}">
                        <a16:creationId xmlns:a16="http://schemas.microsoft.com/office/drawing/2014/main" id="{F5F18E8B-6F58-AAD8-426E-410692CF49EF}"/>
                      </a:ext>
                    </a:extLst>
                  </p:cNvPr>
                  <p:cNvPicPr/>
                  <p:nvPr/>
                </p:nvPicPr>
                <p:blipFill>
                  <a:blip r:embed="rId130"/>
                  <a:stretch>
                    <a:fillRect/>
                  </a:stretch>
                </p:blipFill>
                <p:spPr>
                  <a:xfrm>
                    <a:off x="6914227" y="8968260"/>
                    <a:ext cx="298186" cy="324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41E54CEA-7270-71E3-8A46-A7021A4759CD}"/>
                </a:ext>
              </a:extLst>
            </p:cNvPr>
            <p:cNvGrpSpPr/>
            <p:nvPr/>
          </p:nvGrpSpPr>
          <p:grpSpPr>
            <a:xfrm>
              <a:off x="7478940" y="8492880"/>
              <a:ext cx="1547640" cy="552960"/>
              <a:chOff x="7478940" y="8492880"/>
              <a:chExt cx="1547640" cy="5529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31">
                <p14:nvContentPartPr>
                  <p14:cNvPr id="102" name="Ink 101">
                    <a:extLst>
                      <a:ext uri="{FF2B5EF4-FFF2-40B4-BE49-F238E27FC236}">
                        <a16:creationId xmlns:a16="http://schemas.microsoft.com/office/drawing/2014/main" id="{4C401095-D9D8-8C56-5556-7064FE28C3A0}"/>
                      </a:ext>
                    </a:extLst>
                  </p14:cNvPr>
                  <p14:cNvContentPartPr/>
                  <p14:nvPr/>
                </p14:nvContentPartPr>
                <p14:xfrm>
                  <a:off x="7478940" y="8643720"/>
                  <a:ext cx="492120" cy="402120"/>
                </p14:xfrm>
              </p:contentPart>
            </mc:Choice>
            <mc:Fallback>
              <p:pic>
                <p:nvPicPr>
                  <p:cNvPr id="102" name="Ink 101">
                    <a:extLst>
                      <a:ext uri="{FF2B5EF4-FFF2-40B4-BE49-F238E27FC236}">
                        <a16:creationId xmlns:a16="http://schemas.microsoft.com/office/drawing/2014/main" id="{4C401095-D9D8-8C56-5556-7064FE28C3A0}"/>
                      </a:ext>
                    </a:extLst>
                  </p:cNvPr>
                  <p:cNvPicPr/>
                  <p:nvPr/>
                </p:nvPicPr>
                <p:blipFill>
                  <a:blip r:embed="rId132"/>
                  <a:stretch>
                    <a:fillRect/>
                  </a:stretch>
                </p:blipFill>
                <p:spPr>
                  <a:xfrm>
                    <a:off x="7471504" y="8635620"/>
                    <a:ext cx="506993" cy="4183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3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68DFB954-009E-F6B1-5FF7-045E2F3E9553}"/>
                      </a:ext>
                    </a:extLst>
                  </p14:cNvPr>
                  <p14:cNvContentPartPr/>
                  <p14:nvPr/>
                </p14:nvContentPartPr>
                <p14:xfrm>
                  <a:off x="7887900" y="8656320"/>
                  <a:ext cx="380880" cy="367200"/>
                </p14:xfrm>
              </p:contentPart>
            </mc:Choice>
            <mc:Fallback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68DFB954-009E-F6B1-5FF7-045E2F3E9553}"/>
                      </a:ext>
                    </a:extLst>
                  </p:cNvPr>
                  <p:cNvPicPr/>
                  <p:nvPr/>
                </p:nvPicPr>
                <p:blipFill>
                  <a:blip r:embed="rId134"/>
                  <a:stretch>
                    <a:fillRect/>
                  </a:stretch>
                </p:blipFill>
                <p:spPr>
                  <a:xfrm>
                    <a:off x="7880466" y="8648224"/>
                    <a:ext cx="395748" cy="3833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5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AC38E0AE-DC63-BD6D-694C-A55FAA08BBD6}"/>
                      </a:ext>
                    </a:extLst>
                  </p14:cNvPr>
                  <p14:cNvContentPartPr/>
                  <p14:nvPr/>
                </p14:nvContentPartPr>
                <p14:xfrm>
                  <a:off x="8023260" y="8499360"/>
                  <a:ext cx="480600" cy="111960"/>
                </p14:xfrm>
              </p:contentPart>
            </mc:Choice>
            <mc:Fallback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AC38E0AE-DC63-BD6D-694C-A55FAA08BBD6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8015826" y="8491261"/>
                    <a:ext cx="495468" cy="1281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7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962CFD4C-66EB-C3C7-CAB6-44AF978CB493}"/>
                      </a:ext>
                    </a:extLst>
                  </p14:cNvPr>
                  <p14:cNvContentPartPr/>
                  <p14:nvPr/>
                </p14:nvContentPartPr>
                <p14:xfrm>
                  <a:off x="8491980" y="8492880"/>
                  <a:ext cx="534600" cy="402120"/>
                </p14:xfrm>
              </p:contentPart>
            </mc:Choice>
            <mc:Fallback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962CFD4C-66EB-C3C7-CAB6-44AF978CB493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8484549" y="8484780"/>
                    <a:ext cx="549462" cy="418319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DEA3B946-1D5E-FC5C-6514-E63F6553F44C}"/>
                </a:ext>
              </a:extLst>
            </p:cNvPr>
            <p:cNvGrpSpPr/>
            <p:nvPr/>
          </p:nvGrpSpPr>
          <p:grpSpPr>
            <a:xfrm>
              <a:off x="5285100" y="7395480"/>
              <a:ext cx="624600" cy="779040"/>
              <a:chOff x="5285100" y="7395480"/>
              <a:chExt cx="624600" cy="7790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39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C9993333-7162-205F-4AAD-8A6E5DF1EADB}"/>
                      </a:ext>
                    </a:extLst>
                  </p14:cNvPr>
                  <p14:cNvContentPartPr/>
                  <p14:nvPr/>
                </p14:nvContentPartPr>
                <p14:xfrm>
                  <a:off x="5314260" y="7395480"/>
                  <a:ext cx="487800" cy="496800"/>
                </p14:xfrm>
              </p:contentPart>
            </mc:Choice>
            <mc:Fallback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C9993333-7162-205F-4AAD-8A6E5DF1EADB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5306823" y="7387383"/>
                    <a:ext cx="502675" cy="5129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1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007607B2-C247-BB05-DC96-F08FE1522B93}"/>
                      </a:ext>
                    </a:extLst>
                  </p14:cNvPr>
                  <p14:cNvContentPartPr/>
                  <p14:nvPr/>
                </p14:nvContentPartPr>
                <p14:xfrm>
                  <a:off x="5496780" y="7809840"/>
                  <a:ext cx="29880" cy="11880"/>
                </p14:xfrm>
              </p:contentPart>
            </mc:Choice>
            <mc:Fallback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007607B2-C247-BB05-DC96-F08FE1522B93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5489418" y="7801762"/>
                    <a:ext cx="44603" cy="280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3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230D65AA-BF51-A1DB-53C4-3825362F9D13}"/>
                      </a:ext>
                    </a:extLst>
                  </p14:cNvPr>
                  <p14:cNvContentPartPr/>
                  <p14:nvPr/>
                </p14:nvContentPartPr>
                <p14:xfrm>
                  <a:off x="5285100" y="7673760"/>
                  <a:ext cx="624600" cy="500760"/>
                </p14:xfrm>
              </p:contentPart>
            </mc:Choice>
            <mc:Fallback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230D65AA-BF51-A1DB-53C4-3825362F9D13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5277664" y="7665668"/>
                    <a:ext cx="639471" cy="51694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51D61912-32F3-A653-C64E-F376AF1F26EF}"/>
                </a:ext>
              </a:extLst>
            </p:cNvPr>
            <p:cNvGrpSpPr/>
            <p:nvPr/>
          </p:nvGrpSpPr>
          <p:grpSpPr>
            <a:xfrm>
              <a:off x="173460" y="9811800"/>
              <a:ext cx="2993400" cy="442080"/>
              <a:chOff x="173460" y="9811800"/>
              <a:chExt cx="2993400" cy="4420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45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5151215A-DCF3-C046-5BA8-9C4FA4B62DE7}"/>
                      </a:ext>
                    </a:extLst>
                  </p14:cNvPr>
                  <p14:cNvContentPartPr/>
                  <p14:nvPr/>
                </p14:nvContentPartPr>
                <p14:xfrm>
                  <a:off x="173460" y="10168560"/>
                  <a:ext cx="521640" cy="84960"/>
                </p14:xfrm>
              </p:contentPart>
            </mc:Choice>
            <mc:Fallback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5151215A-DCF3-C046-5BA8-9C4FA4B62DE7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166027" y="10160446"/>
                    <a:ext cx="536507" cy="1011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7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0E01DAF3-8D1D-F1C8-D75F-A92B1D96F498}"/>
                      </a:ext>
                    </a:extLst>
                  </p14:cNvPr>
                  <p14:cNvContentPartPr/>
                  <p14:nvPr/>
                </p14:nvContentPartPr>
                <p14:xfrm>
                  <a:off x="258420" y="9887040"/>
                  <a:ext cx="247320" cy="252720"/>
                </p14:xfrm>
              </p:contentPart>
            </mc:Choice>
            <mc:Fallback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0E01DAF3-8D1D-F1C8-D75F-A92B1D96F498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250992" y="9878949"/>
                    <a:ext cx="262177" cy="2689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9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82DD6599-8C43-A8A4-FAF0-3AFCF1C6F51F}"/>
                      </a:ext>
                    </a:extLst>
                  </p14:cNvPr>
                  <p14:cNvContentPartPr/>
                  <p14:nvPr/>
                </p14:nvContentPartPr>
                <p14:xfrm>
                  <a:off x="1034580" y="10199520"/>
                  <a:ext cx="665640" cy="54360"/>
                </p14:xfrm>
              </p:contentPart>
            </mc:Choice>
            <mc:Fallback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82DD6599-8C43-A8A4-FAF0-3AFCF1C6F51F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1027145" y="10191414"/>
                    <a:ext cx="680510" cy="7057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1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A8A3EB5C-1B5E-B540-061B-59310C12B62E}"/>
                      </a:ext>
                    </a:extLst>
                  </p14:cNvPr>
                  <p14:cNvContentPartPr/>
                  <p14:nvPr/>
                </p14:nvContentPartPr>
                <p14:xfrm>
                  <a:off x="1913700" y="10181880"/>
                  <a:ext cx="588600" cy="43560"/>
                </p14:xfrm>
              </p:contentPart>
            </mc:Choice>
            <mc:Fallback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A8A3EB5C-1B5E-B540-061B-59310C12B62E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1906266" y="10173742"/>
                    <a:ext cx="603468" cy="598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3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F239619E-1F62-2369-604B-32381C79E281}"/>
                      </a:ext>
                    </a:extLst>
                  </p14:cNvPr>
                  <p14:cNvContentPartPr/>
                  <p14:nvPr/>
                </p14:nvContentPartPr>
                <p14:xfrm>
                  <a:off x="2777700" y="10174320"/>
                  <a:ext cx="389160" cy="37440"/>
                </p14:xfrm>
              </p:contentPart>
            </mc:Choice>
            <mc:Fallback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F239619E-1F62-2369-604B-32381C79E281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2770267" y="10166263"/>
                    <a:ext cx="404027" cy="535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5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A9A1A8A0-2743-210E-EC96-E812D4F69EED}"/>
                      </a:ext>
                    </a:extLst>
                  </p14:cNvPr>
                  <p14:cNvContentPartPr/>
                  <p14:nvPr/>
                </p14:nvContentPartPr>
                <p14:xfrm>
                  <a:off x="1224660" y="9854280"/>
                  <a:ext cx="292680" cy="237600"/>
                </p14:xfrm>
              </p:contentPart>
            </mc:Choice>
            <mc:Fallback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A9A1A8A0-2743-210E-EC96-E812D4F69EED}"/>
                      </a:ext>
                    </a:extLst>
                  </p:cNvPr>
                  <p:cNvPicPr/>
                  <p:nvPr/>
                </p:nvPicPr>
                <p:blipFill>
                  <a:blip r:embed="rId156"/>
                  <a:stretch>
                    <a:fillRect/>
                  </a:stretch>
                </p:blipFill>
                <p:spPr>
                  <a:xfrm>
                    <a:off x="1217223" y="9846185"/>
                    <a:ext cx="307555" cy="2537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7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41838D05-2281-5F11-F5CB-5DCEEC422061}"/>
                      </a:ext>
                    </a:extLst>
                  </p14:cNvPr>
                  <p14:cNvContentPartPr/>
                  <p14:nvPr/>
                </p14:nvContentPartPr>
                <p14:xfrm>
                  <a:off x="2067060" y="9811800"/>
                  <a:ext cx="317880" cy="273240"/>
                </p14:xfrm>
              </p:contentPart>
            </mc:Choice>
            <mc:Fallback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41838D05-2281-5F11-F5CB-5DCEEC422061}"/>
                      </a:ext>
                    </a:extLst>
                  </p:cNvPr>
                  <p:cNvPicPr/>
                  <p:nvPr/>
                </p:nvPicPr>
                <p:blipFill>
                  <a:blip r:embed="rId158"/>
                  <a:stretch>
                    <a:fillRect/>
                  </a:stretch>
                </p:blipFill>
                <p:spPr>
                  <a:xfrm>
                    <a:off x="2059627" y="9803708"/>
                    <a:ext cx="332746" cy="28942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9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4F5697E7-DC42-DA87-501E-A8EF09529DAA}"/>
                      </a:ext>
                    </a:extLst>
                  </p14:cNvPr>
                  <p14:cNvContentPartPr/>
                  <p14:nvPr/>
                </p14:nvContentPartPr>
                <p14:xfrm>
                  <a:off x="2742060" y="9840960"/>
                  <a:ext cx="367920" cy="245160"/>
                </p14:xfrm>
              </p:contentPart>
            </mc:Choice>
            <mc:Fallback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4F5697E7-DC42-DA87-501E-A8EF09529DAA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2734623" y="9832867"/>
                    <a:ext cx="382794" cy="26134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B434BE4C-9640-BDD6-6C76-0F5E5A739CFA}"/>
                </a:ext>
              </a:extLst>
            </p:cNvPr>
            <p:cNvGrpSpPr/>
            <p:nvPr/>
          </p:nvGrpSpPr>
          <p:grpSpPr>
            <a:xfrm>
              <a:off x="3670500" y="9830160"/>
              <a:ext cx="539280" cy="337680"/>
              <a:chOff x="3670500" y="9830160"/>
              <a:chExt cx="539280" cy="3376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61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4B88FAC8-7938-4847-E708-34D51DD1D47A}"/>
                      </a:ext>
                    </a:extLst>
                  </p14:cNvPr>
                  <p14:cNvContentPartPr/>
                  <p14:nvPr/>
                </p14:nvContentPartPr>
                <p14:xfrm>
                  <a:off x="3670500" y="10145520"/>
                  <a:ext cx="433080" cy="22320"/>
                </p14:xfrm>
              </p:contentPart>
            </mc:Choice>
            <mc:Fallback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4B88FAC8-7938-4847-E708-34D51DD1D47A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3663063" y="10137447"/>
                    <a:ext cx="447953" cy="384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3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82A37911-CDA1-4CF8-8CDD-C97DE288C636}"/>
                      </a:ext>
                    </a:extLst>
                  </p14:cNvPr>
                  <p14:cNvContentPartPr/>
                  <p14:nvPr/>
                </p14:nvContentPartPr>
                <p14:xfrm>
                  <a:off x="3868500" y="9830160"/>
                  <a:ext cx="341280" cy="272880"/>
                </p14:xfrm>
              </p:contentPart>
            </mc:Choice>
            <mc:Fallback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82A37911-CDA1-4CF8-8CDD-C97DE288C636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3861071" y="9822064"/>
                    <a:ext cx="356137" cy="28907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8387C51-4666-9E84-1F4E-1C9C7C8D2639}"/>
                    </a:ext>
                  </a:extLst>
                </p14:cNvPr>
                <p14:cNvContentPartPr/>
                <p14:nvPr/>
              </p14:nvContentPartPr>
              <p14:xfrm>
                <a:off x="4647900" y="10157040"/>
                <a:ext cx="384840" cy="77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8387C51-4666-9E84-1F4E-1C9C7C8D263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640466" y="10148968"/>
                  <a:ext cx="399709" cy="93545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F71FEE01-8EBE-DD92-4290-D441336D1594}"/>
                </a:ext>
              </a:extLst>
            </p:cNvPr>
            <p:cNvGrpSpPr/>
            <p:nvPr/>
          </p:nvGrpSpPr>
          <p:grpSpPr>
            <a:xfrm>
              <a:off x="5605500" y="10069200"/>
              <a:ext cx="2921400" cy="92520"/>
              <a:chOff x="5605500" y="10069200"/>
              <a:chExt cx="2921400" cy="925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67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99389129-B8B9-A9F5-2FAD-D9EE789AD933}"/>
                      </a:ext>
                    </a:extLst>
                  </p14:cNvPr>
                  <p14:cNvContentPartPr/>
                  <p14:nvPr/>
                </p14:nvContentPartPr>
                <p14:xfrm>
                  <a:off x="5605500" y="10106280"/>
                  <a:ext cx="358920" cy="42840"/>
                </p14:xfrm>
              </p:contentPart>
            </mc:Choice>
            <mc:Fallback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99389129-B8B9-A9F5-2FAD-D9EE789AD933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5598068" y="10098188"/>
                    <a:ext cx="373784" cy="590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9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17C2A43B-2A8F-19C5-7EA5-08DD8591B68F}"/>
                      </a:ext>
                    </a:extLst>
                  </p14:cNvPr>
                  <p14:cNvContentPartPr/>
                  <p14:nvPr/>
                </p14:nvContentPartPr>
                <p14:xfrm>
                  <a:off x="6195180" y="10092960"/>
                  <a:ext cx="289080" cy="42840"/>
                </p14:xfrm>
              </p:contentPart>
            </mc:Choice>
            <mc:Fallback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17C2A43B-2A8F-19C5-7EA5-08DD8591B68F}"/>
                      </a:ext>
                    </a:extLst>
                  </p:cNvPr>
                  <p:cNvPicPr/>
                  <p:nvPr/>
                </p:nvPicPr>
                <p:blipFill>
                  <a:blip r:embed="rId170"/>
                  <a:stretch>
                    <a:fillRect/>
                  </a:stretch>
                </p:blipFill>
                <p:spPr>
                  <a:xfrm>
                    <a:off x="6187745" y="10084868"/>
                    <a:ext cx="303949" cy="590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1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4B93566D-EAB2-4CF7-1BE2-60313D4DB01D}"/>
                      </a:ext>
                    </a:extLst>
                  </p14:cNvPr>
                  <p14:cNvContentPartPr/>
                  <p14:nvPr/>
                </p14:nvContentPartPr>
                <p14:xfrm>
                  <a:off x="7209660" y="10069200"/>
                  <a:ext cx="642600" cy="38160"/>
                </p14:xfrm>
              </p:contentPart>
            </mc:Choice>
            <mc:Fallback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4B93566D-EAB2-4CF7-1BE2-60313D4DB01D}"/>
                      </a:ext>
                    </a:extLst>
                  </p:cNvPr>
                  <p:cNvPicPr/>
                  <p:nvPr/>
                </p:nvPicPr>
                <p:blipFill>
                  <a:blip r:embed="rId172"/>
                  <a:stretch>
                    <a:fillRect/>
                  </a:stretch>
                </p:blipFill>
                <p:spPr>
                  <a:xfrm>
                    <a:off x="7202229" y="10061191"/>
                    <a:ext cx="657463" cy="541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3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53FC5C34-E99D-8E1A-8250-62C46217798C}"/>
                      </a:ext>
                    </a:extLst>
                  </p14:cNvPr>
                  <p14:cNvContentPartPr/>
                  <p14:nvPr/>
                </p14:nvContentPartPr>
                <p14:xfrm>
                  <a:off x="8059980" y="10109160"/>
                  <a:ext cx="466920" cy="31320"/>
                </p14:xfrm>
              </p:contentPart>
            </mc:Choice>
            <mc:Fallback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53FC5C34-E99D-8E1A-8250-62C46217798C}"/>
                      </a:ext>
                    </a:extLst>
                  </p:cNvPr>
                  <p:cNvPicPr/>
                  <p:nvPr/>
                </p:nvPicPr>
                <p:blipFill>
                  <a:blip r:embed="rId174"/>
                  <a:stretch>
                    <a:fillRect/>
                  </a:stretch>
                </p:blipFill>
                <p:spPr>
                  <a:xfrm>
                    <a:off x="8052548" y="10101093"/>
                    <a:ext cx="481784" cy="474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5">
                <p14:nvContentPartPr>
                  <p14:cNvPr id="132" name="Ink 131">
                    <a:extLst>
                      <a:ext uri="{FF2B5EF4-FFF2-40B4-BE49-F238E27FC236}">
                        <a16:creationId xmlns:a16="http://schemas.microsoft.com/office/drawing/2014/main" id="{B196DF4D-5950-91EA-2987-824B9249079B}"/>
                      </a:ext>
                    </a:extLst>
                  </p14:cNvPr>
                  <p14:cNvContentPartPr/>
                  <p14:nvPr/>
                </p14:nvContentPartPr>
                <p14:xfrm>
                  <a:off x="6712860" y="10115280"/>
                  <a:ext cx="372600" cy="46440"/>
                </p14:xfrm>
              </p:contentPart>
            </mc:Choice>
            <mc:Fallback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B196DF4D-5950-91EA-2987-824B9249079B}"/>
                      </a:ext>
                    </a:extLst>
                  </p:cNvPr>
                  <p:cNvPicPr/>
                  <p:nvPr/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6705425" y="10107224"/>
                    <a:ext cx="387469" cy="62552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0C484CF-1100-76CF-AD7D-E9E31D241BD5}"/>
              </a:ext>
            </a:extLst>
          </p:cNvPr>
          <p:cNvGrpSpPr/>
          <p:nvPr/>
        </p:nvGrpSpPr>
        <p:grpSpPr>
          <a:xfrm>
            <a:off x="290200" y="7692960"/>
            <a:ext cx="1155600" cy="613440"/>
            <a:chOff x="290200" y="7692960"/>
            <a:chExt cx="1155600" cy="61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BB3C28D-904F-F023-DA14-E971EEA8BC53}"/>
                    </a:ext>
                  </a:extLst>
                </p14:cNvPr>
                <p14:cNvContentPartPr/>
                <p14:nvPr/>
              </p14:nvContentPartPr>
              <p14:xfrm>
                <a:off x="290200" y="7730040"/>
                <a:ext cx="285480" cy="424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BB3C28D-904F-F023-DA14-E971EEA8BC5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84080" y="7723920"/>
                  <a:ext cx="2977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717D7BB-CB76-E193-6730-4FC71E44B1F6}"/>
                    </a:ext>
                  </a:extLst>
                </p14:cNvPr>
                <p14:cNvContentPartPr/>
                <p14:nvPr/>
              </p14:nvContentPartPr>
              <p14:xfrm>
                <a:off x="562360" y="7692960"/>
                <a:ext cx="228240" cy="451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717D7BB-CB76-E193-6730-4FC71E44B1F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56240" y="7686840"/>
                  <a:ext cx="2404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0F9E57D-74B4-4EE7-6660-582559014D8A}"/>
                    </a:ext>
                  </a:extLst>
                </p14:cNvPr>
                <p14:cNvContentPartPr/>
                <p14:nvPr/>
              </p14:nvContentPartPr>
              <p14:xfrm>
                <a:off x="890320" y="7879080"/>
                <a:ext cx="61920" cy="427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0F9E57D-74B4-4EE7-6660-582559014D8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84200" y="7872960"/>
                  <a:ext cx="741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36248D3-D9A7-3955-6F88-44B9CA8C0C5A}"/>
                    </a:ext>
                  </a:extLst>
                </p14:cNvPr>
                <p14:cNvContentPartPr/>
                <p14:nvPr/>
              </p14:nvContentPartPr>
              <p14:xfrm>
                <a:off x="1199200" y="7843800"/>
                <a:ext cx="210240" cy="2959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36248D3-D9A7-3955-6F88-44B9CA8C0C5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93080" y="7837680"/>
                  <a:ext cx="222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0FB0BC7-03B4-95D4-40CE-DD0733E78FA6}"/>
                    </a:ext>
                  </a:extLst>
                </p14:cNvPr>
                <p14:cNvContentPartPr/>
                <p14:nvPr/>
              </p14:nvContentPartPr>
              <p14:xfrm>
                <a:off x="1233400" y="7794840"/>
                <a:ext cx="212400" cy="345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0FB0BC7-03B4-95D4-40CE-DD0733E78FA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227280" y="7788720"/>
                  <a:ext cx="224640" cy="3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565D9F6-0A5C-59F5-4FF1-91A622FD2EEA}"/>
              </a:ext>
            </a:extLst>
          </p:cNvPr>
          <p:cNvGrpSpPr/>
          <p:nvPr/>
        </p:nvGrpSpPr>
        <p:grpSpPr>
          <a:xfrm>
            <a:off x="1903000" y="7707720"/>
            <a:ext cx="1767240" cy="590400"/>
            <a:chOff x="1903000" y="7707720"/>
            <a:chExt cx="1767240" cy="5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76026C9-9995-2F9C-B566-E36CE578A09F}"/>
                    </a:ext>
                  </a:extLst>
                </p14:cNvPr>
                <p14:cNvContentPartPr/>
                <p14:nvPr/>
              </p14:nvContentPartPr>
              <p14:xfrm>
                <a:off x="1903000" y="7724640"/>
                <a:ext cx="340200" cy="501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76026C9-9995-2F9C-B566-E36CE578A09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896880" y="7718520"/>
                  <a:ext cx="35244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147F10A-43CE-6F61-6C0C-0C4F320B1897}"/>
                    </a:ext>
                  </a:extLst>
                </p14:cNvPr>
                <p14:cNvContentPartPr/>
                <p14:nvPr/>
              </p14:nvContentPartPr>
              <p14:xfrm>
                <a:off x="1993720" y="7718880"/>
                <a:ext cx="537840" cy="25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147F10A-43CE-6F61-6C0C-0C4F320B189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987600" y="7712760"/>
                  <a:ext cx="550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BC7BBF7-B9CB-EDA7-2665-842C3DAAFE98}"/>
                    </a:ext>
                  </a:extLst>
                </p14:cNvPr>
                <p14:cNvContentPartPr/>
                <p14:nvPr/>
              </p14:nvContentPartPr>
              <p14:xfrm>
                <a:off x="2523640" y="7707720"/>
                <a:ext cx="402480" cy="399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BC7BBF7-B9CB-EDA7-2665-842C3DAAFE9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517520" y="7701600"/>
                  <a:ext cx="4147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F0BF672-F908-9F4E-B869-C70F6BD45DE9}"/>
                    </a:ext>
                  </a:extLst>
                </p14:cNvPr>
                <p14:cNvContentPartPr/>
                <p14:nvPr/>
              </p14:nvContentPartPr>
              <p14:xfrm>
                <a:off x="2952400" y="7964760"/>
                <a:ext cx="264960" cy="333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F0BF672-F908-9F4E-B869-C70F6BD45DE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946280" y="7958640"/>
                  <a:ext cx="2772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0BB96A1-7101-A250-EED2-BA980B56AD17}"/>
                    </a:ext>
                  </a:extLst>
                </p14:cNvPr>
                <p14:cNvContentPartPr/>
                <p14:nvPr/>
              </p14:nvContentPartPr>
              <p14:xfrm>
                <a:off x="3340480" y="7873680"/>
                <a:ext cx="329760" cy="286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0BB96A1-7101-A250-EED2-BA980B56AD1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334360" y="7867560"/>
                  <a:ext cx="3420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3AB2F4D-32A6-2DD2-8CC6-92EA4F129C9A}"/>
                    </a:ext>
                  </a:extLst>
                </p14:cNvPr>
                <p14:cNvContentPartPr/>
                <p14:nvPr/>
              </p14:nvContentPartPr>
              <p14:xfrm>
                <a:off x="3349480" y="7804200"/>
                <a:ext cx="310320" cy="437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3AB2F4D-32A6-2DD2-8CC6-92EA4F129C9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343360" y="7798080"/>
                  <a:ext cx="322560" cy="44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1ADE1D1D-61BA-3796-55A4-BB521463C601}"/>
                  </a:ext>
                </a:extLst>
              </p14:cNvPr>
              <p14:cNvContentPartPr/>
              <p14:nvPr/>
            </p14:nvContentPartPr>
            <p14:xfrm>
              <a:off x="4260280" y="7573800"/>
              <a:ext cx="344160" cy="6375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1ADE1D1D-61BA-3796-55A4-BB521463C601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4254160" y="7567680"/>
                <a:ext cx="356400" cy="64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0739CF7-1728-838E-D73E-97E068B827A1}"/>
              </a:ext>
            </a:extLst>
          </p:cNvPr>
          <p:cNvGrpSpPr/>
          <p:nvPr/>
        </p:nvGrpSpPr>
        <p:grpSpPr>
          <a:xfrm>
            <a:off x="6120400" y="7644000"/>
            <a:ext cx="1273320" cy="486000"/>
            <a:chOff x="6120400" y="7644000"/>
            <a:chExt cx="1273320" cy="48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AEA1CFE-8F6F-A2B3-B37E-18EDDB235C35}"/>
                    </a:ext>
                  </a:extLst>
                </p14:cNvPr>
                <p14:cNvContentPartPr/>
                <p14:nvPr/>
              </p14:nvContentPartPr>
              <p14:xfrm>
                <a:off x="6120400" y="7802760"/>
                <a:ext cx="191520" cy="74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AEA1CFE-8F6F-A2B3-B37E-18EDDB235C3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114280" y="7796640"/>
                  <a:ext cx="203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E5F622D-308B-98A1-9778-1082C9131570}"/>
                    </a:ext>
                  </a:extLst>
                </p14:cNvPr>
                <p14:cNvContentPartPr/>
                <p14:nvPr/>
              </p14:nvContentPartPr>
              <p14:xfrm>
                <a:off x="6285280" y="7871880"/>
                <a:ext cx="154440" cy="73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E5F622D-308B-98A1-9778-1082C913157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79160" y="7865760"/>
                  <a:ext cx="166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DB1529A-2D84-C10C-4C39-8DB7AAC37870}"/>
                    </a:ext>
                  </a:extLst>
                </p14:cNvPr>
                <p14:cNvContentPartPr/>
                <p14:nvPr/>
              </p14:nvContentPartPr>
              <p14:xfrm>
                <a:off x="6522880" y="7659120"/>
                <a:ext cx="296280" cy="467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DB1529A-2D84-C10C-4C39-8DB7AAC3787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516760" y="7653000"/>
                  <a:ext cx="30852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27148D1-849D-BD8B-01FE-B1B5FF086DBB}"/>
                    </a:ext>
                  </a:extLst>
                </p14:cNvPr>
                <p14:cNvContentPartPr/>
                <p14:nvPr/>
              </p14:nvContentPartPr>
              <p14:xfrm>
                <a:off x="6855160" y="7644000"/>
                <a:ext cx="221040" cy="486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27148D1-849D-BD8B-01FE-B1B5FF086DB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849040" y="7637880"/>
                  <a:ext cx="2332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690FE0C-06F1-1E72-7AC2-5C7D5EE7ABC5}"/>
                    </a:ext>
                  </a:extLst>
                </p14:cNvPr>
                <p14:cNvContentPartPr/>
                <p14:nvPr/>
              </p14:nvContentPartPr>
              <p14:xfrm>
                <a:off x="7108600" y="7709880"/>
                <a:ext cx="285120" cy="334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690FE0C-06F1-1E72-7AC2-5C7D5EE7ABC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102480" y="7703760"/>
                  <a:ext cx="297360" cy="34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6506833-6934-13C7-E0B8-6262FD6ADDCC}"/>
              </a:ext>
            </a:extLst>
          </p:cNvPr>
          <p:cNvGrpSpPr/>
          <p:nvPr/>
        </p:nvGrpSpPr>
        <p:grpSpPr>
          <a:xfrm>
            <a:off x="5001520" y="7497120"/>
            <a:ext cx="819720" cy="727920"/>
            <a:chOff x="5001520" y="7497120"/>
            <a:chExt cx="819720" cy="72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8760440-8720-6C14-A77A-1A8998C7817E}"/>
                    </a:ext>
                  </a:extLst>
                </p14:cNvPr>
                <p14:cNvContentPartPr/>
                <p14:nvPr/>
              </p14:nvContentPartPr>
              <p14:xfrm>
                <a:off x="5545840" y="7887360"/>
                <a:ext cx="275400" cy="337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8760440-8720-6C14-A77A-1A8998C7817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539720" y="7881240"/>
                  <a:ext cx="2876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B7CC27-72A5-BCFB-F89F-4C9D9877B6D4}"/>
                    </a:ext>
                  </a:extLst>
                </p14:cNvPr>
                <p14:cNvContentPartPr/>
                <p14:nvPr/>
              </p14:nvContentPartPr>
              <p14:xfrm>
                <a:off x="5001520" y="7497120"/>
                <a:ext cx="492840" cy="617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B7CC27-72A5-BCFB-F89F-4C9D9877B6D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995400" y="7491000"/>
                  <a:ext cx="50508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4B32856-CB68-E69E-ECD9-B2BC0ECF9C08}"/>
                    </a:ext>
                  </a:extLst>
                </p14:cNvPr>
                <p14:cNvContentPartPr/>
                <p14:nvPr/>
              </p14:nvContentPartPr>
              <p14:xfrm>
                <a:off x="5344960" y="7879800"/>
                <a:ext cx="8640" cy="37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4B32856-CB68-E69E-ECD9-B2BC0ECF9C0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338840" y="7873680"/>
                  <a:ext cx="208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3D2A18F-584E-D53B-DC92-05974185A5E2}"/>
                    </a:ext>
                  </a:extLst>
                </p14:cNvPr>
                <p14:cNvContentPartPr/>
                <p14:nvPr/>
              </p14:nvContentPartPr>
              <p14:xfrm>
                <a:off x="5337040" y="7824000"/>
                <a:ext cx="45360" cy="50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3D2A18F-584E-D53B-DC92-05974185A5E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330920" y="7817880"/>
                  <a:ext cx="576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375630F3-B159-D80C-DBA6-ED32C7BDCDF4}"/>
              </a:ext>
            </a:extLst>
          </p:cNvPr>
          <p:cNvGrpSpPr/>
          <p:nvPr/>
        </p:nvGrpSpPr>
        <p:grpSpPr>
          <a:xfrm>
            <a:off x="6061000" y="8328720"/>
            <a:ext cx="1476360" cy="496440"/>
            <a:chOff x="6061000" y="8328720"/>
            <a:chExt cx="1476360" cy="49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4B7C5E7-EBCB-92BC-91B8-7C4F399E821A}"/>
                    </a:ext>
                  </a:extLst>
                </p14:cNvPr>
                <p14:cNvContentPartPr/>
                <p14:nvPr/>
              </p14:nvContentPartPr>
              <p14:xfrm>
                <a:off x="6061000" y="8761800"/>
                <a:ext cx="308880" cy="33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4B7C5E7-EBCB-92BC-91B8-7C4F399E821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054880" y="8755680"/>
                  <a:ext cx="321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AC4874B-A24D-DC5A-5186-B0161A4EE53D}"/>
                    </a:ext>
                  </a:extLst>
                </p14:cNvPr>
                <p14:cNvContentPartPr/>
                <p14:nvPr/>
              </p14:nvContentPartPr>
              <p14:xfrm>
                <a:off x="6064960" y="8578560"/>
                <a:ext cx="271440" cy="68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AC4874B-A24D-DC5A-5186-B0161A4EE53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058840" y="8572440"/>
                  <a:ext cx="2836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3A2C18B-D237-09A0-CCB8-9850D10A8CA3}"/>
                    </a:ext>
                  </a:extLst>
                </p14:cNvPr>
                <p14:cNvContentPartPr/>
                <p14:nvPr/>
              </p14:nvContentPartPr>
              <p14:xfrm>
                <a:off x="6493000" y="8463720"/>
                <a:ext cx="61920" cy="289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3A2C18B-D237-09A0-CCB8-9850D10A8CA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86880" y="8457600"/>
                  <a:ext cx="741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DDD55F1-BD59-8D02-30F7-88D489FD6BF6}"/>
                    </a:ext>
                  </a:extLst>
                </p14:cNvPr>
                <p14:cNvContentPartPr/>
                <p14:nvPr/>
              </p14:nvContentPartPr>
              <p14:xfrm>
                <a:off x="6622600" y="8442120"/>
                <a:ext cx="211320" cy="241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DDD55F1-BD59-8D02-30F7-88D489FD6BF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616480" y="8436000"/>
                  <a:ext cx="2235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16393A1-585F-E964-DD4F-0500195CFDF3}"/>
                    </a:ext>
                  </a:extLst>
                </p14:cNvPr>
                <p14:cNvContentPartPr/>
                <p14:nvPr/>
              </p14:nvContentPartPr>
              <p14:xfrm>
                <a:off x="6933280" y="8403240"/>
                <a:ext cx="192600" cy="421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16393A1-585F-E964-DD4F-0500195CFDF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927160" y="8397120"/>
                  <a:ext cx="20484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758AFBD-FA36-47DA-7CC5-A8737CCD7723}"/>
                    </a:ext>
                  </a:extLst>
                </p14:cNvPr>
                <p14:cNvContentPartPr/>
                <p14:nvPr/>
              </p14:nvContentPartPr>
              <p14:xfrm>
                <a:off x="7223080" y="8328720"/>
                <a:ext cx="314280" cy="356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758AFBD-FA36-47DA-7CC5-A8737CCD772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216960" y="8322600"/>
                  <a:ext cx="326520" cy="36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69678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4484" y="403508"/>
            <a:ext cx="7328534" cy="1162685"/>
            <a:chOff x="184484" y="403508"/>
            <a:chExt cx="7328534" cy="11626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484" y="403508"/>
              <a:ext cx="7328011" cy="11623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44751" y="952864"/>
              <a:ext cx="16510" cy="16510"/>
            </a:xfrm>
            <a:custGeom>
              <a:avLst/>
              <a:gdLst/>
              <a:ahLst/>
              <a:cxnLst/>
              <a:rect l="l" t="t" r="r" b="b"/>
              <a:pathLst>
                <a:path w="16510" h="16509">
                  <a:moveTo>
                    <a:pt x="9056" y="0"/>
                  </a:moveTo>
                  <a:lnTo>
                    <a:pt x="6935" y="0"/>
                  </a:lnTo>
                  <a:lnTo>
                    <a:pt x="5915" y="203"/>
                  </a:lnTo>
                  <a:lnTo>
                    <a:pt x="0" y="6935"/>
                  </a:lnTo>
                  <a:lnTo>
                    <a:pt x="0" y="9056"/>
                  </a:lnTo>
                  <a:lnTo>
                    <a:pt x="6935" y="15991"/>
                  </a:lnTo>
                  <a:lnTo>
                    <a:pt x="9056" y="15991"/>
                  </a:lnTo>
                  <a:lnTo>
                    <a:pt x="15994" y="7995"/>
                  </a:lnTo>
                  <a:lnTo>
                    <a:pt x="15993" y="6935"/>
                  </a:lnTo>
                  <a:lnTo>
                    <a:pt x="9056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4675" y="0"/>
            <a:ext cx="27940" cy="19685"/>
          </a:xfrm>
          <a:custGeom>
            <a:avLst/>
            <a:gdLst/>
            <a:ahLst/>
            <a:cxnLst/>
            <a:rect l="l" t="t" r="r" b="b"/>
            <a:pathLst>
              <a:path w="27939" h="19685">
                <a:moveTo>
                  <a:pt x="20579" y="0"/>
                </a:moveTo>
                <a:lnTo>
                  <a:pt x="0" y="0"/>
                </a:lnTo>
                <a:lnTo>
                  <a:pt x="13939" y="17217"/>
                </a:lnTo>
                <a:lnTo>
                  <a:pt x="14739" y="17881"/>
                </a:lnTo>
                <a:lnTo>
                  <a:pt x="16602" y="18893"/>
                </a:lnTo>
                <a:lnTo>
                  <a:pt x="18004" y="19329"/>
                </a:lnTo>
                <a:lnTo>
                  <a:pt x="20740" y="19329"/>
                </a:lnTo>
                <a:lnTo>
                  <a:pt x="27456" y="10107"/>
                </a:lnTo>
                <a:lnTo>
                  <a:pt x="26854" y="8074"/>
                </a:lnTo>
                <a:lnTo>
                  <a:pt x="26370" y="7153"/>
                </a:lnTo>
                <a:lnTo>
                  <a:pt x="2057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88523" y="0"/>
            <a:ext cx="40005" cy="91440"/>
          </a:xfrm>
          <a:custGeom>
            <a:avLst/>
            <a:gdLst/>
            <a:ahLst/>
            <a:cxnLst/>
            <a:rect l="l" t="t" r="r" b="b"/>
            <a:pathLst>
              <a:path w="40005" h="91440">
                <a:moveTo>
                  <a:pt x="16103" y="0"/>
                </a:moveTo>
                <a:lnTo>
                  <a:pt x="0" y="0"/>
                </a:lnTo>
                <a:lnTo>
                  <a:pt x="693" y="5513"/>
                </a:lnTo>
                <a:lnTo>
                  <a:pt x="16295" y="70730"/>
                </a:lnTo>
                <a:lnTo>
                  <a:pt x="31387" y="91229"/>
                </a:lnTo>
                <a:lnTo>
                  <a:pt x="32350" y="91229"/>
                </a:lnTo>
                <a:lnTo>
                  <a:pt x="34117" y="90848"/>
                </a:lnTo>
                <a:lnTo>
                  <a:pt x="34309" y="90848"/>
                </a:lnTo>
                <a:lnTo>
                  <a:pt x="39836" y="83563"/>
                </a:lnTo>
                <a:lnTo>
                  <a:pt x="39744" y="82171"/>
                </a:lnTo>
                <a:lnTo>
                  <a:pt x="39451" y="80813"/>
                </a:lnTo>
                <a:lnTo>
                  <a:pt x="39372" y="80450"/>
                </a:lnTo>
                <a:lnTo>
                  <a:pt x="38958" y="79495"/>
                </a:lnTo>
                <a:lnTo>
                  <a:pt x="35457" y="74432"/>
                </a:lnTo>
                <a:lnTo>
                  <a:pt x="35274" y="74432"/>
                </a:lnTo>
                <a:lnTo>
                  <a:pt x="34964" y="73718"/>
                </a:lnTo>
                <a:lnTo>
                  <a:pt x="34519" y="73074"/>
                </a:lnTo>
                <a:lnTo>
                  <a:pt x="34684" y="73074"/>
                </a:lnTo>
                <a:lnTo>
                  <a:pt x="31318" y="65335"/>
                </a:lnTo>
                <a:lnTo>
                  <a:pt x="23583" y="38130"/>
                </a:lnTo>
                <a:lnTo>
                  <a:pt x="23496" y="37827"/>
                </a:lnTo>
                <a:lnTo>
                  <a:pt x="23403" y="37504"/>
                </a:lnTo>
                <a:lnTo>
                  <a:pt x="16587" y="3510"/>
                </a:lnTo>
                <a:lnTo>
                  <a:pt x="16471" y="2933"/>
                </a:lnTo>
                <a:lnTo>
                  <a:pt x="16103" y="0"/>
                </a:lnTo>
                <a:close/>
              </a:path>
              <a:path w="40005" h="91440">
                <a:moveTo>
                  <a:pt x="34964" y="73718"/>
                </a:moveTo>
                <a:lnTo>
                  <a:pt x="35274" y="74432"/>
                </a:lnTo>
                <a:lnTo>
                  <a:pt x="35457" y="74432"/>
                </a:lnTo>
                <a:lnTo>
                  <a:pt x="34964" y="73718"/>
                </a:lnTo>
                <a:close/>
              </a:path>
              <a:path w="40005" h="91440">
                <a:moveTo>
                  <a:pt x="34684" y="73074"/>
                </a:moveTo>
                <a:lnTo>
                  <a:pt x="34519" y="73074"/>
                </a:lnTo>
                <a:lnTo>
                  <a:pt x="34964" y="73718"/>
                </a:lnTo>
                <a:lnTo>
                  <a:pt x="34684" y="730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86467" y="0"/>
            <a:ext cx="28575" cy="44450"/>
          </a:xfrm>
          <a:custGeom>
            <a:avLst/>
            <a:gdLst/>
            <a:ahLst/>
            <a:cxnLst/>
            <a:rect l="l" t="t" r="r" b="b"/>
            <a:pathLst>
              <a:path w="28575" h="44450">
                <a:moveTo>
                  <a:pt x="28342" y="0"/>
                </a:moveTo>
                <a:lnTo>
                  <a:pt x="11771" y="0"/>
                </a:lnTo>
                <a:lnTo>
                  <a:pt x="6692" y="18957"/>
                </a:lnTo>
                <a:lnTo>
                  <a:pt x="119" y="33624"/>
                </a:lnTo>
                <a:lnTo>
                  <a:pt x="6064" y="43891"/>
                </a:lnTo>
                <a:lnTo>
                  <a:pt x="9408" y="43891"/>
                </a:lnTo>
                <a:lnTo>
                  <a:pt x="21708" y="24333"/>
                </a:lnTo>
                <a:lnTo>
                  <a:pt x="2834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4722" y="0"/>
            <a:ext cx="74295" cy="6985"/>
          </a:xfrm>
          <a:custGeom>
            <a:avLst/>
            <a:gdLst/>
            <a:ahLst/>
            <a:cxnLst/>
            <a:rect l="l" t="t" r="r" b="b"/>
            <a:pathLst>
              <a:path w="74294" h="6985">
                <a:moveTo>
                  <a:pt x="73713" y="0"/>
                </a:moveTo>
                <a:lnTo>
                  <a:pt x="0" y="0"/>
                </a:lnTo>
                <a:lnTo>
                  <a:pt x="1659" y="1301"/>
                </a:lnTo>
                <a:lnTo>
                  <a:pt x="6916" y="4192"/>
                </a:lnTo>
                <a:lnTo>
                  <a:pt x="9744" y="5121"/>
                </a:lnTo>
                <a:lnTo>
                  <a:pt x="22981" y="6833"/>
                </a:lnTo>
                <a:lnTo>
                  <a:pt x="41653" y="6126"/>
                </a:lnTo>
                <a:lnTo>
                  <a:pt x="63132" y="2796"/>
                </a:lnTo>
                <a:lnTo>
                  <a:pt x="73713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95535" y="0"/>
            <a:ext cx="30480" cy="23495"/>
          </a:xfrm>
          <a:custGeom>
            <a:avLst/>
            <a:gdLst/>
            <a:ahLst/>
            <a:cxnLst/>
            <a:rect l="l" t="t" r="r" b="b"/>
            <a:pathLst>
              <a:path w="30479" h="23495">
                <a:moveTo>
                  <a:pt x="30081" y="0"/>
                </a:moveTo>
                <a:lnTo>
                  <a:pt x="9767" y="0"/>
                </a:lnTo>
                <a:lnTo>
                  <a:pt x="1117" y="11045"/>
                </a:lnTo>
                <a:lnTo>
                  <a:pt x="647" y="11973"/>
                </a:lnTo>
                <a:lnTo>
                  <a:pt x="78" y="14016"/>
                </a:lnTo>
                <a:lnTo>
                  <a:pt x="0" y="15054"/>
                </a:lnTo>
                <a:lnTo>
                  <a:pt x="256" y="17158"/>
                </a:lnTo>
                <a:lnTo>
                  <a:pt x="6941" y="23129"/>
                </a:lnTo>
                <a:lnTo>
                  <a:pt x="8640" y="23129"/>
                </a:lnTo>
                <a:lnTo>
                  <a:pt x="3008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2829" y="0"/>
            <a:ext cx="106598" cy="7225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394158" y="1822067"/>
            <a:ext cx="165735" cy="12700"/>
          </a:xfrm>
          <a:custGeom>
            <a:avLst/>
            <a:gdLst/>
            <a:ahLst/>
            <a:cxnLst/>
            <a:rect l="l" t="t" r="r" b="b"/>
            <a:pathLst>
              <a:path w="165735" h="12700">
                <a:moveTo>
                  <a:pt x="162840" y="0"/>
                </a:moveTo>
                <a:lnTo>
                  <a:pt x="161576" y="0"/>
                </a:lnTo>
                <a:lnTo>
                  <a:pt x="140121" y="1479"/>
                </a:lnTo>
                <a:lnTo>
                  <a:pt x="95455" y="3023"/>
                </a:lnTo>
                <a:lnTo>
                  <a:pt x="20167" y="3023"/>
                </a:lnTo>
                <a:lnTo>
                  <a:pt x="7247" y="4636"/>
                </a:lnTo>
                <a:lnTo>
                  <a:pt x="7545" y="4636"/>
                </a:lnTo>
                <a:lnTo>
                  <a:pt x="1816" y="6276"/>
                </a:lnTo>
                <a:lnTo>
                  <a:pt x="1218" y="6642"/>
                </a:lnTo>
                <a:lnTo>
                  <a:pt x="730" y="7029"/>
                </a:lnTo>
                <a:lnTo>
                  <a:pt x="448" y="7362"/>
                </a:lnTo>
                <a:lnTo>
                  <a:pt x="0" y="8188"/>
                </a:lnTo>
                <a:lnTo>
                  <a:pt x="61" y="10732"/>
                </a:lnTo>
                <a:lnTo>
                  <a:pt x="321" y="11197"/>
                </a:lnTo>
                <a:lnTo>
                  <a:pt x="814" y="11818"/>
                </a:lnTo>
                <a:lnTo>
                  <a:pt x="1147" y="12100"/>
                </a:lnTo>
                <a:lnTo>
                  <a:pt x="2165" y="12666"/>
                </a:lnTo>
                <a:lnTo>
                  <a:pt x="3893" y="12666"/>
                </a:lnTo>
                <a:lnTo>
                  <a:pt x="9043" y="11197"/>
                </a:lnTo>
                <a:lnTo>
                  <a:pt x="8883" y="11197"/>
                </a:lnTo>
                <a:lnTo>
                  <a:pt x="20797" y="9709"/>
                </a:lnTo>
                <a:lnTo>
                  <a:pt x="96431" y="9709"/>
                </a:lnTo>
                <a:lnTo>
                  <a:pt x="140464" y="8188"/>
                </a:lnTo>
                <a:lnTo>
                  <a:pt x="162870" y="6642"/>
                </a:lnTo>
                <a:lnTo>
                  <a:pt x="163062" y="6642"/>
                </a:lnTo>
                <a:lnTo>
                  <a:pt x="165519" y="3970"/>
                </a:lnTo>
                <a:lnTo>
                  <a:pt x="165399" y="2242"/>
                </a:lnTo>
                <a:lnTo>
                  <a:pt x="165027" y="1479"/>
                </a:lnTo>
                <a:lnTo>
                  <a:pt x="164735" y="1084"/>
                </a:lnTo>
                <a:lnTo>
                  <a:pt x="164063" y="500"/>
                </a:lnTo>
                <a:lnTo>
                  <a:pt x="163685" y="283"/>
                </a:lnTo>
                <a:lnTo>
                  <a:pt x="16284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42524" y="1826780"/>
            <a:ext cx="227965" cy="15875"/>
          </a:xfrm>
          <a:custGeom>
            <a:avLst/>
            <a:gdLst/>
            <a:ahLst/>
            <a:cxnLst/>
            <a:rect l="l" t="t" r="r" b="b"/>
            <a:pathLst>
              <a:path w="227964" h="15875">
                <a:moveTo>
                  <a:pt x="225502" y="0"/>
                </a:moveTo>
                <a:lnTo>
                  <a:pt x="222697" y="0"/>
                </a:lnTo>
                <a:lnTo>
                  <a:pt x="193377" y="4512"/>
                </a:lnTo>
                <a:lnTo>
                  <a:pt x="12687" y="4512"/>
                </a:lnTo>
                <a:lnTo>
                  <a:pt x="0" y="11054"/>
                </a:lnTo>
                <a:lnTo>
                  <a:pt x="39" y="13587"/>
                </a:lnTo>
                <a:lnTo>
                  <a:pt x="498" y="14350"/>
                </a:lnTo>
                <a:lnTo>
                  <a:pt x="791" y="14674"/>
                </a:lnTo>
                <a:lnTo>
                  <a:pt x="1506" y="15204"/>
                </a:lnTo>
                <a:lnTo>
                  <a:pt x="1901" y="15391"/>
                </a:lnTo>
                <a:lnTo>
                  <a:pt x="4423" y="15391"/>
                </a:lnTo>
                <a:lnTo>
                  <a:pt x="8144" y="13157"/>
                </a:lnTo>
                <a:lnTo>
                  <a:pt x="7996" y="13157"/>
                </a:lnTo>
                <a:lnTo>
                  <a:pt x="8661" y="12846"/>
                </a:lnTo>
                <a:lnTo>
                  <a:pt x="8930" y="12846"/>
                </a:lnTo>
                <a:lnTo>
                  <a:pt x="14307" y="11054"/>
                </a:lnTo>
                <a:lnTo>
                  <a:pt x="195009" y="11054"/>
                </a:lnTo>
                <a:lnTo>
                  <a:pt x="227373" y="1793"/>
                </a:lnTo>
                <a:lnTo>
                  <a:pt x="226911" y="1032"/>
                </a:lnTo>
                <a:lnTo>
                  <a:pt x="226616" y="709"/>
                </a:lnTo>
                <a:lnTo>
                  <a:pt x="225899" y="184"/>
                </a:lnTo>
                <a:lnTo>
                  <a:pt x="225502" y="0"/>
                </a:lnTo>
                <a:close/>
              </a:path>
              <a:path w="227964" h="15875">
                <a:moveTo>
                  <a:pt x="8661" y="12846"/>
                </a:moveTo>
                <a:lnTo>
                  <a:pt x="7996" y="13157"/>
                </a:lnTo>
                <a:lnTo>
                  <a:pt x="8144" y="13157"/>
                </a:lnTo>
                <a:lnTo>
                  <a:pt x="8661" y="12846"/>
                </a:lnTo>
                <a:close/>
              </a:path>
              <a:path w="227964" h="15875">
                <a:moveTo>
                  <a:pt x="8930" y="12846"/>
                </a:moveTo>
                <a:lnTo>
                  <a:pt x="8661" y="12846"/>
                </a:lnTo>
                <a:lnTo>
                  <a:pt x="8144" y="13157"/>
                </a:lnTo>
                <a:lnTo>
                  <a:pt x="7996" y="13157"/>
                </a:lnTo>
                <a:lnTo>
                  <a:pt x="8930" y="1284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1300" y="1704237"/>
            <a:ext cx="174712" cy="151773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3148289" y="1831218"/>
            <a:ext cx="240029" cy="40005"/>
          </a:xfrm>
          <a:custGeom>
            <a:avLst/>
            <a:gdLst/>
            <a:ahLst/>
            <a:cxnLst/>
            <a:rect l="l" t="t" r="r" b="b"/>
            <a:pathLst>
              <a:path w="240029" h="40005">
                <a:moveTo>
                  <a:pt x="239340" y="34701"/>
                </a:moveTo>
                <a:lnTo>
                  <a:pt x="220620" y="34701"/>
                </a:lnTo>
                <a:lnTo>
                  <a:pt x="235859" y="39902"/>
                </a:lnTo>
                <a:lnTo>
                  <a:pt x="237375" y="39902"/>
                </a:lnTo>
                <a:lnTo>
                  <a:pt x="238401" y="39397"/>
                </a:lnTo>
                <a:lnTo>
                  <a:pt x="238748" y="39133"/>
                </a:lnTo>
                <a:lnTo>
                  <a:pt x="239337" y="38464"/>
                </a:lnTo>
                <a:lnTo>
                  <a:pt x="239556" y="38087"/>
                </a:lnTo>
                <a:lnTo>
                  <a:pt x="239844" y="37244"/>
                </a:lnTo>
                <a:lnTo>
                  <a:pt x="239732" y="35501"/>
                </a:lnTo>
                <a:lnTo>
                  <a:pt x="239340" y="34701"/>
                </a:lnTo>
                <a:close/>
              </a:path>
              <a:path w="240029" h="40005">
                <a:moveTo>
                  <a:pt x="4196" y="0"/>
                </a:moveTo>
                <a:lnTo>
                  <a:pt x="2394" y="0"/>
                </a:lnTo>
                <a:lnTo>
                  <a:pt x="1621" y="308"/>
                </a:lnTo>
                <a:lnTo>
                  <a:pt x="0" y="4094"/>
                </a:lnTo>
                <a:lnTo>
                  <a:pt x="330" y="4921"/>
                </a:lnTo>
                <a:lnTo>
                  <a:pt x="42894" y="14908"/>
                </a:lnTo>
                <a:lnTo>
                  <a:pt x="71767" y="19465"/>
                </a:lnTo>
                <a:lnTo>
                  <a:pt x="101547" y="23272"/>
                </a:lnTo>
                <a:lnTo>
                  <a:pt x="143896" y="25543"/>
                </a:lnTo>
                <a:lnTo>
                  <a:pt x="201301" y="30839"/>
                </a:lnTo>
                <a:lnTo>
                  <a:pt x="220980" y="34701"/>
                </a:lnTo>
                <a:lnTo>
                  <a:pt x="239468" y="34701"/>
                </a:lnTo>
                <a:lnTo>
                  <a:pt x="238406" y="33766"/>
                </a:lnTo>
                <a:lnTo>
                  <a:pt x="238029" y="33548"/>
                </a:lnTo>
                <a:lnTo>
                  <a:pt x="222083" y="28103"/>
                </a:lnTo>
                <a:lnTo>
                  <a:pt x="222247" y="28103"/>
                </a:lnTo>
                <a:lnTo>
                  <a:pt x="202333" y="24197"/>
                </a:lnTo>
                <a:lnTo>
                  <a:pt x="202534" y="24197"/>
                </a:lnTo>
                <a:lnTo>
                  <a:pt x="144315" y="18839"/>
                </a:lnTo>
                <a:lnTo>
                  <a:pt x="102263" y="16588"/>
                </a:lnTo>
                <a:lnTo>
                  <a:pt x="72717" y="12818"/>
                </a:lnTo>
                <a:lnTo>
                  <a:pt x="43851" y="8260"/>
                </a:lnTo>
                <a:lnTo>
                  <a:pt x="26815" y="6040"/>
                </a:lnTo>
                <a:lnTo>
                  <a:pt x="10178" y="2443"/>
                </a:lnTo>
                <a:lnTo>
                  <a:pt x="9905" y="2443"/>
                </a:lnTo>
                <a:lnTo>
                  <a:pt x="419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3057" y="1679843"/>
            <a:ext cx="129058" cy="172982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573002" y="2081038"/>
            <a:ext cx="209550" cy="13335"/>
          </a:xfrm>
          <a:custGeom>
            <a:avLst/>
            <a:gdLst/>
            <a:ahLst/>
            <a:cxnLst/>
            <a:rect l="l" t="t" r="r" b="b"/>
            <a:pathLst>
              <a:path w="209550" h="13335">
                <a:moveTo>
                  <a:pt x="208064" y="6723"/>
                </a:moveTo>
                <a:lnTo>
                  <a:pt x="72085" y="6723"/>
                </a:lnTo>
                <a:lnTo>
                  <a:pt x="142224" y="7453"/>
                </a:lnTo>
                <a:lnTo>
                  <a:pt x="179257" y="9159"/>
                </a:lnTo>
                <a:lnTo>
                  <a:pt x="205538" y="12726"/>
                </a:lnTo>
                <a:lnTo>
                  <a:pt x="206544" y="12726"/>
                </a:lnTo>
                <a:lnTo>
                  <a:pt x="207999" y="12340"/>
                </a:lnTo>
                <a:lnTo>
                  <a:pt x="207669" y="12340"/>
                </a:lnTo>
                <a:lnTo>
                  <a:pt x="208376" y="11802"/>
                </a:lnTo>
                <a:lnTo>
                  <a:pt x="208666" y="11474"/>
                </a:lnTo>
                <a:lnTo>
                  <a:pt x="209114" y="10704"/>
                </a:lnTo>
                <a:lnTo>
                  <a:pt x="209016" y="7896"/>
                </a:lnTo>
                <a:lnTo>
                  <a:pt x="208930" y="7720"/>
                </a:lnTo>
                <a:lnTo>
                  <a:pt x="208454" y="7094"/>
                </a:lnTo>
                <a:lnTo>
                  <a:pt x="208064" y="6723"/>
                </a:lnTo>
                <a:close/>
              </a:path>
              <a:path w="209550" h="13335">
                <a:moveTo>
                  <a:pt x="143905" y="806"/>
                </a:moveTo>
                <a:lnTo>
                  <a:pt x="6167" y="806"/>
                </a:lnTo>
                <a:lnTo>
                  <a:pt x="1944" y="1650"/>
                </a:lnTo>
                <a:lnTo>
                  <a:pt x="1541" y="1818"/>
                </a:lnTo>
                <a:lnTo>
                  <a:pt x="801" y="2313"/>
                </a:lnTo>
                <a:lnTo>
                  <a:pt x="494" y="2623"/>
                </a:lnTo>
                <a:lnTo>
                  <a:pt x="0" y="3364"/>
                </a:lnTo>
                <a:lnTo>
                  <a:pt x="2" y="6353"/>
                </a:lnTo>
                <a:lnTo>
                  <a:pt x="497" y="7094"/>
                </a:lnTo>
                <a:lnTo>
                  <a:pt x="883" y="7453"/>
                </a:lnTo>
                <a:lnTo>
                  <a:pt x="1548" y="7896"/>
                </a:lnTo>
                <a:lnTo>
                  <a:pt x="2158" y="8148"/>
                </a:lnTo>
                <a:lnTo>
                  <a:pt x="3698" y="8148"/>
                </a:lnTo>
                <a:lnTo>
                  <a:pt x="7179" y="7453"/>
                </a:lnTo>
                <a:lnTo>
                  <a:pt x="7045" y="7453"/>
                </a:lnTo>
                <a:lnTo>
                  <a:pt x="14352" y="6723"/>
                </a:lnTo>
                <a:lnTo>
                  <a:pt x="208064" y="6723"/>
                </a:lnTo>
                <a:lnTo>
                  <a:pt x="207430" y="6353"/>
                </a:lnTo>
                <a:lnTo>
                  <a:pt x="206881" y="6132"/>
                </a:lnTo>
                <a:lnTo>
                  <a:pt x="179936" y="2475"/>
                </a:lnTo>
                <a:lnTo>
                  <a:pt x="180191" y="2475"/>
                </a:lnTo>
                <a:lnTo>
                  <a:pt x="143905" y="806"/>
                </a:lnTo>
                <a:close/>
              </a:path>
              <a:path w="209550" h="13335">
                <a:moveTo>
                  <a:pt x="71391" y="0"/>
                </a:moveTo>
                <a:lnTo>
                  <a:pt x="14065" y="0"/>
                </a:lnTo>
                <a:lnTo>
                  <a:pt x="5996" y="806"/>
                </a:lnTo>
                <a:lnTo>
                  <a:pt x="149015" y="806"/>
                </a:lnTo>
                <a:lnTo>
                  <a:pt x="7139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86335" y="2075748"/>
            <a:ext cx="299085" cy="33655"/>
          </a:xfrm>
          <a:custGeom>
            <a:avLst/>
            <a:gdLst/>
            <a:ahLst/>
            <a:cxnLst/>
            <a:rect l="l" t="t" r="r" b="b"/>
            <a:pathLst>
              <a:path w="299085" h="33655">
                <a:moveTo>
                  <a:pt x="81084" y="6685"/>
                </a:moveTo>
                <a:lnTo>
                  <a:pt x="33216" y="6685"/>
                </a:lnTo>
                <a:lnTo>
                  <a:pt x="55636" y="9673"/>
                </a:lnTo>
                <a:lnTo>
                  <a:pt x="74029" y="12731"/>
                </a:lnTo>
                <a:lnTo>
                  <a:pt x="193036" y="24855"/>
                </a:lnTo>
                <a:lnTo>
                  <a:pt x="265280" y="29585"/>
                </a:lnTo>
                <a:lnTo>
                  <a:pt x="295087" y="33168"/>
                </a:lnTo>
                <a:lnTo>
                  <a:pt x="296037" y="33168"/>
                </a:lnTo>
                <a:lnTo>
                  <a:pt x="297524" y="32749"/>
                </a:lnTo>
                <a:lnTo>
                  <a:pt x="297211" y="32749"/>
                </a:lnTo>
                <a:lnTo>
                  <a:pt x="297911" y="32199"/>
                </a:lnTo>
                <a:lnTo>
                  <a:pt x="298196" y="31868"/>
                </a:lnTo>
                <a:lnTo>
                  <a:pt x="298631" y="31092"/>
                </a:lnTo>
                <a:lnTo>
                  <a:pt x="298601" y="28501"/>
                </a:lnTo>
                <a:lnTo>
                  <a:pt x="193601" y="18163"/>
                </a:lnTo>
                <a:lnTo>
                  <a:pt x="81084" y="6685"/>
                </a:lnTo>
                <a:close/>
              </a:path>
              <a:path w="299085" h="33655">
                <a:moveTo>
                  <a:pt x="33914" y="0"/>
                </a:moveTo>
                <a:lnTo>
                  <a:pt x="11065" y="0"/>
                </a:lnTo>
                <a:lnTo>
                  <a:pt x="1060" y="908"/>
                </a:lnTo>
                <a:lnTo>
                  <a:pt x="2012" y="908"/>
                </a:lnTo>
                <a:lnTo>
                  <a:pt x="1225" y="1322"/>
                </a:lnTo>
                <a:lnTo>
                  <a:pt x="885" y="1596"/>
                </a:lnTo>
                <a:lnTo>
                  <a:pt x="314" y="2279"/>
                </a:lnTo>
                <a:lnTo>
                  <a:pt x="106" y="2663"/>
                </a:lnTo>
                <a:lnTo>
                  <a:pt x="0" y="5253"/>
                </a:lnTo>
                <a:lnTo>
                  <a:pt x="442" y="6076"/>
                </a:lnTo>
                <a:lnTo>
                  <a:pt x="688" y="6381"/>
                </a:lnTo>
                <a:lnTo>
                  <a:pt x="1371" y="6950"/>
                </a:lnTo>
                <a:lnTo>
                  <a:pt x="1755" y="7160"/>
                </a:lnTo>
                <a:lnTo>
                  <a:pt x="2630" y="7432"/>
                </a:lnTo>
                <a:lnTo>
                  <a:pt x="3455" y="7432"/>
                </a:lnTo>
                <a:lnTo>
                  <a:pt x="11673" y="6685"/>
                </a:lnTo>
                <a:lnTo>
                  <a:pt x="81084" y="6685"/>
                </a:lnTo>
                <a:lnTo>
                  <a:pt x="75002" y="6076"/>
                </a:lnTo>
                <a:lnTo>
                  <a:pt x="56631" y="3032"/>
                </a:lnTo>
                <a:lnTo>
                  <a:pt x="3391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2045840" y="1997849"/>
            <a:ext cx="471805" cy="334010"/>
            <a:chOff x="2045840" y="1997849"/>
            <a:chExt cx="471805" cy="33401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7822" y="1997849"/>
              <a:ext cx="459337" cy="31249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45840" y="2317530"/>
              <a:ext cx="180975" cy="14604"/>
            </a:xfrm>
            <a:custGeom>
              <a:avLst/>
              <a:gdLst/>
              <a:ahLst/>
              <a:cxnLst/>
              <a:rect l="l" t="t" r="r" b="b"/>
              <a:pathLst>
                <a:path w="180975" h="14605">
                  <a:moveTo>
                    <a:pt x="5257" y="0"/>
                  </a:moveTo>
                  <a:lnTo>
                    <a:pt x="1818" y="0"/>
                  </a:lnTo>
                  <a:lnTo>
                    <a:pt x="1427" y="196"/>
                  </a:lnTo>
                  <a:lnTo>
                    <a:pt x="725" y="742"/>
                  </a:lnTo>
                  <a:lnTo>
                    <a:pt x="439" y="1073"/>
                  </a:lnTo>
                  <a:lnTo>
                    <a:pt x="0" y="1846"/>
                  </a:lnTo>
                  <a:lnTo>
                    <a:pt x="19" y="4438"/>
                  </a:lnTo>
                  <a:lnTo>
                    <a:pt x="2448" y="6451"/>
                  </a:lnTo>
                  <a:lnTo>
                    <a:pt x="2721" y="6451"/>
                  </a:lnTo>
                  <a:lnTo>
                    <a:pt x="9036" y="7232"/>
                  </a:lnTo>
                  <a:lnTo>
                    <a:pt x="25846" y="8032"/>
                  </a:lnTo>
                  <a:lnTo>
                    <a:pt x="97529" y="8032"/>
                  </a:lnTo>
                  <a:lnTo>
                    <a:pt x="131804" y="8746"/>
                  </a:lnTo>
                  <a:lnTo>
                    <a:pt x="131672" y="8746"/>
                  </a:lnTo>
                  <a:lnTo>
                    <a:pt x="151974" y="10439"/>
                  </a:lnTo>
                  <a:lnTo>
                    <a:pt x="176832" y="14015"/>
                  </a:lnTo>
                  <a:lnTo>
                    <a:pt x="178194" y="14015"/>
                  </a:lnTo>
                  <a:lnTo>
                    <a:pt x="178965" y="13647"/>
                  </a:lnTo>
                  <a:lnTo>
                    <a:pt x="179679" y="13114"/>
                  </a:lnTo>
                  <a:lnTo>
                    <a:pt x="179970" y="12788"/>
                  </a:lnTo>
                  <a:lnTo>
                    <a:pt x="180425" y="12023"/>
                  </a:lnTo>
                  <a:lnTo>
                    <a:pt x="180454" y="9431"/>
                  </a:lnTo>
                  <a:lnTo>
                    <a:pt x="180266" y="9037"/>
                  </a:lnTo>
                  <a:lnTo>
                    <a:pt x="131944" y="2037"/>
                  </a:lnTo>
                  <a:lnTo>
                    <a:pt x="95828" y="1280"/>
                  </a:lnTo>
                  <a:lnTo>
                    <a:pt x="25259" y="1280"/>
                  </a:lnTo>
                  <a:lnTo>
                    <a:pt x="9756" y="542"/>
                  </a:lnTo>
                  <a:lnTo>
                    <a:pt x="9612" y="542"/>
                  </a:lnTo>
                  <a:lnTo>
                    <a:pt x="5257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3071173" y="2279685"/>
            <a:ext cx="277495" cy="11430"/>
          </a:xfrm>
          <a:custGeom>
            <a:avLst/>
            <a:gdLst/>
            <a:ahLst/>
            <a:cxnLst/>
            <a:rect l="l" t="t" r="r" b="b"/>
            <a:pathLst>
              <a:path w="277495" h="11430">
                <a:moveTo>
                  <a:pt x="5657" y="0"/>
                </a:moveTo>
                <a:lnTo>
                  <a:pt x="1793" y="0"/>
                </a:lnTo>
                <a:lnTo>
                  <a:pt x="1405" y="200"/>
                </a:lnTo>
                <a:lnTo>
                  <a:pt x="711" y="756"/>
                </a:lnTo>
                <a:lnTo>
                  <a:pt x="429" y="1090"/>
                </a:lnTo>
                <a:lnTo>
                  <a:pt x="0" y="1870"/>
                </a:lnTo>
                <a:lnTo>
                  <a:pt x="54" y="4462"/>
                </a:lnTo>
                <a:lnTo>
                  <a:pt x="2503" y="6438"/>
                </a:lnTo>
                <a:lnTo>
                  <a:pt x="2785" y="6438"/>
                </a:lnTo>
                <a:lnTo>
                  <a:pt x="9831" y="7213"/>
                </a:lnTo>
                <a:lnTo>
                  <a:pt x="28006" y="7970"/>
                </a:lnTo>
                <a:lnTo>
                  <a:pt x="125041" y="7970"/>
                </a:lnTo>
                <a:lnTo>
                  <a:pt x="196916" y="8726"/>
                </a:lnTo>
                <a:lnTo>
                  <a:pt x="271128" y="11000"/>
                </a:lnTo>
                <a:lnTo>
                  <a:pt x="271847" y="11000"/>
                </a:lnTo>
                <a:lnTo>
                  <a:pt x="274528" y="6870"/>
                </a:lnTo>
                <a:lnTo>
                  <a:pt x="274364" y="6438"/>
                </a:lnTo>
                <a:lnTo>
                  <a:pt x="274295" y="6256"/>
                </a:lnTo>
                <a:lnTo>
                  <a:pt x="274213" y="6038"/>
                </a:lnTo>
                <a:lnTo>
                  <a:pt x="274081" y="5826"/>
                </a:lnTo>
                <a:lnTo>
                  <a:pt x="273982" y="5668"/>
                </a:lnTo>
                <a:lnTo>
                  <a:pt x="273371" y="5020"/>
                </a:lnTo>
                <a:lnTo>
                  <a:pt x="273133" y="4850"/>
                </a:lnTo>
                <a:lnTo>
                  <a:pt x="272342" y="4462"/>
                </a:lnTo>
                <a:lnTo>
                  <a:pt x="277112" y="4462"/>
                </a:lnTo>
                <a:lnTo>
                  <a:pt x="197053" y="2016"/>
                </a:lnTo>
                <a:lnTo>
                  <a:pt x="125677" y="1261"/>
                </a:lnTo>
                <a:lnTo>
                  <a:pt x="28285" y="1261"/>
                </a:lnTo>
                <a:lnTo>
                  <a:pt x="10537" y="521"/>
                </a:lnTo>
                <a:lnTo>
                  <a:pt x="10341" y="521"/>
                </a:lnTo>
                <a:lnTo>
                  <a:pt x="565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7237" y="2205567"/>
            <a:ext cx="169958" cy="7403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09434" y="2202280"/>
            <a:ext cx="187823" cy="11863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77303" y="2416830"/>
            <a:ext cx="250438" cy="15552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12028" y="2520563"/>
            <a:ext cx="104994" cy="101588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3143755" y="2477851"/>
            <a:ext cx="179070" cy="25400"/>
          </a:xfrm>
          <a:custGeom>
            <a:avLst/>
            <a:gdLst/>
            <a:ahLst/>
            <a:cxnLst/>
            <a:rect l="l" t="t" r="r" b="b"/>
            <a:pathLst>
              <a:path w="179070" h="25400">
                <a:moveTo>
                  <a:pt x="174078" y="993"/>
                </a:moveTo>
                <a:lnTo>
                  <a:pt x="124959" y="993"/>
                </a:lnTo>
                <a:lnTo>
                  <a:pt x="99881" y="3026"/>
                </a:lnTo>
                <a:lnTo>
                  <a:pt x="60595" y="6804"/>
                </a:lnTo>
                <a:lnTo>
                  <a:pt x="24105" y="9091"/>
                </a:lnTo>
                <a:lnTo>
                  <a:pt x="0" y="20642"/>
                </a:lnTo>
                <a:lnTo>
                  <a:pt x="0" y="22388"/>
                </a:lnTo>
                <a:lnTo>
                  <a:pt x="2399" y="24787"/>
                </a:lnTo>
                <a:lnTo>
                  <a:pt x="4145" y="24787"/>
                </a:lnTo>
                <a:lnTo>
                  <a:pt x="4968" y="24447"/>
                </a:lnTo>
                <a:lnTo>
                  <a:pt x="5331" y="24204"/>
                </a:lnTo>
                <a:lnTo>
                  <a:pt x="9600" y="19937"/>
                </a:lnTo>
                <a:lnTo>
                  <a:pt x="9386" y="19937"/>
                </a:lnTo>
                <a:lnTo>
                  <a:pt x="10043" y="19456"/>
                </a:lnTo>
                <a:lnTo>
                  <a:pt x="10296" y="19456"/>
                </a:lnTo>
                <a:lnTo>
                  <a:pt x="15132" y="16898"/>
                </a:lnTo>
                <a:lnTo>
                  <a:pt x="14624" y="16898"/>
                </a:lnTo>
                <a:lnTo>
                  <a:pt x="15824" y="16532"/>
                </a:lnTo>
                <a:lnTo>
                  <a:pt x="17920" y="16532"/>
                </a:lnTo>
                <a:lnTo>
                  <a:pt x="24685" y="15782"/>
                </a:lnTo>
                <a:lnTo>
                  <a:pt x="61146" y="13500"/>
                </a:lnTo>
                <a:lnTo>
                  <a:pt x="100474" y="9718"/>
                </a:lnTo>
                <a:lnTo>
                  <a:pt x="128416" y="7454"/>
                </a:lnTo>
                <a:lnTo>
                  <a:pt x="144621" y="6804"/>
                </a:lnTo>
                <a:lnTo>
                  <a:pt x="166601" y="6804"/>
                </a:lnTo>
                <a:lnTo>
                  <a:pt x="166601" y="5495"/>
                </a:lnTo>
                <a:lnTo>
                  <a:pt x="166942" y="4673"/>
                </a:lnTo>
                <a:lnTo>
                  <a:pt x="167185" y="4310"/>
                </a:lnTo>
                <a:lnTo>
                  <a:pt x="167815" y="3680"/>
                </a:lnTo>
                <a:lnTo>
                  <a:pt x="168178" y="3437"/>
                </a:lnTo>
                <a:lnTo>
                  <a:pt x="174078" y="993"/>
                </a:lnTo>
                <a:close/>
              </a:path>
              <a:path w="179070" h="25400">
                <a:moveTo>
                  <a:pt x="10082" y="19456"/>
                </a:moveTo>
                <a:lnTo>
                  <a:pt x="9386" y="19937"/>
                </a:lnTo>
                <a:lnTo>
                  <a:pt x="9600" y="19937"/>
                </a:lnTo>
                <a:lnTo>
                  <a:pt x="10082" y="19456"/>
                </a:lnTo>
                <a:close/>
              </a:path>
              <a:path w="179070" h="25400">
                <a:moveTo>
                  <a:pt x="10296" y="19456"/>
                </a:moveTo>
                <a:lnTo>
                  <a:pt x="10082" y="19456"/>
                </a:lnTo>
                <a:lnTo>
                  <a:pt x="9600" y="19937"/>
                </a:lnTo>
                <a:lnTo>
                  <a:pt x="9386" y="19937"/>
                </a:lnTo>
                <a:lnTo>
                  <a:pt x="10296" y="19456"/>
                </a:lnTo>
                <a:close/>
              </a:path>
              <a:path w="179070" h="25400">
                <a:moveTo>
                  <a:pt x="15824" y="16532"/>
                </a:moveTo>
                <a:lnTo>
                  <a:pt x="14624" y="16898"/>
                </a:lnTo>
                <a:lnTo>
                  <a:pt x="15132" y="16898"/>
                </a:lnTo>
                <a:lnTo>
                  <a:pt x="15824" y="16532"/>
                </a:lnTo>
                <a:close/>
              </a:path>
              <a:path w="179070" h="25400">
                <a:moveTo>
                  <a:pt x="17920" y="16532"/>
                </a:moveTo>
                <a:lnTo>
                  <a:pt x="15824" y="16532"/>
                </a:lnTo>
                <a:lnTo>
                  <a:pt x="15132" y="16898"/>
                </a:lnTo>
                <a:lnTo>
                  <a:pt x="14624" y="16898"/>
                </a:lnTo>
                <a:lnTo>
                  <a:pt x="17920" y="16532"/>
                </a:lnTo>
                <a:close/>
              </a:path>
              <a:path w="179070" h="25400">
                <a:moveTo>
                  <a:pt x="174078" y="993"/>
                </a:moveTo>
                <a:lnTo>
                  <a:pt x="166688" y="7454"/>
                </a:lnTo>
                <a:lnTo>
                  <a:pt x="166941" y="8064"/>
                </a:lnTo>
                <a:lnTo>
                  <a:pt x="167184" y="8427"/>
                </a:lnTo>
                <a:lnTo>
                  <a:pt x="167864" y="9091"/>
                </a:lnTo>
                <a:lnTo>
                  <a:pt x="168175" y="9300"/>
                </a:lnTo>
                <a:lnTo>
                  <a:pt x="169182" y="9718"/>
                </a:lnTo>
                <a:lnTo>
                  <a:pt x="170560" y="9718"/>
                </a:lnTo>
                <a:lnTo>
                  <a:pt x="176032" y="7454"/>
                </a:lnTo>
                <a:lnTo>
                  <a:pt x="175167" y="7454"/>
                </a:lnTo>
                <a:lnTo>
                  <a:pt x="168499" y="6804"/>
                </a:lnTo>
                <a:lnTo>
                  <a:pt x="174942" y="6804"/>
                </a:lnTo>
                <a:lnTo>
                  <a:pt x="174854" y="6206"/>
                </a:lnTo>
                <a:lnTo>
                  <a:pt x="174748" y="5495"/>
                </a:lnTo>
                <a:lnTo>
                  <a:pt x="174626" y="4673"/>
                </a:lnTo>
                <a:lnTo>
                  <a:pt x="174572" y="4310"/>
                </a:lnTo>
                <a:lnTo>
                  <a:pt x="174478" y="3680"/>
                </a:lnTo>
                <a:lnTo>
                  <a:pt x="174381" y="3026"/>
                </a:lnTo>
                <a:lnTo>
                  <a:pt x="174261" y="2218"/>
                </a:lnTo>
                <a:lnTo>
                  <a:pt x="174164" y="1570"/>
                </a:lnTo>
                <a:lnTo>
                  <a:pt x="174078" y="993"/>
                </a:lnTo>
                <a:close/>
              </a:path>
              <a:path w="179070" h="25400">
                <a:moveTo>
                  <a:pt x="174942" y="6804"/>
                </a:moveTo>
                <a:lnTo>
                  <a:pt x="168499" y="6804"/>
                </a:lnTo>
                <a:lnTo>
                  <a:pt x="175167" y="7454"/>
                </a:lnTo>
                <a:lnTo>
                  <a:pt x="175039" y="7454"/>
                </a:lnTo>
                <a:lnTo>
                  <a:pt x="174942" y="6804"/>
                </a:lnTo>
                <a:close/>
              </a:path>
              <a:path w="179070" h="25400">
                <a:moveTo>
                  <a:pt x="176666" y="993"/>
                </a:moveTo>
                <a:lnTo>
                  <a:pt x="174078" y="993"/>
                </a:lnTo>
                <a:lnTo>
                  <a:pt x="174164" y="1570"/>
                </a:lnTo>
                <a:lnTo>
                  <a:pt x="174261" y="2218"/>
                </a:lnTo>
                <a:lnTo>
                  <a:pt x="174381" y="3026"/>
                </a:lnTo>
                <a:lnTo>
                  <a:pt x="174478" y="3680"/>
                </a:lnTo>
                <a:lnTo>
                  <a:pt x="174572" y="4310"/>
                </a:lnTo>
                <a:lnTo>
                  <a:pt x="174626" y="4673"/>
                </a:lnTo>
                <a:lnTo>
                  <a:pt x="174748" y="5495"/>
                </a:lnTo>
                <a:lnTo>
                  <a:pt x="174854" y="6206"/>
                </a:lnTo>
                <a:lnTo>
                  <a:pt x="174942" y="6804"/>
                </a:lnTo>
                <a:lnTo>
                  <a:pt x="175039" y="7454"/>
                </a:lnTo>
                <a:lnTo>
                  <a:pt x="176032" y="7454"/>
                </a:lnTo>
                <a:lnTo>
                  <a:pt x="178602" y="5077"/>
                </a:lnTo>
                <a:lnTo>
                  <a:pt x="178545" y="3026"/>
                </a:lnTo>
                <a:lnTo>
                  <a:pt x="178390" y="2583"/>
                </a:lnTo>
                <a:lnTo>
                  <a:pt x="178178" y="2218"/>
                </a:lnTo>
                <a:lnTo>
                  <a:pt x="177614" y="1570"/>
                </a:lnTo>
                <a:lnTo>
                  <a:pt x="177283" y="1310"/>
                </a:lnTo>
                <a:lnTo>
                  <a:pt x="176666" y="993"/>
                </a:lnTo>
                <a:close/>
              </a:path>
              <a:path w="179070" h="25400">
                <a:moveTo>
                  <a:pt x="167927" y="0"/>
                </a:moveTo>
                <a:lnTo>
                  <a:pt x="146734" y="0"/>
                </a:lnTo>
                <a:lnTo>
                  <a:pt x="121880" y="993"/>
                </a:lnTo>
                <a:lnTo>
                  <a:pt x="178111" y="993"/>
                </a:lnTo>
                <a:lnTo>
                  <a:pt x="16792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9811" y="1776614"/>
            <a:ext cx="1097030" cy="126069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3184260" y="2521802"/>
            <a:ext cx="165100" cy="32384"/>
          </a:xfrm>
          <a:custGeom>
            <a:avLst/>
            <a:gdLst/>
            <a:ahLst/>
            <a:cxnLst/>
            <a:rect l="l" t="t" r="r" b="b"/>
            <a:pathLst>
              <a:path w="165100" h="32385">
                <a:moveTo>
                  <a:pt x="161881" y="0"/>
                </a:moveTo>
                <a:lnTo>
                  <a:pt x="160213" y="0"/>
                </a:lnTo>
                <a:lnTo>
                  <a:pt x="145804" y="716"/>
                </a:lnTo>
                <a:lnTo>
                  <a:pt x="122544" y="2275"/>
                </a:lnTo>
                <a:lnTo>
                  <a:pt x="122704" y="2275"/>
                </a:lnTo>
                <a:lnTo>
                  <a:pt x="77389" y="8319"/>
                </a:lnTo>
                <a:lnTo>
                  <a:pt x="35739" y="14377"/>
                </a:lnTo>
                <a:lnTo>
                  <a:pt x="35221" y="14377"/>
                </a:lnTo>
                <a:lnTo>
                  <a:pt x="13223" y="15134"/>
                </a:lnTo>
                <a:lnTo>
                  <a:pt x="13796" y="15134"/>
                </a:lnTo>
                <a:lnTo>
                  <a:pt x="3180" y="16619"/>
                </a:lnTo>
                <a:lnTo>
                  <a:pt x="3609" y="16619"/>
                </a:lnTo>
                <a:lnTo>
                  <a:pt x="0" y="20318"/>
                </a:lnTo>
                <a:lnTo>
                  <a:pt x="99" y="23108"/>
                </a:lnTo>
                <a:lnTo>
                  <a:pt x="5403" y="32195"/>
                </a:lnTo>
                <a:lnTo>
                  <a:pt x="7967" y="32195"/>
                </a:lnTo>
                <a:lnTo>
                  <a:pt x="9824" y="27779"/>
                </a:lnTo>
                <a:lnTo>
                  <a:pt x="7540" y="23779"/>
                </a:lnTo>
                <a:lnTo>
                  <a:pt x="5595" y="23779"/>
                </a:lnTo>
                <a:lnTo>
                  <a:pt x="6391" y="21056"/>
                </a:lnTo>
                <a:lnTo>
                  <a:pt x="6477" y="20764"/>
                </a:lnTo>
                <a:lnTo>
                  <a:pt x="38504" y="20764"/>
                </a:lnTo>
                <a:lnTo>
                  <a:pt x="78317" y="14973"/>
                </a:lnTo>
                <a:lnTo>
                  <a:pt x="123609" y="8933"/>
                </a:lnTo>
                <a:lnTo>
                  <a:pt x="146196" y="7420"/>
                </a:lnTo>
                <a:lnTo>
                  <a:pt x="161785" y="6643"/>
                </a:lnTo>
                <a:lnTo>
                  <a:pt x="161984" y="6643"/>
                </a:lnTo>
                <a:lnTo>
                  <a:pt x="163013" y="6155"/>
                </a:lnTo>
                <a:lnTo>
                  <a:pt x="163363" y="5894"/>
                </a:lnTo>
                <a:lnTo>
                  <a:pt x="163960" y="5234"/>
                </a:lnTo>
                <a:lnTo>
                  <a:pt x="164185" y="4859"/>
                </a:lnTo>
                <a:lnTo>
                  <a:pt x="164485" y="4020"/>
                </a:lnTo>
                <a:lnTo>
                  <a:pt x="164397" y="2275"/>
                </a:lnTo>
                <a:lnTo>
                  <a:pt x="164016" y="1471"/>
                </a:lnTo>
                <a:lnTo>
                  <a:pt x="163756" y="1121"/>
                </a:lnTo>
                <a:lnTo>
                  <a:pt x="163095" y="524"/>
                </a:lnTo>
                <a:lnTo>
                  <a:pt x="162721" y="299"/>
                </a:lnTo>
                <a:lnTo>
                  <a:pt x="161881" y="0"/>
                </a:lnTo>
                <a:close/>
              </a:path>
              <a:path w="165100" h="32385">
                <a:moveTo>
                  <a:pt x="6477" y="20764"/>
                </a:moveTo>
                <a:lnTo>
                  <a:pt x="5595" y="23779"/>
                </a:lnTo>
                <a:lnTo>
                  <a:pt x="6247" y="23108"/>
                </a:lnTo>
                <a:lnTo>
                  <a:pt x="5261" y="23108"/>
                </a:lnTo>
                <a:lnTo>
                  <a:pt x="6687" y="22385"/>
                </a:lnTo>
                <a:lnTo>
                  <a:pt x="6691" y="21813"/>
                </a:lnTo>
                <a:lnTo>
                  <a:pt x="6536" y="21056"/>
                </a:lnTo>
                <a:lnTo>
                  <a:pt x="6477" y="20764"/>
                </a:lnTo>
                <a:close/>
              </a:path>
              <a:path w="165100" h="32385">
                <a:moveTo>
                  <a:pt x="6855" y="22580"/>
                </a:moveTo>
                <a:lnTo>
                  <a:pt x="6959" y="23108"/>
                </a:lnTo>
                <a:lnTo>
                  <a:pt x="6247" y="23108"/>
                </a:lnTo>
                <a:lnTo>
                  <a:pt x="5595" y="23779"/>
                </a:lnTo>
                <a:lnTo>
                  <a:pt x="7540" y="23779"/>
                </a:lnTo>
                <a:lnTo>
                  <a:pt x="7157" y="23108"/>
                </a:lnTo>
                <a:lnTo>
                  <a:pt x="6955" y="23108"/>
                </a:lnTo>
                <a:lnTo>
                  <a:pt x="6847" y="22580"/>
                </a:lnTo>
                <a:close/>
              </a:path>
              <a:path w="165100" h="32385">
                <a:moveTo>
                  <a:pt x="6687" y="22385"/>
                </a:moveTo>
                <a:lnTo>
                  <a:pt x="5261" y="23108"/>
                </a:lnTo>
                <a:lnTo>
                  <a:pt x="6247" y="23108"/>
                </a:lnTo>
                <a:lnTo>
                  <a:pt x="6760" y="22580"/>
                </a:lnTo>
                <a:lnTo>
                  <a:pt x="6687" y="22385"/>
                </a:lnTo>
                <a:close/>
              </a:path>
              <a:path w="165100" h="32385">
                <a:moveTo>
                  <a:pt x="12290" y="22123"/>
                </a:moveTo>
                <a:lnTo>
                  <a:pt x="7204" y="22123"/>
                </a:lnTo>
                <a:lnTo>
                  <a:pt x="6949" y="22385"/>
                </a:lnTo>
                <a:lnTo>
                  <a:pt x="6855" y="22580"/>
                </a:lnTo>
                <a:lnTo>
                  <a:pt x="7157" y="23108"/>
                </a:lnTo>
                <a:lnTo>
                  <a:pt x="5261" y="23108"/>
                </a:lnTo>
                <a:lnTo>
                  <a:pt x="12290" y="22123"/>
                </a:lnTo>
                <a:close/>
              </a:path>
              <a:path w="165100" h="32385">
                <a:moveTo>
                  <a:pt x="7204" y="22123"/>
                </a:moveTo>
                <a:lnTo>
                  <a:pt x="6744" y="22385"/>
                </a:lnTo>
                <a:lnTo>
                  <a:pt x="6855" y="22580"/>
                </a:lnTo>
                <a:lnTo>
                  <a:pt x="6949" y="22385"/>
                </a:lnTo>
                <a:lnTo>
                  <a:pt x="7204" y="22123"/>
                </a:lnTo>
                <a:close/>
              </a:path>
              <a:path w="165100" h="32385">
                <a:moveTo>
                  <a:pt x="6754" y="22123"/>
                </a:moveTo>
                <a:lnTo>
                  <a:pt x="6594" y="22123"/>
                </a:lnTo>
                <a:lnTo>
                  <a:pt x="6744" y="22385"/>
                </a:lnTo>
                <a:lnTo>
                  <a:pt x="6754" y="22123"/>
                </a:lnTo>
                <a:close/>
              </a:path>
              <a:path w="165100" h="32385">
                <a:moveTo>
                  <a:pt x="38504" y="20764"/>
                </a:moveTo>
                <a:lnTo>
                  <a:pt x="6477" y="20764"/>
                </a:lnTo>
                <a:lnTo>
                  <a:pt x="6691" y="21813"/>
                </a:lnTo>
                <a:lnTo>
                  <a:pt x="6808" y="22385"/>
                </a:lnTo>
                <a:lnTo>
                  <a:pt x="7204" y="22123"/>
                </a:lnTo>
                <a:lnTo>
                  <a:pt x="12290" y="22123"/>
                </a:lnTo>
                <a:lnTo>
                  <a:pt x="14500" y="21813"/>
                </a:lnTo>
                <a:lnTo>
                  <a:pt x="36338" y="21056"/>
                </a:lnTo>
                <a:lnTo>
                  <a:pt x="36495" y="21056"/>
                </a:lnTo>
                <a:lnTo>
                  <a:pt x="38504" y="2076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68915" y="2661197"/>
            <a:ext cx="496432" cy="485686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3164959" y="2744481"/>
            <a:ext cx="78105" cy="8255"/>
          </a:xfrm>
          <a:custGeom>
            <a:avLst/>
            <a:gdLst/>
            <a:ahLst/>
            <a:cxnLst/>
            <a:rect l="l" t="t" r="r" b="b"/>
            <a:pathLst>
              <a:path w="78105" h="8255">
                <a:moveTo>
                  <a:pt x="62534" y="0"/>
                </a:moveTo>
                <a:lnTo>
                  <a:pt x="2399" y="0"/>
                </a:lnTo>
                <a:lnTo>
                  <a:pt x="1576" y="340"/>
                </a:lnTo>
                <a:lnTo>
                  <a:pt x="1212" y="582"/>
                </a:lnTo>
                <a:lnTo>
                  <a:pt x="582" y="1212"/>
                </a:lnTo>
                <a:lnTo>
                  <a:pt x="314" y="1638"/>
                </a:lnTo>
                <a:lnTo>
                  <a:pt x="0" y="2397"/>
                </a:lnTo>
                <a:lnTo>
                  <a:pt x="0" y="4145"/>
                </a:lnTo>
                <a:lnTo>
                  <a:pt x="2607" y="6630"/>
                </a:lnTo>
                <a:lnTo>
                  <a:pt x="61394" y="6630"/>
                </a:lnTo>
                <a:lnTo>
                  <a:pt x="74063" y="8121"/>
                </a:lnTo>
                <a:lnTo>
                  <a:pt x="75003" y="8121"/>
                </a:lnTo>
                <a:lnTo>
                  <a:pt x="76492" y="7697"/>
                </a:lnTo>
                <a:lnTo>
                  <a:pt x="76187" y="7697"/>
                </a:lnTo>
                <a:lnTo>
                  <a:pt x="76885" y="7145"/>
                </a:lnTo>
                <a:lnTo>
                  <a:pt x="77169" y="6813"/>
                </a:lnTo>
                <a:lnTo>
                  <a:pt x="77510" y="6202"/>
                </a:lnTo>
                <a:lnTo>
                  <a:pt x="77565" y="3444"/>
                </a:lnTo>
                <a:lnTo>
                  <a:pt x="77367" y="3055"/>
                </a:lnTo>
                <a:lnTo>
                  <a:pt x="76846" y="2397"/>
                </a:lnTo>
                <a:lnTo>
                  <a:pt x="76483" y="2073"/>
                </a:lnTo>
                <a:lnTo>
                  <a:pt x="75705" y="1638"/>
                </a:lnTo>
                <a:lnTo>
                  <a:pt x="76420" y="1638"/>
                </a:lnTo>
                <a:lnTo>
                  <a:pt x="62534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90735" y="2929267"/>
            <a:ext cx="102235" cy="41910"/>
          </a:xfrm>
          <a:custGeom>
            <a:avLst/>
            <a:gdLst/>
            <a:ahLst/>
            <a:cxnLst/>
            <a:rect l="l" t="t" r="r" b="b"/>
            <a:pathLst>
              <a:path w="102235" h="41910">
                <a:moveTo>
                  <a:pt x="80632" y="3517"/>
                </a:moveTo>
                <a:lnTo>
                  <a:pt x="80441" y="3124"/>
                </a:lnTo>
                <a:lnTo>
                  <a:pt x="79908" y="2413"/>
                </a:lnTo>
                <a:lnTo>
                  <a:pt x="79578" y="2120"/>
                </a:lnTo>
                <a:lnTo>
                  <a:pt x="78816" y="1663"/>
                </a:lnTo>
                <a:lnTo>
                  <a:pt x="79438" y="1663"/>
                </a:lnTo>
                <a:lnTo>
                  <a:pt x="67729" y="0"/>
                </a:lnTo>
                <a:lnTo>
                  <a:pt x="2400" y="0"/>
                </a:lnTo>
                <a:lnTo>
                  <a:pt x="0" y="4140"/>
                </a:lnTo>
                <a:lnTo>
                  <a:pt x="342" y="4965"/>
                </a:lnTo>
                <a:lnTo>
                  <a:pt x="584" y="5321"/>
                </a:lnTo>
                <a:lnTo>
                  <a:pt x="1219" y="5956"/>
                </a:lnTo>
                <a:lnTo>
                  <a:pt x="1587" y="6197"/>
                </a:lnTo>
                <a:lnTo>
                  <a:pt x="2616" y="6629"/>
                </a:lnTo>
                <a:lnTo>
                  <a:pt x="66675" y="6629"/>
                </a:lnTo>
                <a:lnTo>
                  <a:pt x="77012" y="8102"/>
                </a:lnTo>
                <a:lnTo>
                  <a:pt x="78371" y="8102"/>
                </a:lnTo>
                <a:lnTo>
                  <a:pt x="79146" y="7734"/>
                </a:lnTo>
                <a:lnTo>
                  <a:pt x="79857" y="7200"/>
                </a:lnTo>
                <a:lnTo>
                  <a:pt x="80149" y="6870"/>
                </a:lnTo>
                <a:lnTo>
                  <a:pt x="80556" y="6197"/>
                </a:lnTo>
                <a:lnTo>
                  <a:pt x="80632" y="3517"/>
                </a:lnTo>
                <a:close/>
              </a:path>
              <a:path w="102235" h="41910">
                <a:moveTo>
                  <a:pt x="102031" y="38658"/>
                </a:moveTo>
                <a:lnTo>
                  <a:pt x="78549" y="31724"/>
                </a:lnTo>
                <a:lnTo>
                  <a:pt x="31534" y="31724"/>
                </a:lnTo>
                <a:lnTo>
                  <a:pt x="21272" y="30988"/>
                </a:lnTo>
                <a:lnTo>
                  <a:pt x="17145" y="30416"/>
                </a:lnTo>
                <a:lnTo>
                  <a:pt x="14135" y="30416"/>
                </a:lnTo>
                <a:lnTo>
                  <a:pt x="13741" y="30607"/>
                </a:lnTo>
                <a:lnTo>
                  <a:pt x="13017" y="31140"/>
                </a:lnTo>
                <a:lnTo>
                  <a:pt x="12738" y="31457"/>
                </a:lnTo>
                <a:lnTo>
                  <a:pt x="12280" y="32232"/>
                </a:lnTo>
                <a:lnTo>
                  <a:pt x="12344" y="35026"/>
                </a:lnTo>
                <a:lnTo>
                  <a:pt x="14782" y="36918"/>
                </a:lnTo>
                <a:lnTo>
                  <a:pt x="15201" y="36918"/>
                </a:lnTo>
                <a:lnTo>
                  <a:pt x="20459" y="37668"/>
                </a:lnTo>
                <a:lnTo>
                  <a:pt x="31229" y="38430"/>
                </a:lnTo>
                <a:lnTo>
                  <a:pt x="78168" y="38430"/>
                </a:lnTo>
                <a:lnTo>
                  <a:pt x="91122" y="39179"/>
                </a:lnTo>
                <a:lnTo>
                  <a:pt x="90779" y="39179"/>
                </a:lnTo>
                <a:lnTo>
                  <a:pt x="98132" y="41440"/>
                </a:lnTo>
                <a:lnTo>
                  <a:pt x="99555" y="41440"/>
                </a:lnTo>
                <a:lnTo>
                  <a:pt x="100660" y="40855"/>
                </a:lnTo>
                <a:lnTo>
                  <a:pt x="101003" y="40589"/>
                </a:lnTo>
                <a:lnTo>
                  <a:pt x="101561" y="39903"/>
                </a:lnTo>
                <a:lnTo>
                  <a:pt x="101777" y="39509"/>
                </a:lnTo>
                <a:lnTo>
                  <a:pt x="102031" y="3865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60389" y="2663012"/>
            <a:ext cx="236733" cy="12880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425494" y="2418494"/>
            <a:ext cx="266727" cy="12843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64805" y="2693281"/>
            <a:ext cx="92977" cy="8811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171661" y="2939293"/>
            <a:ext cx="537112" cy="28552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82267" y="1628185"/>
            <a:ext cx="481784" cy="413773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637400" y="3245853"/>
            <a:ext cx="608330" cy="584200"/>
          </a:xfrm>
          <a:custGeom>
            <a:avLst/>
            <a:gdLst/>
            <a:ahLst/>
            <a:cxnLst/>
            <a:rect l="l" t="t" r="r" b="b"/>
            <a:pathLst>
              <a:path w="608330" h="584200">
                <a:moveTo>
                  <a:pt x="162953" y="420217"/>
                </a:moveTo>
                <a:lnTo>
                  <a:pt x="145313" y="410591"/>
                </a:lnTo>
                <a:lnTo>
                  <a:pt x="135343" y="407352"/>
                </a:lnTo>
                <a:lnTo>
                  <a:pt x="134493" y="407073"/>
                </a:lnTo>
                <a:lnTo>
                  <a:pt x="134137" y="406895"/>
                </a:lnTo>
                <a:lnTo>
                  <a:pt x="112356" y="396049"/>
                </a:lnTo>
                <a:lnTo>
                  <a:pt x="111582" y="395668"/>
                </a:lnTo>
                <a:lnTo>
                  <a:pt x="111188" y="395376"/>
                </a:lnTo>
                <a:lnTo>
                  <a:pt x="87464" y="378307"/>
                </a:lnTo>
                <a:lnTo>
                  <a:pt x="62966" y="355422"/>
                </a:lnTo>
                <a:lnTo>
                  <a:pt x="60909" y="353034"/>
                </a:lnTo>
                <a:lnTo>
                  <a:pt x="51536" y="342430"/>
                </a:lnTo>
                <a:lnTo>
                  <a:pt x="48526" y="338226"/>
                </a:lnTo>
                <a:lnTo>
                  <a:pt x="41706" y="328828"/>
                </a:lnTo>
                <a:lnTo>
                  <a:pt x="38163" y="322668"/>
                </a:lnTo>
                <a:lnTo>
                  <a:pt x="33477" y="314617"/>
                </a:lnTo>
                <a:lnTo>
                  <a:pt x="29806" y="306374"/>
                </a:lnTo>
                <a:lnTo>
                  <a:pt x="26835" y="299808"/>
                </a:lnTo>
                <a:lnTo>
                  <a:pt x="23444" y="289382"/>
                </a:lnTo>
                <a:lnTo>
                  <a:pt x="21780" y="284353"/>
                </a:lnTo>
                <a:lnTo>
                  <a:pt x="18453" y="269036"/>
                </a:lnTo>
                <a:lnTo>
                  <a:pt x="18364" y="268655"/>
                </a:lnTo>
                <a:lnTo>
                  <a:pt x="18275" y="268262"/>
                </a:lnTo>
                <a:lnTo>
                  <a:pt x="16573" y="253339"/>
                </a:lnTo>
                <a:lnTo>
                  <a:pt x="16484" y="252590"/>
                </a:lnTo>
                <a:lnTo>
                  <a:pt x="16395" y="251853"/>
                </a:lnTo>
                <a:lnTo>
                  <a:pt x="16344" y="251472"/>
                </a:lnTo>
                <a:lnTo>
                  <a:pt x="16002" y="234480"/>
                </a:lnTo>
                <a:lnTo>
                  <a:pt x="19646" y="170027"/>
                </a:lnTo>
                <a:lnTo>
                  <a:pt x="22961" y="144818"/>
                </a:lnTo>
                <a:lnTo>
                  <a:pt x="23037" y="144233"/>
                </a:lnTo>
                <a:lnTo>
                  <a:pt x="23495" y="142138"/>
                </a:lnTo>
                <a:lnTo>
                  <a:pt x="27241" y="124206"/>
                </a:lnTo>
                <a:lnTo>
                  <a:pt x="27305" y="123888"/>
                </a:lnTo>
                <a:lnTo>
                  <a:pt x="27381" y="123571"/>
                </a:lnTo>
                <a:lnTo>
                  <a:pt x="28371" y="120294"/>
                </a:lnTo>
                <a:lnTo>
                  <a:pt x="32296" y="107061"/>
                </a:lnTo>
                <a:lnTo>
                  <a:pt x="32385" y="106768"/>
                </a:lnTo>
                <a:lnTo>
                  <a:pt x="32473" y="106464"/>
                </a:lnTo>
                <a:lnTo>
                  <a:pt x="34251" y="101917"/>
                </a:lnTo>
                <a:lnTo>
                  <a:pt x="38150" y="91795"/>
                </a:lnTo>
                <a:lnTo>
                  <a:pt x="41122" y="86042"/>
                </a:lnTo>
                <a:lnTo>
                  <a:pt x="44323" y="79743"/>
                </a:lnTo>
                <a:lnTo>
                  <a:pt x="49847" y="71869"/>
                </a:lnTo>
                <a:lnTo>
                  <a:pt x="50317" y="71196"/>
                </a:lnTo>
                <a:lnTo>
                  <a:pt x="51282" y="70358"/>
                </a:lnTo>
                <a:lnTo>
                  <a:pt x="56984" y="65443"/>
                </a:lnTo>
                <a:lnTo>
                  <a:pt x="57556" y="64947"/>
                </a:lnTo>
                <a:lnTo>
                  <a:pt x="59512" y="64135"/>
                </a:lnTo>
                <a:lnTo>
                  <a:pt x="66890" y="61048"/>
                </a:lnTo>
                <a:lnTo>
                  <a:pt x="67538" y="60769"/>
                </a:lnTo>
                <a:lnTo>
                  <a:pt x="69951" y="60388"/>
                </a:lnTo>
                <a:lnTo>
                  <a:pt x="81051" y="58661"/>
                </a:lnTo>
                <a:lnTo>
                  <a:pt x="98475" y="58953"/>
                </a:lnTo>
                <a:lnTo>
                  <a:pt x="137731" y="62230"/>
                </a:lnTo>
                <a:lnTo>
                  <a:pt x="139725" y="62230"/>
                </a:lnTo>
                <a:lnTo>
                  <a:pt x="146329" y="52832"/>
                </a:lnTo>
                <a:lnTo>
                  <a:pt x="145681" y="50812"/>
                </a:lnTo>
                <a:lnTo>
                  <a:pt x="98920" y="42951"/>
                </a:lnTo>
                <a:lnTo>
                  <a:pt x="86487" y="42748"/>
                </a:lnTo>
                <a:lnTo>
                  <a:pt x="79286" y="42748"/>
                </a:lnTo>
                <a:lnTo>
                  <a:pt x="39090" y="59753"/>
                </a:lnTo>
                <a:lnTo>
                  <a:pt x="17348" y="101320"/>
                </a:lnTo>
                <a:lnTo>
                  <a:pt x="7277" y="141554"/>
                </a:lnTo>
                <a:lnTo>
                  <a:pt x="1346" y="198996"/>
                </a:lnTo>
                <a:lnTo>
                  <a:pt x="0" y="233870"/>
                </a:lnTo>
                <a:lnTo>
                  <a:pt x="0" y="234480"/>
                </a:lnTo>
                <a:lnTo>
                  <a:pt x="6375" y="288582"/>
                </a:lnTo>
                <a:lnTo>
                  <a:pt x="28321" y="337553"/>
                </a:lnTo>
                <a:lnTo>
                  <a:pt x="77343" y="390652"/>
                </a:lnTo>
                <a:lnTo>
                  <a:pt x="127914" y="421665"/>
                </a:lnTo>
                <a:lnTo>
                  <a:pt x="141516" y="426161"/>
                </a:lnTo>
                <a:lnTo>
                  <a:pt x="141668" y="426161"/>
                </a:lnTo>
                <a:lnTo>
                  <a:pt x="154368" y="428752"/>
                </a:lnTo>
                <a:lnTo>
                  <a:pt x="155384" y="428752"/>
                </a:lnTo>
                <a:lnTo>
                  <a:pt x="157467" y="428345"/>
                </a:lnTo>
                <a:lnTo>
                  <a:pt x="162864" y="421665"/>
                </a:lnTo>
                <a:lnTo>
                  <a:pt x="162953" y="420217"/>
                </a:lnTo>
                <a:close/>
              </a:path>
              <a:path w="608330" h="584200">
                <a:moveTo>
                  <a:pt x="377405" y="326771"/>
                </a:moveTo>
                <a:lnTo>
                  <a:pt x="371144" y="320370"/>
                </a:lnTo>
                <a:lnTo>
                  <a:pt x="367855" y="320370"/>
                </a:lnTo>
                <a:lnTo>
                  <a:pt x="357809" y="329374"/>
                </a:lnTo>
                <a:lnTo>
                  <a:pt x="353263" y="333362"/>
                </a:lnTo>
                <a:lnTo>
                  <a:pt x="349161" y="337019"/>
                </a:lnTo>
                <a:lnTo>
                  <a:pt x="322491" y="356044"/>
                </a:lnTo>
                <a:lnTo>
                  <a:pt x="307276" y="365061"/>
                </a:lnTo>
                <a:lnTo>
                  <a:pt x="306387" y="365620"/>
                </a:lnTo>
                <a:lnTo>
                  <a:pt x="291211" y="372935"/>
                </a:lnTo>
                <a:lnTo>
                  <a:pt x="289915" y="373595"/>
                </a:lnTo>
                <a:lnTo>
                  <a:pt x="273672" y="379717"/>
                </a:lnTo>
                <a:lnTo>
                  <a:pt x="272249" y="380199"/>
                </a:lnTo>
                <a:lnTo>
                  <a:pt x="255117" y="384924"/>
                </a:lnTo>
                <a:lnTo>
                  <a:pt x="254876" y="384924"/>
                </a:lnTo>
                <a:lnTo>
                  <a:pt x="238455" y="387743"/>
                </a:lnTo>
                <a:lnTo>
                  <a:pt x="236982" y="387743"/>
                </a:lnTo>
                <a:lnTo>
                  <a:pt x="224053" y="388340"/>
                </a:lnTo>
                <a:lnTo>
                  <a:pt x="212725" y="387121"/>
                </a:lnTo>
                <a:lnTo>
                  <a:pt x="185356" y="374142"/>
                </a:lnTo>
                <a:lnTo>
                  <a:pt x="184099" y="372935"/>
                </a:lnTo>
                <a:lnTo>
                  <a:pt x="184442" y="373595"/>
                </a:lnTo>
                <a:lnTo>
                  <a:pt x="184492" y="373811"/>
                </a:lnTo>
                <a:lnTo>
                  <a:pt x="183896" y="373037"/>
                </a:lnTo>
                <a:lnTo>
                  <a:pt x="184315" y="373595"/>
                </a:lnTo>
                <a:lnTo>
                  <a:pt x="184099" y="372935"/>
                </a:lnTo>
                <a:lnTo>
                  <a:pt x="183807" y="372364"/>
                </a:lnTo>
                <a:lnTo>
                  <a:pt x="183807" y="372935"/>
                </a:lnTo>
                <a:lnTo>
                  <a:pt x="183134" y="372008"/>
                </a:lnTo>
                <a:lnTo>
                  <a:pt x="183502" y="372364"/>
                </a:lnTo>
                <a:lnTo>
                  <a:pt x="183807" y="372935"/>
                </a:lnTo>
                <a:lnTo>
                  <a:pt x="183807" y="372364"/>
                </a:lnTo>
                <a:lnTo>
                  <a:pt x="183629" y="372008"/>
                </a:lnTo>
                <a:lnTo>
                  <a:pt x="181356" y="367563"/>
                </a:lnTo>
                <a:lnTo>
                  <a:pt x="180873" y="366623"/>
                </a:lnTo>
                <a:lnTo>
                  <a:pt x="180873" y="367563"/>
                </a:lnTo>
                <a:lnTo>
                  <a:pt x="180073" y="365061"/>
                </a:lnTo>
                <a:lnTo>
                  <a:pt x="180365" y="365620"/>
                </a:lnTo>
                <a:lnTo>
                  <a:pt x="180454" y="366242"/>
                </a:lnTo>
                <a:lnTo>
                  <a:pt x="180873" y="367563"/>
                </a:lnTo>
                <a:lnTo>
                  <a:pt x="180873" y="366623"/>
                </a:lnTo>
                <a:lnTo>
                  <a:pt x="180682" y="366242"/>
                </a:lnTo>
                <a:lnTo>
                  <a:pt x="180632" y="365950"/>
                </a:lnTo>
                <a:lnTo>
                  <a:pt x="180505" y="365061"/>
                </a:lnTo>
                <a:lnTo>
                  <a:pt x="179654" y="359117"/>
                </a:lnTo>
                <a:lnTo>
                  <a:pt x="179539" y="358355"/>
                </a:lnTo>
                <a:lnTo>
                  <a:pt x="179400" y="358355"/>
                </a:lnTo>
                <a:lnTo>
                  <a:pt x="179324" y="356831"/>
                </a:lnTo>
                <a:lnTo>
                  <a:pt x="179463" y="356831"/>
                </a:lnTo>
                <a:lnTo>
                  <a:pt x="180606" y="333362"/>
                </a:lnTo>
                <a:lnTo>
                  <a:pt x="180632" y="332816"/>
                </a:lnTo>
                <a:lnTo>
                  <a:pt x="180746" y="332003"/>
                </a:lnTo>
                <a:lnTo>
                  <a:pt x="184289" y="302844"/>
                </a:lnTo>
                <a:lnTo>
                  <a:pt x="192582" y="236423"/>
                </a:lnTo>
                <a:lnTo>
                  <a:pt x="195846" y="192354"/>
                </a:lnTo>
                <a:lnTo>
                  <a:pt x="195884" y="191858"/>
                </a:lnTo>
                <a:lnTo>
                  <a:pt x="196418" y="188163"/>
                </a:lnTo>
                <a:lnTo>
                  <a:pt x="196532" y="187286"/>
                </a:lnTo>
                <a:lnTo>
                  <a:pt x="196888" y="186372"/>
                </a:lnTo>
                <a:lnTo>
                  <a:pt x="198005" y="183489"/>
                </a:lnTo>
                <a:lnTo>
                  <a:pt x="198323" y="182689"/>
                </a:lnTo>
                <a:lnTo>
                  <a:pt x="197751" y="183489"/>
                </a:lnTo>
                <a:lnTo>
                  <a:pt x="198526" y="182384"/>
                </a:lnTo>
                <a:lnTo>
                  <a:pt x="198551" y="182245"/>
                </a:lnTo>
                <a:lnTo>
                  <a:pt x="198970" y="181775"/>
                </a:lnTo>
                <a:lnTo>
                  <a:pt x="207657" y="169456"/>
                </a:lnTo>
                <a:lnTo>
                  <a:pt x="221005" y="154508"/>
                </a:lnTo>
                <a:lnTo>
                  <a:pt x="221526" y="153619"/>
                </a:lnTo>
                <a:lnTo>
                  <a:pt x="222224" y="151612"/>
                </a:lnTo>
                <a:lnTo>
                  <a:pt x="222237" y="148463"/>
                </a:lnTo>
                <a:lnTo>
                  <a:pt x="221983" y="147459"/>
                </a:lnTo>
                <a:lnTo>
                  <a:pt x="215938" y="142087"/>
                </a:lnTo>
                <a:lnTo>
                  <a:pt x="212725" y="142087"/>
                </a:lnTo>
                <a:lnTo>
                  <a:pt x="184683" y="174269"/>
                </a:lnTo>
                <a:lnTo>
                  <a:pt x="176669" y="234835"/>
                </a:lnTo>
                <a:lnTo>
                  <a:pt x="168414" y="300888"/>
                </a:lnTo>
                <a:lnTo>
                  <a:pt x="164706" y="331419"/>
                </a:lnTo>
                <a:lnTo>
                  <a:pt x="164592" y="333362"/>
                </a:lnTo>
                <a:lnTo>
                  <a:pt x="163487" y="356044"/>
                </a:lnTo>
                <a:lnTo>
                  <a:pt x="163487" y="359117"/>
                </a:lnTo>
                <a:lnTo>
                  <a:pt x="164985" y="369443"/>
                </a:lnTo>
                <a:lnTo>
                  <a:pt x="165036" y="369849"/>
                </a:lnTo>
                <a:lnTo>
                  <a:pt x="192405" y="398043"/>
                </a:lnTo>
                <a:lnTo>
                  <a:pt x="223316" y="404342"/>
                </a:lnTo>
                <a:lnTo>
                  <a:pt x="224180" y="404342"/>
                </a:lnTo>
                <a:lnTo>
                  <a:pt x="240169" y="403618"/>
                </a:lnTo>
                <a:lnTo>
                  <a:pt x="240538" y="403618"/>
                </a:lnTo>
                <a:lnTo>
                  <a:pt x="278003" y="395173"/>
                </a:lnTo>
                <a:lnTo>
                  <a:pt x="295935" y="388404"/>
                </a:lnTo>
                <a:lnTo>
                  <a:pt x="330581" y="369849"/>
                </a:lnTo>
                <a:lnTo>
                  <a:pt x="368363" y="341388"/>
                </a:lnTo>
                <a:lnTo>
                  <a:pt x="377342" y="330034"/>
                </a:lnTo>
                <a:lnTo>
                  <a:pt x="377405" y="326771"/>
                </a:lnTo>
                <a:close/>
              </a:path>
              <a:path w="608330" h="584200">
                <a:moveTo>
                  <a:pt x="461327" y="21475"/>
                </a:moveTo>
                <a:lnTo>
                  <a:pt x="460959" y="21234"/>
                </a:lnTo>
                <a:lnTo>
                  <a:pt x="457339" y="18948"/>
                </a:lnTo>
                <a:lnTo>
                  <a:pt x="446392" y="12014"/>
                </a:lnTo>
                <a:lnTo>
                  <a:pt x="409803" y="0"/>
                </a:lnTo>
                <a:lnTo>
                  <a:pt x="408622" y="0"/>
                </a:lnTo>
                <a:lnTo>
                  <a:pt x="401269" y="6413"/>
                </a:lnTo>
                <a:lnTo>
                  <a:pt x="401180" y="6807"/>
                </a:lnTo>
                <a:lnTo>
                  <a:pt x="401066" y="7340"/>
                </a:lnTo>
                <a:lnTo>
                  <a:pt x="401040" y="8382"/>
                </a:lnTo>
                <a:lnTo>
                  <a:pt x="401408" y="10464"/>
                </a:lnTo>
                <a:lnTo>
                  <a:pt x="421855" y="19075"/>
                </a:lnTo>
                <a:lnTo>
                  <a:pt x="429247" y="21475"/>
                </a:lnTo>
                <a:lnTo>
                  <a:pt x="429729" y="21628"/>
                </a:lnTo>
                <a:lnTo>
                  <a:pt x="429336" y="21475"/>
                </a:lnTo>
                <a:lnTo>
                  <a:pt x="461327" y="21475"/>
                </a:lnTo>
                <a:close/>
              </a:path>
              <a:path w="608330" h="584200">
                <a:moveTo>
                  <a:pt x="608190" y="221665"/>
                </a:moveTo>
                <a:lnTo>
                  <a:pt x="608164" y="211607"/>
                </a:lnTo>
                <a:lnTo>
                  <a:pt x="608152" y="210121"/>
                </a:lnTo>
                <a:lnTo>
                  <a:pt x="608152" y="208673"/>
                </a:lnTo>
                <a:lnTo>
                  <a:pt x="607695" y="206222"/>
                </a:lnTo>
                <a:lnTo>
                  <a:pt x="607326" y="204279"/>
                </a:lnTo>
                <a:lnTo>
                  <a:pt x="606780" y="201345"/>
                </a:lnTo>
                <a:lnTo>
                  <a:pt x="587603" y="165646"/>
                </a:lnTo>
                <a:lnTo>
                  <a:pt x="549300" y="112306"/>
                </a:lnTo>
                <a:lnTo>
                  <a:pt x="505929" y="59740"/>
                </a:lnTo>
                <a:lnTo>
                  <a:pt x="471957" y="28282"/>
                </a:lnTo>
                <a:lnTo>
                  <a:pt x="467728" y="25527"/>
                </a:lnTo>
                <a:lnTo>
                  <a:pt x="461581" y="21628"/>
                </a:lnTo>
                <a:lnTo>
                  <a:pt x="429729" y="21628"/>
                </a:lnTo>
                <a:lnTo>
                  <a:pt x="429577" y="21628"/>
                </a:lnTo>
                <a:lnTo>
                  <a:pt x="438251" y="25793"/>
                </a:lnTo>
                <a:lnTo>
                  <a:pt x="476453" y="52654"/>
                </a:lnTo>
                <a:lnTo>
                  <a:pt x="513892" y="93345"/>
                </a:lnTo>
                <a:lnTo>
                  <a:pt x="573938" y="173964"/>
                </a:lnTo>
                <a:lnTo>
                  <a:pt x="580885" y="185381"/>
                </a:lnTo>
                <a:lnTo>
                  <a:pt x="585076" y="192189"/>
                </a:lnTo>
                <a:lnTo>
                  <a:pt x="591248" y="205295"/>
                </a:lnTo>
                <a:lnTo>
                  <a:pt x="592289" y="210870"/>
                </a:lnTo>
                <a:lnTo>
                  <a:pt x="592340" y="211201"/>
                </a:lnTo>
                <a:lnTo>
                  <a:pt x="592264" y="219989"/>
                </a:lnTo>
                <a:lnTo>
                  <a:pt x="578535" y="291033"/>
                </a:lnTo>
                <a:lnTo>
                  <a:pt x="563283" y="345516"/>
                </a:lnTo>
                <a:lnTo>
                  <a:pt x="544474" y="401472"/>
                </a:lnTo>
                <a:lnTo>
                  <a:pt x="524217" y="447827"/>
                </a:lnTo>
                <a:lnTo>
                  <a:pt x="502602" y="484670"/>
                </a:lnTo>
                <a:lnTo>
                  <a:pt x="495223" y="494347"/>
                </a:lnTo>
                <a:lnTo>
                  <a:pt x="491337" y="499516"/>
                </a:lnTo>
                <a:lnTo>
                  <a:pt x="479158" y="512648"/>
                </a:lnTo>
                <a:lnTo>
                  <a:pt x="419265" y="570865"/>
                </a:lnTo>
                <a:lnTo>
                  <a:pt x="418680" y="571715"/>
                </a:lnTo>
                <a:lnTo>
                  <a:pt x="417842" y="573671"/>
                </a:lnTo>
                <a:lnTo>
                  <a:pt x="417626" y="574687"/>
                </a:lnTo>
                <a:lnTo>
                  <a:pt x="417588" y="576808"/>
                </a:lnTo>
                <a:lnTo>
                  <a:pt x="417779" y="577824"/>
                </a:lnTo>
                <a:lnTo>
                  <a:pt x="423545" y="583679"/>
                </a:lnTo>
                <a:lnTo>
                  <a:pt x="423684" y="583679"/>
                </a:lnTo>
                <a:lnTo>
                  <a:pt x="424573" y="583869"/>
                </a:lnTo>
                <a:lnTo>
                  <a:pt x="426554" y="583869"/>
                </a:lnTo>
                <a:lnTo>
                  <a:pt x="427570" y="583679"/>
                </a:lnTo>
                <a:lnTo>
                  <a:pt x="490601" y="523824"/>
                </a:lnTo>
                <a:lnTo>
                  <a:pt x="515327" y="494347"/>
                </a:lnTo>
                <a:lnTo>
                  <a:pt x="538480" y="455053"/>
                </a:lnTo>
                <a:lnTo>
                  <a:pt x="559282" y="407530"/>
                </a:lnTo>
                <a:lnTo>
                  <a:pt x="578561" y="350227"/>
                </a:lnTo>
                <a:lnTo>
                  <a:pt x="594029" y="294982"/>
                </a:lnTo>
                <a:lnTo>
                  <a:pt x="603821" y="252476"/>
                </a:lnTo>
                <a:lnTo>
                  <a:pt x="603948" y="251790"/>
                </a:lnTo>
                <a:lnTo>
                  <a:pt x="608190" y="22166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692545" y="3696233"/>
            <a:ext cx="280670" cy="37465"/>
          </a:xfrm>
          <a:custGeom>
            <a:avLst/>
            <a:gdLst/>
            <a:ahLst/>
            <a:cxnLst/>
            <a:rect l="l" t="t" r="r" b="b"/>
            <a:pathLst>
              <a:path w="280669" h="37464">
                <a:moveTo>
                  <a:pt x="262086" y="30262"/>
                </a:moveTo>
                <a:lnTo>
                  <a:pt x="267652" y="35548"/>
                </a:lnTo>
                <a:lnTo>
                  <a:pt x="268532" y="36103"/>
                </a:lnTo>
                <a:lnTo>
                  <a:pt x="270970" y="37040"/>
                </a:lnTo>
                <a:lnTo>
                  <a:pt x="274034" y="37040"/>
                </a:lnTo>
                <a:lnTo>
                  <a:pt x="280235" y="30900"/>
                </a:lnTo>
                <a:lnTo>
                  <a:pt x="263331" y="30900"/>
                </a:lnTo>
                <a:lnTo>
                  <a:pt x="262086" y="30262"/>
                </a:lnTo>
                <a:close/>
              </a:path>
              <a:path w="280669" h="37464">
                <a:moveTo>
                  <a:pt x="261249" y="29467"/>
                </a:moveTo>
                <a:lnTo>
                  <a:pt x="262086" y="30262"/>
                </a:lnTo>
                <a:lnTo>
                  <a:pt x="263331" y="30900"/>
                </a:lnTo>
                <a:lnTo>
                  <a:pt x="262371" y="30262"/>
                </a:lnTo>
                <a:lnTo>
                  <a:pt x="261249" y="29467"/>
                </a:lnTo>
                <a:close/>
              </a:path>
              <a:path w="280669" h="37464">
                <a:moveTo>
                  <a:pt x="280401" y="29467"/>
                </a:moveTo>
                <a:lnTo>
                  <a:pt x="261249" y="29467"/>
                </a:lnTo>
                <a:lnTo>
                  <a:pt x="263271" y="30900"/>
                </a:lnTo>
                <a:lnTo>
                  <a:pt x="280235" y="30900"/>
                </a:lnTo>
                <a:lnTo>
                  <a:pt x="280345" y="30262"/>
                </a:lnTo>
                <a:lnTo>
                  <a:pt x="280401" y="29467"/>
                </a:lnTo>
                <a:close/>
              </a:path>
              <a:path w="280669" h="37464">
                <a:moveTo>
                  <a:pt x="255966" y="27130"/>
                </a:moveTo>
                <a:lnTo>
                  <a:pt x="262086" y="30262"/>
                </a:lnTo>
                <a:lnTo>
                  <a:pt x="261249" y="29467"/>
                </a:lnTo>
                <a:lnTo>
                  <a:pt x="280401" y="29467"/>
                </a:lnTo>
                <a:lnTo>
                  <a:pt x="280358" y="27755"/>
                </a:lnTo>
                <a:lnTo>
                  <a:pt x="280267" y="27353"/>
                </a:lnTo>
                <a:lnTo>
                  <a:pt x="256797" y="27353"/>
                </a:lnTo>
                <a:lnTo>
                  <a:pt x="255966" y="27130"/>
                </a:lnTo>
                <a:close/>
              </a:path>
              <a:path w="280669" h="37464">
                <a:moveTo>
                  <a:pt x="255226" y="26751"/>
                </a:moveTo>
                <a:lnTo>
                  <a:pt x="255966" y="27130"/>
                </a:lnTo>
                <a:lnTo>
                  <a:pt x="256797" y="27353"/>
                </a:lnTo>
                <a:lnTo>
                  <a:pt x="255226" y="26751"/>
                </a:lnTo>
                <a:close/>
              </a:path>
              <a:path w="280669" h="37464">
                <a:moveTo>
                  <a:pt x="280131" y="26751"/>
                </a:moveTo>
                <a:lnTo>
                  <a:pt x="255226" y="26751"/>
                </a:lnTo>
                <a:lnTo>
                  <a:pt x="256797" y="27353"/>
                </a:lnTo>
                <a:lnTo>
                  <a:pt x="280267" y="27353"/>
                </a:lnTo>
                <a:lnTo>
                  <a:pt x="280217" y="27130"/>
                </a:lnTo>
                <a:lnTo>
                  <a:pt x="280131" y="26751"/>
                </a:lnTo>
                <a:close/>
              </a:path>
              <a:path w="280669" h="37464">
                <a:moveTo>
                  <a:pt x="246656" y="24630"/>
                </a:moveTo>
                <a:lnTo>
                  <a:pt x="255966" y="27130"/>
                </a:lnTo>
                <a:lnTo>
                  <a:pt x="255226" y="26751"/>
                </a:lnTo>
                <a:lnTo>
                  <a:pt x="280133" y="26751"/>
                </a:lnTo>
                <a:lnTo>
                  <a:pt x="279290" y="24853"/>
                </a:lnTo>
                <a:lnTo>
                  <a:pt x="247829" y="24853"/>
                </a:lnTo>
                <a:lnTo>
                  <a:pt x="246656" y="24630"/>
                </a:lnTo>
                <a:close/>
              </a:path>
              <a:path w="280669" h="37464">
                <a:moveTo>
                  <a:pt x="38374" y="0"/>
                </a:moveTo>
                <a:lnTo>
                  <a:pt x="6898" y="0"/>
                </a:lnTo>
                <a:lnTo>
                  <a:pt x="5915" y="195"/>
                </a:lnTo>
                <a:lnTo>
                  <a:pt x="0" y="6929"/>
                </a:lnTo>
                <a:lnTo>
                  <a:pt x="26" y="9183"/>
                </a:lnTo>
                <a:lnTo>
                  <a:pt x="6943" y="15986"/>
                </a:lnTo>
                <a:lnTo>
                  <a:pt x="37860" y="15986"/>
                </a:lnTo>
                <a:lnTo>
                  <a:pt x="73663" y="17481"/>
                </a:lnTo>
                <a:lnTo>
                  <a:pt x="129462" y="20488"/>
                </a:lnTo>
                <a:lnTo>
                  <a:pt x="236103" y="23496"/>
                </a:lnTo>
                <a:lnTo>
                  <a:pt x="235871" y="23496"/>
                </a:lnTo>
                <a:lnTo>
                  <a:pt x="247829" y="24853"/>
                </a:lnTo>
                <a:lnTo>
                  <a:pt x="247489" y="24853"/>
                </a:lnTo>
                <a:lnTo>
                  <a:pt x="246656" y="24630"/>
                </a:lnTo>
                <a:lnTo>
                  <a:pt x="279146" y="24630"/>
                </a:lnTo>
                <a:lnTo>
                  <a:pt x="278668" y="23953"/>
                </a:lnTo>
                <a:lnTo>
                  <a:pt x="272267" y="17871"/>
                </a:lnTo>
                <a:lnTo>
                  <a:pt x="270403" y="16550"/>
                </a:lnTo>
                <a:lnTo>
                  <a:pt x="262516" y="12513"/>
                </a:lnTo>
                <a:lnTo>
                  <a:pt x="261261" y="12028"/>
                </a:lnTo>
                <a:lnTo>
                  <a:pt x="261399" y="12028"/>
                </a:lnTo>
                <a:lnTo>
                  <a:pt x="250805" y="9183"/>
                </a:lnTo>
                <a:lnTo>
                  <a:pt x="250096" y="9048"/>
                </a:lnTo>
                <a:lnTo>
                  <a:pt x="250406" y="9048"/>
                </a:lnTo>
                <a:lnTo>
                  <a:pt x="237241" y="7552"/>
                </a:lnTo>
                <a:lnTo>
                  <a:pt x="238258" y="7552"/>
                </a:lnTo>
                <a:lnTo>
                  <a:pt x="130129" y="4508"/>
                </a:lnTo>
                <a:lnTo>
                  <a:pt x="75980" y="1584"/>
                </a:lnTo>
                <a:lnTo>
                  <a:pt x="76441" y="1584"/>
                </a:lnTo>
                <a:lnTo>
                  <a:pt x="38374" y="0"/>
                </a:lnTo>
                <a:close/>
              </a:path>
              <a:path w="280669" h="37464">
                <a:moveTo>
                  <a:pt x="279146" y="24630"/>
                </a:moveTo>
                <a:lnTo>
                  <a:pt x="246656" y="24630"/>
                </a:lnTo>
                <a:lnTo>
                  <a:pt x="247829" y="24853"/>
                </a:lnTo>
                <a:lnTo>
                  <a:pt x="279303" y="24853"/>
                </a:lnTo>
                <a:lnTo>
                  <a:pt x="279146" y="2463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30370" y="3669208"/>
            <a:ext cx="499745" cy="22225"/>
          </a:xfrm>
          <a:custGeom>
            <a:avLst/>
            <a:gdLst/>
            <a:ahLst/>
            <a:cxnLst/>
            <a:rect l="l" t="t" r="r" b="b"/>
            <a:pathLst>
              <a:path w="499744" h="22225">
                <a:moveTo>
                  <a:pt x="462450" y="1562"/>
                </a:moveTo>
                <a:lnTo>
                  <a:pt x="273330" y="1562"/>
                </a:lnTo>
                <a:lnTo>
                  <a:pt x="192251" y="2988"/>
                </a:lnTo>
                <a:lnTo>
                  <a:pt x="51141" y="2988"/>
                </a:lnTo>
                <a:lnTo>
                  <a:pt x="20233" y="4532"/>
                </a:lnTo>
                <a:lnTo>
                  <a:pt x="20613" y="4532"/>
                </a:lnTo>
                <a:lnTo>
                  <a:pt x="5364" y="6226"/>
                </a:lnTo>
                <a:lnTo>
                  <a:pt x="5801" y="6226"/>
                </a:lnTo>
                <a:lnTo>
                  <a:pt x="4693" y="6577"/>
                </a:lnTo>
                <a:lnTo>
                  <a:pt x="4844" y="6577"/>
                </a:lnTo>
                <a:lnTo>
                  <a:pt x="0" y="12774"/>
                </a:lnTo>
                <a:lnTo>
                  <a:pt x="26" y="14865"/>
                </a:lnTo>
                <a:lnTo>
                  <a:pt x="4949" y="21480"/>
                </a:lnTo>
                <a:lnTo>
                  <a:pt x="5122" y="21480"/>
                </a:lnTo>
                <a:lnTo>
                  <a:pt x="7080" y="22047"/>
                </a:lnTo>
                <a:lnTo>
                  <a:pt x="7833" y="22047"/>
                </a:lnTo>
                <a:lnTo>
                  <a:pt x="21992" y="20469"/>
                </a:lnTo>
                <a:lnTo>
                  <a:pt x="51181" y="19000"/>
                </a:lnTo>
                <a:lnTo>
                  <a:pt x="191447" y="19000"/>
                </a:lnTo>
                <a:lnTo>
                  <a:pt x="336924" y="15974"/>
                </a:lnTo>
                <a:lnTo>
                  <a:pt x="499487" y="15974"/>
                </a:lnTo>
                <a:lnTo>
                  <a:pt x="499651" y="14865"/>
                </a:lnTo>
                <a:lnTo>
                  <a:pt x="499640" y="12774"/>
                </a:lnTo>
                <a:lnTo>
                  <a:pt x="499197" y="11009"/>
                </a:lnTo>
                <a:lnTo>
                  <a:pt x="493919" y="6226"/>
                </a:lnTo>
                <a:lnTo>
                  <a:pt x="462450" y="1562"/>
                </a:lnTo>
                <a:close/>
              </a:path>
              <a:path w="499744" h="22225">
                <a:moveTo>
                  <a:pt x="499487" y="15974"/>
                </a:moveTo>
                <a:lnTo>
                  <a:pt x="441823" y="15974"/>
                </a:lnTo>
                <a:lnTo>
                  <a:pt x="460896" y="17468"/>
                </a:lnTo>
                <a:lnTo>
                  <a:pt x="460655" y="17468"/>
                </a:lnTo>
                <a:lnTo>
                  <a:pt x="491576" y="22047"/>
                </a:lnTo>
                <a:lnTo>
                  <a:pt x="492412" y="22047"/>
                </a:lnTo>
                <a:lnTo>
                  <a:pt x="499454" y="16202"/>
                </a:lnTo>
                <a:lnTo>
                  <a:pt x="499487" y="15974"/>
                </a:lnTo>
                <a:close/>
              </a:path>
              <a:path w="499744" h="22225">
                <a:moveTo>
                  <a:pt x="442749" y="0"/>
                </a:moveTo>
                <a:lnTo>
                  <a:pt x="335771" y="0"/>
                </a:lnTo>
                <a:lnTo>
                  <a:pt x="274873" y="1562"/>
                </a:lnTo>
                <a:lnTo>
                  <a:pt x="462698" y="1562"/>
                </a:lnTo>
                <a:lnTo>
                  <a:pt x="44274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197870" y="3636143"/>
            <a:ext cx="385445" cy="19050"/>
          </a:xfrm>
          <a:custGeom>
            <a:avLst/>
            <a:gdLst/>
            <a:ahLst/>
            <a:cxnLst/>
            <a:rect l="l" t="t" r="r" b="b"/>
            <a:pathLst>
              <a:path w="385445" h="19050">
                <a:moveTo>
                  <a:pt x="314783" y="0"/>
                </a:moveTo>
                <a:lnTo>
                  <a:pt x="63158" y="0"/>
                </a:lnTo>
                <a:lnTo>
                  <a:pt x="28383" y="1513"/>
                </a:lnTo>
                <a:lnTo>
                  <a:pt x="0" y="9474"/>
                </a:lnTo>
                <a:lnTo>
                  <a:pt x="21" y="12621"/>
                </a:lnTo>
                <a:lnTo>
                  <a:pt x="6791" y="19044"/>
                </a:lnTo>
                <a:lnTo>
                  <a:pt x="7442" y="19044"/>
                </a:lnTo>
                <a:lnTo>
                  <a:pt x="29345" y="17481"/>
                </a:lnTo>
                <a:lnTo>
                  <a:pt x="63706" y="15986"/>
                </a:lnTo>
                <a:lnTo>
                  <a:pt x="383789" y="15986"/>
                </a:lnTo>
                <a:lnTo>
                  <a:pt x="384148" y="15520"/>
                </a:lnTo>
                <a:lnTo>
                  <a:pt x="385094" y="13624"/>
                </a:lnTo>
                <a:lnTo>
                  <a:pt x="385372" y="12621"/>
                </a:lnTo>
                <a:lnTo>
                  <a:pt x="385389" y="9474"/>
                </a:lnTo>
                <a:lnTo>
                  <a:pt x="384721" y="7461"/>
                </a:lnTo>
                <a:lnTo>
                  <a:pt x="343879" y="744"/>
                </a:lnTo>
                <a:lnTo>
                  <a:pt x="314783" y="0"/>
                </a:lnTo>
                <a:close/>
              </a:path>
              <a:path w="385445" h="19050">
                <a:moveTo>
                  <a:pt x="383789" y="15986"/>
                </a:moveTo>
                <a:lnTo>
                  <a:pt x="314175" y="15986"/>
                </a:lnTo>
                <a:lnTo>
                  <a:pt x="343409" y="16737"/>
                </a:lnTo>
                <a:lnTo>
                  <a:pt x="378008" y="19044"/>
                </a:lnTo>
                <a:lnTo>
                  <a:pt x="378627" y="19044"/>
                </a:lnTo>
                <a:lnTo>
                  <a:pt x="380988" y="18246"/>
                </a:lnTo>
                <a:lnTo>
                  <a:pt x="381906" y="17730"/>
                </a:lnTo>
                <a:lnTo>
                  <a:pt x="383505" y="16342"/>
                </a:lnTo>
                <a:lnTo>
                  <a:pt x="383789" y="1598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222274" y="3579192"/>
            <a:ext cx="346710" cy="27940"/>
          </a:xfrm>
          <a:custGeom>
            <a:avLst/>
            <a:gdLst/>
            <a:ahLst/>
            <a:cxnLst/>
            <a:rect l="l" t="t" r="r" b="b"/>
            <a:pathLst>
              <a:path w="346710" h="27939">
                <a:moveTo>
                  <a:pt x="301464" y="0"/>
                </a:moveTo>
                <a:lnTo>
                  <a:pt x="32090" y="0"/>
                </a:lnTo>
                <a:lnTo>
                  <a:pt x="24130" y="1525"/>
                </a:lnTo>
                <a:lnTo>
                  <a:pt x="0" y="19343"/>
                </a:lnTo>
                <a:lnTo>
                  <a:pt x="111" y="20953"/>
                </a:lnTo>
                <a:lnTo>
                  <a:pt x="223" y="21518"/>
                </a:lnTo>
                <a:lnTo>
                  <a:pt x="301" y="21916"/>
                </a:lnTo>
                <a:lnTo>
                  <a:pt x="7527" y="27922"/>
                </a:lnTo>
                <a:lnTo>
                  <a:pt x="8561" y="27922"/>
                </a:lnTo>
                <a:lnTo>
                  <a:pt x="10641" y="27510"/>
                </a:lnTo>
                <a:lnTo>
                  <a:pt x="11602" y="27114"/>
                </a:lnTo>
                <a:lnTo>
                  <a:pt x="21498" y="20519"/>
                </a:lnTo>
                <a:lnTo>
                  <a:pt x="21852" y="20384"/>
                </a:lnTo>
                <a:lnTo>
                  <a:pt x="27714" y="17325"/>
                </a:lnTo>
                <a:lnTo>
                  <a:pt x="26876" y="17325"/>
                </a:lnTo>
                <a:lnTo>
                  <a:pt x="29181" y="16521"/>
                </a:lnTo>
                <a:lnTo>
                  <a:pt x="30836" y="16521"/>
                </a:lnTo>
                <a:lnTo>
                  <a:pt x="34369" y="15849"/>
                </a:lnTo>
                <a:lnTo>
                  <a:pt x="346297" y="15849"/>
                </a:lnTo>
                <a:lnTo>
                  <a:pt x="346568" y="14541"/>
                </a:lnTo>
                <a:lnTo>
                  <a:pt x="346595" y="13404"/>
                </a:lnTo>
                <a:lnTo>
                  <a:pt x="346198" y="11322"/>
                </a:lnTo>
                <a:lnTo>
                  <a:pt x="318381" y="1525"/>
                </a:lnTo>
                <a:lnTo>
                  <a:pt x="319032" y="1525"/>
                </a:lnTo>
                <a:lnTo>
                  <a:pt x="301464" y="0"/>
                </a:lnTo>
                <a:close/>
              </a:path>
              <a:path w="346710" h="27939">
                <a:moveTo>
                  <a:pt x="346297" y="15849"/>
                </a:moveTo>
                <a:lnTo>
                  <a:pt x="299069" y="15849"/>
                </a:lnTo>
                <a:lnTo>
                  <a:pt x="316067" y="17325"/>
                </a:lnTo>
                <a:lnTo>
                  <a:pt x="315797" y="17325"/>
                </a:lnTo>
                <a:lnTo>
                  <a:pt x="337997" y="21916"/>
                </a:lnTo>
                <a:lnTo>
                  <a:pt x="339001" y="21916"/>
                </a:lnTo>
                <a:lnTo>
                  <a:pt x="346203" y="16304"/>
                </a:lnTo>
                <a:lnTo>
                  <a:pt x="346297" y="15849"/>
                </a:lnTo>
                <a:close/>
              </a:path>
              <a:path w="346710" h="27939">
                <a:moveTo>
                  <a:pt x="29254" y="16521"/>
                </a:moveTo>
                <a:lnTo>
                  <a:pt x="26876" y="17325"/>
                </a:lnTo>
                <a:lnTo>
                  <a:pt x="26609" y="17325"/>
                </a:lnTo>
                <a:lnTo>
                  <a:pt x="28347" y="16994"/>
                </a:lnTo>
                <a:lnTo>
                  <a:pt x="29254" y="16521"/>
                </a:lnTo>
                <a:close/>
              </a:path>
              <a:path w="346710" h="27939">
                <a:moveTo>
                  <a:pt x="28347" y="16994"/>
                </a:moveTo>
                <a:lnTo>
                  <a:pt x="26609" y="17325"/>
                </a:lnTo>
                <a:lnTo>
                  <a:pt x="27714" y="17325"/>
                </a:lnTo>
                <a:lnTo>
                  <a:pt x="28347" y="16994"/>
                </a:lnTo>
                <a:close/>
              </a:path>
              <a:path w="346710" h="27939">
                <a:moveTo>
                  <a:pt x="30836" y="16521"/>
                </a:moveTo>
                <a:lnTo>
                  <a:pt x="29254" y="16521"/>
                </a:lnTo>
                <a:lnTo>
                  <a:pt x="28347" y="16994"/>
                </a:lnTo>
                <a:lnTo>
                  <a:pt x="30836" y="1652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117863" y="3597065"/>
            <a:ext cx="259079" cy="25400"/>
          </a:xfrm>
          <a:custGeom>
            <a:avLst/>
            <a:gdLst/>
            <a:ahLst/>
            <a:cxnLst/>
            <a:rect l="l" t="t" r="r" b="b"/>
            <a:pathLst>
              <a:path w="259079" h="25400">
                <a:moveTo>
                  <a:pt x="249597" y="6198"/>
                </a:moveTo>
                <a:lnTo>
                  <a:pt x="228351" y="15189"/>
                </a:lnTo>
                <a:lnTo>
                  <a:pt x="228303" y="15429"/>
                </a:lnTo>
                <a:lnTo>
                  <a:pt x="228177" y="17979"/>
                </a:lnTo>
                <a:lnTo>
                  <a:pt x="228383" y="19011"/>
                </a:lnTo>
                <a:lnTo>
                  <a:pt x="228507" y="19630"/>
                </a:lnTo>
                <a:lnTo>
                  <a:pt x="235628" y="25072"/>
                </a:lnTo>
                <a:lnTo>
                  <a:pt x="236662" y="25072"/>
                </a:lnTo>
                <a:lnTo>
                  <a:pt x="251932" y="22019"/>
                </a:lnTo>
                <a:lnTo>
                  <a:pt x="251163" y="22019"/>
                </a:lnTo>
                <a:lnTo>
                  <a:pt x="251092" y="21301"/>
                </a:lnTo>
                <a:lnTo>
                  <a:pt x="250987" y="20238"/>
                </a:lnTo>
                <a:lnTo>
                  <a:pt x="250865" y="19011"/>
                </a:lnTo>
                <a:lnTo>
                  <a:pt x="250763" y="17979"/>
                </a:lnTo>
                <a:lnTo>
                  <a:pt x="250676" y="17101"/>
                </a:lnTo>
                <a:lnTo>
                  <a:pt x="250560" y="15929"/>
                </a:lnTo>
                <a:lnTo>
                  <a:pt x="250487" y="15189"/>
                </a:lnTo>
                <a:lnTo>
                  <a:pt x="250411" y="14429"/>
                </a:lnTo>
                <a:lnTo>
                  <a:pt x="250316" y="13468"/>
                </a:lnTo>
                <a:lnTo>
                  <a:pt x="250195" y="12242"/>
                </a:lnTo>
                <a:lnTo>
                  <a:pt x="250074" y="11019"/>
                </a:lnTo>
                <a:lnTo>
                  <a:pt x="249952" y="9787"/>
                </a:lnTo>
                <a:lnTo>
                  <a:pt x="249850" y="8756"/>
                </a:lnTo>
                <a:lnTo>
                  <a:pt x="249768" y="7927"/>
                </a:lnTo>
                <a:lnTo>
                  <a:pt x="249667" y="6913"/>
                </a:lnTo>
                <a:lnTo>
                  <a:pt x="249597" y="6198"/>
                </a:lnTo>
                <a:close/>
              </a:path>
              <a:path w="259079" h="25400">
                <a:moveTo>
                  <a:pt x="8281" y="0"/>
                </a:moveTo>
                <a:lnTo>
                  <a:pt x="6841" y="0"/>
                </a:lnTo>
                <a:lnTo>
                  <a:pt x="4787" y="525"/>
                </a:lnTo>
                <a:lnTo>
                  <a:pt x="0" y="9787"/>
                </a:lnTo>
                <a:lnTo>
                  <a:pt x="315" y="11019"/>
                </a:lnTo>
                <a:lnTo>
                  <a:pt x="18019" y="17550"/>
                </a:lnTo>
                <a:lnTo>
                  <a:pt x="18427" y="17550"/>
                </a:lnTo>
                <a:lnTo>
                  <a:pt x="34463" y="19011"/>
                </a:lnTo>
                <a:lnTo>
                  <a:pt x="61626" y="19011"/>
                </a:lnTo>
                <a:lnTo>
                  <a:pt x="88482" y="20590"/>
                </a:lnTo>
                <a:lnTo>
                  <a:pt x="87990" y="20590"/>
                </a:lnTo>
                <a:lnTo>
                  <a:pt x="105162" y="22019"/>
                </a:lnTo>
                <a:lnTo>
                  <a:pt x="229862" y="22019"/>
                </a:lnTo>
                <a:lnTo>
                  <a:pt x="228906" y="20590"/>
                </a:lnTo>
                <a:lnTo>
                  <a:pt x="228507" y="19630"/>
                </a:lnTo>
                <a:lnTo>
                  <a:pt x="228177" y="17979"/>
                </a:lnTo>
                <a:lnTo>
                  <a:pt x="228303" y="15429"/>
                </a:lnTo>
                <a:lnTo>
                  <a:pt x="228501" y="14429"/>
                </a:lnTo>
                <a:lnTo>
                  <a:pt x="228821" y="13655"/>
                </a:lnTo>
                <a:lnTo>
                  <a:pt x="228898" y="13468"/>
                </a:lnTo>
                <a:lnTo>
                  <a:pt x="249474" y="6198"/>
                </a:lnTo>
                <a:lnTo>
                  <a:pt x="253113" y="6198"/>
                </a:lnTo>
                <a:lnTo>
                  <a:pt x="252285" y="6045"/>
                </a:lnTo>
                <a:lnTo>
                  <a:pt x="106108" y="6045"/>
                </a:lnTo>
                <a:lnTo>
                  <a:pt x="87888" y="4531"/>
                </a:lnTo>
                <a:lnTo>
                  <a:pt x="62652" y="3049"/>
                </a:lnTo>
                <a:lnTo>
                  <a:pt x="35562" y="3049"/>
                </a:lnTo>
                <a:lnTo>
                  <a:pt x="19582" y="1592"/>
                </a:lnTo>
                <a:lnTo>
                  <a:pt x="19445" y="1592"/>
                </a:lnTo>
                <a:lnTo>
                  <a:pt x="8281" y="0"/>
                </a:lnTo>
                <a:close/>
              </a:path>
              <a:path w="259079" h="25400">
                <a:moveTo>
                  <a:pt x="253113" y="6198"/>
                </a:moveTo>
                <a:lnTo>
                  <a:pt x="249597" y="6198"/>
                </a:lnTo>
                <a:lnTo>
                  <a:pt x="249667" y="6913"/>
                </a:lnTo>
                <a:lnTo>
                  <a:pt x="249768" y="7927"/>
                </a:lnTo>
                <a:lnTo>
                  <a:pt x="249850" y="8756"/>
                </a:lnTo>
                <a:lnTo>
                  <a:pt x="249952" y="9787"/>
                </a:lnTo>
                <a:lnTo>
                  <a:pt x="250074" y="11019"/>
                </a:lnTo>
                <a:lnTo>
                  <a:pt x="250195" y="12242"/>
                </a:lnTo>
                <a:lnTo>
                  <a:pt x="250316" y="13468"/>
                </a:lnTo>
                <a:lnTo>
                  <a:pt x="250411" y="14429"/>
                </a:lnTo>
                <a:lnTo>
                  <a:pt x="250487" y="15189"/>
                </a:lnTo>
                <a:lnTo>
                  <a:pt x="250560" y="15929"/>
                </a:lnTo>
                <a:lnTo>
                  <a:pt x="250676" y="17101"/>
                </a:lnTo>
                <a:lnTo>
                  <a:pt x="250763" y="17979"/>
                </a:lnTo>
                <a:lnTo>
                  <a:pt x="250865" y="19011"/>
                </a:lnTo>
                <a:lnTo>
                  <a:pt x="250987" y="20238"/>
                </a:lnTo>
                <a:lnTo>
                  <a:pt x="251092" y="21301"/>
                </a:lnTo>
                <a:lnTo>
                  <a:pt x="251163" y="22019"/>
                </a:lnTo>
                <a:lnTo>
                  <a:pt x="251932" y="22019"/>
                </a:lnTo>
                <a:lnTo>
                  <a:pt x="253704" y="21664"/>
                </a:lnTo>
                <a:lnTo>
                  <a:pt x="258931" y="15929"/>
                </a:lnTo>
                <a:lnTo>
                  <a:pt x="258866" y="11704"/>
                </a:lnTo>
                <a:lnTo>
                  <a:pt x="254965" y="6913"/>
                </a:lnTo>
                <a:lnTo>
                  <a:pt x="253113" y="619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435976" y="3974190"/>
            <a:ext cx="485719" cy="32431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997894" y="4071296"/>
            <a:ext cx="294454" cy="274477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3447894" y="4098519"/>
            <a:ext cx="190500" cy="38735"/>
          </a:xfrm>
          <a:custGeom>
            <a:avLst/>
            <a:gdLst/>
            <a:ahLst/>
            <a:cxnLst/>
            <a:rect l="l" t="t" r="r" b="b"/>
            <a:pathLst>
              <a:path w="190500" h="38735">
                <a:moveTo>
                  <a:pt x="150683" y="13788"/>
                </a:moveTo>
                <a:lnTo>
                  <a:pt x="110430" y="17452"/>
                </a:lnTo>
                <a:lnTo>
                  <a:pt x="56191" y="19907"/>
                </a:lnTo>
                <a:lnTo>
                  <a:pt x="17605" y="21197"/>
                </a:lnTo>
                <a:lnTo>
                  <a:pt x="18280" y="21197"/>
                </a:lnTo>
                <a:lnTo>
                  <a:pt x="0" y="29180"/>
                </a:lnTo>
                <a:lnTo>
                  <a:pt x="25" y="31271"/>
                </a:lnTo>
                <a:lnTo>
                  <a:pt x="6767" y="38364"/>
                </a:lnTo>
                <a:lnTo>
                  <a:pt x="8617" y="38364"/>
                </a:lnTo>
                <a:lnTo>
                  <a:pt x="19657" y="37141"/>
                </a:lnTo>
                <a:lnTo>
                  <a:pt x="19429" y="37141"/>
                </a:lnTo>
                <a:lnTo>
                  <a:pt x="54535" y="35970"/>
                </a:lnTo>
                <a:lnTo>
                  <a:pt x="55148" y="35970"/>
                </a:lnTo>
                <a:lnTo>
                  <a:pt x="111878" y="33383"/>
                </a:lnTo>
                <a:lnTo>
                  <a:pt x="152901" y="29649"/>
                </a:lnTo>
                <a:lnTo>
                  <a:pt x="187373" y="14016"/>
                </a:lnTo>
                <a:lnTo>
                  <a:pt x="149910" y="14016"/>
                </a:lnTo>
                <a:lnTo>
                  <a:pt x="150683" y="13788"/>
                </a:lnTo>
                <a:close/>
              </a:path>
              <a:path w="190500" h="38735">
                <a:moveTo>
                  <a:pt x="162619" y="10258"/>
                </a:moveTo>
                <a:lnTo>
                  <a:pt x="149910" y="14016"/>
                </a:lnTo>
                <a:lnTo>
                  <a:pt x="151090" y="13788"/>
                </a:lnTo>
                <a:lnTo>
                  <a:pt x="187679" y="13788"/>
                </a:lnTo>
                <a:lnTo>
                  <a:pt x="189057" y="11940"/>
                </a:lnTo>
                <a:lnTo>
                  <a:pt x="189504" y="11002"/>
                </a:lnTo>
                <a:lnTo>
                  <a:pt x="189562" y="10773"/>
                </a:lnTo>
                <a:lnTo>
                  <a:pt x="161756" y="10773"/>
                </a:lnTo>
                <a:lnTo>
                  <a:pt x="162619" y="10258"/>
                </a:lnTo>
                <a:close/>
              </a:path>
              <a:path w="190500" h="38735">
                <a:moveTo>
                  <a:pt x="187626" y="13788"/>
                </a:moveTo>
                <a:lnTo>
                  <a:pt x="151090" y="13788"/>
                </a:lnTo>
                <a:lnTo>
                  <a:pt x="149910" y="14016"/>
                </a:lnTo>
                <a:lnTo>
                  <a:pt x="187373" y="14016"/>
                </a:lnTo>
                <a:lnTo>
                  <a:pt x="187626" y="13788"/>
                </a:lnTo>
                <a:close/>
              </a:path>
              <a:path w="190500" h="38735">
                <a:moveTo>
                  <a:pt x="163584" y="9973"/>
                </a:moveTo>
                <a:lnTo>
                  <a:pt x="162619" y="10258"/>
                </a:lnTo>
                <a:lnTo>
                  <a:pt x="161756" y="10773"/>
                </a:lnTo>
                <a:lnTo>
                  <a:pt x="163584" y="9973"/>
                </a:lnTo>
                <a:close/>
              </a:path>
              <a:path w="190500" h="38735">
                <a:moveTo>
                  <a:pt x="189764" y="9973"/>
                </a:moveTo>
                <a:lnTo>
                  <a:pt x="163584" y="9973"/>
                </a:lnTo>
                <a:lnTo>
                  <a:pt x="161756" y="10773"/>
                </a:lnTo>
                <a:lnTo>
                  <a:pt x="189562" y="10773"/>
                </a:lnTo>
                <a:lnTo>
                  <a:pt x="189692" y="10258"/>
                </a:lnTo>
                <a:lnTo>
                  <a:pt x="189764" y="9973"/>
                </a:lnTo>
                <a:close/>
              </a:path>
              <a:path w="190500" h="38735">
                <a:moveTo>
                  <a:pt x="182946" y="0"/>
                </a:moveTo>
                <a:lnTo>
                  <a:pt x="181541" y="0"/>
                </a:lnTo>
                <a:lnTo>
                  <a:pt x="179807" y="252"/>
                </a:lnTo>
                <a:lnTo>
                  <a:pt x="178827" y="600"/>
                </a:lnTo>
                <a:lnTo>
                  <a:pt x="162619" y="10258"/>
                </a:lnTo>
                <a:lnTo>
                  <a:pt x="163584" y="9973"/>
                </a:lnTo>
                <a:lnTo>
                  <a:pt x="189764" y="9973"/>
                </a:lnTo>
                <a:lnTo>
                  <a:pt x="190023" y="8945"/>
                </a:lnTo>
                <a:lnTo>
                  <a:pt x="190077" y="7907"/>
                </a:lnTo>
                <a:lnTo>
                  <a:pt x="189771" y="5808"/>
                </a:lnTo>
                <a:lnTo>
                  <a:pt x="185169" y="600"/>
                </a:lnTo>
                <a:lnTo>
                  <a:pt x="185316" y="600"/>
                </a:lnTo>
                <a:lnTo>
                  <a:pt x="18294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98558" y="4192108"/>
            <a:ext cx="142875" cy="28575"/>
          </a:xfrm>
          <a:custGeom>
            <a:avLst/>
            <a:gdLst/>
            <a:ahLst/>
            <a:cxnLst/>
            <a:rect l="l" t="t" r="r" b="b"/>
            <a:pathLst>
              <a:path w="142875" h="28575">
                <a:moveTo>
                  <a:pt x="8639" y="5533"/>
                </a:moveTo>
                <a:lnTo>
                  <a:pt x="7402" y="5533"/>
                </a:lnTo>
                <a:lnTo>
                  <a:pt x="4532" y="6010"/>
                </a:lnTo>
                <a:lnTo>
                  <a:pt x="5079" y="6010"/>
                </a:lnTo>
                <a:lnTo>
                  <a:pt x="4535" y="6216"/>
                </a:lnTo>
                <a:lnTo>
                  <a:pt x="514" y="10290"/>
                </a:lnTo>
                <a:lnTo>
                  <a:pt x="405" y="10530"/>
                </a:lnTo>
                <a:lnTo>
                  <a:pt x="317" y="10725"/>
                </a:lnTo>
                <a:lnTo>
                  <a:pt x="213" y="11173"/>
                </a:lnTo>
                <a:lnTo>
                  <a:pt x="169" y="11367"/>
                </a:lnTo>
                <a:lnTo>
                  <a:pt x="67" y="11808"/>
                </a:lnTo>
                <a:lnTo>
                  <a:pt x="21789" y="28520"/>
                </a:lnTo>
                <a:lnTo>
                  <a:pt x="70721" y="28520"/>
                </a:lnTo>
                <a:lnTo>
                  <a:pt x="117839" y="23417"/>
                </a:lnTo>
                <a:lnTo>
                  <a:pt x="140932" y="12914"/>
                </a:lnTo>
                <a:lnTo>
                  <a:pt x="22022" y="12914"/>
                </a:lnTo>
                <a:lnTo>
                  <a:pt x="19008" y="11808"/>
                </a:lnTo>
                <a:lnTo>
                  <a:pt x="19791" y="11808"/>
                </a:lnTo>
                <a:lnTo>
                  <a:pt x="16692" y="10095"/>
                </a:lnTo>
                <a:lnTo>
                  <a:pt x="16334" y="9777"/>
                </a:lnTo>
                <a:lnTo>
                  <a:pt x="11653" y="6438"/>
                </a:lnTo>
                <a:lnTo>
                  <a:pt x="10706" y="6010"/>
                </a:lnTo>
                <a:lnTo>
                  <a:pt x="8639" y="5533"/>
                </a:lnTo>
                <a:close/>
              </a:path>
              <a:path w="142875" h="28575">
                <a:moveTo>
                  <a:pt x="19008" y="11808"/>
                </a:moveTo>
                <a:lnTo>
                  <a:pt x="22022" y="12914"/>
                </a:lnTo>
                <a:lnTo>
                  <a:pt x="21786" y="12914"/>
                </a:lnTo>
                <a:lnTo>
                  <a:pt x="20230" y="12052"/>
                </a:lnTo>
                <a:lnTo>
                  <a:pt x="19008" y="11808"/>
                </a:lnTo>
                <a:close/>
              </a:path>
              <a:path w="142875" h="28575">
                <a:moveTo>
                  <a:pt x="20231" y="12052"/>
                </a:moveTo>
                <a:lnTo>
                  <a:pt x="21786" y="12914"/>
                </a:lnTo>
                <a:lnTo>
                  <a:pt x="24555" y="12914"/>
                </a:lnTo>
                <a:lnTo>
                  <a:pt x="20231" y="12052"/>
                </a:lnTo>
                <a:close/>
              </a:path>
              <a:path w="142875" h="28575">
                <a:moveTo>
                  <a:pt x="100695" y="11173"/>
                </a:moveTo>
                <a:lnTo>
                  <a:pt x="61596" y="12914"/>
                </a:lnTo>
                <a:lnTo>
                  <a:pt x="140932" y="12914"/>
                </a:lnTo>
                <a:lnTo>
                  <a:pt x="141512" y="12052"/>
                </a:lnTo>
                <a:lnTo>
                  <a:pt x="141798" y="11367"/>
                </a:lnTo>
                <a:lnTo>
                  <a:pt x="99911" y="11367"/>
                </a:lnTo>
                <a:lnTo>
                  <a:pt x="100695" y="11173"/>
                </a:lnTo>
                <a:close/>
              </a:path>
              <a:path w="142875" h="28575">
                <a:moveTo>
                  <a:pt x="19791" y="11808"/>
                </a:moveTo>
                <a:lnTo>
                  <a:pt x="19008" y="11808"/>
                </a:lnTo>
                <a:lnTo>
                  <a:pt x="20231" y="12052"/>
                </a:lnTo>
                <a:lnTo>
                  <a:pt x="19791" y="11808"/>
                </a:lnTo>
                <a:close/>
              </a:path>
              <a:path w="142875" h="28575">
                <a:moveTo>
                  <a:pt x="114005" y="7882"/>
                </a:moveTo>
                <a:lnTo>
                  <a:pt x="99911" y="11367"/>
                </a:lnTo>
                <a:lnTo>
                  <a:pt x="101236" y="11173"/>
                </a:lnTo>
                <a:lnTo>
                  <a:pt x="141879" y="11173"/>
                </a:lnTo>
                <a:lnTo>
                  <a:pt x="142066" y="10725"/>
                </a:lnTo>
                <a:lnTo>
                  <a:pt x="142147" y="10530"/>
                </a:lnTo>
                <a:lnTo>
                  <a:pt x="142247" y="10290"/>
                </a:lnTo>
                <a:lnTo>
                  <a:pt x="142329" y="10095"/>
                </a:lnTo>
                <a:lnTo>
                  <a:pt x="142534" y="9075"/>
                </a:lnTo>
                <a:lnTo>
                  <a:pt x="142536" y="8254"/>
                </a:lnTo>
                <a:lnTo>
                  <a:pt x="112880" y="8254"/>
                </a:lnTo>
                <a:lnTo>
                  <a:pt x="114005" y="7882"/>
                </a:lnTo>
                <a:close/>
              </a:path>
              <a:path w="142875" h="28575">
                <a:moveTo>
                  <a:pt x="141879" y="11173"/>
                </a:moveTo>
                <a:lnTo>
                  <a:pt x="101236" y="11173"/>
                </a:lnTo>
                <a:lnTo>
                  <a:pt x="99911" y="11367"/>
                </a:lnTo>
                <a:lnTo>
                  <a:pt x="141798" y="11367"/>
                </a:lnTo>
                <a:lnTo>
                  <a:pt x="141879" y="11173"/>
                </a:lnTo>
                <a:close/>
              </a:path>
              <a:path w="142875" h="28575">
                <a:moveTo>
                  <a:pt x="142537" y="7882"/>
                </a:moveTo>
                <a:lnTo>
                  <a:pt x="114005" y="7882"/>
                </a:lnTo>
                <a:lnTo>
                  <a:pt x="113374" y="8051"/>
                </a:lnTo>
                <a:lnTo>
                  <a:pt x="112880" y="8254"/>
                </a:lnTo>
                <a:lnTo>
                  <a:pt x="142536" y="8254"/>
                </a:lnTo>
                <a:lnTo>
                  <a:pt x="142537" y="7882"/>
                </a:lnTo>
                <a:close/>
              </a:path>
              <a:path w="142875" h="28575">
                <a:moveTo>
                  <a:pt x="135620" y="0"/>
                </a:moveTo>
                <a:lnTo>
                  <a:pt x="133475" y="0"/>
                </a:lnTo>
                <a:lnTo>
                  <a:pt x="132455" y="205"/>
                </a:lnTo>
                <a:lnTo>
                  <a:pt x="113374" y="8051"/>
                </a:lnTo>
                <a:lnTo>
                  <a:pt x="114005" y="7882"/>
                </a:lnTo>
                <a:lnTo>
                  <a:pt x="142537" y="7882"/>
                </a:lnTo>
                <a:lnTo>
                  <a:pt x="136640" y="205"/>
                </a:lnTo>
                <a:lnTo>
                  <a:pt x="13562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832368" y="3937161"/>
            <a:ext cx="553215" cy="308644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4478145" y="3911574"/>
            <a:ext cx="381000" cy="352425"/>
          </a:xfrm>
          <a:custGeom>
            <a:avLst/>
            <a:gdLst/>
            <a:ahLst/>
            <a:cxnLst/>
            <a:rect l="l" t="t" r="r" b="b"/>
            <a:pathLst>
              <a:path w="381000" h="352425">
                <a:moveTo>
                  <a:pt x="372205" y="330014"/>
                </a:moveTo>
                <a:lnTo>
                  <a:pt x="352209" y="330014"/>
                </a:lnTo>
                <a:lnTo>
                  <a:pt x="352359" y="330186"/>
                </a:lnTo>
                <a:lnTo>
                  <a:pt x="352579" y="330507"/>
                </a:lnTo>
                <a:lnTo>
                  <a:pt x="372488" y="351896"/>
                </a:lnTo>
                <a:lnTo>
                  <a:pt x="373304" y="351896"/>
                </a:lnTo>
                <a:lnTo>
                  <a:pt x="380635" y="343910"/>
                </a:lnTo>
                <a:lnTo>
                  <a:pt x="380526" y="342670"/>
                </a:lnTo>
                <a:lnTo>
                  <a:pt x="380104" y="341022"/>
                </a:lnTo>
                <a:lnTo>
                  <a:pt x="380052" y="340818"/>
                </a:lnTo>
                <a:lnTo>
                  <a:pt x="379603" y="339879"/>
                </a:lnTo>
                <a:lnTo>
                  <a:pt x="372205" y="330014"/>
                </a:lnTo>
                <a:close/>
              </a:path>
              <a:path w="381000" h="352425">
                <a:moveTo>
                  <a:pt x="214475" y="49182"/>
                </a:moveTo>
                <a:lnTo>
                  <a:pt x="198423" y="49182"/>
                </a:lnTo>
                <a:lnTo>
                  <a:pt x="198503" y="50136"/>
                </a:lnTo>
                <a:lnTo>
                  <a:pt x="198805" y="51042"/>
                </a:lnTo>
                <a:lnTo>
                  <a:pt x="198579" y="51042"/>
                </a:lnTo>
                <a:lnTo>
                  <a:pt x="200055" y="68591"/>
                </a:lnTo>
                <a:lnTo>
                  <a:pt x="200077" y="69931"/>
                </a:lnTo>
                <a:lnTo>
                  <a:pt x="199445" y="80088"/>
                </a:lnTo>
                <a:lnTo>
                  <a:pt x="198919" y="82966"/>
                </a:lnTo>
                <a:lnTo>
                  <a:pt x="197225" y="92608"/>
                </a:lnTo>
                <a:lnTo>
                  <a:pt x="172106" y="155333"/>
                </a:lnTo>
                <a:lnTo>
                  <a:pt x="150585" y="189290"/>
                </a:lnTo>
                <a:lnTo>
                  <a:pt x="120144" y="227001"/>
                </a:lnTo>
                <a:lnTo>
                  <a:pt x="76900" y="272176"/>
                </a:lnTo>
                <a:lnTo>
                  <a:pt x="20332" y="326424"/>
                </a:lnTo>
                <a:lnTo>
                  <a:pt x="17484" y="329338"/>
                </a:lnTo>
                <a:lnTo>
                  <a:pt x="15924" y="335156"/>
                </a:lnTo>
                <a:lnTo>
                  <a:pt x="16111" y="336153"/>
                </a:lnTo>
                <a:lnTo>
                  <a:pt x="23737" y="342670"/>
                </a:lnTo>
                <a:lnTo>
                  <a:pt x="26357" y="342670"/>
                </a:lnTo>
                <a:lnTo>
                  <a:pt x="36179" y="339879"/>
                </a:lnTo>
                <a:lnTo>
                  <a:pt x="29675" y="339879"/>
                </a:lnTo>
                <a:lnTo>
                  <a:pt x="27360" y="327446"/>
                </a:lnTo>
                <a:lnTo>
                  <a:pt x="28425" y="327446"/>
                </a:lnTo>
                <a:lnTo>
                  <a:pt x="22912" y="327019"/>
                </a:lnTo>
                <a:lnTo>
                  <a:pt x="34174" y="323832"/>
                </a:lnTo>
                <a:lnTo>
                  <a:pt x="88023" y="283673"/>
                </a:lnTo>
                <a:lnTo>
                  <a:pt x="132016" y="237709"/>
                </a:lnTo>
                <a:lnTo>
                  <a:pt x="163309" y="198983"/>
                </a:lnTo>
                <a:lnTo>
                  <a:pt x="185611" y="163910"/>
                </a:lnTo>
                <a:lnTo>
                  <a:pt x="202172" y="129326"/>
                </a:lnTo>
                <a:lnTo>
                  <a:pt x="215182" y="82966"/>
                </a:lnTo>
                <a:lnTo>
                  <a:pt x="216109" y="69931"/>
                </a:lnTo>
                <a:lnTo>
                  <a:pt x="216108" y="68591"/>
                </a:lnTo>
                <a:lnTo>
                  <a:pt x="214632" y="51042"/>
                </a:lnTo>
                <a:lnTo>
                  <a:pt x="198805" y="51042"/>
                </a:lnTo>
                <a:lnTo>
                  <a:pt x="198619" y="50136"/>
                </a:lnTo>
                <a:lnTo>
                  <a:pt x="214556" y="50136"/>
                </a:lnTo>
                <a:lnTo>
                  <a:pt x="214475" y="49182"/>
                </a:lnTo>
                <a:close/>
              </a:path>
              <a:path w="381000" h="352425">
                <a:moveTo>
                  <a:pt x="27492" y="327019"/>
                </a:moveTo>
                <a:lnTo>
                  <a:pt x="27281" y="327019"/>
                </a:lnTo>
                <a:lnTo>
                  <a:pt x="29675" y="339879"/>
                </a:lnTo>
                <a:lnTo>
                  <a:pt x="29546" y="339879"/>
                </a:lnTo>
                <a:lnTo>
                  <a:pt x="31604" y="337778"/>
                </a:lnTo>
                <a:lnTo>
                  <a:pt x="42378" y="327446"/>
                </a:lnTo>
                <a:lnTo>
                  <a:pt x="28425" y="327446"/>
                </a:lnTo>
                <a:lnTo>
                  <a:pt x="27492" y="327019"/>
                </a:lnTo>
                <a:close/>
              </a:path>
              <a:path w="381000" h="352425">
                <a:moveTo>
                  <a:pt x="246470" y="281546"/>
                </a:moveTo>
                <a:lnTo>
                  <a:pt x="245691" y="281546"/>
                </a:lnTo>
                <a:lnTo>
                  <a:pt x="213996" y="282333"/>
                </a:lnTo>
                <a:lnTo>
                  <a:pt x="178474" y="284740"/>
                </a:lnTo>
                <a:lnTo>
                  <a:pt x="178967" y="284740"/>
                </a:lnTo>
                <a:lnTo>
                  <a:pt x="140961" y="290748"/>
                </a:lnTo>
                <a:lnTo>
                  <a:pt x="97022" y="302891"/>
                </a:lnTo>
                <a:lnTo>
                  <a:pt x="52513" y="317727"/>
                </a:lnTo>
                <a:lnTo>
                  <a:pt x="29546" y="339879"/>
                </a:lnTo>
                <a:lnTo>
                  <a:pt x="36179" y="339879"/>
                </a:lnTo>
                <a:lnTo>
                  <a:pt x="39255" y="339006"/>
                </a:lnTo>
                <a:lnTo>
                  <a:pt x="101711" y="318188"/>
                </a:lnTo>
                <a:lnTo>
                  <a:pt x="143656" y="306548"/>
                </a:lnTo>
                <a:lnTo>
                  <a:pt x="143460" y="306548"/>
                </a:lnTo>
                <a:lnTo>
                  <a:pt x="180959" y="300620"/>
                </a:lnTo>
                <a:lnTo>
                  <a:pt x="180756" y="300620"/>
                </a:lnTo>
                <a:lnTo>
                  <a:pt x="214890" y="298307"/>
                </a:lnTo>
                <a:lnTo>
                  <a:pt x="214732" y="298307"/>
                </a:lnTo>
                <a:lnTo>
                  <a:pt x="246110" y="297538"/>
                </a:lnTo>
                <a:lnTo>
                  <a:pt x="334698" y="297538"/>
                </a:lnTo>
                <a:lnTo>
                  <a:pt x="323970" y="292559"/>
                </a:lnTo>
                <a:lnTo>
                  <a:pt x="322676" y="292088"/>
                </a:lnTo>
                <a:lnTo>
                  <a:pt x="301735" y="286463"/>
                </a:lnTo>
                <a:lnTo>
                  <a:pt x="300766" y="286271"/>
                </a:lnTo>
                <a:lnTo>
                  <a:pt x="275752" y="282780"/>
                </a:lnTo>
                <a:lnTo>
                  <a:pt x="276816" y="282780"/>
                </a:lnTo>
                <a:lnTo>
                  <a:pt x="246470" y="281546"/>
                </a:lnTo>
                <a:close/>
              </a:path>
              <a:path w="381000" h="352425">
                <a:moveTo>
                  <a:pt x="366058" y="321816"/>
                </a:moveTo>
                <a:lnTo>
                  <a:pt x="343705" y="321816"/>
                </a:lnTo>
                <a:lnTo>
                  <a:pt x="344179" y="322281"/>
                </a:lnTo>
                <a:lnTo>
                  <a:pt x="344699" y="322647"/>
                </a:lnTo>
                <a:lnTo>
                  <a:pt x="344553" y="322647"/>
                </a:lnTo>
                <a:lnTo>
                  <a:pt x="352250" y="330186"/>
                </a:lnTo>
                <a:lnTo>
                  <a:pt x="352209" y="330014"/>
                </a:lnTo>
                <a:lnTo>
                  <a:pt x="372205" y="330014"/>
                </a:lnTo>
                <a:lnTo>
                  <a:pt x="366681" y="322647"/>
                </a:lnTo>
                <a:lnTo>
                  <a:pt x="344699" y="322647"/>
                </a:lnTo>
                <a:lnTo>
                  <a:pt x="344261" y="322281"/>
                </a:lnTo>
                <a:lnTo>
                  <a:pt x="366406" y="322281"/>
                </a:lnTo>
                <a:lnTo>
                  <a:pt x="366058" y="321816"/>
                </a:lnTo>
                <a:close/>
              </a:path>
              <a:path w="381000" h="352425">
                <a:moveTo>
                  <a:pt x="52513" y="317727"/>
                </a:moveTo>
                <a:lnTo>
                  <a:pt x="34174" y="323832"/>
                </a:lnTo>
                <a:lnTo>
                  <a:pt x="22912" y="327019"/>
                </a:lnTo>
                <a:lnTo>
                  <a:pt x="28425" y="327446"/>
                </a:lnTo>
                <a:lnTo>
                  <a:pt x="27360" y="327446"/>
                </a:lnTo>
                <a:lnTo>
                  <a:pt x="27281" y="327019"/>
                </a:lnTo>
                <a:lnTo>
                  <a:pt x="42822" y="327019"/>
                </a:lnTo>
                <a:lnTo>
                  <a:pt x="52513" y="317727"/>
                </a:lnTo>
                <a:close/>
              </a:path>
              <a:path w="381000" h="352425">
                <a:moveTo>
                  <a:pt x="42822" y="327019"/>
                </a:moveTo>
                <a:lnTo>
                  <a:pt x="27492" y="327019"/>
                </a:lnTo>
                <a:lnTo>
                  <a:pt x="28425" y="327446"/>
                </a:lnTo>
                <a:lnTo>
                  <a:pt x="42378" y="327446"/>
                </a:lnTo>
                <a:lnTo>
                  <a:pt x="42822" y="327019"/>
                </a:lnTo>
                <a:close/>
              </a:path>
              <a:path w="381000" h="352425">
                <a:moveTo>
                  <a:pt x="332883" y="314333"/>
                </a:moveTo>
                <a:lnTo>
                  <a:pt x="344179" y="322281"/>
                </a:lnTo>
                <a:lnTo>
                  <a:pt x="343705" y="321816"/>
                </a:lnTo>
                <a:lnTo>
                  <a:pt x="366058" y="321816"/>
                </a:lnTo>
                <a:lnTo>
                  <a:pt x="365006" y="320414"/>
                </a:lnTo>
                <a:lnTo>
                  <a:pt x="364204" y="319497"/>
                </a:lnTo>
                <a:lnTo>
                  <a:pt x="359230" y="314629"/>
                </a:lnTo>
                <a:lnTo>
                  <a:pt x="333522" y="314629"/>
                </a:lnTo>
                <a:lnTo>
                  <a:pt x="332883" y="314333"/>
                </a:lnTo>
                <a:close/>
              </a:path>
              <a:path w="381000" h="352425">
                <a:moveTo>
                  <a:pt x="332290" y="313916"/>
                </a:moveTo>
                <a:lnTo>
                  <a:pt x="332883" y="314333"/>
                </a:lnTo>
                <a:lnTo>
                  <a:pt x="333522" y="314629"/>
                </a:lnTo>
                <a:lnTo>
                  <a:pt x="332290" y="313916"/>
                </a:lnTo>
                <a:close/>
              </a:path>
              <a:path w="381000" h="352425">
                <a:moveTo>
                  <a:pt x="358501" y="313916"/>
                </a:moveTo>
                <a:lnTo>
                  <a:pt x="332290" y="313916"/>
                </a:lnTo>
                <a:lnTo>
                  <a:pt x="333522" y="314629"/>
                </a:lnTo>
                <a:lnTo>
                  <a:pt x="359230" y="314629"/>
                </a:lnTo>
                <a:lnTo>
                  <a:pt x="358501" y="313916"/>
                </a:lnTo>
                <a:close/>
              </a:path>
              <a:path w="381000" h="352425">
                <a:moveTo>
                  <a:pt x="317866" y="307364"/>
                </a:moveTo>
                <a:lnTo>
                  <a:pt x="332883" y="314333"/>
                </a:lnTo>
                <a:lnTo>
                  <a:pt x="332290" y="313916"/>
                </a:lnTo>
                <a:lnTo>
                  <a:pt x="358501" y="313916"/>
                </a:lnTo>
                <a:lnTo>
                  <a:pt x="354896" y="310387"/>
                </a:lnTo>
                <a:lnTo>
                  <a:pt x="353900" y="309557"/>
                </a:lnTo>
                <a:lnTo>
                  <a:pt x="351034" y="307541"/>
                </a:lnTo>
                <a:lnTo>
                  <a:pt x="318528" y="307541"/>
                </a:lnTo>
                <a:lnTo>
                  <a:pt x="317866" y="307364"/>
                </a:lnTo>
                <a:close/>
              </a:path>
              <a:path w="381000" h="352425">
                <a:moveTo>
                  <a:pt x="317234" y="307070"/>
                </a:moveTo>
                <a:lnTo>
                  <a:pt x="317866" y="307364"/>
                </a:lnTo>
                <a:lnTo>
                  <a:pt x="318528" y="307541"/>
                </a:lnTo>
                <a:lnTo>
                  <a:pt x="317234" y="307070"/>
                </a:lnTo>
                <a:close/>
              </a:path>
              <a:path w="381000" h="352425">
                <a:moveTo>
                  <a:pt x="350364" y="307070"/>
                </a:moveTo>
                <a:lnTo>
                  <a:pt x="317234" y="307070"/>
                </a:lnTo>
                <a:lnTo>
                  <a:pt x="318528" y="307541"/>
                </a:lnTo>
                <a:lnTo>
                  <a:pt x="351034" y="307541"/>
                </a:lnTo>
                <a:lnTo>
                  <a:pt x="350364" y="307070"/>
                </a:lnTo>
                <a:close/>
              </a:path>
              <a:path w="381000" h="352425">
                <a:moveTo>
                  <a:pt x="334698" y="297538"/>
                </a:moveTo>
                <a:lnTo>
                  <a:pt x="246110" y="297538"/>
                </a:lnTo>
                <a:lnTo>
                  <a:pt x="274321" y="298692"/>
                </a:lnTo>
                <a:lnTo>
                  <a:pt x="274034" y="298692"/>
                </a:lnTo>
                <a:lnTo>
                  <a:pt x="298555" y="302108"/>
                </a:lnTo>
                <a:lnTo>
                  <a:pt x="298301" y="302108"/>
                </a:lnTo>
                <a:lnTo>
                  <a:pt x="317866" y="307364"/>
                </a:lnTo>
                <a:lnTo>
                  <a:pt x="317234" y="307070"/>
                </a:lnTo>
                <a:lnTo>
                  <a:pt x="350364" y="307070"/>
                </a:lnTo>
                <a:lnTo>
                  <a:pt x="341491" y="300831"/>
                </a:lnTo>
                <a:lnTo>
                  <a:pt x="340258" y="300118"/>
                </a:lnTo>
                <a:lnTo>
                  <a:pt x="334698" y="297538"/>
                </a:lnTo>
                <a:close/>
              </a:path>
              <a:path w="381000" h="352425">
                <a:moveTo>
                  <a:pt x="193843" y="35905"/>
                </a:moveTo>
                <a:lnTo>
                  <a:pt x="193749" y="36079"/>
                </a:lnTo>
                <a:lnTo>
                  <a:pt x="193930" y="36417"/>
                </a:lnTo>
                <a:lnTo>
                  <a:pt x="198503" y="50136"/>
                </a:lnTo>
                <a:lnTo>
                  <a:pt x="198423" y="49182"/>
                </a:lnTo>
                <a:lnTo>
                  <a:pt x="214475" y="49182"/>
                </a:lnTo>
                <a:lnTo>
                  <a:pt x="214363" y="47842"/>
                </a:lnTo>
                <a:lnTo>
                  <a:pt x="213981" y="45982"/>
                </a:lnTo>
                <a:lnTo>
                  <a:pt x="211138" y="37456"/>
                </a:lnTo>
                <a:lnTo>
                  <a:pt x="211035" y="37146"/>
                </a:lnTo>
                <a:lnTo>
                  <a:pt x="194438" y="37146"/>
                </a:lnTo>
                <a:lnTo>
                  <a:pt x="194088" y="36417"/>
                </a:lnTo>
                <a:lnTo>
                  <a:pt x="193749" y="36079"/>
                </a:lnTo>
                <a:lnTo>
                  <a:pt x="193926" y="36079"/>
                </a:lnTo>
                <a:lnTo>
                  <a:pt x="193759" y="35905"/>
                </a:lnTo>
                <a:close/>
              </a:path>
              <a:path w="381000" h="352425">
                <a:moveTo>
                  <a:pt x="133329" y="0"/>
                </a:moveTo>
                <a:lnTo>
                  <a:pt x="132436" y="0"/>
                </a:lnTo>
                <a:lnTo>
                  <a:pt x="101512" y="1811"/>
                </a:lnTo>
                <a:lnTo>
                  <a:pt x="101918" y="1811"/>
                </a:lnTo>
                <a:lnTo>
                  <a:pt x="75935" y="5495"/>
                </a:lnTo>
                <a:lnTo>
                  <a:pt x="34046" y="15732"/>
                </a:lnTo>
                <a:lnTo>
                  <a:pt x="314" y="34325"/>
                </a:lnTo>
                <a:lnTo>
                  <a:pt x="146" y="35335"/>
                </a:lnTo>
                <a:lnTo>
                  <a:pt x="92" y="35664"/>
                </a:lnTo>
                <a:lnTo>
                  <a:pt x="7759" y="44747"/>
                </a:lnTo>
                <a:lnTo>
                  <a:pt x="8662" y="44747"/>
                </a:lnTo>
                <a:lnTo>
                  <a:pt x="10866" y="44236"/>
                </a:lnTo>
                <a:lnTo>
                  <a:pt x="11813" y="43808"/>
                </a:lnTo>
                <a:lnTo>
                  <a:pt x="17247" y="39930"/>
                </a:lnTo>
                <a:lnTo>
                  <a:pt x="17101" y="39930"/>
                </a:lnTo>
                <a:lnTo>
                  <a:pt x="17614" y="39667"/>
                </a:lnTo>
                <a:lnTo>
                  <a:pt x="17769" y="39522"/>
                </a:lnTo>
                <a:lnTo>
                  <a:pt x="18106" y="39316"/>
                </a:lnTo>
                <a:lnTo>
                  <a:pt x="18300" y="39316"/>
                </a:lnTo>
                <a:lnTo>
                  <a:pt x="24627" y="36079"/>
                </a:lnTo>
                <a:lnTo>
                  <a:pt x="24479" y="36079"/>
                </a:lnTo>
                <a:lnTo>
                  <a:pt x="24967" y="35905"/>
                </a:lnTo>
                <a:lnTo>
                  <a:pt x="25439" y="35664"/>
                </a:lnTo>
                <a:lnTo>
                  <a:pt x="25645" y="35664"/>
                </a:lnTo>
                <a:lnTo>
                  <a:pt x="37989" y="31267"/>
                </a:lnTo>
                <a:lnTo>
                  <a:pt x="37856" y="31267"/>
                </a:lnTo>
                <a:lnTo>
                  <a:pt x="79543" y="21041"/>
                </a:lnTo>
                <a:lnTo>
                  <a:pt x="80274" y="21041"/>
                </a:lnTo>
                <a:lnTo>
                  <a:pt x="103682" y="17717"/>
                </a:lnTo>
                <a:lnTo>
                  <a:pt x="103508" y="17717"/>
                </a:lnTo>
                <a:lnTo>
                  <a:pt x="133034" y="15994"/>
                </a:lnTo>
                <a:lnTo>
                  <a:pt x="198193" y="15994"/>
                </a:lnTo>
                <a:lnTo>
                  <a:pt x="196458" y="14573"/>
                </a:lnTo>
                <a:lnTo>
                  <a:pt x="161776" y="1073"/>
                </a:lnTo>
                <a:lnTo>
                  <a:pt x="163903" y="1073"/>
                </a:lnTo>
                <a:lnTo>
                  <a:pt x="133329" y="0"/>
                </a:lnTo>
                <a:close/>
              </a:path>
              <a:path w="381000" h="352425">
                <a:moveTo>
                  <a:pt x="17614" y="39667"/>
                </a:moveTo>
                <a:lnTo>
                  <a:pt x="17101" y="39930"/>
                </a:lnTo>
                <a:lnTo>
                  <a:pt x="17247" y="39930"/>
                </a:lnTo>
                <a:lnTo>
                  <a:pt x="17614" y="39667"/>
                </a:lnTo>
                <a:close/>
              </a:path>
              <a:path w="381000" h="352425">
                <a:moveTo>
                  <a:pt x="18106" y="39316"/>
                </a:moveTo>
                <a:lnTo>
                  <a:pt x="17531" y="39667"/>
                </a:lnTo>
                <a:lnTo>
                  <a:pt x="17898" y="39522"/>
                </a:lnTo>
                <a:lnTo>
                  <a:pt x="18106" y="39316"/>
                </a:lnTo>
                <a:close/>
              </a:path>
              <a:path w="381000" h="352425">
                <a:moveTo>
                  <a:pt x="18300" y="39316"/>
                </a:moveTo>
                <a:lnTo>
                  <a:pt x="18106" y="39316"/>
                </a:lnTo>
                <a:lnTo>
                  <a:pt x="17818" y="39522"/>
                </a:lnTo>
                <a:lnTo>
                  <a:pt x="18300" y="39316"/>
                </a:lnTo>
                <a:close/>
              </a:path>
              <a:path w="381000" h="352425">
                <a:moveTo>
                  <a:pt x="210431" y="35335"/>
                </a:moveTo>
                <a:lnTo>
                  <a:pt x="193569" y="35335"/>
                </a:lnTo>
                <a:lnTo>
                  <a:pt x="193727" y="35664"/>
                </a:lnTo>
                <a:lnTo>
                  <a:pt x="193843" y="35905"/>
                </a:lnTo>
                <a:lnTo>
                  <a:pt x="193967" y="36417"/>
                </a:lnTo>
                <a:lnTo>
                  <a:pt x="194438" y="37146"/>
                </a:lnTo>
                <a:lnTo>
                  <a:pt x="211035" y="37146"/>
                </a:lnTo>
                <a:lnTo>
                  <a:pt x="210791" y="36417"/>
                </a:lnTo>
                <a:lnTo>
                  <a:pt x="210679" y="36079"/>
                </a:lnTo>
                <a:lnTo>
                  <a:pt x="210621" y="35905"/>
                </a:lnTo>
                <a:lnTo>
                  <a:pt x="210540" y="35664"/>
                </a:lnTo>
                <a:lnTo>
                  <a:pt x="210431" y="35335"/>
                </a:lnTo>
                <a:close/>
              </a:path>
              <a:path w="381000" h="352425">
                <a:moveTo>
                  <a:pt x="24967" y="35905"/>
                </a:moveTo>
                <a:lnTo>
                  <a:pt x="24479" y="36079"/>
                </a:lnTo>
                <a:lnTo>
                  <a:pt x="24627" y="36079"/>
                </a:lnTo>
                <a:lnTo>
                  <a:pt x="24967" y="35905"/>
                </a:lnTo>
                <a:close/>
              </a:path>
              <a:path w="381000" h="352425">
                <a:moveTo>
                  <a:pt x="25645" y="35664"/>
                </a:moveTo>
                <a:lnTo>
                  <a:pt x="25439" y="35664"/>
                </a:lnTo>
                <a:lnTo>
                  <a:pt x="24967" y="35905"/>
                </a:lnTo>
                <a:lnTo>
                  <a:pt x="25645" y="35664"/>
                </a:lnTo>
                <a:close/>
              </a:path>
              <a:path w="381000" h="352425">
                <a:moveTo>
                  <a:pt x="208917" y="30794"/>
                </a:moveTo>
                <a:lnTo>
                  <a:pt x="190312" y="30794"/>
                </a:lnTo>
                <a:lnTo>
                  <a:pt x="190680" y="31267"/>
                </a:lnTo>
                <a:lnTo>
                  <a:pt x="190858" y="31599"/>
                </a:lnTo>
                <a:lnTo>
                  <a:pt x="191342" y="32117"/>
                </a:lnTo>
                <a:lnTo>
                  <a:pt x="191191" y="32117"/>
                </a:lnTo>
                <a:lnTo>
                  <a:pt x="193637" y="35905"/>
                </a:lnTo>
                <a:lnTo>
                  <a:pt x="193569" y="35335"/>
                </a:lnTo>
                <a:lnTo>
                  <a:pt x="210431" y="35335"/>
                </a:lnTo>
                <a:lnTo>
                  <a:pt x="209358" y="32117"/>
                </a:lnTo>
                <a:lnTo>
                  <a:pt x="191342" y="32117"/>
                </a:lnTo>
                <a:lnTo>
                  <a:pt x="190939" y="31599"/>
                </a:lnTo>
                <a:lnTo>
                  <a:pt x="209185" y="31599"/>
                </a:lnTo>
                <a:lnTo>
                  <a:pt x="208917" y="30794"/>
                </a:lnTo>
                <a:close/>
              </a:path>
              <a:path w="381000" h="352425">
                <a:moveTo>
                  <a:pt x="187115" y="27599"/>
                </a:moveTo>
                <a:lnTo>
                  <a:pt x="190858" y="31599"/>
                </a:lnTo>
                <a:lnTo>
                  <a:pt x="190680" y="31267"/>
                </a:lnTo>
                <a:lnTo>
                  <a:pt x="190338" y="30794"/>
                </a:lnTo>
                <a:lnTo>
                  <a:pt x="208917" y="30794"/>
                </a:lnTo>
                <a:lnTo>
                  <a:pt x="208746" y="30280"/>
                </a:lnTo>
                <a:lnTo>
                  <a:pt x="207877" y="28469"/>
                </a:lnTo>
                <a:lnTo>
                  <a:pt x="207677" y="28159"/>
                </a:lnTo>
                <a:lnTo>
                  <a:pt x="188017" y="28159"/>
                </a:lnTo>
                <a:lnTo>
                  <a:pt x="187115" y="27599"/>
                </a:lnTo>
                <a:close/>
              </a:path>
              <a:path w="381000" h="352425">
                <a:moveTo>
                  <a:pt x="186397" y="26832"/>
                </a:moveTo>
                <a:lnTo>
                  <a:pt x="187115" y="27599"/>
                </a:lnTo>
                <a:lnTo>
                  <a:pt x="188017" y="28159"/>
                </a:lnTo>
                <a:lnTo>
                  <a:pt x="186397" y="26832"/>
                </a:lnTo>
                <a:close/>
              </a:path>
              <a:path w="381000" h="352425">
                <a:moveTo>
                  <a:pt x="206820" y="26832"/>
                </a:moveTo>
                <a:lnTo>
                  <a:pt x="186397" y="26832"/>
                </a:lnTo>
                <a:lnTo>
                  <a:pt x="188017" y="28159"/>
                </a:lnTo>
                <a:lnTo>
                  <a:pt x="207677" y="28159"/>
                </a:lnTo>
                <a:lnTo>
                  <a:pt x="206820" y="26832"/>
                </a:lnTo>
                <a:close/>
              </a:path>
              <a:path w="381000" h="352425">
                <a:moveTo>
                  <a:pt x="176065" y="20736"/>
                </a:moveTo>
                <a:lnTo>
                  <a:pt x="187115" y="27599"/>
                </a:lnTo>
                <a:lnTo>
                  <a:pt x="186397" y="26832"/>
                </a:lnTo>
                <a:lnTo>
                  <a:pt x="206820" y="26832"/>
                </a:lnTo>
                <a:lnTo>
                  <a:pt x="203902" y="22312"/>
                </a:lnTo>
                <a:lnTo>
                  <a:pt x="202911" y="21041"/>
                </a:lnTo>
                <a:lnTo>
                  <a:pt x="177030" y="21041"/>
                </a:lnTo>
                <a:lnTo>
                  <a:pt x="176065" y="20736"/>
                </a:lnTo>
                <a:close/>
              </a:path>
              <a:path w="381000" h="352425">
                <a:moveTo>
                  <a:pt x="80274" y="21041"/>
                </a:moveTo>
                <a:lnTo>
                  <a:pt x="79681" y="21041"/>
                </a:lnTo>
                <a:lnTo>
                  <a:pt x="77770" y="21419"/>
                </a:lnTo>
                <a:lnTo>
                  <a:pt x="77608" y="21419"/>
                </a:lnTo>
                <a:lnTo>
                  <a:pt x="80274" y="21041"/>
                </a:lnTo>
                <a:close/>
              </a:path>
              <a:path w="381000" h="352425">
                <a:moveTo>
                  <a:pt x="175219" y="20210"/>
                </a:moveTo>
                <a:lnTo>
                  <a:pt x="176065" y="20736"/>
                </a:lnTo>
                <a:lnTo>
                  <a:pt x="177030" y="21041"/>
                </a:lnTo>
                <a:lnTo>
                  <a:pt x="175219" y="20210"/>
                </a:lnTo>
                <a:close/>
              </a:path>
              <a:path w="381000" h="352425">
                <a:moveTo>
                  <a:pt x="202111" y="20210"/>
                </a:moveTo>
                <a:lnTo>
                  <a:pt x="175219" y="20210"/>
                </a:lnTo>
                <a:lnTo>
                  <a:pt x="177030" y="21041"/>
                </a:lnTo>
                <a:lnTo>
                  <a:pt x="202889" y="21041"/>
                </a:lnTo>
                <a:lnTo>
                  <a:pt x="202111" y="20210"/>
                </a:lnTo>
                <a:close/>
              </a:path>
              <a:path w="381000" h="352425">
                <a:moveTo>
                  <a:pt x="168595" y="18374"/>
                </a:moveTo>
                <a:lnTo>
                  <a:pt x="176065" y="20736"/>
                </a:lnTo>
                <a:lnTo>
                  <a:pt x="175219" y="20210"/>
                </a:lnTo>
                <a:lnTo>
                  <a:pt x="202111" y="20210"/>
                </a:lnTo>
                <a:lnTo>
                  <a:pt x="200636" y="18634"/>
                </a:lnTo>
                <a:lnTo>
                  <a:pt x="169666" y="18634"/>
                </a:lnTo>
                <a:lnTo>
                  <a:pt x="168595" y="18374"/>
                </a:lnTo>
                <a:close/>
              </a:path>
              <a:path w="381000" h="352425">
                <a:moveTo>
                  <a:pt x="198166" y="15994"/>
                </a:moveTo>
                <a:lnTo>
                  <a:pt x="133034" y="15994"/>
                </a:lnTo>
                <a:lnTo>
                  <a:pt x="160155" y="16948"/>
                </a:lnTo>
                <a:lnTo>
                  <a:pt x="159720" y="16948"/>
                </a:lnTo>
                <a:lnTo>
                  <a:pt x="169666" y="18634"/>
                </a:lnTo>
                <a:lnTo>
                  <a:pt x="169418" y="18634"/>
                </a:lnTo>
                <a:lnTo>
                  <a:pt x="168595" y="18374"/>
                </a:lnTo>
                <a:lnTo>
                  <a:pt x="200393" y="18374"/>
                </a:lnTo>
                <a:lnTo>
                  <a:pt x="198166" y="15994"/>
                </a:lnTo>
                <a:close/>
              </a:path>
              <a:path w="381000" h="352425">
                <a:moveTo>
                  <a:pt x="200393" y="18374"/>
                </a:moveTo>
                <a:lnTo>
                  <a:pt x="168595" y="18374"/>
                </a:lnTo>
                <a:lnTo>
                  <a:pt x="169666" y="18634"/>
                </a:lnTo>
                <a:lnTo>
                  <a:pt x="200636" y="18634"/>
                </a:lnTo>
                <a:lnTo>
                  <a:pt x="200393" y="183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object 4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547645" y="4519778"/>
            <a:ext cx="579764" cy="20421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400437" y="4417463"/>
            <a:ext cx="356068" cy="32702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824070" y="4630756"/>
            <a:ext cx="147886" cy="199825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092266" y="4546310"/>
            <a:ext cx="186165" cy="240399"/>
          </a:xfrm>
          <a:prstGeom prst="rect">
            <a:avLst/>
          </a:prstGeom>
        </p:spPr>
      </p:pic>
      <p:sp>
        <p:nvSpPr>
          <p:cNvPr id="53" name="object 53"/>
          <p:cNvSpPr/>
          <p:nvPr/>
        </p:nvSpPr>
        <p:spPr>
          <a:xfrm>
            <a:off x="4499051" y="4443321"/>
            <a:ext cx="153670" cy="286385"/>
          </a:xfrm>
          <a:custGeom>
            <a:avLst/>
            <a:gdLst/>
            <a:ahLst/>
            <a:cxnLst/>
            <a:rect l="l" t="t" r="r" b="b"/>
            <a:pathLst>
              <a:path w="153670" h="286385">
                <a:moveTo>
                  <a:pt x="5084" y="269607"/>
                </a:moveTo>
                <a:lnTo>
                  <a:pt x="0" y="278786"/>
                </a:lnTo>
                <a:lnTo>
                  <a:pt x="182" y="279810"/>
                </a:lnTo>
                <a:lnTo>
                  <a:pt x="5968" y="285715"/>
                </a:lnTo>
                <a:lnTo>
                  <a:pt x="6153" y="285715"/>
                </a:lnTo>
                <a:lnTo>
                  <a:pt x="6989" y="285898"/>
                </a:lnTo>
                <a:lnTo>
                  <a:pt x="8919" y="285898"/>
                </a:lnTo>
                <a:lnTo>
                  <a:pt x="9942" y="285715"/>
                </a:lnTo>
                <a:lnTo>
                  <a:pt x="11917" y="284942"/>
                </a:lnTo>
                <a:lnTo>
                  <a:pt x="12793" y="284382"/>
                </a:lnTo>
                <a:lnTo>
                  <a:pt x="16901" y="280433"/>
                </a:lnTo>
                <a:lnTo>
                  <a:pt x="17291" y="280433"/>
                </a:lnTo>
                <a:lnTo>
                  <a:pt x="7242" y="273312"/>
                </a:lnTo>
                <a:lnTo>
                  <a:pt x="5084" y="269607"/>
                </a:lnTo>
                <a:close/>
              </a:path>
              <a:path w="153670" h="286385">
                <a:moveTo>
                  <a:pt x="35985" y="265354"/>
                </a:moveTo>
                <a:lnTo>
                  <a:pt x="32232" y="265694"/>
                </a:lnTo>
                <a:lnTo>
                  <a:pt x="16901" y="280433"/>
                </a:lnTo>
                <a:lnTo>
                  <a:pt x="17291" y="280433"/>
                </a:lnTo>
                <a:lnTo>
                  <a:pt x="18185" y="280687"/>
                </a:lnTo>
                <a:lnTo>
                  <a:pt x="18409" y="280687"/>
                </a:lnTo>
                <a:lnTo>
                  <a:pt x="26771" y="282108"/>
                </a:lnTo>
                <a:lnTo>
                  <a:pt x="28360" y="282108"/>
                </a:lnTo>
                <a:lnTo>
                  <a:pt x="78200" y="267578"/>
                </a:lnTo>
                <a:lnTo>
                  <a:pt x="82115" y="265483"/>
                </a:lnTo>
                <a:lnTo>
                  <a:pt x="35436" y="265483"/>
                </a:lnTo>
                <a:lnTo>
                  <a:pt x="35985" y="265354"/>
                </a:lnTo>
                <a:close/>
              </a:path>
              <a:path w="153670" h="286385">
                <a:moveTo>
                  <a:pt x="16926" y="258219"/>
                </a:moveTo>
                <a:lnTo>
                  <a:pt x="5084" y="269607"/>
                </a:lnTo>
                <a:lnTo>
                  <a:pt x="7242" y="273312"/>
                </a:lnTo>
                <a:lnTo>
                  <a:pt x="7595" y="273787"/>
                </a:lnTo>
                <a:lnTo>
                  <a:pt x="17291" y="280433"/>
                </a:lnTo>
                <a:lnTo>
                  <a:pt x="16901" y="280433"/>
                </a:lnTo>
                <a:lnTo>
                  <a:pt x="31646" y="266258"/>
                </a:lnTo>
                <a:lnTo>
                  <a:pt x="24418" y="266258"/>
                </a:lnTo>
                <a:lnTo>
                  <a:pt x="21095" y="264918"/>
                </a:lnTo>
                <a:lnTo>
                  <a:pt x="22392" y="264918"/>
                </a:lnTo>
                <a:lnTo>
                  <a:pt x="22139" y="264745"/>
                </a:lnTo>
                <a:lnTo>
                  <a:pt x="20765" y="264745"/>
                </a:lnTo>
                <a:lnTo>
                  <a:pt x="18366" y="262171"/>
                </a:lnTo>
                <a:lnTo>
                  <a:pt x="19266" y="262171"/>
                </a:lnTo>
                <a:lnTo>
                  <a:pt x="18266" y="260454"/>
                </a:lnTo>
                <a:lnTo>
                  <a:pt x="17778" y="260454"/>
                </a:lnTo>
                <a:lnTo>
                  <a:pt x="17745" y="260292"/>
                </a:lnTo>
                <a:lnTo>
                  <a:pt x="16926" y="258219"/>
                </a:lnTo>
                <a:close/>
              </a:path>
              <a:path w="153670" h="286385">
                <a:moveTo>
                  <a:pt x="131341" y="0"/>
                </a:moveTo>
                <a:lnTo>
                  <a:pt x="111944" y="0"/>
                </a:lnTo>
                <a:lnTo>
                  <a:pt x="110357" y="508"/>
                </a:lnTo>
                <a:lnTo>
                  <a:pt x="76747" y="40895"/>
                </a:lnTo>
                <a:lnTo>
                  <a:pt x="26948" y="142725"/>
                </a:lnTo>
                <a:lnTo>
                  <a:pt x="4108" y="204525"/>
                </a:lnTo>
                <a:lnTo>
                  <a:pt x="180" y="254265"/>
                </a:lnTo>
                <a:lnTo>
                  <a:pt x="1965" y="262976"/>
                </a:lnTo>
                <a:lnTo>
                  <a:pt x="2010" y="263194"/>
                </a:lnTo>
                <a:lnTo>
                  <a:pt x="2106" y="263665"/>
                </a:lnTo>
                <a:lnTo>
                  <a:pt x="2752" y="265354"/>
                </a:lnTo>
                <a:lnTo>
                  <a:pt x="3132" y="266258"/>
                </a:lnTo>
                <a:lnTo>
                  <a:pt x="5084" y="269607"/>
                </a:lnTo>
                <a:lnTo>
                  <a:pt x="16926" y="258219"/>
                </a:lnTo>
                <a:lnTo>
                  <a:pt x="16854" y="258029"/>
                </a:lnTo>
                <a:lnTo>
                  <a:pt x="17281" y="258029"/>
                </a:lnTo>
                <a:lnTo>
                  <a:pt x="16279" y="253142"/>
                </a:lnTo>
                <a:lnTo>
                  <a:pt x="16185" y="252684"/>
                </a:lnTo>
                <a:lnTo>
                  <a:pt x="16014" y="252684"/>
                </a:lnTo>
                <a:lnTo>
                  <a:pt x="15910" y="251635"/>
                </a:lnTo>
                <a:lnTo>
                  <a:pt x="15850" y="251052"/>
                </a:lnTo>
                <a:lnTo>
                  <a:pt x="16014" y="251052"/>
                </a:lnTo>
                <a:lnTo>
                  <a:pt x="16007" y="230558"/>
                </a:lnTo>
                <a:lnTo>
                  <a:pt x="16311" y="229218"/>
                </a:lnTo>
                <a:lnTo>
                  <a:pt x="19479" y="209226"/>
                </a:lnTo>
                <a:lnTo>
                  <a:pt x="19588" y="208407"/>
                </a:lnTo>
                <a:lnTo>
                  <a:pt x="19653" y="208128"/>
                </a:lnTo>
                <a:lnTo>
                  <a:pt x="19777" y="207991"/>
                </a:lnTo>
                <a:lnTo>
                  <a:pt x="27577" y="182641"/>
                </a:lnTo>
                <a:lnTo>
                  <a:pt x="27688" y="182281"/>
                </a:lnTo>
                <a:lnTo>
                  <a:pt x="27806" y="181897"/>
                </a:lnTo>
                <a:lnTo>
                  <a:pt x="29821" y="177196"/>
                </a:lnTo>
                <a:lnTo>
                  <a:pt x="41413" y="149570"/>
                </a:lnTo>
                <a:lnTo>
                  <a:pt x="74903" y="78846"/>
                </a:lnTo>
                <a:lnTo>
                  <a:pt x="90547" y="48950"/>
                </a:lnTo>
                <a:lnTo>
                  <a:pt x="95392" y="41534"/>
                </a:lnTo>
                <a:lnTo>
                  <a:pt x="103487" y="29038"/>
                </a:lnTo>
                <a:lnTo>
                  <a:pt x="112023" y="19048"/>
                </a:lnTo>
                <a:lnTo>
                  <a:pt x="111700" y="19048"/>
                </a:lnTo>
                <a:lnTo>
                  <a:pt x="113157" y="17708"/>
                </a:lnTo>
                <a:lnTo>
                  <a:pt x="113576" y="17708"/>
                </a:lnTo>
                <a:lnTo>
                  <a:pt x="116156" y="15867"/>
                </a:lnTo>
                <a:lnTo>
                  <a:pt x="113591" y="15867"/>
                </a:lnTo>
                <a:lnTo>
                  <a:pt x="118240" y="14378"/>
                </a:lnTo>
                <a:lnTo>
                  <a:pt x="146477" y="14378"/>
                </a:lnTo>
                <a:lnTo>
                  <a:pt x="146660" y="14224"/>
                </a:lnTo>
                <a:lnTo>
                  <a:pt x="147308" y="13409"/>
                </a:lnTo>
                <a:lnTo>
                  <a:pt x="148280" y="11525"/>
                </a:lnTo>
                <a:lnTo>
                  <a:pt x="148567" y="10524"/>
                </a:lnTo>
                <a:lnTo>
                  <a:pt x="148625" y="7377"/>
                </a:lnTo>
                <a:lnTo>
                  <a:pt x="147980" y="5358"/>
                </a:lnTo>
                <a:lnTo>
                  <a:pt x="142407" y="923"/>
                </a:lnTo>
                <a:lnTo>
                  <a:pt x="131341" y="0"/>
                </a:lnTo>
                <a:close/>
              </a:path>
              <a:path w="153670" h="286385">
                <a:moveTo>
                  <a:pt x="21095" y="264918"/>
                </a:moveTo>
                <a:lnTo>
                  <a:pt x="24418" y="266258"/>
                </a:lnTo>
                <a:lnTo>
                  <a:pt x="23530" y="265694"/>
                </a:lnTo>
                <a:lnTo>
                  <a:pt x="23030" y="265354"/>
                </a:lnTo>
                <a:lnTo>
                  <a:pt x="23660" y="265354"/>
                </a:lnTo>
                <a:lnTo>
                  <a:pt x="21095" y="264918"/>
                </a:lnTo>
                <a:close/>
              </a:path>
              <a:path w="153670" h="286385">
                <a:moveTo>
                  <a:pt x="40328" y="258029"/>
                </a:moveTo>
                <a:lnTo>
                  <a:pt x="17281" y="258029"/>
                </a:lnTo>
                <a:lnTo>
                  <a:pt x="17513" y="259162"/>
                </a:lnTo>
                <a:lnTo>
                  <a:pt x="19866" y="263194"/>
                </a:lnTo>
                <a:lnTo>
                  <a:pt x="24355" y="266258"/>
                </a:lnTo>
                <a:lnTo>
                  <a:pt x="28978" y="266258"/>
                </a:lnTo>
                <a:lnTo>
                  <a:pt x="23660" y="265354"/>
                </a:lnTo>
                <a:lnTo>
                  <a:pt x="32586" y="265354"/>
                </a:lnTo>
                <a:lnTo>
                  <a:pt x="37851" y="260292"/>
                </a:lnTo>
                <a:lnTo>
                  <a:pt x="40328" y="258029"/>
                </a:lnTo>
                <a:close/>
              </a:path>
              <a:path w="153670" h="286385">
                <a:moveTo>
                  <a:pt x="32586" y="265354"/>
                </a:moveTo>
                <a:lnTo>
                  <a:pt x="23660" y="265354"/>
                </a:lnTo>
                <a:lnTo>
                  <a:pt x="28978" y="266258"/>
                </a:lnTo>
                <a:lnTo>
                  <a:pt x="26031" y="266258"/>
                </a:lnTo>
                <a:lnTo>
                  <a:pt x="32232" y="265694"/>
                </a:lnTo>
                <a:lnTo>
                  <a:pt x="32586" y="265354"/>
                </a:lnTo>
                <a:close/>
              </a:path>
              <a:path w="153670" h="286385">
                <a:moveTo>
                  <a:pt x="32232" y="265694"/>
                </a:moveTo>
                <a:lnTo>
                  <a:pt x="26031" y="266258"/>
                </a:lnTo>
                <a:lnTo>
                  <a:pt x="31646" y="266258"/>
                </a:lnTo>
                <a:lnTo>
                  <a:pt x="32232" y="265694"/>
                </a:lnTo>
                <a:close/>
              </a:path>
              <a:path w="153670" h="286385">
                <a:moveTo>
                  <a:pt x="46067" y="262976"/>
                </a:moveTo>
                <a:lnTo>
                  <a:pt x="35436" y="265483"/>
                </a:lnTo>
                <a:lnTo>
                  <a:pt x="36232" y="265354"/>
                </a:lnTo>
                <a:lnTo>
                  <a:pt x="82347" y="265354"/>
                </a:lnTo>
                <a:lnTo>
                  <a:pt x="86226" y="263194"/>
                </a:lnTo>
                <a:lnTo>
                  <a:pt x="45509" y="263194"/>
                </a:lnTo>
                <a:lnTo>
                  <a:pt x="46067" y="262976"/>
                </a:lnTo>
                <a:close/>
              </a:path>
              <a:path w="153670" h="286385">
                <a:moveTo>
                  <a:pt x="82347" y="265354"/>
                </a:moveTo>
                <a:lnTo>
                  <a:pt x="36232" y="265354"/>
                </a:lnTo>
                <a:lnTo>
                  <a:pt x="35436" y="265483"/>
                </a:lnTo>
                <a:lnTo>
                  <a:pt x="82115" y="265483"/>
                </a:lnTo>
                <a:lnTo>
                  <a:pt x="82347" y="265354"/>
                </a:lnTo>
                <a:close/>
              </a:path>
              <a:path w="153670" h="286385">
                <a:moveTo>
                  <a:pt x="22392" y="264918"/>
                </a:moveTo>
                <a:lnTo>
                  <a:pt x="21095" y="264918"/>
                </a:lnTo>
                <a:lnTo>
                  <a:pt x="23660" y="265354"/>
                </a:lnTo>
                <a:lnTo>
                  <a:pt x="23030" y="265354"/>
                </a:lnTo>
                <a:lnTo>
                  <a:pt x="22392" y="264918"/>
                </a:lnTo>
                <a:close/>
              </a:path>
              <a:path w="153670" h="286385">
                <a:moveTo>
                  <a:pt x="18366" y="262171"/>
                </a:moveTo>
                <a:lnTo>
                  <a:pt x="20765" y="264745"/>
                </a:lnTo>
                <a:lnTo>
                  <a:pt x="19862" y="263194"/>
                </a:lnTo>
                <a:lnTo>
                  <a:pt x="18366" y="262171"/>
                </a:lnTo>
                <a:close/>
              </a:path>
              <a:path w="153670" h="286385">
                <a:moveTo>
                  <a:pt x="19866" y="263194"/>
                </a:moveTo>
                <a:lnTo>
                  <a:pt x="20765" y="264745"/>
                </a:lnTo>
                <a:lnTo>
                  <a:pt x="22139" y="264745"/>
                </a:lnTo>
                <a:lnTo>
                  <a:pt x="19866" y="263194"/>
                </a:lnTo>
                <a:close/>
              </a:path>
              <a:path w="153670" h="286385">
                <a:moveTo>
                  <a:pt x="19266" y="262171"/>
                </a:moveTo>
                <a:lnTo>
                  <a:pt x="18366" y="262171"/>
                </a:lnTo>
                <a:lnTo>
                  <a:pt x="19866" y="263194"/>
                </a:lnTo>
                <a:lnTo>
                  <a:pt x="19266" y="262171"/>
                </a:lnTo>
                <a:close/>
              </a:path>
              <a:path w="153670" h="286385">
                <a:moveTo>
                  <a:pt x="105109" y="252684"/>
                </a:moveTo>
                <a:lnTo>
                  <a:pt x="72370" y="252684"/>
                </a:lnTo>
                <a:lnTo>
                  <a:pt x="71860" y="252884"/>
                </a:lnTo>
                <a:lnTo>
                  <a:pt x="71395" y="253142"/>
                </a:lnTo>
                <a:lnTo>
                  <a:pt x="71199" y="253142"/>
                </a:lnTo>
                <a:lnTo>
                  <a:pt x="45509" y="263194"/>
                </a:lnTo>
                <a:lnTo>
                  <a:pt x="46200" y="262976"/>
                </a:lnTo>
                <a:lnTo>
                  <a:pt x="86619" y="262976"/>
                </a:lnTo>
                <a:lnTo>
                  <a:pt x="104286" y="253142"/>
                </a:lnTo>
                <a:lnTo>
                  <a:pt x="71395" y="253142"/>
                </a:lnTo>
                <a:lnTo>
                  <a:pt x="71945" y="252884"/>
                </a:lnTo>
                <a:lnTo>
                  <a:pt x="104750" y="252884"/>
                </a:lnTo>
                <a:lnTo>
                  <a:pt x="105109" y="252684"/>
                </a:lnTo>
                <a:close/>
              </a:path>
              <a:path w="153670" h="286385">
                <a:moveTo>
                  <a:pt x="86619" y="262976"/>
                </a:moveTo>
                <a:lnTo>
                  <a:pt x="46200" y="262976"/>
                </a:lnTo>
                <a:lnTo>
                  <a:pt x="45509" y="263194"/>
                </a:lnTo>
                <a:lnTo>
                  <a:pt x="86226" y="263194"/>
                </a:lnTo>
                <a:lnTo>
                  <a:pt x="86619" y="262976"/>
                </a:lnTo>
                <a:close/>
              </a:path>
              <a:path w="153670" h="286385">
                <a:moveTo>
                  <a:pt x="17513" y="259162"/>
                </a:moveTo>
                <a:lnTo>
                  <a:pt x="17717" y="260292"/>
                </a:lnTo>
                <a:lnTo>
                  <a:pt x="17778" y="260454"/>
                </a:lnTo>
                <a:lnTo>
                  <a:pt x="18266" y="260454"/>
                </a:lnTo>
                <a:lnTo>
                  <a:pt x="17513" y="259162"/>
                </a:lnTo>
                <a:close/>
              </a:path>
              <a:path w="153670" h="286385">
                <a:moveTo>
                  <a:pt x="16964" y="258219"/>
                </a:moveTo>
                <a:lnTo>
                  <a:pt x="17286" y="259162"/>
                </a:lnTo>
                <a:lnTo>
                  <a:pt x="17717" y="260292"/>
                </a:lnTo>
                <a:lnTo>
                  <a:pt x="17513" y="259162"/>
                </a:lnTo>
                <a:lnTo>
                  <a:pt x="16964" y="258219"/>
                </a:lnTo>
                <a:close/>
              </a:path>
              <a:path w="153670" h="286385">
                <a:moveTo>
                  <a:pt x="143977" y="183100"/>
                </a:moveTo>
                <a:lnTo>
                  <a:pt x="134960" y="183100"/>
                </a:lnTo>
                <a:lnTo>
                  <a:pt x="123515" y="184966"/>
                </a:lnTo>
                <a:lnTo>
                  <a:pt x="76803" y="208407"/>
                </a:lnTo>
                <a:lnTo>
                  <a:pt x="26913" y="248615"/>
                </a:lnTo>
                <a:lnTo>
                  <a:pt x="16964" y="258219"/>
                </a:lnTo>
                <a:lnTo>
                  <a:pt x="17513" y="259162"/>
                </a:lnTo>
                <a:lnTo>
                  <a:pt x="17320" y="258219"/>
                </a:lnTo>
                <a:lnTo>
                  <a:pt x="17281" y="258029"/>
                </a:lnTo>
                <a:lnTo>
                  <a:pt x="40328" y="258029"/>
                </a:lnTo>
                <a:lnTo>
                  <a:pt x="59189" y="240814"/>
                </a:lnTo>
                <a:lnTo>
                  <a:pt x="62152" y="238730"/>
                </a:lnTo>
                <a:lnTo>
                  <a:pt x="85582" y="221764"/>
                </a:lnTo>
                <a:lnTo>
                  <a:pt x="109935" y="207322"/>
                </a:lnTo>
                <a:lnTo>
                  <a:pt x="109721" y="207322"/>
                </a:lnTo>
                <a:lnTo>
                  <a:pt x="110342" y="207080"/>
                </a:lnTo>
                <a:lnTo>
                  <a:pt x="110905" y="206745"/>
                </a:lnTo>
                <a:lnTo>
                  <a:pt x="111201" y="206745"/>
                </a:lnTo>
                <a:lnTo>
                  <a:pt x="126576" y="200755"/>
                </a:lnTo>
                <a:lnTo>
                  <a:pt x="126091" y="200755"/>
                </a:lnTo>
                <a:lnTo>
                  <a:pt x="127707" y="200314"/>
                </a:lnTo>
                <a:lnTo>
                  <a:pt x="128793" y="200314"/>
                </a:lnTo>
                <a:lnTo>
                  <a:pt x="135668" y="199193"/>
                </a:lnTo>
                <a:lnTo>
                  <a:pt x="137241" y="193950"/>
                </a:lnTo>
                <a:lnTo>
                  <a:pt x="137166" y="193189"/>
                </a:lnTo>
                <a:lnTo>
                  <a:pt x="137470" y="193189"/>
                </a:lnTo>
                <a:lnTo>
                  <a:pt x="137697" y="192432"/>
                </a:lnTo>
                <a:lnTo>
                  <a:pt x="153166" y="192432"/>
                </a:lnTo>
                <a:lnTo>
                  <a:pt x="152995" y="190731"/>
                </a:lnTo>
                <a:lnTo>
                  <a:pt x="145180" y="183408"/>
                </a:lnTo>
                <a:lnTo>
                  <a:pt x="143977" y="183100"/>
                </a:lnTo>
                <a:close/>
              </a:path>
              <a:path w="153670" h="286385">
                <a:moveTo>
                  <a:pt x="17123" y="258029"/>
                </a:moveTo>
                <a:lnTo>
                  <a:pt x="16854" y="258029"/>
                </a:lnTo>
                <a:lnTo>
                  <a:pt x="16964" y="258219"/>
                </a:lnTo>
                <a:lnTo>
                  <a:pt x="17123" y="258029"/>
                </a:lnTo>
                <a:close/>
              </a:path>
              <a:path w="153670" h="286385">
                <a:moveTo>
                  <a:pt x="130330" y="208539"/>
                </a:moveTo>
                <a:lnTo>
                  <a:pt x="117774" y="222161"/>
                </a:lnTo>
                <a:lnTo>
                  <a:pt x="117594" y="222410"/>
                </a:lnTo>
                <a:lnTo>
                  <a:pt x="110004" y="229218"/>
                </a:lnTo>
                <a:lnTo>
                  <a:pt x="108571" y="230558"/>
                </a:lnTo>
                <a:lnTo>
                  <a:pt x="103442" y="234316"/>
                </a:lnTo>
                <a:lnTo>
                  <a:pt x="98257" y="238191"/>
                </a:lnTo>
                <a:lnTo>
                  <a:pt x="97829" y="238429"/>
                </a:lnTo>
                <a:lnTo>
                  <a:pt x="97417" y="238730"/>
                </a:lnTo>
                <a:lnTo>
                  <a:pt x="97287" y="238730"/>
                </a:lnTo>
                <a:lnTo>
                  <a:pt x="71860" y="252884"/>
                </a:lnTo>
                <a:lnTo>
                  <a:pt x="72370" y="252684"/>
                </a:lnTo>
                <a:lnTo>
                  <a:pt x="105109" y="252684"/>
                </a:lnTo>
                <a:lnTo>
                  <a:pt x="123354" y="238730"/>
                </a:lnTo>
                <a:lnTo>
                  <a:pt x="97417" y="238730"/>
                </a:lnTo>
                <a:lnTo>
                  <a:pt x="97886" y="238429"/>
                </a:lnTo>
                <a:lnTo>
                  <a:pt x="123690" y="238429"/>
                </a:lnTo>
                <a:lnTo>
                  <a:pt x="128275" y="234316"/>
                </a:lnTo>
                <a:lnTo>
                  <a:pt x="128816" y="233789"/>
                </a:lnTo>
                <a:lnTo>
                  <a:pt x="142596" y="218837"/>
                </a:lnTo>
                <a:lnTo>
                  <a:pt x="143498" y="217653"/>
                </a:lnTo>
                <a:lnTo>
                  <a:pt x="148767" y="209226"/>
                </a:lnTo>
                <a:lnTo>
                  <a:pt x="129894" y="209226"/>
                </a:lnTo>
                <a:lnTo>
                  <a:pt x="130215" y="208804"/>
                </a:lnTo>
                <a:lnTo>
                  <a:pt x="130330" y="208539"/>
                </a:lnTo>
                <a:close/>
              </a:path>
              <a:path w="153670" h="286385">
                <a:moveTo>
                  <a:pt x="149483" y="207991"/>
                </a:moveTo>
                <a:lnTo>
                  <a:pt x="130835" y="207991"/>
                </a:lnTo>
                <a:lnTo>
                  <a:pt x="130518" y="208407"/>
                </a:lnTo>
                <a:lnTo>
                  <a:pt x="130164" y="208804"/>
                </a:lnTo>
                <a:lnTo>
                  <a:pt x="129901" y="209226"/>
                </a:lnTo>
                <a:lnTo>
                  <a:pt x="148767" y="209226"/>
                </a:lnTo>
                <a:lnTo>
                  <a:pt x="149197" y="208539"/>
                </a:lnTo>
                <a:lnTo>
                  <a:pt x="149421" y="208128"/>
                </a:lnTo>
                <a:lnTo>
                  <a:pt x="149483" y="207991"/>
                </a:lnTo>
                <a:close/>
              </a:path>
              <a:path w="153670" h="286385">
                <a:moveTo>
                  <a:pt x="152177" y="199830"/>
                </a:moveTo>
                <a:lnTo>
                  <a:pt x="135771" y="199830"/>
                </a:lnTo>
                <a:lnTo>
                  <a:pt x="134894" y="201772"/>
                </a:lnTo>
                <a:lnTo>
                  <a:pt x="134558" y="201772"/>
                </a:lnTo>
                <a:lnTo>
                  <a:pt x="130672" y="207991"/>
                </a:lnTo>
                <a:lnTo>
                  <a:pt x="130587" y="208128"/>
                </a:lnTo>
                <a:lnTo>
                  <a:pt x="130835" y="207991"/>
                </a:lnTo>
                <a:lnTo>
                  <a:pt x="149483" y="207991"/>
                </a:lnTo>
                <a:lnTo>
                  <a:pt x="150215" y="206373"/>
                </a:lnTo>
                <a:lnTo>
                  <a:pt x="151595" y="201772"/>
                </a:lnTo>
                <a:lnTo>
                  <a:pt x="134894" y="201772"/>
                </a:lnTo>
                <a:lnTo>
                  <a:pt x="135199" y="200755"/>
                </a:lnTo>
                <a:lnTo>
                  <a:pt x="151900" y="200755"/>
                </a:lnTo>
                <a:lnTo>
                  <a:pt x="152177" y="199830"/>
                </a:lnTo>
                <a:close/>
              </a:path>
              <a:path w="153670" h="286385">
                <a:moveTo>
                  <a:pt x="110342" y="207080"/>
                </a:moveTo>
                <a:lnTo>
                  <a:pt x="109721" y="207322"/>
                </a:lnTo>
                <a:lnTo>
                  <a:pt x="109935" y="207322"/>
                </a:lnTo>
                <a:lnTo>
                  <a:pt x="110342" y="207080"/>
                </a:lnTo>
                <a:close/>
              </a:path>
              <a:path w="153670" h="286385">
                <a:moveTo>
                  <a:pt x="111201" y="206745"/>
                </a:moveTo>
                <a:lnTo>
                  <a:pt x="110905" y="206745"/>
                </a:lnTo>
                <a:lnTo>
                  <a:pt x="110342" y="207080"/>
                </a:lnTo>
                <a:lnTo>
                  <a:pt x="111201" y="206745"/>
                </a:lnTo>
                <a:close/>
              </a:path>
              <a:path w="153670" h="286385">
                <a:moveTo>
                  <a:pt x="135553" y="200314"/>
                </a:moveTo>
                <a:lnTo>
                  <a:pt x="135199" y="200755"/>
                </a:lnTo>
                <a:lnTo>
                  <a:pt x="134894" y="201772"/>
                </a:lnTo>
                <a:lnTo>
                  <a:pt x="135553" y="200314"/>
                </a:lnTo>
                <a:close/>
              </a:path>
              <a:path w="153670" h="286385">
                <a:moveTo>
                  <a:pt x="127707" y="200314"/>
                </a:moveTo>
                <a:lnTo>
                  <a:pt x="126091" y="200755"/>
                </a:lnTo>
                <a:lnTo>
                  <a:pt x="126576" y="200755"/>
                </a:lnTo>
                <a:lnTo>
                  <a:pt x="127707" y="200314"/>
                </a:lnTo>
                <a:close/>
              </a:path>
              <a:path w="153670" h="286385">
                <a:moveTo>
                  <a:pt x="128793" y="200314"/>
                </a:moveTo>
                <a:lnTo>
                  <a:pt x="127707" y="200314"/>
                </a:lnTo>
                <a:lnTo>
                  <a:pt x="126576" y="200755"/>
                </a:lnTo>
                <a:lnTo>
                  <a:pt x="126091" y="200755"/>
                </a:lnTo>
                <a:lnTo>
                  <a:pt x="128793" y="200314"/>
                </a:lnTo>
                <a:close/>
              </a:path>
              <a:path w="153670" h="286385">
                <a:moveTo>
                  <a:pt x="140520" y="198993"/>
                </a:moveTo>
                <a:lnTo>
                  <a:pt x="136890" y="198993"/>
                </a:lnTo>
                <a:lnTo>
                  <a:pt x="135668" y="199193"/>
                </a:lnTo>
                <a:lnTo>
                  <a:pt x="135199" y="200755"/>
                </a:lnTo>
                <a:lnTo>
                  <a:pt x="135771" y="199830"/>
                </a:lnTo>
                <a:lnTo>
                  <a:pt x="152177" y="199830"/>
                </a:lnTo>
                <a:lnTo>
                  <a:pt x="152302" y="199415"/>
                </a:lnTo>
                <a:lnTo>
                  <a:pt x="141293" y="199415"/>
                </a:lnTo>
                <a:lnTo>
                  <a:pt x="140520" y="198993"/>
                </a:lnTo>
                <a:close/>
              </a:path>
              <a:path w="153670" h="286385">
                <a:moveTo>
                  <a:pt x="138724" y="198014"/>
                </a:moveTo>
                <a:lnTo>
                  <a:pt x="141293" y="199415"/>
                </a:lnTo>
                <a:lnTo>
                  <a:pt x="140699" y="198519"/>
                </a:lnTo>
                <a:lnTo>
                  <a:pt x="138724" y="198014"/>
                </a:lnTo>
                <a:close/>
              </a:path>
              <a:path w="153670" h="286385">
                <a:moveTo>
                  <a:pt x="140699" y="198519"/>
                </a:moveTo>
                <a:lnTo>
                  <a:pt x="141293" y="199415"/>
                </a:lnTo>
                <a:lnTo>
                  <a:pt x="152302" y="199415"/>
                </a:lnTo>
                <a:lnTo>
                  <a:pt x="152428" y="198993"/>
                </a:lnTo>
                <a:lnTo>
                  <a:pt x="142554" y="198993"/>
                </a:lnTo>
                <a:lnTo>
                  <a:pt x="140699" y="198519"/>
                </a:lnTo>
                <a:close/>
              </a:path>
              <a:path w="153670" h="286385">
                <a:moveTo>
                  <a:pt x="137241" y="193950"/>
                </a:moveTo>
                <a:lnTo>
                  <a:pt x="135728" y="198993"/>
                </a:lnTo>
                <a:lnTo>
                  <a:pt x="135668" y="199193"/>
                </a:lnTo>
                <a:lnTo>
                  <a:pt x="136890" y="198993"/>
                </a:lnTo>
                <a:lnTo>
                  <a:pt x="140520" y="198993"/>
                </a:lnTo>
                <a:lnTo>
                  <a:pt x="138724" y="198014"/>
                </a:lnTo>
                <a:lnTo>
                  <a:pt x="140365" y="198014"/>
                </a:lnTo>
                <a:lnTo>
                  <a:pt x="138716" y="195527"/>
                </a:lnTo>
                <a:lnTo>
                  <a:pt x="137398" y="195527"/>
                </a:lnTo>
                <a:lnTo>
                  <a:pt x="137241" y="193950"/>
                </a:lnTo>
                <a:close/>
              </a:path>
              <a:path w="153670" h="286385">
                <a:moveTo>
                  <a:pt x="153166" y="192432"/>
                </a:moveTo>
                <a:lnTo>
                  <a:pt x="137697" y="192432"/>
                </a:lnTo>
                <a:lnTo>
                  <a:pt x="137670" y="193950"/>
                </a:lnTo>
                <a:lnTo>
                  <a:pt x="140699" y="198519"/>
                </a:lnTo>
                <a:lnTo>
                  <a:pt x="142554" y="198993"/>
                </a:lnTo>
                <a:lnTo>
                  <a:pt x="152428" y="198993"/>
                </a:lnTo>
                <a:lnTo>
                  <a:pt x="153018" y="197027"/>
                </a:lnTo>
                <a:lnTo>
                  <a:pt x="153315" y="193950"/>
                </a:lnTo>
                <a:lnTo>
                  <a:pt x="153222" y="192991"/>
                </a:lnTo>
                <a:lnTo>
                  <a:pt x="153166" y="192432"/>
                </a:lnTo>
                <a:close/>
              </a:path>
              <a:path w="153670" h="286385">
                <a:moveTo>
                  <a:pt x="140365" y="198014"/>
                </a:moveTo>
                <a:lnTo>
                  <a:pt x="138724" y="198014"/>
                </a:lnTo>
                <a:lnTo>
                  <a:pt x="140699" y="198519"/>
                </a:lnTo>
                <a:lnTo>
                  <a:pt x="140365" y="198014"/>
                </a:lnTo>
                <a:close/>
              </a:path>
              <a:path w="153670" h="286385">
                <a:moveTo>
                  <a:pt x="137375" y="193505"/>
                </a:moveTo>
                <a:lnTo>
                  <a:pt x="137226" y="193792"/>
                </a:lnTo>
                <a:lnTo>
                  <a:pt x="137398" y="195527"/>
                </a:lnTo>
                <a:lnTo>
                  <a:pt x="137550" y="193950"/>
                </a:lnTo>
                <a:lnTo>
                  <a:pt x="137566" y="193792"/>
                </a:lnTo>
                <a:lnTo>
                  <a:pt x="137375" y="193505"/>
                </a:lnTo>
                <a:close/>
              </a:path>
              <a:path w="153670" h="286385">
                <a:moveTo>
                  <a:pt x="137670" y="193950"/>
                </a:moveTo>
                <a:lnTo>
                  <a:pt x="137398" y="195527"/>
                </a:lnTo>
                <a:lnTo>
                  <a:pt x="138716" y="195527"/>
                </a:lnTo>
                <a:lnTo>
                  <a:pt x="137670" y="193950"/>
                </a:lnTo>
                <a:close/>
              </a:path>
              <a:path w="153670" h="286385">
                <a:moveTo>
                  <a:pt x="137166" y="193189"/>
                </a:moveTo>
                <a:lnTo>
                  <a:pt x="137226" y="193792"/>
                </a:lnTo>
                <a:lnTo>
                  <a:pt x="137375" y="193505"/>
                </a:lnTo>
                <a:lnTo>
                  <a:pt x="137166" y="193189"/>
                </a:lnTo>
                <a:close/>
              </a:path>
              <a:path w="153670" h="286385">
                <a:moveTo>
                  <a:pt x="137643" y="192991"/>
                </a:moveTo>
                <a:lnTo>
                  <a:pt x="137470" y="193189"/>
                </a:lnTo>
                <a:lnTo>
                  <a:pt x="137375" y="193505"/>
                </a:lnTo>
                <a:lnTo>
                  <a:pt x="137566" y="193792"/>
                </a:lnTo>
                <a:lnTo>
                  <a:pt x="137643" y="192991"/>
                </a:lnTo>
                <a:close/>
              </a:path>
              <a:path w="153670" h="286385">
                <a:moveTo>
                  <a:pt x="137470" y="193189"/>
                </a:moveTo>
                <a:lnTo>
                  <a:pt x="137166" y="193189"/>
                </a:lnTo>
                <a:lnTo>
                  <a:pt x="137375" y="193505"/>
                </a:lnTo>
                <a:lnTo>
                  <a:pt x="137470" y="193189"/>
                </a:lnTo>
                <a:close/>
              </a:path>
              <a:path w="153670" h="286385">
                <a:moveTo>
                  <a:pt x="113157" y="17708"/>
                </a:moveTo>
                <a:lnTo>
                  <a:pt x="111700" y="19048"/>
                </a:lnTo>
                <a:lnTo>
                  <a:pt x="112515" y="18466"/>
                </a:lnTo>
                <a:lnTo>
                  <a:pt x="113157" y="17708"/>
                </a:lnTo>
                <a:close/>
              </a:path>
              <a:path w="153670" h="286385">
                <a:moveTo>
                  <a:pt x="112515" y="18466"/>
                </a:moveTo>
                <a:lnTo>
                  <a:pt x="111700" y="19048"/>
                </a:lnTo>
                <a:lnTo>
                  <a:pt x="112023" y="19048"/>
                </a:lnTo>
                <a:lnTo>
                  <a:pt x="112515" y="18466"/>
                </a:lnTo>
                <a:close/>
              </a:path>
              <a:path w="153670" h="286385">
                <a:moveTo>
                  <a:pt x="113576" y="17708"/>
                </a:moveTo>
                <a:lnTo>
                  <a:pt x="113157" y="17708"/>
                </a:lnTo>
                <a:lnTo>
                  <a:pt x="112515" y="18466"/>
                </a:lnTo>
                <a:lnTo>
                  <a:pt x="113576" y="17708"/>
                </a:lnTo>
                <a:close/>
              </a:path>
              <a:path w="153670" h="286385">
                <a:moveTo>
                  <a:pt x="146477" y="14378"/>
                </a:moveTo>
                <a:lnTo>
                  <a:pt x="118240" y="14378"/>
                </a:lnTo>
                <a:lnTo>
                  <a:pt x="116156" y="15867"/>
                </a:lnTo>
                <a:lnTo>
                  <a:pt x="129116" y="15867"/>
                </a:lnTo>
                <a:lnTo>
                  <a:pt x="140022" y="16775"/>
                </a:lnTo>
                <a:lnTo>
                  <a:pt x="142013" y="16775"/>
                </a:lnTo>
                <a:lnTo>
                  <a:pt x="144132" y="16097"/>
                </a:lnTo>
                <a:lnTo>
                  <a:pt x="145042" y="15593"/>
                </a:lnTo>
                <a:lnTo>
                  <a:pt x="146477" y="14378"/>
                </a:lnTo>
                <a:close/>
              </a:path>
              <a:path w="153670" h="286385">
                <a:moveTo>
                  <a:pt x="118240" y="14378"/>
                </a:moveTo>
                <a:lnTo>
                  <a:pt x="113591" y="15867"/>
                </a:lnTo>
                <a:lnTo>
                  <a:pt x="116156" y="15867"/>
                </a:lnTo>
                <a:lnTo>
                  <a:pt x="118240" y="1437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4" name="object 5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723301" y="4494809"/>
            <a:ext cx="225333" cy="22690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031706" y="4608526"/>
            <a:ext cx="258870" cy="22181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412763" y="4452462"/>
            <a:ext cx="547750" cy="45132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501302" y="5045707"/>
            <a:ext cx="168107" cy="293154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2725211" y="5088615"/>
            <a:ext cx="306070" cy="228600"/>
          </a:xfrm>
          <a:custGeom>
            <a:avLst/>
            <a:gdLst/>
            <a:ahLst/>
            <a:cxnLst/>
            <a:rect l="l" t="t" r="r" b="b"/>
            <a:pathLst>
              <a:path w="306069" h="228600">
                <a:moveTo>
                  <a:pt x="126837" y="103414"/>
                </a:moveTo>
                <a:lnTo>
                  <a:pt x="125426" y="103414"/>
                </a:lnTo>
                <a:lnTo>
                  <a:pt x="123785" y="124405"/>
                </a:lnTo>
                <a:lnTo>
                  <a:pt x="123749" y="124876"/>
                </a:lnTo>
                <a:lnTo>
                  <a:pt x="123637" y="126334"/>
                </a:lnTo>
                <a:lnTo>
                  <a:pt x="123551" y="127035"/>
                </a:lnTo>
                <a:lnTo>
                  <a:pt x="122297" y="134563"/>
                </a:lnTo>
                <a:lnTo>
                  <a:pt x="135615" y="164830"/>
                </a:lnTo>
                <a:lnTo>
                  <a:pt x="158123" y="199495"/>
                </a:lnTo>
                <a:lnTo>
                  <a:pt x="193415" y="226291"/>
                </a:lnTo>
                <a:lnTo>
                  <a:pt x="203611" y="228399"/>
                </a:lnTo>
                <a:lnTo>
                  <a:pt x="205656" y="228399"/>
                </a:lnTo>
                <a:lnTo>
                  <a:pt x="217666" y="226898"/>
                </a:lnTo>
                <a:lnTo>
                  <a:pt x="217872" y="226898"/>
                </a:lnTo>
                <a:lnTo>
                  <a:pt x="229735" y="213373"/>
                </a:lnTo>
                <a:lnTo>
                  <a:pt x="210492" y="213373"/>
                </a:lnTo>
                <a:lnTo>
                  <a:pt x="211272" y="212592"/>
                </a:lnTo>
                <a:lnTo>
                  <a:pt x="206094" y="212592"/>
                </a:lnTo>
                <a:lnTo>
                  <a:pt x="201544" y="211767"/>
                </a:lnTo>
                <a:lnTo>
                  <a:pt x="200120" y="211767"/>
                </a:lnTo>
                <a:lnTo>
                  <a:pt x="198198" y="211160"/>
                </a:lnTo>
                <a:lnTo>
                  <a:pt x="198805" y="211160"/>
                </a:lnTo>
                <a:lnTo>
                  <a:pt x="192546" y="208269"/>
                </a:lnTo>
                <a:lnTo>
                  <a:pt x="192167" y="208269"/>
                </a:lnTo>
                <a:lnTo>
                  <a:pt x="190789" y="207458"/>
                </a:lnTo>
                <a:lnTo>
                  <a:pt x="191060" y="207458"/>
                </a:lnTo>
                <a:lnTo>
                  <a:pt x="182484" y="201170"/>
                </a:lnTo>
                <a:lnTo>
                  <a:pt x="182326" y="201170"/>
                </a:lnTo>
                <a:lnTo>
                  <a:pt x="181891" y="200735"/>
                </a:lnTo>
                <a:lnTo>
                  <a:pt x="181401" y="200376"/>
                </a:lnTo>
                <a:lnTo>
                  <a:pt x="181532" y="200376"/>
                </a:lnTo>
                <a:lnTo>
                  <a:pt x="170125" y="188972"/>
                </a:lnTo>
                <a:lnTo>
                  <a:pt x="167892" y="185945"/>
                </a:lnTo>
                <a:lnTo>
                  <a:pt x="159790" y="175392"/>
                </a:lnTo>
                <a:lnTo>
                  <a:pt x="159662" y="175392"/>
                </a:lnTo>
                <a:lnTo>
                  <a:pt x="159347" y="174820"/>
                </a:lnTo>
                <a:lnTo>
                  <a:pt x="159120" y="174554"/>
                </a:lnTo>
                <a:lnTo>
                  <a:pt x="158970" y="174325"/>
                </a:lnTo>
                <a:lnTo>
                  <a:pt x="155800" y="168384"/>
                </a:lnTo>
                <a:lnTo>
                  <a:pt x="150115" y="158065"/>
                </a:lnTo>
                <a:lnTo>
                  <a:pt x="149990" y="157848"/>
                </a:lnTo>
                <a:lnTo>
                  <a:pt x="149892" y="157557"/>
                </a:lnTo>
                <a:lnTo>
                  <a:pt x="134577" y="122750"/>
                </a:lnTo>
                <a:lnTo>
                  <a:pt x="126837" y="103414"/>
                </a:lnTo>
                <a:close/>
              </a:path>
              <a:path w="306069" h="228600">
                <a:moveTo>
                  <a:pt x="213708" y="210154"/>
                </a:moveTo>
                <a:lnTo>
                  <a:pt x="210492" y="213373"/>
                </a:lnTo>
                <a:lnTo>
                  <a:pt x="214180" y="211569"/>
                </a:lnTo>
                <a:lnTo>
                  <a:pt x="213102" y="211569"/>
                </a:lnTo>
                <a:lnTo>
                  <a:pt x="213194" y="211433"/>
                </a:lnTo>
                <a:lnTo>
                  <a:pt x="213277" y="211160"/>
                </a:lnTo>
                <a:lnTo>
                  <a:pt x="213708" y="210154"/>
                </a:lnTo>
                <a:close/>
              </a:path>
              <a:path w="306069" h="228600">
                <a:moveTo>
                  <a:pt x="230683" y="211160"/>
                </a:moveTo>
                <a:lnTo>
                  <a:pt x="215015" y="211160"/>
                </a:lnTo>
                <a:lnTo>
                  <a:pt x="210492" y="213373"/>
                </a:lnTo>
                <a:lnTo>
                  <a:pt x="229735" y="213373"/>
                </a:lnTo>
                <a:lnTo>
                  <a:pt x="230423" y="211767"/>
                </a:lnTo>
                <a:lnTo>
                  <a:pt x="230508" y="211569"/>
                </a:lnTo>
                <a:lnTo>
                  <a:pt x="230566" y="211433"/>
                </a:lnTo>
                <a:lnTo>
                  <a:pt x="230683" y="211160"/>
                </a:lnTo>
                <a:close/>
              </a:path>
              <a:path w="306069" h="228600">
                <a:moveTo>
                  <a:pt x="212431" y="211433"/>
                </a:moveTo>
                <a:lnTo>
                  <a:pt x="203174" y="212592"/>
                </a:lnTo>
                <a:lnTo>
                  <a:pt x="211272" y="212592"/>
                </a:lnTo>
                <a:lnTo>
                  <a:pt x="212431" y="211433"/>
                </a:lnTo>
                <a:close/>
              </a:path>
              <a:path w="306069" h="228600">
                <a:moveTo>
                  <a:pt x="198198" y="211160"/>
                </a:moveTo>
                <a:lnTo>
                  <a:pt x="200120" y="211767"/>
                </a:lnTo>
                <a:lnTo>
                  <a:pt x="199396" y="211433"/>
                </a:lnTo>
                <a:lnTo>
                  <a:pt x="199701" y="211433"/>
                </a:lnTo>
                <a:lnTo>
                  <a:pt x="198198" y="211160"/>
                </a:lnTo>
                <a:close/>
              </a:path>
              <a:path w="306069" h="228600">
                <a:moveTo>
                  <a:pt x="199701" y="211433"/>
                </a:moveTo>
                <a:lnTo>
                  <a:pt x="199396" y="211433"/>
                </a:lnTo>
                <a:lnTo>
                  <a:pt x="200120" y="211767"/>
                </a:lnTo>
                <a:lnTo>
                  <a:pt x="201544" y="211767"/>
                </a:lnTo>
                <a:lnTo>
                  <a:pt x="199701" y="211433"/>
                </a:lnTo>
                <a:close/>
              </a:path>
              <a:path w="306069" h="228600">
                <a:moveTo>
                  <a:pt x="231581" y="209063"/>
                </a:moveTo>
                <a:lnTo>
                  <a:pt x="214798" y="209063"/>
                </a:lnTo>
                <a:lnTo>
                  <a:pt x="213379" y="211160"/>
                </a:lnTo>
                <a:lnTo>
                  <a:pt x="213160" y="211433"/>
                </a:lnTo>
                <a:lnTo>
                  <a:pt x="213102" y="211569"/>
                </a:lnTo>
                <a:lnTo>
                  <a:pt x="214180" y="211569"/>
                </a:lnTo>
                <a:lnTo>
                  <a:pt x="214458" y="211433"/>
                </a:lnTo>
                <a:lnTo>
                  <a:pt x="212431" y="211433"/>
                </a:lnTo>
                <a:lnTo>
                  <a:pt x="214608" y="211160"/>
                </a:lnTo>
                <a:lnTo>
                  <a:pt x="230683" y="211160"/>
                </a:lnTo>
                <a:lnTo>
                  <a:pt x="231581" y="209063"/>
                </a:lnTo>
                <a:close/>
              </a:path>
              <a:path w="306069" h="228600">
                <a:moveTo>
                  <a:pt x="198805" y="211160"/>
                </a:moveTo>
                <a:lnTo>
                  <a:pt x="198198" y="211160"/>
                </a:lnTo>
                <a:lnTo>
                  <a:pt x="199701" y="211433"/>
                </a:lnTo>
                <a:lnTo>
                  <a:pt x="199396" y="211433"/>
                </a:lnTo>
                <a:lnTo>
                  <a:pt x="198805" y="211160"/>
                </a:lnTo>
                <a:close/>
              </a:path>
              <a:path w="306069" h="228600">
                <a:moveTo>
                  <a:pt x="215015" y="211160"/>
                </a:moveTo>
                <a:lnTo>
                  <a:pt x="214608" y="211160"/>
                </a:lnTo>
                <a:lnTo>
                  <a:pt x="212431" y="211433"/>
                </a:lnTo>
                <a:lnTo>
                  <a:pt x="214458" y="211433"/>
                </a:lnTo>
                <a:lnTo>
                  <a:pt x="215015" y="211160"/>
                </a:lnTo>
                <a:close/>
              </a:path>
              <a:path w="306069" h="228600">
                <a:moveTo>
                  <a:pt x="214798" y="209063"/>
                </a:moveTo>
                <a:lnTo>
                  <a:pt x="213708" y="210154"/>
                </a:lnTo>
                <a:lnTo>
                  <a:pt x="213277" y="211160"/>
                </a:lnTo>
                <a:lnTo>
                  <a:pt x="214059" y="210154"/>
                </a:lnTo>
                <a:lnTo>
                  <a:pt x="214798" y="209063"/>
                </a:lnTo>
                <a:close/>
              </a:path>
              <a:path w="306069" h="228600">
                <a:moveTo>
                  <a:pt x="299562" y="31682"/>
                </a:moveTo>
                <a:lnTo>
                  <a:pt x="296385" y="31682"/>
                </a:lnTo>
                <a:lnTo>
                  <a:pt x="295409" y="31941"/>
                </a:lnTo>
                <a:lnTo>
                  <a:pt x="269424" y="60154"/>
                </a:lnTo>
                <a:lnTo>
                  <a:pt x="250353" y="101218"/>
                </a:lnTo>
                <a:lnTo>
                  <a:pt x="230041" y="160676"/>
                </a:lnTo>
                <a:lnTo>
                  <a:pt x="217473" y="201170"/>
                </a:lnTo>
                <a:lnTo>
                  <a:pt x="217408" y="201523"/>
                </a:lnTo>
                <a:lnTo>
                  <a:pt x="213708" y="210154"/>
                </a:lnTo>
                <a:lnTo>
                  <a:pt x="214798" y="209063"/>
                </a:lnTo>
                <a:lnTo>
                  <a:pt x="231581" y="209063"/>
                </a:lnTo>
                <a:lnTo>
                  <a:pt x="232112" y="207824"/>
                </a:lnTo>
                <a:lnTo>
                  <a:pt x="232399" y="207043"/>
                </a:lnTo>
                <a:lnTo>
                  <a:pt x="245252" y="165630"/>
                </a:lnTo>
                <a:lnTo>
                  <a:pt x="264879" y="108142"/>
                </a:lnTo>
                <a:lnTo>
                  <a:pt x="264992" y="107811"/>
                </a:lnTo>
                <a:lnTo>
                  <a:pt x="265081" y="107551"/>
                </a:lnTo>
                <a:lnTo>
                  <a:pt x="265185" y="107246"/>
                </a:lnTo>
                <a:lnTo>
                  <a:pt x="265270" y="106996"/>
                </a:lnTo>
                <a:lnTo>
                  <a:pt x="265346" y="106775"/>
                </a:lnTo>
                <a:lnTo>
                  <a:pt x="265498" y="106447"/>
                </a:lnTo>
                <a:lnTo>
                  <a:pt x="275161" y="83124"/>
                </a:lnTo>
                <a:lnTo>
                  <a:pt x="275251" y="82906"/>
                </a:lnTo>
                <a:lnTo>
                  <a:pt x="275339" y="82652"/>
                </a:lnTo>
                <a:lnTo>
                  <a:pt x="275544" y="82188"/>
                </a:lnTo>
                <a:lnTo>
                  <a:pt x="278980" y="76005"/>
                </a:lnTo>
                <a:lnTo>
                  <a:pt x="282662" y="69283"/>
                </a:lnTo>
                <a:lnTo>
                  <a:pt x="282436" y="69283"/>
                </a:lnTo>
                <a:lnTo>
                  <a:pt x="283031" y="68609"/>
                </a:lnTo>
                <a:lnTo>
                  <a:pt x="283453" y="67838"/>
                </a:lnTo>
                <a:lnTo>
                  <a:pt x="283711" y="67838"/>
                </a:lnTo>
                <a:lnTo>
                  <a:pt x="304669" y="44085"/>
                </a:lnTo>
                <a:lnTo>
                  <a:pt x="305192" y="43186"/>
                </a:lnTo>
                <a:lnTo>
                  <a:pt x="305879" y="41181"/>
                </a:lnTo>
                <a:lnTo>
                  <a:pt x="305885" y="38033"/>
                </a:lnTo>
                <a:lnTo>
                  <a:pt x="305658" y="37174"/>
                </a:lnTo>
                <a:lnTo>
                  <a:pt x="301567" y="32369"/>
                </a:lnTo>
                <a:lnTo>
                  <a:pt x="299562" y="31682"/>
                </a:lnTo>
                <a:close/>
              </a:path>
              <a:path w="306069" h="228600">
                <a:moveTo>
                  <a:pt x="190789" y="207458"/>
                </a:moveTo>
                <a:lnTo>
                  <a:pt x="192167" y="208269"/>
                </a:lnTo>
                <a:lnTo>
                  <a:pt x="191559" y="207824"/>
                </a:lnTo>
                <a:lnTo>
                  <a:pt x="190789" y="207458"/>
                </a:lnTo>
                <a:close/>
              </a:path>
              <a:path w="306069" h="228600">
                <a:moveTo>
                  <a:pt x="191581" y="207824"/>
                </a:moveTo>
                <a:lnTo>
                  <a:pt x="192167" y="208269"/>
                </a:lnTo>
                <a:lnTo>
                  <a:pt x="192546" y="208269"/>
                </a:lnTo>
                <a:lnTo>
                  <a:pt x="191581" y="207824"/>
                </a:lnTo>
                <a:close/>
              </a:path>
              <a:path w="306069" h="228600">
                <a:moveTo>
                  <a:pt x="191060" y="207458"/>
                </a:moveTo>
                <a:lnTo>
                  <a:pt x="190789" y="207458"/>
                </a:lnTo>
                <a:lnTo>
                  <a:pt x="191581" y="207824"/>
                </a:lnTo>
                <a:lnTo>
                  <a:pt x="191060" y="207458"/>
                </a:lnTo>
                <a:close/>
              </a:path>
              <a:path w="306069" h="228600">
                <a:moveTo>
                  <a:pt x="17093" y="0"/>
                </a:moveTo>
                <a:lnTo>
                  <a:pt x="15654" y="0"/>
                </a:lnTo>
                <a:lnTo>
                  <a:pt x="13470" y="588"/>
                </a:lnTo>
                <a:lnTo>
                  <a:pt x="1136" y="63374"/>
                </a:lnTo>
                <a:lnTo>
                  <a:pt x="0" y="109932"/>
                </a:lnTo>
                <a:lnTo>
                  <a:pt x="285" y="112047"/>
                </a:lnTo>
                <a:lnTo>
                  <a:pt x="21783" y="149445"/>
                </a:lnTo>
                <a:lnTo>
                  <a:pt x="54349" y="185797"/>
                </a:lnTo>
                <a:lnTo>
                  <a:pt x="84796" y="206174"/>
                </a:lnTo>
                <a:lnTo>
                  <a:pt x="87034" y="206174"/>
                </a:lnTo>
                <a:lnTo>
                  <a:pt x="104513" y="191712"/>
                </a:lnTo>
                <a:lnTo>
                  <a:pt x="82864" y="191712"/>
                </a:lnTo>
                <a:lnTo>
                  <a:pt x="84124" y="190510"/>
                </a:lnTo>
                <a:lnTo>
                  <a:pt x="88040" y="190510"/>
                </a:lnTo>
                <a:lnTo>
                  <a:pt x="82543" y="189359"/>
                </a:lnTo>
                <a:lnTo>
                  <a:pt x="84396" y="189359"/>
                </a:lnTo>
                <a:lnTo>
                  <a:pt x="78551" y="185797"/>
                </a:lnTo>
                <a:lnTo>
                  <a:pt x="78290" y="185797"/>
                </a:lnTo>
                <a:lnTo>
                  <a:pt x="77732" y="185297"/>
                </a:lnTo>
                <a:lnTo>
                  <a:pt x="77161" y="184955"/>
                </a:lnTo>
                <a:lnTo>
                  <a:pt x="77349" y="184955"/>
                </a:lnTo>
                <a:lnTo>
                  <a:pt x="65472" y="174325"/>
                </a:lnTo>
                <a:lnTo>
                  <a:pt x="49721" y="157557"/>
                </a:lnTo>
                <a:lnTo>
                  <a:pt x="34268" y="139456"/>
                </a:lnTo>
                <a:lnTo>
                  <a:pt x="23656" y="125254"/>
                </a:lnTo>
                <a:lnTo>
                  <a:pt x="23526" y="125106"/>
                </a:lnTo>
                <a:lnTo>
                  <a:pt x="23374" y="124876"/>
                </a:lnTo>
                <a:lnTo>
                  <a:pt x="23163" y="124405"/>
                </a:lnTo>
                <a:lnTo>
                  <a:pt x="18263" y="115977"/>
                </a:lnTo>
                <a:lnTo>
                  <a:pt x="17953" y="115977"/>
                </a:lnTo>
                <a:lnTo>
                  <a:pt x="17156" y="114073"/>
                </a:lnTo>
                <a:lnTo>
                  <a:pt x="17431" y="114073"/>
                </a:lnTo>
                <a:lnTo>
                  <a:pt x="16293" y="109932"/>
                </a:lnTo>
                <a:lnTo>
                  <a:pt x="15996" y="109932"/>
                </a:lnTo>
                <a:lnTo>
                  <a:pt x="15996" y="108990"/>
                </a:lnTo>
                <a:lnTo>
                  <a:pt x="15851" y="108851"/>
                </a:lnTo>
                <a:lnTo>
                  <a:pt x="15755" y="108142"/>
                </a:lnTo>
                <a:lnTo>
                  <a:pt x="15711" y="107811"/>
                </a:lnTo>
                <a:lnTo>
                  <a:pt x="15996" y="107811"/>
                </a:lnTo>
                <a:lnTo>
                  <a:pt x="16038" y="82188"/>
                </a:lnTo>
                <a:lnTo>
                  <a:pt x="17029" y="65333"/>
                </a:lnTo>
                <a:lnTo>
                  <a:pt x="17059" y="64824"/>
                </a:lnTo>
                <a:lnTo>
                  <a:pt x="17193" y="63882"/>
                </a:lnTo>
                <a:lnTo>
                  <a:pt x="20118" y="40149"/>
                </a:lnTo>
                <a:lnTo>
                  <a:pt x="20818" y="35123"/>
                </a:lnTo>
                <a:lnTo>
                  <a:pt x="24677" y="8089"/>
                </a:lnTo>
                <a:lnTo>
                  <a:pt x="24577" y="6880"/>
                </a:lnTo>
                <a:lnTo>
                  <a:pt x="18792" y="242"/>
                </a:lnTo>
                <a:lnTo>
                  <a:pt x="17093" y="0"/>
                </a:lnTo>
                <a:close/>
              </a:path>
              <a:path w="306069" h="228600">
                <a:moveTo>
                  <a:pt x="181891" y="200735"/>
                </a:moveTo>
                <a:lnTo>
                  <a:pt x="182326" y="201170"/>
                </a:lnTo>
                <a:lnTo>
                  <a:pt x="182484" y="201170"/>
                </a:lnTo>
                <a:lnTo>
                  <a:pt x="181891" y="200735"/>
                </a:lnTo>
                <a:close/>
              </a:path>
              <a:path w="306069" h="228600">
                <a:moveTo>
                  <a:pt x="181532" y="200376"/>
                </a:moveTo>
                <a:lnTo>
                  <a:pt x="181401" y="200376"/>
                </a:lnTo>
                <a:lnTo>
                  <a:pt x="181891" y="200735"/>
                </a:lnTo>
                <a:lnTo>
                  <a:pt x="181532" y="200376"/>
                </a:lnTo>
                <a:close/>
              </a:path>
              <a:path w="306069" h="228600">
                <a:moveTo>
                  <a:pt x="89941" y="184955"/>
                </a:moveTo>
                <a:lnTo>
                  <a:pt x="82864" y="191712"/>
                </a:lnTo>
                <a:lnTo>
                  <a:pt x="87002" y="189359"/>
                </a:lnTo>
                <a:lnTo>
                  <a:pt x="105880" y="189359"/>
                </a:lnTo>
                <a:lnTo>
                  <a:pt x="107862" y="185945"/>
                </a:lnTo>
                <a:lnTo>
                  <a:pt x="89366" y="185945"/>
                </a:lnTo>
                <a:lnTo>
                  <a:pt x="89482" y="185797"/>
                </a:lnTo>
                <a:lnTo>
                  <a:pt x="89941" y="184955"/>
                </a:lnTo>
                <a:close/>
              </a:path>
              <a:path w="306069" h="228600">
                <a:moveTo>
                  <a:pt x="86146" y="190510"/>
                </a:moveTo>
                <a:lnTo>
                  <a:pt x="84979" y="190510"/>
                </a:lnTo>
                <a:lnTo>
                  <a:pt x="82864" y="191712"/>
                </a:lnTo>
                <a:lnTo>
                  <a:pt x="104513" y="191712"/>
                </a:lnTo>
                <a:lnTo>
                  <a:pt x="105121" y="190665"/>
                </a:lnTo>
                <a:lnTo>
                  <a:pt x="86539" y="190665"/>
                </a:lnTo>
                <a:lnTo>
                  <a:pt x="86146" y="190510"/>
                </a:lnTo>
                <a:close/>
              </a:path>
              <a:path w="306069" h="228600">
                <a:moveTo>
                  <a:pt x="84396" y="189359"/>
                </a:moveTo>
                <a:lnTo>
                  <a:pt x="83234" y="189359"/>
                </a:lnTo>
                <a:lnTo>
                  <a:pt x="86539" y="190665"/>
                </a:lnTo>
                <a:lnTo>
                  <a:pt x="84396" y="189359"/>
                </a:lnTo>
                <a:close/>
              </a:path>
              <a:path w="306069" h="228600">
                <a:moveTo>
                  <a:pt x="105880" y="189359"/>
                </a:moveTo>
                <a:lnTo>
                  <a:pt x="87793" y="189359"/>
                </a:lnTo>
                <a:lnTo>
                  <a:pt x="83663" y="190510"/>
                </a:lnTo>
                <a:lnTo>
                  <a:pt x="86284" y="190510"/>
                </a:lnTo>
                <a:lnTo>
                  <a:pt x="86539" y="190665"/>
                </a:lnTo>
                <a:lnTo>
                  <a:pt x="105121" y="190665"/>
                </a:lnTo>
                <a:lnTo>
                  <a:pt x="105880" y="189359"/>
                </a:lnTo>
                <a:close/>
              </a:path>
              <a:path w="306069" h="228600">
                <a:moveTo>
                  <a:pt x="108892" y="184172"/>
                </a:moveTo>
                <a:lnTo>
                  <a:pt x="90760" y="184172"/>
                </a:lnTo>
                <a:lnTo>
                  <a:pt x="89875" y="185297"/>
                </a:lnTo>
                <a:lnTo>
                  <a:pt x="89452" y="185797"/>
                </a:lnTo>
                <a:lnTo>
                  <a:pt x="89366" y="185945"/>
                </a:lnTo>
                <a:lnTo>
                  <a:pt x="107862" y="185945"/>
                </a:lnTo>
                <a:lnTo>
                  <a:pt x="108892" y="184172"/>
                </a:lnTo>
                <a:close/>
              </a:path>
              <a:path w="306069" h="228600">
                <a:moveTo>
                  <a:pt x="77732" y="185297"/>
                </a:moveTo>
                <a:lnTo>
                  <a:pt x="78290" y="185797"/>
                </a:lnTo>
                <a:lnTo>
                  <a:pt x="78551" y="185797"/>
                </a:lnTo>
                <a:lnTo>
                  <a:pt x="77732" y="185297"/>
                </a:lnTo>
                <a:close/>
              </a:path>
              <a:path w="306069" h="228600">
                <a:moveTo>
                  <a:pt x="90760" y="184172"/>
                </a:moveTo>
                <a:lnTo>
                  <a:pt x="89941" y="184955"/>
                </a:lnTo>
                <a:lnTo>
                  <a:pt x="89452" y="185797"/>
                </a:lnTo>
                <a:lnTo>
                  <a:pt x="89875" y="185297"/>
                </a:lnTo>
                <a:lnTo>
                  <a:pt x="90760" y="184172"/>
                </a:lnTo>
                <a:close/>
              </a:path>
              <a:path w="306069" h="228600">
                <a:moveTo>
                  <a:pt x="77349" y="184955"/>
                </a:moveTo>
                <a:lnTo>
                  <a:pt x="77170" y="184955"/>
                </a:lnTo>
                <a:lnTo>
                  <a:pt x="77732" y="185297"/>
                </a:lnTo>
                <a:lnTo>
                  <a:pt x="77349" y="184955"/>
                </a:lnTo>
                <a:close/>
              </a:path>
              <a:path w="306069" h="228600">
                <a:moveTo>
                  <a:pt x="119016" y="94902"/>
                </a:moveTo>
                <a:lnTo>
                  <a:pt x="115672" y="94902"/>
                </a:lnTo>
                <a:lnTo>
                  <a:pt x="114705" y="95197"/>
                </a:lnTo>
                <a:lnTo>
                  <a:pt x="107772" y="124405"/>
                </a:lnTo>
                <a:lnTo>
                  <a:pt x="103598" y="149445"/>
                </a:lnTo>
                <a:lnTo>
                  <a:pt x="103520" y="149918"/>
                </a:lnTo>
                <a:lnTo>
                  <a:pt x="100761" y="160676"/>
                </a:lnTo>
                <a:lnTo>
                  <a:pt x="100285" y="162722"/>
                </a:lnTo>
                <a:lnTo>
                  <a:pt x="95896" y="174325"/>
                </a:lnTo>
                <a:lnTo>
                  <a:pt x="95825" y="174820"/>
                </a:lnTo>
                <a:lnTo>
                  <a:pt x="89941" y="184955"/>
                </a:lnTo>
                <a:lnTo>
                  <a:pt x="90760" y="184172"/>
                </a:lnTo>
                <a:lnTo>
                  <a:pt x="108892" y="184172"/>
                </a:lnTo>
                <a:lnTo>
                  <a:pt x="109540" y="183056"/>
                </a:lnTo>
                <a:lnTo>
                  <a:pt x="122297" y="134563"/>
                </a:lnTo>
                <a:lnTo>
                  <a:pt x="119824" y="128944"/>
                </a:lnTo>
                <a:lnTo>
                  <a:pt x="111367" y="107811"/>
                </a:lnTo>
                <a:lnTo>
                  <a:pt x="111057" y="107551"/>
                </a:lnTo>
                <a:lnTo>
                  <a:pt x="111141" y="107246"/>
                </a:lnTo>
                <a:lnTo>
                  <a:pt x="112116" y="107246"/>
                </a:lnTo>
                <a:lnTo>
                  <a:pt x="125426" y="103414"/>
                </a:lnTo>
                <a:lnTo>
                  <a:pt x="126837" y="103414"/>
                </a:lnTo>
                <a:lnTo>
                  <a:pt x="125958" y="101218"/>
                </a:lnTo>
                <a:lnTo>
                  <a:pt x="120239" y="95197"/>
                </a:lnTo>
                <a:lnTo>
                  <a:pt x="119016" y="94902"/>
                </a:lnTo>
                <a:close/>
              </a:path>
              <a:path w="306069" h="228600">
                <a:moveTo>
                  <a:pt x="111500" y="108142"/>
                </a:moveTo>
                <a:lnTo>
                  <a:pt x="119824" y="128944"/>
                </a:lnTo>
                <a:lnTo>
                  <a:pt x="122297" y="134563"/>
                </a:lnTo>
                <a:lnTo>
                  <a:pt x="123551" y="127035"/>
                </a:lnTo>
                <a:lnTo>
                  <a:pt x="123637" y="126334"/>
                </a:lnTo>
                <a:lnTo>
                  <a:pt x="124898" y="109932"/>
                </a:lnTo>
                <a:lnTo>
                  <a:pt x="124970" y="108990"/>
                </a:lnTo>
                <a:lnTo>
                  <a:pt x="112134" y="108990"/>
                </a:lnTo>
                <a:lnTo>
                  <a:pt x="112057" y="108851"/>
                </a:lnTo>
                <a:lnTo>
                  <a:pt x="111500" y="108142"/>
                </a:lnTo>
                <a:close/>
              </a:path>
              <a:path w="306069" h="228600">
                <a:moveTo>
                  <a:pt x="17156" y="114073"/>
                </a:moveTo>
                <a:lnTo>
                  <a:pt x="17953" y="115977"/>
                </a:lnTo>
                <a:lnTo>
                  <a:pt x="17677" y="114969"/>
                </a:lnTo>
                <a:lnTo>
                  <a:pt x="17156" y="114073"/>
                </a:lnTo>
                <a:close/>
              </a:path>
              <a:path w="306069" h="228600">
                <a:moveTo>
                  <a:pt x="17677" y="114969"/>
                </a:moveTo>
                <a:lnTo>
                  <a:pt x="17953" y="115977"/>
                </a:lnTo>
                <a:lnTo>
                  <a:pt x="18263" y="115977"/>
                </a:lnTo>
                <a:lnTo>
                  <a:pt x="17677" y="114969"/>
                </a:lnTo>
                <a:close/>
              </a:path>
              <a:path w="306069" h="228600">
                <a:moveTo>
                  <a:pt x="17431" y="114073"/>
                </a:moveTo>
                <a:lnTo>
                  <a:pt x="17156" y="114073"/>
                </a:lnTo>
                <a:lnTo>
                  <a:pt x="17677" y="114969"/>
                </a:lnTo>
                <a:lnTo>
                  <a:pt x="17431" y="114073"/>
                </a:lnTo>
                <a:close/>
              </a:path>
              <a:path w="306069" h="228600">
                <a:moveTo>
                  <a:pt x="15802" y="108142"/>
                </a:moveTo>
                <a:lnTo>
                  <a:pt x="15869" y="108990"/>
                </a:lnTo>
                <a:lnTo>
                  <a:pt x="15996" y="109932"/>
                </a:lnTo>
                <a:lnTo>
                  <a:pt x="16293" y="109932"/>
                </a:lnTo>
                <a:lnTo>
                  <a:pt x="15802" y="108142"/>
                </a:lnTo>
                <a:close/>
              </a:path>
              <a:path w="306069" h="228600">
                <a:moveTo>
                  <a:pt x="125082" y="107551"/>
                </a:moveTo>
                <a:lnTo>
                  <a:pt x="111326" y="107551"/>
                </a:lnTo>
                <a:lnTo>
                  <a:pt x="112031" y="108851"/>
                </a:lnTo>
                <a:lnTo>
                  <a:pt x="112134" y="108990"/>
                </a:lnTo>
                <a:lnTo>
                  <a:pt x="124970" y="108990"/>
                </a:lnTo>
                <a:lnTo>
                  <a:pt x="125082" y="107551"/>
                </a:lnTo>
                <a:close/>
              </a:path>
              <a:path w="306069" h="228600">
                <a:moveTo>
                  <a:pt x="15996" y="107811"/>
                </a:moveTo>
                <a:lnTo>
                  <a:pt x="15711" y="107811"/>
                </a:lnTo>
                <a:lnTo>
                  <a:pt x="15996" y="108851"/>
                </a:lnTo>
                <a:lnTo>
                  <a:pt x="15996" y="107811"/>
                </a:lnTo>
                <a:close/>
              </a:path>
              <a:path w="306069" h="228600">
                <a:moveTo>
                  <a:pt x="125426" y="103414"/>
                </a:moveTo>
                <a:lnTo>
                  <a:pt x="111057" y="107551"/>
                </a:lnTo>
                <a:lnTo>
                  <a:pt x="112031" y="108851"/>
                </a:lnTo>
                <a:lnTo>
                  <a:pt x="111472" y="107811"/>
                </a:lnTo>
                <a:lnTo>
                  <a:pt x="111263" y="107551"/>
                </a:lnTo>
                <a:lnTo>
                  <a:pt x="125082" y="107551"/>
                </a:lnTo>
                <a:lnTo>
                  <a:pt x="125426" y="103414"/>
                </a:lnTo>
                <a:close/>
              </a:path>
              <a:path w="306069" h="228600">
                <a:moveTo>
                  <a:pt x="112116" y="107246"/>
                </a:moveTo>
                <a:lnTo>
                  <a:pt x="111155" y="107246"/>
                </a:lnTo>
                <a:lnTo>
                  <a:pt x="111326" y="107551"/>
                </a:lnTo>
                <a:lnTo>
                  <a:pt x="111057" y="107551"/>
                </a:lnTo>
                <a:lnTo>
                  <a:pt x="112116" y="107246"/>
                </a:lnTo>
                <a:close/>
              </a:path>
              <a:path w="306069" h="228600">
                <a:moveTo>
                  <a:pt x="283031" y="68609"/>
                </a:moveTo>
                <a:lnTo>
                  <a:pt x="282436" y="69283"/>
                </a:lnTo>
                <a:lnTo>
                  <a:pt x="282662" y="69283"/>
                </a:lnTo>
                <a:lnTo>
                  <a:pt x="283031" y="68609"/>
                </a:lnTo>
                <a:close/>
              </a:path>
              <a:path w="306069" h="228600">
                <a:moveTo>
                  <a:pt x="283711" y="67838"/>
                </a:moveTo>
                <a:lnTo>
                  <a:pt x="283453" y="67838"/>
                </a:lnTo>
                <a:lnTo>
                  <a:pt x="283031" y="68609"/>
                </a:lnTo>
                <a:lnTo>
                  <a:pt x="283711" y="6783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47466" y="5194807"/>
            <a:ext cx="277495" cy="56515"/>
          </a:xfrm>
          <a:custGeom>
            <a:avLst/>
            <a:gdLst/>
            <a:ahLst/>
            <a:cxnLst/>
            <a:rect l="l" t="t" r="r" b="b"/>
            <a:pathLst>
              <a:path w="277495" h="56514">
                <a:moveTo>
                  <a:pt x="216789" y="8686"/>
                </a:moveTo>
                <a:lnTo>
                  <a:pt x="209321" y="0"/>
                </a:lnTo>
                <a:lnTo>
                  <a:pt x="208241" y="0"/>
                </a:lnTo>
                <a:lnTo>
                  <a:pt x="173507" y="6654"/>
                </a:lnTo>
                <a:lnTo>
                  <a:pt x="172618" y="6654"/>
                </a:lnTo>
                <a:lnTo>
                  <a:pt x="142189" y="8686"/>
                </a:lnTo>
                <a:lnTo>
                  <a:pt x="45567" y="8686"/>
                </a:lnTo>
                <a:lnTo>
                  <a:pt x="21793" y="7277"/>
                </a:lnTo>
                <a:lnTo>
                  <a:pt x="21577" y="7277"/>
                </a:lnTo>
                <a:lnTo>
                  <a:pt x="8661" y="5842"/>
                </a:lnTo>
                <a:lnTo>
                  <a:pt x="6477" y="5842"/>
                </a:lnTo>
                <a:lnTo>
                  <a:pt x="3683" y="6654"/>
                </a:lnTo>
                <a:lnTo>
                  <a:pt x="4051" y="6654"/>
                </a:lnTo>
                <a:lnTo>
                  <a:pt x="3606" y="6883"/>
                </a:lnTo>
                <a:lnTo>
                  <a:pt x="1955" y="8204"/>
                </a:lnTo>
                <a:lnTo>
                  <a:pt x="1282" y="9004"/>
                </a:lnTo>
                <a:lnTo>
                  <a:pt x="355" y="10706"/>
                </a:lnTo>
                <a:lnTo>
                  <a:pt x="266" y="10858"/>
                </a:lnTo>
                <a:lnTo>
                  <a:pt x="12" y="11658"/>
                </a:lnTo>
                <a:lnTo>
                  <a:pt x="0" y="15709"/>
                </a:lnTo>
                <a:lnTo>
                  <a:pt x="393" y="17030"/>
                </a:lnTo>
                <a:lnTo>
                  <a:pt x="6223" y="21742"/>
                </a:lnTo>
                <a:lnTo>
                  <a:pt x="6896" y="21742"/>
                </a:lnTo>
                <a:lnTo>
                  <a:pt x="20104" y="23215"/>
                </a:lnTo>
                <a:lnTo>
                  <a:pt x="44627" y="24650"/>
                </a:lnTo>
                <a:lnTo>
                  <a:pt x="143154" y="24650"/>
                </a:lnTo>
                <a:lnTo>
                  <a:pt x="175552" y="22491"/>
                </a:lnTo>
                <a:lnTo>
                  <a:pt x="175869" y="22491"/>
                </a:lnTo>
                <a:lnTo>
                  <a:pt x="214033" y="14147"/>
                </a:lnTo>
                <a:lnTo>
                  <a:pt x="216293" y="10858"/>
                </a:lnTo>
                <a:lnTo>
                  <a:pt x="216369" y="10706"/>
                </a:lnTo>
                <a:lnTo>
                  <a:pt x="216712" y="9004"/>
                </a:lnTo>
                <a:lnTo>
                  <a:pt x="216789" y="8686"/>
                </a:lnTo>
                <a:close/>
              </a:path>
              <a:path w="277495" h="56514">
                <a:moveTo>
                  <a:pt x="276974" y="43903"/>
                </a:moveTo>
                <a:lnTo>
                  <a:pt x="270725" y="37490"/>
                </a:lnTo>
                <a:lnTo>
                  <a:pt x="266712" y="37490"/>
                </a:lnTo>
                <a:lnTo>
                  <a:pt x="226187" y="39535"/>
                </a:lnTo>
                <a:lnTo>
                  <a:pt x="185496" y="40246"/>
                </a:lnTo>
                <a:lnTo>
                  <a:pt x="55524" y="40246"/>
                </a:lnTo>
                <a:lnTo>
                  <a:pt x="54508" y="40449"/>
                </a:lnTo>
                <a:lnTo>
                  <a:pt x="48793" y="50330"/>
                </a:lnTo>
                <a:lnTo>
                  <a:pt x="49542" y="52146"/>
                </a:lnTo>
                <a:lnTo>
                  <a:pt x="55549" y="56248"/>
                </a:lnTo>
                <a:lnTo>
                  <a:pt x="185928" y="56248"/>
                </a:lnTo>
                <a:lnTo>
                  <a:pt x="227101" y="55511"/>
                </a:lnTo>
                <a:lnTo>
                  <a:pt x="270510" y="53301"/>
                </a:lnTo>
                <a:lnTo>
                  <a:pt x="271132" y="53149"/>
                </a:lnTo>
                <a:lnTo>
                  <a:pt x="271310" y="53149"/>
                </a:lnTo>
                <a:lnTo>
                  <a:pt x="276885" y="47180"/>
                </a:lnTo>
                <a:lnTo>
                  <a:pt x="276974" y="4390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object 6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537895" y="5060812"/>
            <a:ext cx="407095" cy="259210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018972" y="5174481"/>
            <a:ext cx="150344" cy="135520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270401" y="5102264"/>
            <a:ext cx="195403" cy="187832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77327" y="5002683"/>
            <a:ext cx="396806" cy="333728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057190" y="5187858"/>
            <a:ext cx="628628" cy="274877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5843992" y="5052295"/>
            <a:ext cx="314960" cy="247015"/>
          </a:xfrm>
          <a:custGeom>
            <a:avLst/>
            <a:gdLst/>
            <a:ahLst/>
            <a:cxnLst/>
            <a:rect l="l" t="t" r="r" b="b"/>
            <a:pathLst>
              <a:path w="314960" h="247014">
                <a:moveTo>
                  <a:pt x="24019" y="216476"/>
                </a:moveTo>
                <a:lnTo>
                  <a:pt x="0" y="239600"/>
                </a:lnTo>
                <a:lnTo>
                  <a:pt x="458" y="241366"/>
                </a:lnTo>
                <a:lnTo>
                  <a:pt x="7955" y="246678"/>
                </a:lnTo>
                <a:lnTo>
                  <a:pt x="8760" y="246678"/>
                </a:lnTo>
                <a:lnTo>
                  <a:pt x="11046" y="246082"/>
                </a:lnTo>
                <a:lnTo>
                  <a:pt x="11982" y="245629"/>
                </a:lnTo>
                <a:lnTo>
                  <a:pt x="34654" y="228489"/>
                </a:lnTo>
                <a:lnTo>
                  <a:pt x="31515" y="226129"/>
                </a:lnTo>
                <a:lnTo>
                  <a:pt x="29869" y="224462"/>
                </a:lnTo>
                <a:lnTo>
                  <a:pt x="24019" y="216476"/>
                </a:lnTo>
                <a:close/>
              </a:path>
              <a:path w="314960" h="247014">
                <a:moveTo>
                  <a:pt x="47926" y="218454"/>
                </a:moveTo>
                <a:lnTo>
                  <a:pt x="34654" y="228489"/>
                </a:lnTo>
                <a:lnTo>
                  <a:pt x="41019" y="233273"/>
                </a:lnTo>
                <a:lnTo>
                  <a:pt x="43088" y="234396"/>
                </a:lnTo>
                <a:lnTo>
                  <a:pt x="55871" y="239047"/>
                </a:lnTo>
                <a:lnTo>
                  <a:pt x="57539" y="239455"/>
                </a:lnTo>
                <a:lnTo>
                  <a:pt x="74144" y="241694"/>
                </a:lnTo>
                <a:lnTo>
                  <a:pt x="94137" y="241366"/>
                </a:lnTo>
                <a:lnTo>
                  <a:pt x="94605" y="241366"/>
                </a:lnTo>
                <a:lnTo>
                  <a:pt x="143381" y="230576"/>
                </a:lnTo>
                <a:lnTo>
                  <a:pt x="155781" y="225770"/>
                </a:lnTo>
                <a:lnTo>
                  <a:pt x="75733" y="225770"/>
                </a:lnTo>
                <a:lnTo>
                  <a:pt x="62709" y="224015"/>
                </a:lnTo>
                <a:lnTo>
                  <a:pt x="61343" y="224015"/>
                </a:lnTo>
                <a:lnTo>
                  <a:pt x="60150" y="223722"/>
                </a:lnTo>
                <a:lnTo>
                  <a:pt x="60540" y="223722"/>
                </a:lnTo>
                <a:lnTo>
                  <a:pt x="51647" y="220487"/>
                </a:lnTo>
                <a:lnTo>
                  <a:pt x="50631" y="220487"/>
                </a:lnTo>
                <a:lnTo>
                  <a:pt x="48562" y="219364"/>
                </a:lnTo>
                <a:lnTo>
                  <a:pt x="49137" y="219364"/>
                </a:lnTo>
                <a:lnTo>
                  <a:pt x="47926" y="218454"/>
                </a:lnTo>
                <a:close/>
              </a:path>
              <a:path w="314960" h="247014">
                <a:moveTo>
                  <a:pt x="295828" y="101654"/>
                </a:moveTo>
                <a:lnTo>
                  <a:pt x="260996" y="101654"/>
                </a:lnTo>
                <a:lnTo>
                  <a:pt x="239391" y="103414"/>
                </a:lnTo>
                <a:lnTo>
                  <a:pt x="195611" y="114794"/>
                </a:lnTo>
                <a:lnTo>
                  <a:pt x="109120" y="159188"/>
                </a:lnTo>
                <a:lnTo>
                  <a:pt x="46179" y="199718"/>
                </a:lnTo>
                <a:lnTo>
                  <a:pt x="36650" y="206924"/>
                </a:lnTo>
                <a:lnTo>
                  <a:pt x="36869" y="207309"/>
                </a:lnTo>
                <a:lnTo>
                  <a:pt x="36141" y="207309"/>
                </a:lnTo>
                <a:lnTo>
                  <a:pt x="24019" y="216476"/>
                </a:lnTo>
                <a:lnTo>
                  <a:pt x="29869" y="224462"/>
                </a:lnTo>
                <a:lnTo>
                  <a:pt x="31515" y="226129"/>
                </a:lnTo>
                <a:lnTo>
                  <a:pt x="34654" y="228489"/>
                </a:lnTo>
                <a:lnTo>
                  <a:pt x="47926" y="218454"/>
                </a:lnTo>
                <a:lnTo>
                  <a:pt x="43345" y="215011"/>
                </a:lnTo>
                <a:lnTo>
                  <a:pt x="42773" y="215011"/>
                </a:lnTo>
                <a:lnTo>
                  <a:pt x="41127" y="213343"/>
                </a:lnTo>
                <a:lnTo>
                  <a:pt x="41552" y="213343"/>
                </a:lnTo>
                <a:lnTo>
                  <a:pt x="37133" y="207309"/>
                </a:lnTo>
                <a:lnTo>
                  <a:pt x="36869" y="207309"/>
                </a:lnTo>
                <a:lnTo>
                  <a:pt x="36706" y="206924"/>
                </a:lnTo>
                <a:lnTo>
                  <a:pt x="36851" y="206924"/>
                </a:lnTo>
                <a:lnTo>
                  <a:pt x="36506" y="206452"/>
                </a:lnTo>
                <a:lnTo>
                  <a:pt x="63992" y="206924"/>
                </a:lnTo>
                <a:lnTo>
                  <a:pt x="116653" y="173308"/>
                </a:lnTo>
                <a:lnTo>
                  <a:pt x="181263" y="138910"/>
                </a:lnTo>
                <a:lnTo>
                  <a:pt x="200700" y="129999"/>
                </a:lnTo>
                <a:lnTo>
                  <a:pt x="200568" y="129999"/>
                </a:lnTo>
                <a:lnTo>
                  <a:pt x="201027" y="129850"/>
                </a:lnTo>
                <a:lnTo>
                  <a:pt x="201419" y="129670"/>
                </a:lnTo>
                <a:lnTo>
                  <a:pt x="201578" y="129670"/>
                </a:lnTo>
                <a:lnTo>
                  <a:pt x="220557" y="123488"/>
                </a:lnTo>
                <a:lnTo>
                  <a:pt x="220375" y="123488"/>
                </a:lnTo>
                <a:lnTo>
                  <a:pt x="221282" y="123252"/>
                </a:lnTo>
                <a:lnTo>
                  <a:pt x="221552" y="123252"/>
                </a:lnTo>
                <a:lnTo>
                  <a:pt x="240960" y="119358"/>
                </a:lnTo>
                <a:lnTo>
                  <a:pt x="240687" y="119358"/>
                </a:lnTo>
                <a:lnTo>
                  <a:pt x="262136" y="117615"/>
                </a:lnTo>
                <a:lnTo>
                  <a:pt x="297409" y="117615"/>
                </a:lnTo>
                <a:lnTo>
                  <a:pt x="298728" y="114378"/>
                </a:lnTo>
                <a:lnTo>
                  <a:pt x="298800" y="113150"/>
                </a:lnTo>
                <a:lnTo>
                  <a:pt x="298913" y="111240"/>
                </a:lnTo>
                <a:lnTo>
                  <a:pt x="314864" y="111240"/>
                </a:lnTo>
                <a:lnTo>
                  <a:pt x="314850" y="110529"/>
                </a:lnTo>
                <a:lnTo>
                  <a:pt x="304415" y="102435"/>
                </a:lnTo>
                <a:lnTo>
                  <a:pt x="295828" y="101654"/>
                </a:lnTo>
                <a:close/>
              </a:path>
              <a:path w="314960" h="247014">
                <a:moveTo>
                  <a:pt x="114570" y="222133"/>
                </a:moveTo>
                <a:lnTo>
                  <a:pt x="92792" y="225460"/>
                </a:lnTo>
                <a:lnTo>
                  <a:pt x="88670" y="225460"/>
                </a:lnTo>
                <a:lnTo>
                  <a:pt x="70022" y="225770"/>
                </a:lnTo>
                <a:lnTo>
                  <a:pt x="155781" y="225770"/>
                </a:lnTo>
                <a:lnTo>
                  <a:pt x="164756" y="222266"/>
                </a:lnTo>
                <a:lnTo>
                  <a:pt x="114101" y="222266"/>
                </a:lnTo>
                <a:lnTo>
                  <a:pt x="114570" y="222133"/>
                </a:lnTo>
                <a:close/>
              </a:path>
              <a:path w="314960" h="247014">
                <a:moveTo>
                  <a:pt x="60540" y="223722"/>
                </a:moveTo>
                <a:lnTo>
                  <a:pt x="60150" y="223722"/>
                </a:lnTo>
                <a:lnTo>
                  <a:pt x="61343" y="224015"/>
                </a:lnTo>
                <a:lnTo>
                  <a:pt x="60540" y="223722"/>
                </a:lnTo>
                <a:close/>
              </a:path>
              <a:path w="314960" h="247014">
                <a:moveTo>
                  <a:pt x="60540" y="223722"/>
                </a:moveTo>
                <a:lnTo>
                  <a:pt x="61343" y="224015"/>
                </a:lnTo>
                <a:lnTo>
                  <a:pt x="62709" y="224015"/>
                </a:lnTo>
                <a:lnTo>
                  <a:pt x="60540" y="223722"/>
                </a:lnTo>
                <a:close/>
              </a:path>
              <a:path w="314960" h="247014">
                <a:moveTo>
                  <a:pt x="298728" y="114378"/>
                </a:moveTo>
                <a:lnTo>
                  <a:pt x="297409" y="117615"/>
                </a:lnTo>
                <a:lnTo>
                  <a:pt x="297314" y="117849"/>
                </a:lnTo>
                <a:lnTo>
                  <a:pt x="303897" y="118452"/>
                </a:lnTo>
                <a:lnTo>
                  <a:pt x="297352" y="118452"/>
                </a:lnTo>
                <a:lnTo>
                  <a:pt x="296344" y="120232"/>
                </a:lnTo>
                <a:lnTo>
                  <a:pt x="296017" y="120232"/>
                </a:lnTo>
                <a:lnTo>
                  <a:pt x="291491" y="126265"/>
                </a:lnTo>
                <a:lnTo>
                  <a:pt x="290274" y="128046"/>
                </a:lnTo>
                <a:lnTo>
                  <a:pt x="289869" y="128428"/>
                </a:lnTo>
                <a:lnTo>
                  <a:pt x="289486" y="128939"/>
                </a:lnTo>
                <a:lnTo>
                  <a:pt x="289340" y="128939"/>
                </a:lnTo>
                <a:lnTo>
                  <a:pt x="277492" y="140380"/>
                </a:lnTo>
                <a:lnTo>
                  <a:pt x="275803" y="142079"/>
                </a:lnTo>
                <a:lnTo>
                  <a:pt x="264172" y="151058"/>
                </a:lnTo>
                <a:lnTo>
                  <a:pt x="246702" y="162254"/>
                </a:lnTo>
                <a:lnTo>
                  <a:pt x="194998" y="190703"/>
                </a:lnTo>
                <a:lnTo>
                  <a:pt x="165182" y="204928"/>
                </a:lnTo>
                <a:lnTo>
                  <a:pt x="138286" y="215432"/>
                </a:lnTo>
                <a:lnTo>
                  <a:pt x="138138" y="215432"/>
                </a:lnTo>
                <a:lnTo>
                  <a:pt x="114101" y="222266"/>
                </a:lnTo>
                <a:lnTo>
                  <a:pt x="114718" y="222133"/>
                </a:lnTo>
                <a:lnTo>
                  <a:pt x="165098" y="222133"/>
                </a:lnTo>
                <a:lnTo>
                  <a:pt x="171634" y="219581"/>
                </a:lnTo>
                <a:lnTo>
                  <a:pt x="172132" y="219364"/>
                </a:lnTo>
                <a:lnTo>
                  <a:pt x="180359" y="215432"/>
                </a:lnTo>
                <a:lnTo>
                  <a:pt x="138286" y="215432"/>
                </a:lnTo>
                <a:lnTo>
                  <a:pt x="138739" y="215277"/>
                </a:lnTo>
                <a:lnTo>
                  <a:pt x="180684" y="215277"/>
                </a:lnTo>
                <a:lnTo>
                  <a:pt x="202327" y="204928"/>
                </a:lnTo>
                <a:lnTo>
                  <a:pt x="255104" y="175869"/>
                </a:lnTo>
                <a:lnTo>
                  <a:pt x="301407" y="139524"/>
                </a:lnTo>
                <a:lnTo>
                  <a:pt x="309481" y="128939"/>
                </a:lnTo>
                <a:lnTo>
                  <a:pt x="289486" y="128939"/>
                </a:lnTo>
                <a:lnTo>
                  <a:pt x="289937" y="128428"/>
                </a:lnTo>
                <a:lnTo>
                  <a:pt x="309863" y="128428"/>
                </a:lnTo>
                <a:lnTo>
                  <a:pt x="310150" y="128046"/>
                </a:lnTo>
                <a:lnTo>
                  <a:pt x="311158" y="126265"/>
                </a:lnTo>
                <a:lnTo>
                  <a:pt x="313617" y="120232"/>
                </a:lnTo>
                <a:lnTo>
                  <a:pt x="296344" y="120232"/>
                </a:lnTo>
                <a:lnTo>
                  <a:pt x="296700" y="119358"/>
                </a:lnTo>
                <a:lnTo>
                  <a:pt x="304465" y="119358"/>
                </a:lnTo>
                <a:lnTo>
                  <a:pt x="300765" y="117849"/>
                </a:lnTo>
                <a:lnTo>
                  <a:pt x="303075" y="117849"/>
                </a:lnTo>
                <a:lnTo>
                  <a:pt x="301721" y="115699"/>
                </a:lnTo>
                <a:lnTo>
                  <a:pt x="298650" y="115699"/>
                </a:lnTo>
                <a:lnTo>
                  <a:pt x="298728" y="114378"/>
                </a:lnTo>
                <a:close/>
              </a:path>
              <a:path w="314960" h="247014">
                <a:moveTo>
                  <a:pt x="165098" y="222133"/>
                </a:moveTo>
                <a:lnTo>
                  <a:pt x="114718" y="222133"/>
                </a:lnTo>
                <a:lnTo>
                  <a:pt x="114101" y="222266"/>
                </a:lnTo>
                <a:lnTo>
                  <a:pt x="164756" y="222266"/>
                </a:lnTo>
                <a:lnTo>
                  <a:pt x="165098" y="222133"/>
                </a:lnTo>
                <a:close/>
              </a:path>
              <a:path w="314960" h="247014">
                <a:moveTo>
                  <a:pt x="48562" y="219364"/>
                </a:moveTo>
                <a:lnTo>
                  <a:pt x="50631" y="220487"/>
                </a:lnTo>
                <a:lnTo>
                  <a:pt x="49677" y="219770"/>
                </a:lnTo>
                <a:lnTo>
                  <a:pt x="48562" y="219364"/>
                </a:lnTo>
                <a:close/>
              </a:path>
              <a:path w="314960" h="247014">
                <a:moveTo>
                  <a:pt x="49677" y="219770"/>
                </a:moveTo>
                <a:lnTo>
                  <a:pt x="50631" y="220487"/>
                </a:lnTo>
                <a:lnTo>
                  <a:pt x="51647" y="220487"/>
                </a:lnTo>
                <a:lnTo>
                  <a:pt x="49677" y="219770"/>
                </a:lnTo>
                <a:close/>
              </a:path>
              <a:path w="314960" h="247014">
                <a:moveTo>
                  <a:pt x="49137" y="219364"/>
                </a:moveTo>
                <a:lnTo>
                  <a:pt x="48562" y="219364"/>
                </a:lnTo>
                <a:lnTo>
                  <a:pt x="49677" y="219770"/>
                </a:lnTo>
                <a:lnTo>
                  <a:pt x="49137" y="219364"/>
                </a:lnTo>
                <a:close/>
              </a:path>
              <a:path w="314960" h="247014">
                <a:moveTo>
                  <a:pt x="63992" y="206924"/>
                </a:moveTo>
                <a:lnTo>
                  <a:pt x="36851" y="206924"/>
                </a:lnTo>
                <a:lnTo>
                  <a:pt x="42072" y="214053"/>
                </a:lnTo>
                <a:lnTo>
                  <a:pt x="47926" y="218454"/>
                </a:lnTo>
                <a:lnTo>
                  <a:pt x="55827" y="212481"/>
                </a:lnTo>
                <a:lnTo>
                  <a:pt x="63992" y="206924"/>
                </a:lnTo>
                <a:close/>
              </a:path>
              <a:path w="314960" h="247014">
                <a:moveTo>
                  <a:pt x="133445" y="0"/>
                </a:moveTo>
                <a:lnTo>
                  <a:pt x="129325" y="0"/>
                </a:lnTo>
                <a:lnTo>
                  <a:pt x="110382" y="947"/>
                </a:lnTo>
                <a:lnTo>
                  <a:pt x="74816" y="18502"/>
                </a:lnTo>
                <a:lnTo>
                  <a:pt x="44573" y="61619"/>
                </a:lnTo>
                <a:lnTo>
                  <a:pt x="28863" y="98336"/>
                </a:lnTo>
                <a:lnTo>
                  <a:pt x="18139" y="136008"/>
                </a:lnTo>
                <a:lnTo>
                  <a:pt x="13666" y="170846"/>
                </a:lnTo>
                <a:lnTo>
                  <a:pt x="13700" y="173308"/>
                </a:lnTo>
                <a:lnTo>
                  <a:pt x="14103" y="184718"/>
                </a:lnTo>
                <a:lnTo>
                  <a:pt x="14169" y="186590"/>
                </a:lnTo>
                <a:lnTo>
                  <a:pt x="24019" y="216476"/>
                </a:lnTo>
                <a:lnTo>
                  <a:pt x="36650" y="206924"/>
                </a:lnTo>
                <a:lnTo>
                  <a:pt x="35957" y="205703"/>
                </a:lnTo>
                <a:lnTo>
                  <a:pt x="36189" y="205703"/>
                </a:lnTo>
                <a:lnTo>
                  <a:pt x="32799" y="197698"/>
                </a:lnTo>
                <a:lnTo>
                  <a:pt x="32625" y="197698"/>
                </a:lnTo>
                <a:lnTo>
                  <a:pt x="32466" y="196911"/>
                </a:lnTo>
                <a:lnTo>
                  <a:pt x="32150" y="196165"/>
                </a:lnTo>
                <a:lnTo>
                  <a:pt x="32315" y="196165"/>
                </a:lnTo>
                <a:lnTo>
                  <a:pt x="30002" y="184718"/>
                </a:lnTo>
                <a:lnTo>
                  <a:pt x="29807" y="176161"/>
                </a:lnTo>
                <a:lnTo>
                  <a:pt x="29715" y="170846"/>
                </a:lnTo>
                <a:lnTo>
                  <a:pt x="30866" y="156634"/>
                </a:lnTo>
                <a:lnTo>
                  <a:pt x="30921" y="155945"/>
                </a:lnTo>
                <a:lnTo>
                  <a:pt x="31152" y="154760"/>
                </a:lnTo>
                <a:lnTo>
                  <a:pt x="33576" y="140380"/>
                </a:lnTo>
                <a:lnTo>
                  <a:pt x="33648" y="139957"/>
                </a:lnTo>
                <a:lnTo>
                  <a:pt x="33721" y="139524"/>
                </a:lnTo>
                <a:lnTo>
                  <a:pt x="33945" y="138910"/>
                </a:lnTo>
                <a:lnTo>
                  <a:pt x="43814" y="104115"/>
                </a:lnTo>
                <a:lnTo>
                  <a:pt x="43912" y="103772"/>
                </a:lnTo>
                <a:lnTo>
                  <a:pt x="44013" y="103414"/>
                </a:lnTo>
                <a:lnTo>
                  <a:pt x="44211" y="102999"/>
                </a:lnTo>
                <a:lnTo>
                  <a:pt x="50792" y="86008"/>
                </a:lnTo>
                <a:lnTo>
                  <a:pt x="50888" y="85759"/>
                </a:lnTo>
                <a:lnTo>
                  <a:pt x="50989" y="85500"/>
                </a:lnTo>
                <a:lnTo>
                  <a:pt x="58769" y="68967"/>
                </a:lnTo>
                <a:lnTo>
                  <a:pt x="62654" y="62171"/>
                </a:lnTo>
                <a:lnTo>
                  <a:pt x="67266" y="54047"/>
                </a:lnTo>
                <a:lnTo>
                  <a:pt x="76467" y="40740"/>
                </a:lnTo>
                <a:lnTo>
                  <a:pt x="85039" y="30954"/>
                </a:lnTo>
                <a:lnTo>
                  <a:pt x="84859" y="30954"/>
                </a:lnTo>
                <a:lnTo>
                  <a:pt x="85498" y="30426"/>
                </a:lnTo>
                <a:lnTo>
                  <a:pt x="85945" y="29912"/>
                </a:lnTo>
                <a:lnTo>
                  <a:pt x="86121" y="29912"/>
                </a:lnTo>
                <a:lnTo>
                  <a:pt x="94005" y="23401"/>
                </a:lnTo>
                <a:lnTo>
                  <a:pt x="93700" y="23401"/>
                </a:lnTo>
                <a:lnTo>
                  <a:pt x="95162" y="22445"/>
                </a:lnTo>
                <a:lnTo>
                  <a:pt x="95576" y="22445"/>
                </a:lnTo>
                <a:lnTo>
                  <a:pt x="102589" y="18874"/>
                </a:lnTo>
                <a:lnTo>
                  <a:pt x="101937" y="18874"/>
                </a:lnTo>
                <a:lnTo>
                  <a:pt x="103991" y="18161"/>
                </a:lnTo>
                <a:lnTo>
                  <a:pt x="105485" y="18161"/>
                </a:lnTo>
                <a:lnTo>
                  <a:pt x="111615" y="16927"/>
                </a:lnTo>
                <a:lnTo>
                  <a:pt x="111180" y="16927"/>
                </a:lnTo>
                <a:lnTo>
                  <a:pt x="133215" y="15821"/>
                </a:lnTo>
                <a:lnTo>
                  <a:pt x="139691" y="6430"/>
                </a:lnTo>
                <a:lnTo>
                  <a:pt x="139437" y="5420"/>
                </a:lnTo>
                <a:lnTo>
                  <a:pt x="138529" y="3505"/>
                </a:lnTo>
                <a:lnTo>
                  <a:pt x="137908" y="2669"/>
                </a:lnTo>
                <a:lnTo>
                  <a:pt x="136335" y="1247"/>
                </a:lnTo>
                <a:lnTo>
                  <a:pt x="135442" y="712"/>
                </a:lnTo>
                <a:lnTo>
                  <a:pt x="133445" y="0"/>
                </a:lnTo>
                <a:close/>
              </a:path>
              <a:path w="314960" h="247014">
                <a:moveTo>
                  <a:pt x="41399" y="213547"/>
                </a:moveTo>
                <a:lnTo>
                  <a:pt x="41828" y="214053"/>
                </a:lnTo>
                <a:lnTo>
                  <a:pt x="42773" y="215011"/>
                </a:lnTo>
                <a:lnTo>
                  <a:pt x="42072" y="214053"/>
                </a:lnTo>
                <a:lnTo>
                  <a:pt x="41399" y="213547"/>
                </a:lnTo>
                <a:close/>
              </a:path>
              <a:path w="314960" h="247014">
                <a:moveTo>
                  <a:pt x="42072" y="214053"/>
                </a:moveTo>
                <a:lnTo>
                  <a:pt x="42773" y="215011"/>
                </a:lnTo>
                <a:lnTo>
                  <a:pt x="43345" y="215011"/>
                </a:lnTo>
                <a:lnTo>
                  <a:pt x="42072" y="214053"/>
                </a:lnTo>
                <a:close/>
              </a:path>
              <a:path w="314960" h="247014">
                <a:moveTo>
                  <a:pt x="41552" y="213343"/>
                </a:moveTo>
                <a:lnTo>
                  <a:pt x="41127" y="213343"/>
                </a:lnTo>
                <a:lnTo>
                  <a:pt x="42072" y="214053"/>
                </a:lnTo>
                <a:lnTo>
                  <a:pt x="41552" y="213343"/>
                </a:lnTo>
                <a:close/>
              </a:path>
              <a:path w="314960" h="247014">
                <a:moveTo>
                  <a:pt x="36189" y="205703"/>
                </a:moveTo>
                <a:lnTo>
                  <a:pt x="35957" y="205703"/>
                </a:lnTo>
                <a:lnTo>
                  <a:pt x="36506" y="206452"/>
                </a:lnTo>
                <a:lnTo>
                  <a:pt x="36189" y="205703"/>
                </a:lnTo>
                <a:close/>
              </a:path>
              <a:path w="314960" h="247014">
                <a:moveTo>
                  <a:pt x="32466" y="196911"/>
                </a:moveTo>
                <a:lnTo>
                  <a:pt x="32625" y="197698"/>
                </a:lnTo>
                <a:lnTo>
                  <a:pt x="32799" y="197698"/>
                </a:lnTo>
                <a:lnTo>
                  <a:pt x="32466" y="196911"/>
                </a:lnTo>
                <a:close/>
              </a:path>
              <a:path w="314960" h="247014">
                <a:moveTo>
                  <a:pt x="32315" y="196165"/>
                </a:moveTo>
                <a:lnTo>
                  <a:pt x="32150" y="196165"/>
                </a:lnTo>
                <a:lnTo>
                  <a:pt x="32466" y="196911"/>
                </a:lnTo>
                <a:lnTo>
                  <a:pt x="32315" y="196165"/>
                </a:lnTo>
                <a:close/>
              </a:path>
              <a:path w="314960" h="247014">
                <a:moveTo>
                  <a:pt x="201027" y="129850"/>
                </a:moveTo>
                <a:lnTo>
                  <a:pt x="200568" y="129999"/>
                </a:lnTo>
                <a:lnTo>
                  <a:pt x="200700" y="129999"/>
                </a:lnTo>
                <a:lnTo>
                  <a:pt x="201027" y="129850"/>
                </a:lnTo>
                <a:close/>
              </a:path>
              <a:path w="314960" h="247014">
                <a:moveTo>
                  <a:pt x="201578" y="129670"/>
                </a:moveTo>
                <a:lnTo>
                  <a:pt x="201419" y="129670"/>
                </a:lnTo>
                <a:lnTo>
                  <a:pt x="201027" y="129850"/>
                </a:lnTo>
                <a:lnTo>
                  <a:pt x="201578" y="129670"/>
                </a:lnTo>
                <a:close/>
              </a:path>
              <a:path w="314960" h="247014">
                <a:moveTo>
                  <a:pt x="221282" y="123252"/>
                </a:moveTo>
                <a:lnTo>
                  <a:pt x="220375" y="123488"/>
                </a:lnTo>
                <a:lnTo>
                  <a:pt x="220557" y="123488"/>
                </a:lnTo>
                <a:lnTo>
                  <a:pt x="221282" y="123252"/>
                </a:lnTo>
                <a:close/>
              </a:path>
              <a:path w="314960" h="247014">
                <a:moveTo>
                  <a:pt x="221552" y="123252"/>
                </a:moveTo>
                <a:lnTo>
                  <a:pt x="221282" y="123252"/>
                </a:lnTo>
                <a:lnTo>
                  <a:pt x="220557" y="123488"/>
                </a:lnTo>
                <a:lnTo>
                  <a:pt x="220375" y="123488"/>
                </a:lnTo>
                <a:lnTo>
                  <a:pt x="221552" y="123252"/>
                </a:lnTo>
                <a:close/>
              </a:path>
              <a:path w="314960" h="247014">
                <a:moveTo>
                  <a:pt x="297352" y="118452"/>
                </a:moveTo>
                <a:lnTo>
                  <a:pt x="296700" y="119358"/>
                </a:lnTo>
                <a:lnTo>
                  <a:pt x="296344" y="120232"/>
                </a:lnTo>
                <a:lnTo>
                  <a:pt x="297352" y="118452"/>
                </a:lnTo>
                <a:close/>
              </a:path>
              <a:path w="314960" h="247014">
                <a:moveTo>
                  <a:pt x="297314" y="117849"/>
                </a:moveTo>
                <a:lnTo>
                  <a:pt x="296700" y="119358"/>
                </a:lnTo>
                <a:lnTo>
                  <a:pt x="297352" y="118452"/>
                </a:lnTo>
                <a:lnTo>
                  <a:pt x="303897" y="118452"/>
                </a:lnTo>
                <a:lnTo>
                  <a:pt x="297314" y="117849"/>
                </a:lnTo>
                <a:close/>
              </a:path>
              <a:path w="314960" h="247014">
                <a:moveTo>
                  <a:pt x="303075" y="117849"/>
                </a:moveTo>
                <a:lnTo>
                  <a:pt x="300833" y="117849"/>
                </a:lnTo>
                <a:lnTo>
                  <a:pt x="303310" y="118452"/>
                </a:lnTo>
                <a:lnTo>
                  <a:pt x="302245" y="118452"/>
                </a:lnTo>
                <a:lnTo>
                  <a:pt x="304465" y="119358"/>
                </a:lnTo>
                <a:lnTo>
                  <a:pt x="304026" y="119358"/>
                </a:lnTo>
                <a:lnTo>
                  <a:pt x="303455" y="118452"/>
                </a:lnTo>
                <a:lnTo>
                  <a:pt x="303310" y="118452"/>
                </a:lnTo>
                <a:lnTo>
                  <a:pt x="300833" y="117849"/>
                </a:lnTo>
                <a:lnTo>
                  <a:pt x="303075" y="117849"/>
                </a:lnTo>
                <a:close/>
              </a:path>
              <a:path w="314960" h="247014">
                <a:moveTo>
                  <a:pt x="314864" y="111240"/>
                </a:moveTo>
                <a:lnTo>
                  <a:pt x="298913" y="111240"/>
                </a:lnTo>
                <a:lnTo>
                  <a:pt x="304026" y="119358"/>
                </a:lnTo>
                <a:lnTo>
                  <a:pt x="314003" y="119358"/>
                </a:lnTo>
                <a:lnTo>
                  <a:pt x="314619" y="116641"/>
                </a:lnTo>
                <a:lnTo>
                  <a:pt x="314728" y="114794"/>
                </a:lnTo>
                <a:lnTo>
                  <a:pt x="314825" y="113150"/>
                </a:lnTo>
                <a:lnTo>
                  <a:pt x="314864" y="111240"/>
                </a:lnTo>
                <a:close/>
              </a:path>
              <a:path w="314960" h="247014">
                <a:moveTo>
                  <a:pt x="297409" y="117615"/>
                </a:moveTo>
                <a:lnTo>
                  <a:pt x="294771" y="117615"/>
                </a:lnTo>
                <a:lnTo>
                  <a:pt x="297314" y="117849"/>
                </a:lnTo>
                <a:lnTo>
                  <a:pt x="297409" y="117615"/>
                </a:lnTo>
                <a:close/>
              </a:path>
              <a:path w="314960" h="247014">
                <a:moveTo>
                  <a:pt x="300116" y="113150"/>
                </a:moveTo>
                <a:lnTo>
                  <a:pt x="299228" y="113150"/>
                </a:lnTo>
                <a:lnTo>
                  <a:pt x="298950" y="114378"/>
                </a:lnTo>
                <a:lnTo>
                  <a:pt x="298855" y="114794"/>
                </a:lnTo>
                <a:lnTo>
                  <a:pt x="298684" y="115122"/>
                </a:lnTo>
                <a:lnTo>
                  <a:pt x="298650" y="115699"/>
                </a:lnTo>
                <a:lnTo>
                  <a:pt x="301721" y="115699"/>
                </a:lnTo>
                <a:lnTo>
                  <a:pt x="300116" y="113150"/>
                </a:lnTo>
                <a:close/>
              </a:path>
              <a:path w="314960" h="247014">
                <a:moveTo>
                  <a:pt x="299228" y="113150"/>
                </a:moveTo>
                <a:lnTo>
                  <a:pt x="298728" y="114378"/>
                </a:lnTo>
                <a:lnTo>
                  <a:pt x="298684" y="115122"/>
                </a:lnTo>
                <a:lnTo>
                  <a:pt x="298855" y="114794"/>
                </a:lnTo>
                <a:lnTo>
                  <a:pt x="299228" y="113150"/>
                </a:lnTo>
                <a:close/>
              </a:path>
              <a:path w="314960" h="247014">
                <a:moveTo>
                  <a:pt x="298913" y="111240"/>
                </a:moveTo>
                <a:lnTo>
                  <a:pt x="298800" y="113150"/>
                </a:lnTo>
                <a:lnTo>
                  <a:pt x="298728" y="114378"/>
                </a:lnTo>
                <a:lnTo>
                  <a:pt x="299228" y="113150"/>
                </a:lnTo>
                <a:lnTo>
                  <a:pt x="300116" y="113150"/>
                </a:lnTo>
                <a:lnTo>
                  <a:pt x="298913" y="111240"/>
                </a:lnTo>
                <a:close/>
              </a:path>
              <a:path w="314960" h="247014">
                <a:moveTo>
                  <a:pt x="85498" y="30426"/>
                </a:moveTo>
                <a:lnTo>
                  <a:pt x="84881" y="30954"/>
                </a:lnTo>
                <a:lnTo>
                  <a:pt x="85039" y="30954"/>
                </a:lnTo>
                <a:lnTo>
                  <a:pt x="85498" y="30426"/>
                </a:lnTo>
                <a:close/>
              </a:path>
              <a:path w="314960" h="247014">
                <a:moveTo>
                  <a:pt x="86121" y="29912"/>
                </a:moveTo>
                <a:lnTo>
                  <a:pt x="85945" y="29912"/>
                </a:lnTo>
                <a:lnTo>
                  <a:pt x="85498" y="30426"/>
                </a:lnTo>
                <a:lnTo>
                  <a:pt x="86121" y="29912"/>
                </a:lnTo>
                <a:close/>
              </a:path>
              <a:path w="314960" h="247014">
                <a:moveTo>
                  <a:pt x="95162" y="22445"/>
                </a:moveTo>
                <a:lnTo>
                  <a:pt x="93700" y="23401"/>
                </a:lnTo>
                <a:lnTo>
                  <a:pt x="94496" y="22995"/>
                </a:lnTo>
                <a:lnTo>
                  <a:pt x="95162" y="22445"/>
                </a:lnTo>
                <a:close/>
              </a:path>
              <a:path w="314960" h="247014">
                <a:moveTo>
                  <a:pt x="94496" y="22995"/>
                </a:moveTo>
                <a:lnTo>
                  <a:pt x="93700" y="23401"/>
                </a:lnTo>
                <a:lnTo>
                  <a:pt x="94005" y="23401"/>
                </a:lnTo>
                <a:lnTo>
                  <a:pt x="94496" y="22995"/>
                </a:lnTo>
                <a:close/>
              </a:path>
              <a:path w="314960" h="247014">
                <a:moveTo>
                  <a:pt x="95576" y="22445"/>
                </a:moveTo>
                <a:lnTo>
                  <a:pt x="95162" y="22445"/>
                </a:lnTo>
                <a:lnTo>
                  <a:pt x="94496" y="22995"/>
                </a:lnTo>
                <a:lnTo>
                  <a:pt x="95576" y="22445"/>
                </a:lnTo>
                <a:close/>
              </a:path>
              <a:path w="314960" h="247014">
                <a:moveTo>
                  <a:pt x="103991" y="18161"/>
                </a:moveTo>
                <a:lnTo>
                  <a:pt x="101937" y="18874"/>
                </a:lnTo>
                <a:lnTo>
                  <a:pt x="103015" y="18657"/>
                </a:lnTo>
                <a:lnTo>
                  <a:pt x="103991" y="18161"/>
                </a:lnTo>
                <a:close/>
              </a:path>
              <a:path w="314960" h="247014">
                <a:moveTo>
                  <a:pt x="103015" y="18657"/>
                </a:moveTo>
                <a:lnTo>
                  <a:pt x="101937" y="18874"/>
                </a:lnTo>
                <a:lnTo>
                  <a:pt x="102589" y="18874"/>
                </a:lnTo>
                <a:lnTo>
                  <a:pt x="103015" y="18657"/>
                </a:lnTo>
                <a:close/>
              </a:path>
              <a:path w="314960" h="247014">
                <a:moveTo>
                  <a:pt x="105485" y="18161"/>
                </a:moveTo>
                <a:lnTo>
                  <a:pt x="103991" y="18161"/>
                </a:lnTo>
                <a:lnTo>
                  <a:pt x="103015" y="18657"/>
                </a:lnTo>
                <a:lnTo>
                  <a:pt x="105485" y="1816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object 6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598529" y="5596911"/>
            <a:ext cx="452384" cy="258417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3300601" y="5701139"/>
            <a:ext cx="222250" cy="27305"/>
          </a:xfrm>
          <a:custGeom>
            <a:avLst/>
            <a:gdLst/>
            <a:ahLst/>
            <a:cxnLst/>
            <a:rect l="l" t="t" r="r" b="b"/>
            <a:pathLst>
              <a:path w="222250" h="27304">
                <a:moveTo>
                  <a:pt x="203718" y="3464"/>
                </a:moveTo>
                <a:lnTo>
                  <a:pt x="196687" y="4434"/>
                </a:lnTo>
                <a:lnTo>
                  <a:pt x="195243" y="4434"/>
                </a:lnTo>
                <a:lnTo>
                  <a:pt x="163391" y="5464"/>
                </a:lnTo>
                <a:lnTo>
                  <a:pt x="94364" y="8751"/>
                </a:lnTo>
                <a:lnTo>
                  <a:pt x="35125" y="10946"/>
                </a:lnTo>
                <a:lnTo>
                  <a:pt x="6922" y="10946"/>
                </a:lnTo>
                <a:lnTo>
                  <a:pt x="5915" y="11146"/>
                </a:lnTo>
                <a:lnTo>
                  <a:pt x="0" y="17879"/>
                </a:lnTo>
                <a:lnTo>
                  <a:pt x="70" y="20353"/>
                </a:lnTo>
                <a:lnTo>
                  <a:pt x="6948" y="26939"/>
                </a:lnTo>
                <a:lnTo>
                  <a:pt x="35545" y="26939"/>
                </a:lnTo>
                <a:lnTo>
                  <a:pt x="95040" y="24737"/>
                </a:lnTo>
                <a:lnTo>
                  <a:pt x="164030" y="21451"/>
                </a:lnTo>
                <a:lnTo>
                  <a:pt x="198037" y="20353"/>
                </a:lnTo>
                <a:lnTo>
                  <a:pt x="198339" y="20353"/>
                </a:lnTo>
                <a:lnTo>
                  <a:pt x="206825" y="19180"/>
                </a:lnTo>
                <a:lnTo>
                  <a:pt x="222253" y="7096"/>
                </a:lnTo>
                <a:lnTo>
                  <a:pt x="222074" y="6071"/>
                </a:lnTo>
                <a:lnTo>
                  <a:pt x="221308" y="4094"/>
                </a:lnTo>
                <a:lnTo>
                  <a:pt x="221123" y="3802"/>
                </a:lnTo>
                <a:lnTo>
                  <a:pt x="202845" y="3802"/>
                </a:lnTo>
                <a:lnTo>
                  <a:pt x="203718" y="3464"/>
                </a:lnTo>
                <a:close/>
              </a:path>
              <a:path w="222250" h="27304">
                <a:moveTo>
                  <a:pt x="204640" y="3337"/>
                </a:moveTo>
                <a:lnTo>
                  <a:pt x="203718" y="3464"/>
                </a:lnTo>
                <a:lnTo>
                  <a:pt x="202845" y="3802"/>
                </a:lnTo>
                <a:lnTo>
                  <a:pt x="204640" y="3337"/>
                </a:lnTo>
                <a:close/>
              </a:path>
              <a:path w="222250" h="27304">
                <a:moveTo>
                  <a:pt x="220828" y="3337"/>
                </a:moveTo>
                <a:lnTo>
                  <a:pt x="204640" y="3337"/>
                </a:lnTo>
                <a:lnTo>
                  <a:pt x="202845" y="3802"/>
                </a:lnTo>
                <a:lnTo>
                  <a:pt x="221123" y="3802"/>
                </a:lnTo>
                <a:lnTo>
                  <a:pt x="220909" y="3464"/>
                </a:lnTo>
                <a:lnTo>
                  <a:pt x="220828" y="3337"/>
                </a:lnTo>
                <a:close/>
              </a:path>
              <a:path w="222250" h="27304">
                <a:moveTo>
                  <a:pt x="215482" y="0"/>
                </a:moveTo>
                <a:lnTo>
                  <a:pt x="213079" y="0"/>
                </a:lnTo>
                <a:lnTo>
                  <a:pt x="211777" y="227"/>
                </a:lnTo>
                <a:lnTo>
                  <a:pt x="212084" y="227"/>
                </a:lnTo>
                <a:lnTo>
                  <a:pt x="203718" y="3464"/>
                </a:lnTo>
                <a:lnTo>
                  <a:pt x="204640" y="3337"/>
                </a:lnTo>
                <a:lnTo>
                  <a:pt x="220867" y="3337"/>
                </a:lnTo>
                <a:lnTo>
                  <a:pt x="219288" y="1681"/>
                </a:lnTo>
                <a:lnTo>
                  <a:pt x="218436" y="1084"/>
                </a:lnTo>
                <a:lnTo>
                  <a:pt x="216496" y="227"/>
                </a:lnTo>
                <a:lnTo>
                  <a:pt x="21548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381785" y="5788881"/>
            <a:ext cx="165735" cy="20955"/>
          </a:xfrm>
          <a:custGeom>
            <a:avLst/>
            <a:gdLst/>
            <a:ahLst/>
            <a:cxnLst/>
            <a:rect l="l" t="t" r="r" b="b"/>
            <a:pathLst>
              <a:path w="165735" h="20954">
                <a:moveTo>
                  <a:pt x="120351" y="0"/>
                </a:moveTo>
                <a:lnTo>
                  <a:pt x="65702" y="0"/>
                </a:lnTo>
                <a:lnTo>
                  <a:pt x="24195" y="2244"/>
                </a:lnTo>
                <a:lnTo>
                  <a:pt x="24551" y="2244"/>
                </a:lnTo>
                <a:lnTo>
                  <a:pt x="5947" y="4574"/>
                </a:lnTo>
                <a:lnTo>
                  <a:pt x="0" y="11278"/>
                </a:lnTo>
                <a:lnTo>
                  <a:pt x="43" y="13253"/>
                </a:lnTo>
                <a:lnTo>
                  <a:pt x="6893" y="20368"/>
                </a:lnTo>
                <a:lnTo>
                  <a:pt x="8557" y="20368"/>
                </a:lnTo>
                <a:lnTo>
                  <a:pt x="25491" y="18249"/>
                </a:lnTo>
                <a:lnTo>
                  <a:pt x="24471" y="18249"/>
                </a:lnTo>
                <a:lnTo>
                  <a:pt x="66330" y="15986"/>
                </a:lnTo>
                <a:lnTo>
                  <a:pt x="162803" y="15986"/>
                </a:lnTo>
                <a:lnTo>
                  <a:pt x="163586" y="15091"/>
                </a:lnTo>
                <a:lnTo>
                  <a:pt x="164645" y="13253"/>
                </a:lnTo>
                <a:lnTo>
                  <a:pt x="164961" y="12316"/>
                </a:lnTo>
                <a:lnTo>
                  <a:pt x="165107" y="11278"/>
                </a:lnTo>
                <a:lnTo>
                  <a:pt x="165189" y="9234"/>
                </a:lnTo>
                <a:lnTo>
                  <a:pt x="164631" y="7080"/>
                </a:lnTo>
                <a:lnTo>
                  <a:pt x="145605" y="607"/>
                </a:lnTo>
                <a:lnTo>
                  <a:pt x="147790" y="607"/>
                </a:lnTo>
                <a:lnTo>
                  <a:pt x="120351" y="0"/>
                </a:lnTo>
                <a:close/>
              </a:path>
              <a:path w="165735" h="20954">
                <a:moveTo>
                  <a:pt x="162756" y="15986"/>
                </a:moveTo>
                <a:lnTo>
                  <a:pt x="119710" y="15986"/>
                </a:lnTo>
                <a:lnTo>
                  <a:pt x="144392" y="16531"/>
                </a:lnTo>
                <a:lnTo>
                  <a:pt x="144003" y="16531"/>
                </a:lnTo>
                <a:lnTo>
                  <a:pt x="157203" y="18249"/>
                </a:lnTo>
                <a:lnTo>
                  <a:pt x="157981" y="18249"/>
                </a:lnTo>
                <a:lnTo>
                  <a:pt x="160287" y="17628"/>
                </a:lnTo>
                <a:lnTo>
                  <a:pt x="161051" y="17251"/>
                </a:lnTo>
                <a:lnTo>
                  <a:pt x="162048" y="16531"/>
                </a:lnTo>
                <a:lnTo>
                  <a:pt x="162756" y="1598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object 6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656109" y="5584861"/>
            <a:ext cx="597658" cy="37357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320900" y="5703472"/>
            <a:ext cx="191342" cy="202374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694866" y="5520035"/>
            <a:ext cx="789387" cy="407696"/>
          </a:xfrm>
          <a:prstGeom prst="rect">
            <a:avLst/>
          </a:prstGeom>
        </p:spPr>
      </p:pic>
      <p:sp>
        <p:nvSpPr>
          <p:cNvPr id="72" name="object 72"/>
          <p:cNvSpPr/>
          <p:nvPr/>
        </p:nvSpPr>
        <p:spPr>
          <a:xfrm>
            <a:off x="5663593" y="5683726"/>
            <a:ext cx="53340" cy="48895"/>
          </a:xfrm>
          <a:custGeom>
            <a:avLst/>
            <a:gdLst/>
            <a:ahLst/>
            <a:cxnLst/>
            <a:rect l="l" t="t" r="r" b="b"/>
            <a:pathLst>
              <a:path w="53339" h="48895">
                <a:moveTo>
                  <a:pt x="30774" y="35730"/>
                </a:moveTo>
                <a:lnTo>
                  <a:pt x="39781" y="46647"/>
                </a:lnTo>
                <a:lnTo>
                  <a:pt x="40586" y="47304"/>
                </a:lnTo>
                <a:lnTo>
                  <a:pt x="42459" y="48300"/>
                </a:lnTo>
                <a:lnTo>
                  <a:pt x="43781" y="48696"/>
                </a:lnTo>
                <a:lnTo>
                  <a:pt x="46601" y="48696"/>
                </a:lnTo>
                <a:lnTo>
                  <a:pt x="53230" y="39413"/>
                </a:lnTo>
                <a:lnTo>
                  <a:pt x="52609" y="37386"/>
                </a:lnTo>
                <a:lnTo>
                  <a:pt x="52116" y="36470"/>
                </a:lnTo>
                <a:lnTo>
                  <a:pt x="31854" y="36470"/>
                </a:lnTo>
                <a:lnTo>
                  <a:pt x="30774" y="35730"/>
                </a:lnTo>
                <a:close/>
              </a:path>
              <a:path w="53339" h="48895">
                <a:moveTo>
                  <a:pt x="30054" y="34857"/>
                </a:moveTo>
                <a:lnTo>
                  <a:pt x="30774" y="35730"/>
                </a:lnTo>
                <a:lnTo>
                  <a:pt x="31854" y="36470"/>
                </a:lnTo>
                <a:lnTo>
                  <a:pt x="31007" y="35730"/>
                </a:lnTo>
                <a:lnTo>
                  <a:pt x="30054" y="34857"/>
                </a:lnTo>
                <a:close/>
              </a:path>
              <a:path w="53339" h="48895">
                <a:moveTo>
                  <a:pt x="50786" y="34857"/>
                </a:moveTo>
                <a:lnTo>
                  <a:pt x="30054" y="34857"/>
                </a:lnTo>
                <a:lnTo>
                  <a:pt x="31815" y="36470"/>
                </a:lnTo>
                <a:lnTo>
                  <a:pt x="52116" y="36470"/>
                </a:lnTo>
                <a:lnTo>
                  <a:pt x="50786" y="34857"/>
                </a:lnTo>
                <a:close/>
              </a:path>
              <a:path w="53339" h="48895">
                <a:moveTo>
                  <a:pt x="9912" y="0"/>
                </a:moveTo>
                <a:lnTo>
                  <a:pt x="6268" y="0"/>
                </a:lnTo>
                <a:lnTo>
                  <a:pt x="4732" y="444"/>
                </a:lnTo>
                <a:lnTo>
                  <a:pt x="0" y="9037"/>
                </a:lnTo>
                <a:lnTo>
                  <a:pt x="590" y="11074"/>
                </a:lnTo>
                <a:lnTo>
                  <a:pt x="22101" y="29785"/>
                </a:lnTo>
                <a:lnTo>
                  <a:pt x="30774" y="35730"/>
                </a:lnTo>
                <a:lnTo>
                  <a:pt x="30054" y="34857"/>
                </a:lnTo>
                <a:lnTo>
                  <a:pt x="50786" y="34857"/>
                </a:lnTo>
                <a:lnTo>
                  <a:pt x="42393" y="24682"/>
                </a:lnTo>
                <a:lnTo>
                  <a:pt x="40746" y="23174"/>
                </a:lnTo>
                <a:lnTo>
                  <a:pt x="31148" y="16590"/>
                </a:lnTo>
                <a:lnTo>
                  <a:pt x="30471" y="16173"/>
                </a:lnTo>
                <a:lnTo>
                  <a:pt x="23948" y="12595"/>
                </a:lnTo>
                <a:lnTo>
                  <a:pt x="23489" y="12595"/>
                </a:lnTo>
                <a:lnTo>
                  <a:pt x="21968" y="11510"/>
                </a:lnTo>
                <a:lnTo>
                  <a:pt x="22289" y="11510"/>
                </a:lnTo>
                <a:lnTo>
                  <a:pt x="18759" y="8317"/>
                </a:lnTo>
                <a:lnTo>
                  <a:pt x="18609" y="8317"/>
                </a:lnTo>
                <a:lnTo>
                  <a:pt x="18214" y="7824"/>
                </a:lnTo>
                <a:lnTo>
                  <a:pt x="17730" y="7386"/>
                </a:lnTo>
                <a:lnTo>
                  <a:pt x="17864" y="7386"/>
                </a:lnTo>
                <a:lnTo>
                  <a:pt x="13557" y="2006"/>
                </a:lnTo>
                <a:lnTo>
                  <a:pt x="12762" y="1337"/>
                </a:lnTo>
                <a:lnTo>
                  <a:pt x="10904" y="314"/>
                </a:lnTo>
                <a:lnTo>
                  <a:pt x="9912" y="0"/>
                </a:lnTo>
                <a:close/>
              </a:path>
              <a:path w="53339" h="48895">
                <a:moveTo>
                  <a:pt x="21968" y="11510"/>
                </a:moveTo>
                <a:lnTo>
                  <a:pt x="23489" y="12595"/>
                </a:lnTo>
                <a:lnTo>
                  <a:pt x="22828" y="11997"/>
                </a:lnTo>
                <a:lnTo>
                  <a:pt x="21968" y="11510"/>
                </a:lnTo>
                <a:close/>
              </a:path>
              <a:path w="53339" h="48895">
                <a:moveTo>
                  <a:pt x="22857" y="11997"/>
                </a:moveTo>
                <a:lnTo>
                  <a:pt x="23489" y="12595"/>
                </a:lnTo>
                <a:lnTo>
                  <a:pt x="23948" y="12595"/>
                </a:lnTo>
                <a:lnTo>
                  <a:pt x="22857" y="11997"/>
                </a:lnTo>
                <a:close/>
              </a:path>
              <a:path w="53339" h="48895">
                <a:moveTo>
                  <a:pt x="22289" y="11510"/>
                </a:moveTo>
                <a:lnTo>
                  <a:pt x="21968" y="11510"/>
                </a:lnTo>
                <a:lnTo>
                  <a:pt x="22857" y="11997"/>
                </a:lnTo>
                <a:lnTo>
                  <a:pt x="22289" y="11510"/>
                </a:lnTo>
                <a:close/>
              </a:path>
              <a:path w="53339" h="48895">
                <a:moveTo>
                  <a:pt x="18214" y="7824"/>
                </a:moveTo>
                <a:lnTo>
                  <a:pt x="18609" y="8317"/>
                </a:lnTo>
                <a:lnTo>
                  <a:pt x="18759" y="8317"/>
                </a:lnTo>
                <a:lnTo>
                  <a:pt x="18214" y="7824"/>
                </a:lnTo>
                <a:close/>
              </a:path>
              <a:path w="53339" h="48895">
                <a:moveTo>
                  <a:pt x="17864" y="7386"/>
                </a:moveTo>
                <a:lnTo>
                  <a:pt x="17730" y="7386"/>
                </a:lnTo>
                <a:lnTo>
                  <a:pt x="18214" y="7824"/>
                </a:lnTo>
                <a:lnTo>
                  <a:pt x="17864" y="738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593513" y="5793235"/>
            <a:ext cx="198120" cy="27305"/>
          </a:xfrm>
          <a:custGeom>
            <a:avLst/>
            <a:gdLst/>
            <a:ahLst/>
            <a:cxnLst/>
            <a:rect l="l" t="t" r="r" b="b"/>
            <a:pathLst>
              <a:path w="198120" h="27304">
                <a:moveTo>
                  <a:pt x="7002" y="0"/>
                </a:moveTo>
                <a:lnTo>
                  <a:pt x="0" y="9892"/>
                </a:lnTo>
                <a:lnTo>
                  <a:pt x="790" y="11924"/>
                </a:lnTo>
                <a:lnTo>
                  <a:pt x="6705" y="16017"/>
                </a:lnTo>
                <a:lnTo>
                  <a:pt x="7676" y="16017"/>
                </a:lnTo>
                <a:lnTo>
                  <a:pt x="48304" y="17119"/>
                </a:lnTo>
                <a:lnTo>
                  <a:pt x="115125" y="18210"/>
                </a:lnTo>
                <a:lnTo>
                  <a:pt x="153521" y="19309"/>
                </a:lnTo>
                <a:lnTo>
                  <a:pt x="153063" y="19309"/>
                </a:lnTo>
                <a:lnTo>
                  <a:pt x="167447" y="21677"/>
                </a:lnTo>
                <a:lnTo>
                  <a:pt x="189255" y="27057"/>
                </a:lnTo>
                <a:lnTo>
                  <a:pt x="190103" y="27057"/>
                </a:lnTo>
                <a:lnTo>
                  <a:pt x="197968" y="19879"/>
                </a:lnTo>
                <a:lnTo>
                  <a:pt x="197920" y="18210"/>
                </a:lnTo>
                <a:lnTo>
                  <a:pt x="197754" y="17119"/>
                </a:lnTo>
                <a:lnTo>
                  <a:pt x="197697" y="16743"/>
                </a:lnTo>
                <a:lnTo>
                  <a:pt x="197435" y="16017"/>
                </a:lnTo>
                <a:lnTo>
                  <a:pt x="197344" y="15764"/>
                </a:lnTo>
                <a:lnTo>
                  <a:pt x="196246" y="13949"/>
                </a:lnTo>
                <a:lnTo>
                  <a:pt x="195545" y="13181"/>
                </a:lnTo>
                <a:lnTo>
                  <a:pt x="193838" y="11924"/>
                </a:lnTo>
                <a:lnTo>
                  <a:pt x="192896" y="11483"/>
                </a:lnTo>
                <a:lnTo>
                  <a:pt x="170750" y="6013"/>
                </a:lnTo>
                <a:lnTo>
                  <a:pt x="170886" y="6013"/>
                </a:lnTo>
                <a:lnTo>
                  <a:pt x="155041" y="3421"/>
                </a:lnTo>
                <a:lnTo>
                  <a:pt x="157675" y="3421"/>
                </a:lnTo>
                <a:lnTo>
                  <a:pt x="115484" y="2218"/>
                </a:lnTo>
                <a:lnTo>
                  <a:pt x="48652" y="1126"/>
                </a:lnTo>
                <a:lnTo>
                  <a:pt x="700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575001" y="5672097"/>
            <a:ext cx="251460" cy="34925"/>
          </a:xfrm>
          <a:custGeom>
            <a:avLst/>
            <a:gdLst/>
            <a:ahLst/>
            <a:cxnLst/>
            <a:rect l="l" t="t" r="r" b="b"/>
            <a:pathLst>
              <a:path w="251460" h="34925">
                <a:moveTo>
                  <a:pt x="243599" y="0"/>
                </a:moveTo>
                <a:lnTo>
                  <a:pt x="242369" y="0"/>
                </a:lnTo>
                <a:lnTo>
                  <a:pt x="218279" y="5570"/>
                </a:lnTo>
                <a:lnTo>
                  <a:pt x="218006" y="5570"/>
                </a:lnTo>
                <a:lnTo>
                  <a:pt x="202842" y="7598"/>
                </a:lnTo>
                <a:lnTo>
                  <a:pt x="135840" y="14339"/>
                </a:lnTo>
                <a:lnTo>
                  <a:pt x="110623" y="15604"/>
                </a:lnTo>
                <a:lnTo>
                  <a:pt x="75852" y="16174"/>
                </a:lnTo>
                <a:lnTo>
                  <a:pt x="47420" y="16174"/>
                </a:lnTo>
                <a:lnTo>
                  <a:pt x="17648" y="17365"/>
                </a:lnTo>
                <a:lnTo>
                  <a:pt x="18083" y="17365"/>
                </a:lnTo>
                <a:lnTo>
                  <a:pt x="6076" y="18633"/>
                </a:lnTo>
                <a:lnTo>
                  <a:pt x="5083" y="18942"/>
                </a:lnTo>
                <a:lnTo>
                  <a:pt x="0" y="25222"/>
                </a:lnTo>
                <a:lnTo>
                  <a:pt x="126" y="28366"/>
                </a:lnTo>
                <a:lnTo>
                  <a:pt x="6715" y="34443"/>
                </a:lnTo>
                <a:lnTo>
                  <a:pt x="8685" y="34443"/>
                </a:lnTo>
                <a:lnTo>
                  <a:pt x="19009" y="33356"/>
                </a:lnTo>
                <a:lnTo>
                  <a:pt x="18193" y="33356"/>
                </a:lnTo>
                <a:lnTo>
                  <a:pt x="47900" y="32167"/>
                </a:lnTo>
                <a:lnTo>
                  <a:pt x="76114" y="32167"/>
                </a:lnTo>
                <a:lnTo>
                  <a:pt x="111549" y="31578"/>
                </a:lnTo>
                <a:lnTo>
                  <a:pt x="205005" y="23449"/>
                </a:lnTo>
                <a:lnTo>
                  <a:pt x="245874" y="15604"/>
                </a:lnTo>
                <a:lnTo>
                  <a:pt x="251199" y="8301"/>
                </a:lnTo>
                <a:lnTo>
                  <a:pt x="251167" y="7261"/>
                </a:lnTo>
                <a:lnTo>
                  <a:pt x="250776" y="5570"/>
                </a:lnTo>
                <a:lnTo>
                  <a:pt x="250690" y="5195"/>
                </a:lnTo>
                <a:lnTo>
                  <a:pt x="245501" y="317"/>
                </a:lnTo>
                <a:lnTo>
                  <a:pt x="24359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5" name="object 7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950936" y="5629479"/>
            <a:ext cx="278629" cy="25468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274935" y="5643382"/>
            <a:ext cx="253150" cy="303430"/>
          </a:xfrm>
          <a:prstGeom prst="rect">
            <a:avLst/>
          </a:prstGeom>
        </p:spPr>
      </p:pic>
      <p:sp>
        <p:nvSpPr>
          <p:cNvPr id="77" name="object 77"/>
          <p:cNvSpPr/>
          <p:nvPr/>
        </p:nvSpPr>
        <p:spPr>
          <a:xfrm>
            <a:off x="5602283" y="6012408"/>
            <a:ext cx="1285875" cy="47625"/>
          </a:xfrm>
          <a:custGeom>
            <a:avLst/>
            <a:gdLst/>
            <a:ahLst/>
            <a:cxnLst/>
            <a:rect l="l" t="t" r="r" b="b"/>
            <a:pathLst>
              <a:path w="1285875" h="47625">
                <a:moveTo>
                  <a:pt x="9762" y="2500"/>
                </a:moveTo>
                <a:lnTo>
                  <a:pt x="6164" y="2500"/>
                </a:lnTo>
                <a:lnTo>
                  <a:pt x="4584" y="2965"/>
                </a:lnTo>
                <a:lnTo>
                  <a:pt x="0" y="11962"/>
                </a:lnTo>
                <a:lnTo>
                  <a:pt x="365" y="13206"/>
                </a:lnTo>
                <a:lnTo>
                  <a:pt x="485" y="13611"/>
                </a:lnTo>
                <a:lnTo>
                  <a:pt x="34508" y="31539"/>
                </a:lnTo>
                <a:lnTo>
                  <a:pt x="53094" y="35321"/>
                </a:lnTo>
                <a:lnTo>
                  <a:pt x="53379" y="35321"/>
                </a:lnTo>
                <a:lnTo>
                  <a:pt x="128950" y="41410"/>
                </a:lnTo>
                <a:lnTo>
                  <a:pt x="185093" y="44151"/>
                </a:lnTo>
                <a:lnTo>
                  <a:pt x="240977" y="45063"/>
                </a:lnTo>
                <a:lnTo>
                  <a:pt x="624997" y="47494"/>
                </a:lnTo>
                <a:lnTo>
                  <a:pt x="1008981" y="47494"/>
                </a:lnTo>
                <a:lnTo>
                  <a:pt x="1060524" y="46880"/>
                </a:lnTo>
                <a:lnTo>
                  <a:pt x="1107423" y="45063"/>
                </a:lnTo>
                <a:lnTo>
                  <a:pt x="1170619" y="41410"/>
                </a:lnTo>
                <a:lnTo>
                  <a:pt x="1170985" y="41410"/>
                </a:lnTo>
                <a:lnTo>
                  <a:pt x="1224523" y="35321"/>
                </a:lnTo>
                <a:lnTo>
                  <a:pt x="1251859" y="31539"/>
                </a:lnTo>
                <a:lnTo>
                  <a:pt x="630001" y="31539"/>
                </a:lnTo>
                <a:lnTo>
                  <a:pt x="249321" y="29194"/>
                </a:lnTo>
                <a:lnTo>
                  <a:pt x="185669" y="28164"/>
                </a:lnTo>
                <a:lnTo>
                  <a:pt x="130615" y="25473"/>
                </a:lnTo>
                <a:lnTo>
                  <a:pt x="130283" y="25473"/>
                </a:lnTo>
                <a:lnTo>
                  <a:pt x="56348" y="19508"/>
                </a:lnTo>
                <a:lnTo>
                  <a:pt x="55615" y="19508"/>
                </a:lnTo>
                <a:lnTo>
                  <a:pt x="39831" y="16296"/>
                </a:lnTo>
                <a:lnTo>
                  <a:pt x="39124" y="16296"/>
                </a:lnTo>
                <a:lnTo>
                  <a:pt x="37697" y="15862"/>
                </a:lnTo>
                <a:lnTo>
                  <a:pt x="38061" y="15862"/>
                </a:lnTo>
                <a:lnTo>
                  <a:pt x="25182" y="10603"/>
                </a:lnTo>
                <a:lnTo>
                  <a:pt x="25050" y="10603"/>
                </a:lnTo>
                <a:lnTo>
                  <a:pt x="10755" y="2810"/>
                </a:lnTo>
                <a:lnTo>
                  <a:pt x="9762" y="2500"/>
                </a:lnTo>
                <a:close/>
              </a:path>
              <a:path w="1285875" h="47625">
                <a:moveTo>
                  <a:pt x="1272543" y="11962"/>
                </a:moveTo>
                <a:lnTo>
                  <a:pt x="1265876" y="13474"/>
                </a:lnTo>
                <a:lnTo>
                  <a:pt x="1265652" y="13474"/>
                </a:lnTo>
                <a:lnTo>
                  <a:pt x="1222192" y="19508"/>
                </a:lnTo>
                <a:lnTo>
                  <a:pt x="1222028" y="19508"/>
                </a:lnTo>
                <a:lnTo>
                  <a:pt x="1169558" y="25473"/>
                </a:lnTo>
                <a:lnTo>
                  <a:pt x="1104779" y="29194"/>
                </a:lnTo>
                <a:lnTo>
                  <a:pt x="1103767" y="29194"/>
                </a:lnTo>
                <a:lnTo>
                  <a:pt x="1059905" y="30894"/>
                </a:lnTo>
                <a:lnTo>
                  <a:pt x="1005136" y="31539"/>
                </a:lnTo>
                <a:lnTo>
                  <a:pt x="1251859" y="31539"/>
                </a:lnTo>
                <a:lnTo>
                  <a:pt x="1268748" y="29194"/>
                </a:lnTo>
                <a:lnTo>
                  <a:pt x="1276103" y="27551"/>
                </a:lnTo>
                <a:lnTo>
                  <a:pt x="1278916" y="26305"/>
                </a:lnTo>
                <a:lnTo>
                  <a:pt x="1282159" y="24034"/>
                </a:lnTo>
                <a:lnTo>
                  <a:pt x="1274184" y="24034"/>
                </a:lnTo>
                <a:lnTo>
                  <a:pt x="1272490" y="23440"/>
                </a:lnTo>
                <a:lnTo>
                  <a:pt x="1273058" y="23440"/>
                </a:lnTo>
                <a:lnTo>
                  <a:pt x="1260606" y="21920"/>
                </a:lnTo>
                <a:lnTo>
                  <a:pt x="1245943" y="19867"/>
                </a:lnTo>
                <a:lnTo>
                  <a:pt x="1245669" y="19867"/>
                </a:lnTo>
                <a:lnTo>
                  <a:pt x="1244162" y="19508"/>
                </a:lnTo>
                <a:lnTo>
                  <a:pt x="1241947" y="18788"/>
                </a:lnTo>
                <a:lnTo>
                  <a:pt x="1237782" y="17363"/>
                </a:lnTo>
                <a:lnTo>
                  <a:pt x="1271097" y="17363"/>
                </a:lnTo>
                <a:lnTo>
                  <a:pt x="1272101" y="13611"/>
                </a:lnTo>
                <a:lnTo>
                  <a:pt x="1272210" y="13206"/>
                </a:lnTo>
                <a:lnTo>
                  <a:pt x="1269737" y="13206"/>
                </a:lnTo>
                <a:lnTo>
                  <a:pt x="1270801" y="12461"/>
                </a:lnTo>
                <a:lnTo>
                  <a:pt x="1271416" y="12461"/>
                </a:lnTo>
                <a:lnTo>
                  <a:pt x="1272543" y="11962"/>
                </a:lnTo>
                <a:close/>
              </a:path>
              <a:path w="1285875" h="47625">
                <a:moveTo>
                  <a:pt x="1271375" y="23049"/>
                </a:moveTo>
                <a:lnTo>
                  <a:pt x="1274184" y="24034"/>
                </a:lnTo>
                <a:lnTo>
                  <a:pt x="1273528" y="23440"/>
                </a:lnTo>
                <a:lnTo>
                  <a:pt x="1273058" y="23440"/>
                </a:lnTo>
                <a:lnTo>
                  <a:pt x="1271375" y="23049"/>
                </a:lnTo>
                <a:close/>
              </a:path>
              <a:path w="1285875" h="47625">
                <a:moveTo>
                  <a:pt x="1284848" y="20604"/>
                </a:moveTo>
                <a:lnTo>
                  <a:pt x="1270400" y="20604"/>
                </a:lnTo>
                <a:lnTo>
                  <a:pt x="1274184" y="24034"/>
                </a:lnTo>
                <a:lnTo>
                  <a:pt x="1282159" y="24034"/>
                </a:lnTo>
                <a:lnTo>
                  <a:pt x="1282724" y="23639"/>
                </a:lnTo>
                <a:lnTo>
                  <a:pt x="1283314" y="23049"/>
                </a:lnTo>
                <a:lnTo>
                  <a:pt x="1284457" y="21443"/>
                </a:lnTo>
                <a:lnTo>
                  <a:pt x="1284848" y="20604"/>
                </a:lnTo>
                <a:close/>
              </a:path>
              <a:path w="1285875" h="47625">
                <a:moveTo>
                  <a:pt x="1269588" y="19867"/>
                </a:moveTo>
                <a:lnTo>
                  <a:pt x="1245943" y="19867"/>
                </a:lnTo>
                <a:lnTo>
                  <a:pt x="1260606" y="21920"/>
                </a:lnTo>
                <a:lnTo>
                  <a:pt x="1273058" y="23440"/>
                </a:lnTo>
                <a:lnTo>
                  <a:pt x="1272490" y="23440"/>
                </a:lnTo>
                <a:lnTo>
                  <a:pt x="1271375" y="23049"/>
                </a:lnTo>
                <a:lnTo>
                  <a:pt x="1273097" y="23049"/>
                </a:lnTo>
                <a:lnTo>
                  <a:pt x="1270847" y="21009"/>
                </a:lnTo>
                <a:lnTo>
                  <a:pt x="1270120" y="21009"/>
                </a:lnTo>
                <a:lnTo>
                  <a:pt x="1269588" y="19867"/>
                </a:lnTo>
                <a:close/>
              </a:path>
              <a:path w="1285875" h="47625">
                <a:moveTo>
                  <a:pt x="1273097" y="23049"/>
                </a:moveTo>
                <a:lnTo>
                  <a:pt x="1271375" y="23049"/>
                </a:lnTo>
                <a:lnTo>
                  <a:pt x="1273058" y="23440"/>
                </a:lnTo>
                <a:lnTo>
                  <a:pt x="1273528" y="23440"/>
                </a:lnTo>
                <a:lnTo>
                  <a:pt x="1273097" y="23049"/>
                </a:lnTo>
                <a:close/>
              </a:path>
              <a:path w="1285875" h="47625">
                <a:moveTo>
                  <a:pt x="1269588" y="19867"/>
                </a:moveTo>
                <a:lnTo>
                  <a:pt x="1270120" y="21009"/>
                </a:lnTo>
                <a:lnTo>
                  <a:pt x="1270229" y="20604"/>
                </a:lnTo>
                <a:lnTo>
                  <a:pt x="1270400" y="20604"/>
                </a:lnTo>
                <a:lnTo>
                  <a:pt x="1269588" y="19867"/>
                </a:lnTo>
                <a:close/>
              </a:path>
              <a:path w="1285875" h="47625">
                <a:moveTo>
                  <a:pt x="1282731" y="11074"/>
                </a:moveTo>
                <a:lnTo>
                  <a:pt x="1272781" y="11074"/>
                </a:lnTo>
                <a:lnTo>
                  <a:pt x="1270229" y="20604"/>
                </a:lnTo>
                <a:lnTo>
                  <a:pt x="1270120" y="21009"/>
                </a:lnTo>
                <a:lnTo>
                  <a:pt x="1270847" y="21009"/>
                </a:lnTo>
                <a:lnTo>
                  <a:pt x="1270400" y="20604"/>
                </a:lnTo>
                <a:lnTo>
                  <a:pt x="1284848" y="20604"/>
                </a:lnTo>
                <a:lnTo>
                  <a:pt x="1285335" y="18788"/>
                </a:lnTo>
                <a:lnTo>
                  <a:pt x="1285217" y="15862"/>
                </a:lnTo>
                <a:lnTo>
                  <a:pt x="1285021" y="15130"/>
                </a:lnTo>
                <a:lnTo>
                  <a:pt x="1283783" y="12461"/>
                </a:lnTo>
                <a:lnTo>
                  <a:pt x="1283463" y="11962"/>
                </a:lnTo>
                <a:lnTo>
                  <a:pt x="1282731" y="11074"/>
                </a:lnTo>
                <a:close/>
              </a:path>
              <a:path w="1285875" h="47625">
                <a:moveTo>
                  <a:pt x="1236433" y="0"/>
                </a:moveTo>
                <a:lnTo>
                  <a:pt x="1233266" y="0"/>
                </a:lnTo>
                <a:lnTo>
                  <a:pt x="1232280" y="261"/>
                </a:lnTo>
                <a:lnTo>
                  <a:pt x="1226941" y="9498"/>
                </a:lnTo>
                <a:lnTo>
                  <a:pt x="1227263" y="10603"/>
                </a:lnTo>
                <a:lnTo>
                  <a:pt x="1245669" y="19867"/>
                </a:lnTo>
                <a:lnTo>
                  <a:pt x="1269588" y="19867"/>
                </a:lnTo>
                <a:lnTo>
                  <a:pt x="1270400" y="20604"/>
                </a:lnTo>
                <a:lnTo>
                  <a:pt x="1270229" y="20604"/>
                </a:lnTo>
                <a:lnTo>
                  <a:pt x="1271097" y="17363"/>
                </a:lnTo>
                <a:lnTo>
                  <a:pt x="1237642" y="17363"/>
                </a:lnTo>
                <a:lnTo>
                  <a:pt x="1265652" y="13474"/>
                </a:lnTo>
                <a:lnTo>
                  <a:pt x="1265876" y="13474"/>
                </a:lnTo>
                <a:lnTo>
                  <a:pt x="1270334" y="12461"/>
                </a:lnTo>
                <a:lnTo>
                  <a:pt x="1270801" y="12461"/>
                </a:lnTo>
                <a:lnTo>
                  <a:pt x="1272781" y="11074"/>
                </a:lnTo>
                <a:lnTo>
                  <a:pt x="1282731" y="11074"/>
                </a:lnTo>
                <a:lnTo>
                  <a:pt x="1262699" y="6064"/>
                </a:lnTo>
                <a:lnTo>
                  <a:pt x="1250208" y="4316"/>
                </a:lnTo>
                <a:lnTo>
                  <a:pt x="1249083" y="4316"/>
                </a:lnTo>
                <a:lnTo>
                  <a:pt x="1247937" y="4042"/>
                </a:lnTo>
                <a:lnTo>
                  <a:pt x="1248249" y="4042"/>
                </a:lnTo>
                <a:lnTo>
                  <a:pt x="1236433" y="0"/>
                </a:lnTo>
                <a:close/>
              </a:path>
              <a:path w="1285875" h="47625">
                <a:moveTo>
                  <a:pt x="37697" y="15862"/>
                </a:moveTo>
                <a:lnTo>
                  <a:pt x="39124" y="16296"/>
                </a:lnTo>
                <a:lnTo>
                  <a:pt x="38422" y="16009"/>
                </a:lnTo>
                <a:lnTo>
                  <a:pt x="37697" y="15862"/>
                </a:lnTo>
                <a:close/>
              </a:path>
              <a:path w="1285875" h="47625">
                <a:moveTo>
                  <a:pt x="38422" y="16009"/>
                </a:moveTo>
                <a:lnTo>
                  <a:pt x="39124" y="16296"/>
                </a:lnTo>
                <a:lnTo>
                  <a:pt x="39831" y="16296"/>
                </a:lnTo>
                <a:lnTo>
                  <a:pt x="38422" y="16009"/>
                </a:lnTo>
                <a:close/>
              </a:path>
              <a:path w="1285875" h="47625">
                <a:moveTo>
                  <a:pt x="38061" y="15862"/>
                </a:moveTo>
                <a:lnTo>
                  <a:pt x="37697" y="15862"/>
                </a:lnTo>
                <a:lnTo>
                  <a:pt x="38422" y="16009"/>
                </a:lnTo>
                <a:lnTo>
                  <a:pt x="38061" y="15862"/>
                </a:lnTo>
                <a:close/>
              </a:path>
              <a:path w="1285875" h="47625">
                <a:moveTo>
                  <a:pt x="1271416" y="12461"/>
                </a:moveTo>
                <a:lnTo>
                  <a:pt x="1270801" y="12461"/>
                </a:lnTo>
                <a:lnTo>
                  <a:pt x="1269737" y="13206"/>
                </a:lnTo>
                <a:lnTo>
                  <a:pt x="1271416" y="12461"/>
                </a:lnTo>
                <a:close/>
              </a:path>
              <a:path w="1285875" h="47625">
                <a:moveTo>
                  <a:pt x="1272543" y="11962"/>
                </a:moveTo>
                <a:lnTo>
                  <a:pt x="1269733" y="13206"/>
                </a:lnTo>
                <a:lnTo>
                  <a:pt x="1272210" y="13206"/>
                </a:lnTo>
                <a:lnTo>
                  <a:pt x="1272543" y="11962"/>
                </a:lnTo>
                <a:close/>
              </a:path>
              <a:path w="1285875" h="47625">
                <a:moveTo>
                  <a:pt x="1272781" y="11074"/>
                </a:moveTo>
                <a:lnTo>
                  <a:pt x="1270801" y="12461"/>
                </a:lnTo>
                <a:lnTo>
                  <a:pt x="1270334" y="12461"/>
                </a:lnTo>
                <a:lnTo>
                  <a:pt x="1272530" y="11962"/>
                </a:lnTo>
                <a:lnTo>
                  <a:pt x="1272781" y="11074"/>
                </a:lnTo>
                <a:close/>
              </a:path>
              <a:path w="1285875" h="47625">
                <a:moveTo>
                  <a:pt x="1248249" y="4042"/>
                </a:moveTo>
                <a:lnTo>
                  <a:pt x="1247937" y="4042"/>
                </a:lnTo>
                <a:lnTo>
                  <a:pt x="1249083" y="4316"/>
                </a:lnTo>
                <a:lnTo>
                  <a:pt x="1248249" y="4042"/>
                </a:lnTo>
                <a:close/>
              </a:path>
              <a:path w="1285875" h="47625">
                <a:moveTo>
                  <a:pt x="1248249" y="4042"/>
                </a:moveTo>
                <a:lnTo>
                  <a:pt x="1249051" y="4316"/>
                </a:lnTo>
                <a:lnTo>
                  <a:pt x="1250208" y="4316"/>
                </a:lnTo>
                <a:lnTo>
                  <a:pt x="1248249" y="404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8" name="object 7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071078" y="6167767"/>
            <a:ext cx="373029" cy="305089"/>
          </a:xfrm>
          <a:prstGeom prst="rect">
            <a:avLst/>
          </a:prstGeom>
        </p:spPr>
      </p:pic>
      <p:grpSp>
        <p:nvGrpSpPr>
          <p:cNvPr id="79" name="object 79"/>
          <p:cNvGrpSpPr/>
          <p:nvPr/>
        </p:nvGrpSpPr>
        <p:grpSpPr>
          <a:xfrm>
            <a:off x="3376809" y="6630708"/>
            <a:ext cx="927100" cy="389255"/>
            <a:chOff x="3376809" y="6630708"/>
            <a:chExt cx="927100" cy="389255"/>
          </a:xfrm>
        </p:grpSpPr>
        <p:pic>
          <p:nvPicPr>
            <p:cNvPr id="80" name="object 8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376809" y="6630708"/>
              <a:ext cx="613474" cy="297804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023988" y="6666093"/>
              <a:ext cx="279607" cy="353757"/>
            </a:xfrm>
            <a:prstGeom prst="rect">
              <a:avLst/>
            </a:prstGeom>
          </p:spPr>
        </p:pic>
      </p:grpSp>
      <p:sp>
        <p:nvSpPr>
          <p:cNvPr id="82" name="object 82"/>
          <p:cNvSpPr/>
          <p:nvPr/>
        </p:nvSpPr>
        <p:spPr>
          <a:xfrm>
            <a:off x="4423764" y="6860453"/>
            <a:ext cx="200660" cy="26034"/>
          </a:xfrm>
          <a:custGeom>
            <a:avLst/>
            <a:gdLst/>
            <a:ahLst/>
            <a:cxnLst/>
            <a:rect l="l" t="t" r="r" b="b"/>
            <a:pathLst>
              <a:path w="200660" h="26034">
                <a:moveTo>
                  <a:pt x="9705" y="0"/>
                </a:moveTo>
                <a:lnTo>
                  <a:pt x="6013" y="0"/>
                </a:lnTo>
                <a:lnTo>
                  <a:pt x="5024" y="318"/>
                </a:lnTo>
                <a:lnTo>
                  <a:pt x="0" y="6645"/>
                </a:lnTo>
                <a:lnTo>
                  <a:pt x="34" y="8736"/>
                </a:lnTo>
                <a:lnTo>
                  <a:pt x="32929" y="20683"/>
                </a:lnTo>
                <a:lnTo>
                  <a:pt x="125699" y="20683"/>
                </a:lnTo>
                <a:lnTo>
                  <a:pt x="158630" y="21892"/>
                </a:lnTo>
                <a:lnTo>
                  <a:pt x="158463" y="21892"/>
                </a:lnTo>
                <a:lnTo>
                  <a:pt x="191964" y="25514"/>
                </a:lnTo>
                <a:lnTo>
                  <a:pt x="193866" y="25514"/>
                </a:lnTo>
                <a:lnTo>
                  <a:pt x="200607" y="16311"/>
                </a:lnTo>
                <a:lnTo>
                  <a:pt x="200012" y="14276"/>
                </a:lnTo>
                <a:lnTo>
                  <a:pt x="194816" y="9789"/>
                </a:lnTo>
                <a:lnTo>
                  <a:pt x="195351" y="9789"/>
                </a:lnTo>
                <a:lnTo>
                  <a:pt x="159783" y="5942"/>
                </a:lnTo>
                <a:lnTo>
                  <a:pt x="160220" y="5942"/>
                </a:lnTo>
                <a:lnTo>
                  <a:pt x="128154" y="4765"/>
                </a:lnTo>
                <a:lnTo>
                  <a:pt x="34622" y="4765"/>
                </a:lnTo>
                <a:lnTo>
                  <a:pt x="19214" y="2562"/>
                </a:lnTo>
                <a:lnTo>
                  <a:pt x="18681" y="2562"/>
                </a:lnTo>
                <a:lnTo>
                  <a:pt x="17970" y="2410"/>
                </a:lnTo>
                <a:lnTo>
                  <a:pt x="18147" y="2410"/>
                </a:lnTo>
                <a:lnTo>
                  <a:pt x="9705" y="0"/>
                </a:lnTo>
                <a:close/>
              </a:path>
              <a:path w="200660" h="26034">
                <a:moveTo>
                  <a:pt x="18147" y="2410"/>
                </a:moveTo>
                <a:lnTo>
                  <a:pt x="17970" y="2410"/>
                </a:lnTo>
                <a:lnTo>
                  <a:pt x="18681" y="2562"/>
                </a:lnTo>
                <a:lnTo>
                  <a:pt x="18147" y="2410"/>
                </a:lnTo>
                <a:close/>
              </a:path>
              <a:path w="200660" h="26034">
                <a:moveTo>
                  <a:pt x="18147" y="2410"/>
                </a:moveTo>
                <a:lnTo>
                  <a:pt x="18681" y="2562"/>
                </a:lnTo>
                <a:lnTo>
                  <a:pt x="19214" y="2562"/>
                </a:lnTo>
                <a:lnTo>
                  <a:pt x="18147" y="241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3" name="object 8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112659" y="6729838"/>
            <a:ext cx="349995" cy="321310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819813" y="6707224"/>
            <a:ext cx="239369" cy="293192"/>
          </a:xfrm>
          <a:prstGeom prst="rect">
            <a:avLst/>
          </a:prstGeom>
        </p:spPr>
      </p:pic>
      <p:sp>
        <p:nvSpPr>
          <p:cNvPr id="85" name="object 85"/>
          <p:cNvSpPr/>
          <p:nvPr/>
        </p:nvSpPr>
        <p:spPr>
          <a:xfrm>
            <a:off x="5573063" y="6823856"/>
            <a:ext cx="290830" cy="40640"/>
          </a:xfrm>
          <a:custGeom>
            <a:avLst/>
            <a:gdLst/>
            <a:ahLst/>
            <a:cxnLst/>
            <a:rect l="l" t="t" r="r" b="b"/>
            <a:pathLst>
              <a:path w="290829" h="40640">
                <a:moveTo>
                  <a:pt x="241959" y="15974"/>
                </a:moveTo>
                <a:lnTo>
                  <a:pt x="62418" y="15974"/>
                </a:lnTo>
                <a:lnTo>
                  <a:pt x="121701" y="18399"/>
                </a:lnTo>
                <a:lnTo>
                  <a:pt x="206319" y="26869"/>
                </a:lnTo>
                <a:lnTo>
                  <a:pt x="249042" y="33201"/>
                </a:lnTo>
                <a:lnTo>
                  <a:pt x="281898" y="40330"/>
                </a:lnTo>
                <a:lnTo>
                  <a:pt x="282856" y="40330"/>
                </a:lnTo>
                <a:lnTo>
                  <a:pt x="290532" y="31892"/>
                </a:lnTo>
                <a:lnTo>
                  <a:pt x="290155" y="29805"/>
                </a:lnTo>
                <a:lnTo>
                  <a:pt x="251978" y="17468"/>
                </a:lnTo>
                <a:lnTo>
                  <a:pt x="241959" y="15974"/>
                </a:lnTo>
                <a:close/>
              </a:path>
              <a:path w="290829" h="40640">
                <a:moveTo>
                  <a:pt x="63351" y="0"/>
                </a:moveTo>
                <a:lnTo>
                  <a:pt x="30412" y="0"/>
                </a:lnTo>
                <a:lnTo>
                  <a:pt x="22212" y="608"/>
                </a:lnTo>
                <a:lnTo>
                  <a:pt x="0" y="14357"/>
                </a:lnTo>
                <a:lnTo>
                  <a:pt x="670" y="16369"/>
                </a:lnTo>
                <a:lnTo>
                  <a:pt x="6370" y="20756"/>
                </a:lnTo>
                <a:lnTo>
                  <a:pt x="9444" y="20756"/>
                </a:lnTo>
                <a:lnTo>
                  <a:pt x="17178" y="18182"/>
                </a:lnTo>
                <a:lnTo>
                  <a:pt x="23844" y="16556"/>
                </a:lnTo>
                <a:lnTo>
                  <a:pt x="23394" y="16556"/>
                </a:lnTo>
                <a:lnTo>
                  <a:pt x="24604" y="16369"/>
                </a:lnTo>
                <a:lnTo>
                  <a:pt x="25933" y="16369"/>
                </a:lnTo>
                <a:lnTo>
                  <a:pt x="31267" y="15974"/>
                </a:lnTo>
                <a:lnTo>
                  <a:pt x="241959" y="15974"/>
                </a:lnTo>
                <a:lnTo>
                  <a:pt x="207951" y="10951"/>
                </a:lnTo>
                <a:lnTo>
                  <a:pt x="122443" y="2412"/>
                </a:lnTo>
                <a:lnTo>
                  <a:pt x="63351" y="0"/>
                </a:lnTo>
                <a:close/>
              </a:path>
              <a:path w="290829" h="40640">
                <a:moveTo>
                  <a:pt x="24627" y="16369"/>
                </a:moveTo>
                <a:lnTo>
                  <a:pt x="23394" y="16556"/>
                </a:lnTo>
                <a:lnTo>
                  <a:pt x="23844" y="16556"/>
                </a:lnTo>
                <a:lnTo>
                  <a:pt x="24627" y="16369"/>
                </a:lnTo>
                <a:close/>
              </a:path>
              <a:path w="290829" h="40640">
                <a:moveTo>
                  <a:pt x="25933" y="16369"/>
                </a:moveTo>
                <a:lnTo>
                  <a:pt x="24627" y="16369"/>
                </a:lnTo>
                <a:lnTo>
                  <a:pt x="23844" y="16556"/>
                </a:lnTo>
                <a:lnTo>
                  <a:pt x="23394" y="16556"/>
                </a:lnTo>
                <a:lnTo>
                  <a:pt x="25933" y="1636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733312" y="6947716"/>
            <a:ext cx="276225" cy="23495"/>
          </a:xfrm>
          <a:custGeom>
            <a:avLst/>
            <a:gdLst/>
            <a:ahLst/>
            <a:cxnLst/>
            <a:rect l="l" t="t" r="r" b="b"/>
            <a:pathLst>
              <a:path w="276225" h="23495">
                <a:moveTo>
                  <a:pt x="8498" y="0"/>
                </a:moveTo>
                <a:lnTo>
                  <a:pt x="7260" y="0"/>
                </a:lnTo>
                <a:lnTo>
                  <a:pt x="5194" y="477"/>
                </a:lnTo>
                <a:lnTo>
                  <a:pt x="0" y="7580"/>
                </a:lnTo>
                <a:lnTo>
                  <a:pt x="57" y="9041"/>
                </a:lnTo>
                <a:lnTo>
                  <a:pt x="4901" y="15501"/>
                </a:lnTo>
                <a:lnTo>
                  <a:pt x="5033" y="15501"/>
                </a:lnTo>
                <a:lnTo>
                  <a:pt x="5671" y="15742"/>
                </a:lnTo>
                <a:lnTo>
                  <a:pt x="14600" y="17235"/>
                </a:lnTo>
                <a:lnTo>
                  <a:pt x="15013" y="17235"/>
                </a:lnTo>
                <a:lnTo>
                  <a:pt x="49801" y="18573"/>
                </a:lnTo>
                <a:lnTo>
                  <a:pt x="229205" y="18573"/>
                </a:lnTo>
                <a:lnTo>
                  <a:pt x="244041" y="19653"/>
                </a:lnTo>
                <a:lnTo>
                  <a:pt x="243863" y="19653"/>
                </a:lnTo>
                <a:lnTo>
                  <a:pt x="267824" y="23381"/>
                </a:lnTo>
                <a:lnTo>
                  <a:pt x="268685" y="23381"/>
                </a:lnTo>
                <a:lnTo>
                  <a:pt x="270924" y="22838"/>
                </a:lnTo>
                <a:lnTo>
                  <a:pt x="276006" y="15920"/>
                </a:lnTo>
                <a:lnTo>
                  <a:pt x="275977" y="14251"/>
                </a:lnTo>
                <a:lnTo>
                  <a:pt x="245853" y="3771"/>
                </a:lnTo>
                <a:lnTo>
                  <a:pt x="246214" y="3771"/>
                </a:lnTo>
                <a:lnTo>
                  <a:pt x="228497" y="2482"/>
                </a:lnTo>
                <a:lnTo>
                  <a:pt x="47709" y="2482"/>
                </a:lnTo>
                <a:lnTo>
                  <a:pt x="18367" y="1353"/>
                </a:lnTo>
                <a:lnTo>
                  <a:pt x="16635" y="1353"/>
                </a:lnTo>
                <a:lnTo>
                  <a:pt x="849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7" name="object 8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139108" y="6690329"/>
            <a:ext cx="256776" cy="278273"/>
          </a:xfrm>
          <a:prstGeom prst="rect">
            <a:avLst/>
          </a:prstGeom>
        </p:spPr>
      </p:pic>
      <p:sp>
        <p:nvSpPr>
          <p:cNvPr id="88" name="object 88"/>
          <p:cNvSpPr/>
          <p:nvPr/>
        </p:nvSpPr>
        <p:spPr>
          <a:xfrm>
            <a:off x="6485455" y="6704876"/>
            <a:ext cx="196215" cy="281305"/>
          </a:xfrm>
          <a:custGeom>
            <a:avLst/>
            <a:gdLst/>
            <a:ahLst/>
            <a:cxnLst/>
            <a:rect l="l" t="t" r="r" b="b"/>
            <a:pathLst>
              <a:path w="196215" h="281304">
                <a:moveTo>
                  <a:pt x="161810" y="263530"/>
                </a:moveTo>
                <a:lnTo>
                  <a:pt x="157744" y="268471"/>
                </a:lnTo>
                <a:lnTo>
                  <a:pt x="157251" y="269388"/>
                </a:lnTo>
                <a:lnTo>
                  <a:pt x="156633" y="271416"/>
                </a:lnTo>
                <a:lnTo>
                  <a:pt x="156733" y="274562"/>
                </a:lnTo>
                <a:lnTo>
                  <a:pt x="163270" y="280694"/>
                </a:lnTo>
                <a:lnTo>
                  <a:pt x="166082" y="280694"/>
                </a:lnTo>
                <a:lnTo>
                  <a:pt x="178401" y="264795"/>
                </a:lnTo>
                <a:lnTo>
                  <a:pt x="161342" y="264795"/>
                </a:lnTo>
                <a:lnTo>
                  <a:pt x="161810" y="263530"/>
                </a:lnTo>
                <a:close/>
              </a:path>
              <a:path w="196215" h="281304">
                <a:moveTo>
                  <a:pt x="162669" y="262487"/>
                </a:moveTo>
                <a:lnTo>
                  <a:pt x="161810" y="263530"/>
                </a:lnTo>
                <a:lnTo>
                  <a:pt x="161342" y="264795"/>
                </a:lnTo>
                <a:lnTo>
                  <a:pt x="162669" y="262487"/>
                </a:lnTo>
                <a:close/>
              </a:path>
              <a:path w="196215" h="281304">
                <a:moveTo>
                  <a:pt x="179256" y="262487"/>
                </a:moveTo>
                <a:lnTo>
                  <a:pt x="162669" y="262487"/>
                </a:lnTo>
                <a:lnTo>
                  <a:pt x="161342" y="264795"/>
                </a:lnTo>
                <a:lnTo>
                  <a:pt x="178401" y="264795"/>
                </a:lnTo>
                <a:lnTo>
                  <a:pt x="179256" y="262487"/>
                </a:lnTo>
                <a:close/>
              </a:path>
              <a:path w="196215" h="281304">
                <a:moveTo>
                  <a:pt x="180432" y="256597"/>
                </a:moveTo>
                <a:lnTo>
                  <a:pt x="164380" y="256597"/>
                </a:lnTo>
                <a:lnTo>
                  <a:pt x="164106" y="257336"/>
                </a:lnTo>
                <a:lnTo>
                  <a:pt x="163983" y="258090"/>
                </a:lnTo>
                <a:lnTo>
                  <a:pt x="163826" y="258090"/>
                </a:lnTo>
                <a:lnTo>
                  <a:pt x="161810" y="263530"/>
                </a:lnTo>
                <a:lnTo>
                  <a:pt x="162669" y="262487"/>
                </a:lnTo>
                <a:lnTo>
                  <a:pt x="179256" y="262487"/>
                </a:lnTo>
                <a:lnTo>
                  <a:pt x="179380" y="262153"/>
                </a:lnTo>
                <a:lnTo>
                  <a:pt x="179775" y="260652"/>
                </a:lnTo>
                <a:lnTo>
                  <a:pt x="180190" y="258090"/>
                </a:lnTo>
                <a:lnTo>
                  <a:pt x="163983" y="258090"/>
                </a:lnTo>
                <a:lnTo>
                  <a:pt x="164184" y="257336"/>
                </a:lnTo>
                <a:lnTo>
                  <a:pt x="180312" y="257336"/>
                </a:lnTo>
                <a:lnTo>
                  <a:pt x="180432" y="256597"/>
                </a:lnTo>
                <a:close/>
              </a:path>
              <a:path w="196215" h="281304">
                <a:moveTo>
                  <a:pt x="195668" y="72285"/>
                </a:moveTo>
                <a:lnTo>
                  <a:pt x="179674" y="72285"/>
                </a:lnTo>
                <a:lnTo>
                  <a:pt x="194827" y="75863"/>
                </a:lnTo>
                <a:lnTo>
                  <a:pt x="187490" y="90523"/>
                </a:lnTo>
                <a:lnTo>
                  <a:pt x="186843" y="91583"/>
                </a:lnTo>
                <a:lnTo>
                  <a:pt x="179313" y="102125"/>
                </a:lnTo>
                <a:lnTo>
                  <a:pt x="177318" y="127996"/>
                </a:lnTo>
                <a:lnTo>
                  <a:pt x="167892" y="199757"/>
                </a:lnTo>
                <a:lnTo>
                  <a:pt x="165806" y="246854"/>
                </a:lnTo>
                <a:lnTo>
                  <a:pt x="164226" y="256597"/>
                </a:lnTo>
                <a:lnTo>
                  <a:pt x="164106" y="257336"/>
                </a:lnTo>
                <a:lnTo>
                  <a:pt x="164380" y="256597"/>
                </a:lnTo>
                <a:lnTo>
                  <a:pt x="180432" y="256597"/>
                </a:lnTo>
                <a:lnTo>
                  <a:pt x="181597" y="249415"/>
                </a:lnTo>
                <a:lnTo>
                  <a:pt x="181722" y="247797"/>
                </a:lnTo>
                <a:lnTo>
                  <a:pt x="182299" y="234228"/>
                </a:lnTo>
                <a:lnTo>
                  <a:pt x="183788" y="201759"/>
                </a:lnTo>
                <a:lnTo>
                  <a:pt x="183817" y="201121"/>
                </a:lnTo>
                <a:lnTo>
                  <a:pt x="183936" y="200389"/>
                </a:lnTo>
                <a:lnTo>
                  <a:pt x="188211" y="166469"/>
                </a:lnTo>
                <a:lnTo>
                  <a:pt x="193064" y="130924"/>
                </a:lnTo>
                <a:lnTo>
                  <a:pt x="193168" y="130167"/>
                </a:lnTo>
                <a:lnTo>
                  <a:pt x="195646" y="98417"/>
                </a:lnTo>
                <a:lnTo>
                  <a:pt x="195668" y="72285"/>
                </a:lnTo>
                <a:close/>
              </a:path>
              <a:path w="196215" h="281304">
                <a:moveTo>
                  <a:pt x="61738" y="0"/>
                </a:moveTo>
                <a:lnTo>
                  <a:pt x="58530" y="0"/>
                </a:lnTo>
                <a:lnTo>
                  <a:pt x="43007" y="5170"/>
                </a:lnTo>
                <a:lnTo>
                  <a:pt x="7652" y="44033"/>
                </a:lnTo>
                <a:lnTo>
                  <a:pt x="0" y="78610"/>
                </a:lnTo>
                <a:lnTo>
                  <a:pt x="854" y="85233"/>
                </a:lnTo>
                <a:lnTo>
                  <a:pt x="22781" y="128461"/>
                </a:lnTo>
                <a:lnTo>
                  <a:pt x="47104" y="158469"/>
                </a:lnTo>
                <a:lnTo>
                  <a:pt x="71580" y="168949"/>
                </a:lnTo>
                <a:lnTo>
                  <a:pt x="89803" y="167740"/>
                </a:lnTo>
                <a:lnTo>
                  <a:pt x="130479" y="153198"/>
                </a:lnTo>
                <a:lnTo>
                  <a:pt x="72928" y="153198"/>
                </a:lnTo>
                <a:lnTo>
                  <a:pt x="70515" y="152988"/>
                </a:lnTo>
                <a:lnTo>
                  <a:pt x="72059" y="152988"/>
                </a:lnTo>
                <a:lnTo>
                  <a:pt x="68323" y="152082"/>
                </a:lnTo>
                <a:lnTo>
                  <a:pt x="66138" y="152082"/>
                </a:lnTo>
                <a:lnTo>
                  <a:pt x="63514" y="150916"/>
                </a:lnTo>
                <a:lnTo>
                  <a:pt x="64428" y="150916"/>
                </a:lnTo>
                <a:lnTo>
                  <a:pt x="57807" y="146401"/>
                </a:lnTo>
                <a:lnTo>
                  <a:pt x="57457" y="146401"/>
                </a:lnTo>
                <a:lnTo>
                  <a:pt x="57017" y="145930"/>
                </a:lnTo>
                <a:lnTo>
                  <a:pt x="56694" y="145745"/>
                </a:lnTo>
                <a:lnTo>
                  <a:pt x="56116" y="145248"/>
                </a:lnTo>
                <a:lnTo>
                  <a:pt x="56381" y="145248"/>
                </a:lnTo>
                <a:lnTo>
                  <a:pt x="46827" y="135009"/>
                </a:lnTo>
                <a:lnTo>
                  <a:pt x="44036" y="130924"/>
                </a:lnTo>
                <a:lnTo>
                  <a:pt x="36281" y="119917"/>
                </a:lnTo>
                <a:lnTo>
                  <a:pt x="35972" y="119289"/>
                </a:lnTo>
                <a:lnTo>
                  <a:pt x="19696" y="90523"/>
                </a:lnTo>
                <a:lnTo>
                  <a:pt x="18465" y="87081"/>
                </a:lnTo>
                <a:lnTo>
                  <a:pt x="17003" y="83286"/>
                </a:lnTo>
                <a:lnTo>
                  <a:pt x="16732" y="83286"/>
                </a:lnTo>
                <a:lnTo>
                  <a:pt x="16662" y="82746"/>
                </a:lnTo>
                <a:lnTo>
                  <a:pt x="16477" y="82229"/>
                </a:lnTo>
                <a:lnTo>
                  <a:pt x="16251" y="81333"/>
                </a:lnTo>
                <a:lnTo>
                  <a:pt x="16480" y="81333"/>
                </a:lnTo>
                <a:lnTo>
                  <a:pt x="16129" y="78610"/>
                </a:lnTo>
                <a:lnTo>
                  <a:pt x="15739" y="78610"/>
                </a:lnTo>
                <a:lnTo>
                  <a:pt x="15809" y="76123"/>
                </a:lnTo>
                <a:lnTo>
                  <a:pt x="16201" y="76123"/>
                </a:lnTo>
                <a:lnTo>
                  <a:pt x="18038" y="66252"/>
                </a:lnTo>
                <a:lnTo>
                  <a:pt x="18153" y="65615"/>
                </a:lnTo>
                <a:lnTo>
                  <a:pt x="18239" y="65420"/>
                </a:lnTo>
                <a:lnTo>
                  <a:pt x="22701" y="49521"/>
                </a:lnTo>
                <a:lnTo>
                  <a:pt x="22782" y="49233"/>
                </a:lnTo>
                <a:lnTo>
                  <a:pt x="22865" y="48938"/>
                </a:lnTo>
                <a:lnTo>
                  <a:pt x="24469" y="44616"/>
                </a:lnTo>
                <a:lnTo>
                  <a:pt x="27933" y="35134"/>
                </a:lnTo>
                <a:lnTo>
                  <a:pt x="27772" y="35134"/>
                </a:lnTo>
                <a:lnTo>
                  <a:pt x="28176" y="34468"/>
                </a:lnTo>
                <a:lnTo>
                  <a:pt x="28448" y="33726"/>
                </a:lnTo>
                <a:lnTo>
                  <a:pt x="28627" y="33726"/>
                </a:lnTo>
                <a:lnTo>
                  <a:pt x="31418" y="29131"/>
                </a:lnTo>
                <a:lnTo>
                  <a:pt x="30534" y="29131"/>
                </a:lnTo>
                <a:lnTo>
                  <a:pt x="32936" y="26631"/>
                </a:lnTo>
                <a:lnTo>
                  <a:pt x="34287" y="26631"/>
                </a:lnTo>
                <a:lnTo>
                  <a:pt x="36671" y="25044"/>
                </a:lnTo>
                <a:lnTo>
                  <a:pt x="36357" y="25044"/>
                </a:lnTo>
                <a:lnTo>
                  <a:pt x="37824" y="24276"/>
                </a:lnTo>
                <a:lnTo>
                  <a:pt x="38280" y="24276"/>
                </a:lnTo>
                <a:lnTo>
                  <a:pt x="48103" y="20350"/>
                </a:lnTo>
                <a:lnTo>
                  <a:pt x="68035" y="6377"/>
                </a:lnTo>
                <a:lnTo>
                  <a:pt x="67364" y="4366"/>
                </a:lnTo>
                <a:lnTo>
                  <a:pt x="66850" y="3463"/>
                </a:lnTo>
                <a:lnTo>
                  <a:pt x="65461" y="1860"/>
                </a:lnTo>
                <a:lnTo>
                  <a:pt x="64639" y="1223"/>
                </a:lnTo>
                <a:lnTo>
                  <a:pt x="62823" y="314"/>
                </a:lnTo>
                <a:lnTo>
                  <a:pt x="61738" y="0"/>
                </a:lnTo>
                <a:close/>
              </a:path>
              <a:path w="196215" h="281304">
                <a:moveTo>
                  <a:pt x="105197" y="148414"/>
                </a:moveTo>
                <a:lnTo>
                  <a:pt x="87702" y="151914"/>
                </a:lnTo>
                <a:lnTo>
                  <a:pt x="86673" y="151914"/>
                </a:lnTo>
                <a:lnTo>
                  <a:pt x="70515" y="152988"/>
                </a:lnTo>
                <a:lnTo>
                  <a:pt x="72928" y="153198"/>
                </a:lnTo>
                <a:lnTo>
                  <a:pt x="72059" y="152988"/>
                </a:lnTo>
                <a:lnTo>
                  <a:pt x="130810" y="152988"/>
                </a:lnTo>
                <a:lnTo>
                  <a:pt x="131531" y="152528"/>
                </a:lnTo>
                <a:lnTo>
                  <a:pt x="132375" y="151914"/>
                </a:lnTo>
                <a:lnTo>
                  <a:pt x="136215" y="148683"/>
                </a:lnTo>
                <a:lnTo>
                  <a:pt x="104522" y="148683"/>
                </a:lnTo>
                <a:lnTo>
                  <a:pt x="105197" y="148414"/>
                </a:lnTo>
                <a:close/>
              </a:path>
              <a:path w="196215" h="281304">
                <a:moveTo>
                  <a:pt x="130810" y="152988"/>
                </a:moveTo>
                <a:lnTo>
                  <a:pt x="72059" y="152988"/>
                </a:lnTo>
                <a:lnTo>
                  <a:pt x="72928" y="153198"/>
                </a:lnTo>
                <a:lnTo>
                  <a:pt x="130479" y="153198"/>
                </a:lnTo>
                <a:lnTo>
                  <a:pt x="130810" y="152988"/>
                </a:lnTo>
                <a:close/>
              </a:path>
              <a:path w="196215" h="281304">
                <a:moveTo>
                  <a:pt x="63514" y="150916"/>
                </a:moveTo>
                <a:lnTo>
                  <a:pt x="66138" y="152082"/>
                </a:lnTo>
                <a:lnTo>
                  <a:pt x="64932" y="151260"/>
                </a:lnTo>
                <a:lnTo>
                  <a:pt x="63514" y="150916"/>
                </a:lnTo>
                <a:close/>
              </a:path>
              <a:path w="196215" h="281304">
                <a:moveTo>
                  <a:pt x="64932" y="151260"/>
                </a:moveTo>
                <a:lnTo>
                  <a:pt x="66138" y="152082"/>
                </a:lnTo>
                <a:lnTo>
                  <a:pt x="68323" y="152082"/>
                </a:lnTo>
                <a:lnTo>
                  <a:pt x="64932" y="151260"/>
                </a:lnTo>
                <a:close/>
              </a:path>
              <a:path w="196215" h="281304">
                <a:moveTo>
                  <a:pt x="64428" y="150916"/>
                </a:moveTo>
                <a:lnTo>
                  <a:pt x="63514" y="150916"/>
                </a:lnTo>
                <a:lnTo>
                  <a:pt x="64932" y="151260"/>
                </a:lnTo>
                <a:lnTo>
                  <a:pt x="64428" y="150916"/>
                </a:lnTo>
                <a:close/>
              </a:path>
              <a:path w="196215" h="281304">
                <a:moveTo>
                  <a:pt x="105924" y="148268"/>
                </a:moveTo>
                <a:lnTo>
                  <a:pt x="105197" y="148414"/>
                </a:lnTo>
                <a:lnTo>
                  <a:pt x="104522" y="148683"/>
                </a:lnTo>
                <a:lnTo>
                  <a:pt x="105924" y="148268"/>
                </a:lnTo>
                <a:close/>
              </a:path>
              <a:path w="196215" h="281304">
                <a:moveTo>
                  <a:pt x="136709" y="148268"/>
                </a:moveTo>
                <a:lnTo>
                  <a:pt x="105924" y="148268"/>
                </a:lnTo>
                <a:lnTo>
                  <a:pt x="104522" y="148683"/>
                </a:lnTo>
                <a:lnTo>
                  <a:pt x="136215" y="148683"/>
                </a:lnTo>
                <a:lnTo>
                  <a:pt x="136709" y="148268"/>
                </a:lnTo>
                <a:close/>
              </a:path>
              <a:path w="196215" h="281304">
                <a:moveTo>
                  <a:pt x="114013" y="144889"/>
                </a:moveTo>
                <a:lnTo>
                  <a:pt x="105197" y="148414"/>
                </a:lnTo>
                <a:lnTo>
                  <a:pt x="105924" y="148268"/>
                </a:lnTo>
                <a:lnTo>
                  <a:pt x="136709" y="148268"/>
                </a:lnTo>
                <a:lnTo>
                  <a:pt x="139914" y="145571"/>
                </a:lnTo>
                <a:lnTo>
                  <a:pt x="112687" y="145571"/>
                </a:lnTo>
                <a:lnTo>
                  <a:pt x="114013" y="144889"/>
                </a:lnTo>
                <a:close/>
              </a:path>
              <a:path w="196215" h="281304">
                <a:moveTo>
                  <a:pt x="56116" y="145248"/>
                </a:moveTo>
                <a:lnTo>
                  <a:pt x="57457" y="146401"/>
                </a:lnTo>
                <a:lnTo>
                  <a:pt x="57807" y="146401"/>
                </a:lnTo>
                <a:lnTo>
                  <a:pt x="56845" y="145745"/>
                </a:lnTo>
                <a:lnTo>
                  <a:pt x="56682" y="145571"/>
                </a:lnTo>
                <a:lnTo>
                  <a:pt x="56116" y="145248"/>
                </a:lnTo>
                <a:close/>
              </a:path>
              <a:path w="196215" h="281304">
                <a:moveTo>
                  <a:pt x="56381" y="145248"/>
                </a:moveTo>
                <a:lnTo>
                  <a:pt x="56116" y="145248"/>
                </a:lnTo>
                <a:lnTo>
                  <a:pt x="56589" y="145571"/>
                </a:lnTo>
                <a:lnTo>
                  <a:pt x="56381" y="145248"/>
                </a:lnTo>
                <a:close/>
              </a:path>
              <a:path w="196215" h="281304">
                <a:moveTo>
                  <a:pt x="140725" y="144889"/>
                </a:moveTo>
                <a:lnTo>
                  <a:pt x="114013" y="144889"/>
                </a:lnTo>
                <a:lnTo>
                  <a:pt x="113193" y="145248"/>
                </a:lnTo>
                <a:lnTo>
                  <a:pt x="112687" y="145571"/>
                </a:lnTo>
                <a:lnTo>
                  <a:pt x="139914" y="145571"/>
                </a:lnTo>
                <a:lnTo>
                  <a:pt x="140725" y="144889"/>
                </a:lnTo>
                <a:close/>
              </a:path>
              <a:path w="196215" h="281304">
                <a:moveTo>
                  <a:pt x="189319" y="64408"/>
                </a:moveTo>
                <a:lnTo>
                  <a:pt x="185963" y="64408"/>
                </a:lnTo>
                <a:lnTo>
                  <a:pt x="184018" y="65100"/>
                </a:lnTo>
                <a:lnTo>
                  <a:pt x="173870" y="82229"/>
                </a:lnTo>
                <a:lnTo>
                  <a:pt x="167185" y="91583"/>
                </a:lnTo>
                <a:lnTo>
                  <a:pt x="163709" y="96507"/>
                </a:lnTo>
                <a:lnTo>
                  <a:pt x="144304" y="118924"/>
                </a:lnTo>
                <a:lnTo>
                  <a:pt x="133277" y="130167"/>
                </a:lnTo>
                <a:lnTo>
                  <a:pt x="133094" y="130402"/>
                </a:lnTo>
                <a:lnTo>
                  <a:pt x="126601" y="135865"/>
                </a:lnTo>
                <a:lnTo>
                  <a:pt x="122937" y="139040"/>
                </a:lnTo>
                <a:lnTo>
                  <a:pt x="122487" y="139327"/>
                </a:lnTo>
                <a:lnTo>
                  <a:pt x="122084" y="139666"/>
                </a:lnTo>
                <a:lnTo>
                  <a:pt x="121954" y="139666"/>
                </a:lnTo>
                <a:lnTo>
                  <a:pt x="113193" y="145248"/>
                </a:lnTo>
                <a:lnTo>
                  <a:pt x="114013" y="144889"/>
                </a:lnTo>
                <a:lnTo>
                  <a:pt x="140725" y="144889"/>
                </a:lnTo>
                <a:lnTo>
                  <a:pt x="143393" y="142643"/>
                </a:lnTo>
                <a:lnTo>
                  <a:pt x="143953" y="142123"/>
                </a:lnTo>
                <a:lnTo>
                  <a:pt x="146363" y="139666"/>
                </a:lnTo>
                <a:lnTo>
                  <a:pt x="122084" y="139666"/>
                </a:lnTo>
                <a:lnTo>
                  <a:pt x="122546" y="139327"/>
                </a:lnTo>
                <a:lnTo>
                  <a:pt x="146696" y="139327"/>
                </a:lnTo>
                <a:lnTo>
                  <a:pt x="155686" y="130167"/>
                </a:lnTo>
                <a:lnTo>
                  <a:pt x="179601" y="98417"/>
                </a:lnTo>
                <a:lnTo>
                  <a:pt x="179674" y="72285"/>
                </a:lnTo>
                <a:lnTo>
                  <a:pt x="195668" y="72285"/>
                </a:lnTo>
                <a:lnTo>
                  <a:pt x="190015" y="64571"/>
                </a:lnTo>
                <a:lnTo>
                  <a:pt x="189319" y="64408"/>
                </a:lnTo>
                <a:close/>
              </a:path>
              <a:path w="196215" h="281304">
                <a:moveTo>
                  <a:pt x="179674" y="72285"/>
                </a:moveTo>
                <a:lnTo>
                  <a:pt x="179601" y="98417"/>
                </a:lnTo>
                <a:lnTo>
                  <a:pt x="179313" y="102125"/>
                </a:lnTo>
                <a:lnTo>
                  <a:pt x="186843" y="91583"/>
                </a:lnTo>
                <a:lnTo>
                  <a:pt x="187490" y="90523"/>
                </a:lnTo>
                <a:lnTo>
                  <a:pt x="194827" y="75863"/>
                </a:lnTo>
                <a:lnTo>
                  <a:pt x="179674" y="72285"/>
                </a:lnTo>
                <a:close/>
              </a:path>
              <a:path w="196215" h="281304">
                <a:moveTo>
                  <a:pt x="16596" y="82229"/>
                </a:moveTo>
                <a:lnTo>
                  <a:pt x="16608" y="82746"/>
                </a:lnTo>
                <a:lnTo>
                  <a:pt x="16744" y="83286"/>
                </a:lnTo>
                <a:lnTo>
                  <a:pt x="17003" y="83286"/>
                </a:lnTo>
                <a:lnTo>
                  <a:pt x="16596" y="82229"/>
                </a:lnTo>
                <a:close/>
              </a:path>
              <a:path w="196215" h="281304">
                <a:moveTo>
                  <a:pt x="16480" y="81333"/>
                </a:moveTo>
                <a:lnTo>
                  <a:pt x="16251" y="81333"/>
                </a:lnTo>
                <a:lnTo>
                  <a:pt x="16596" y="82229"/>
                </a:lnTo>
                <a:lnTo>
                  <a:pt x="16480" y="81333"/>
                </a:lnTo>
                <a:close/>
              </a:path>
              <a:path w="196215" h="281304">
                <a:moveTo>
                  <a:pt x="15969" y="77370"/>
                </a:moveTo>
                <a:lnTo>
                  <a:pt x="15751" y="78169"/>
                </a:lnTo>
                <a:lnTo>
                  <a:pt x="15739" y="78610"/>
                </a:lnTo>
                <a:lnTo>
                  <a:pt x="16129" y="78610"/>
                </a:lnTo>
                <a:lnTo>
                  <a:pt x="16072" y="78169"/>
                </a:lnTo>
                <a:lnTo>
                  <a:pt x="15969" y="77370"/>
                </a:lnTo>
                <a:close/>
              </a:path>
              <a:path w="196215" h="281304">
                <a:moveTo>
                  <a:pt x="15809" y="76123"/>
                </a:moveTo>
                <a:lnTo>
                  <a:pt x="15751" y="78169"/>
                </a:lnTo>
                <a:lnTo>
                  <a:pt x="15969" y="77370"/>
                </a:lnTo>
                <a:lnTo>
                  <a:pt x="15809" y="76123"/>
                </a:lnTo>
                <a:close/>
              </a:path>
              <a:path w="196215" h="281304">
                <a:moveTo>
                  <a:pt x="16201" y="76123"/>
                </a:moveTo>
                <a:lnTo>
                  <a:pt x="15809" y="76123"/>
                </a:lnTo>
                <a:lnTo>
                  <a:pt x="15969" y="77370"/>
                </a:lnTo>
                <a:lnTo>
                  <a:pt x="16201" y="76123"/>
                </a:lnTo>
                <a:close/>
              </a:path>
              <a:path w="196215" h="281304">
                <a:moveTo>
                  <a:pt x="28176" y="34468"/>
                </a:moveTo>
                <a:lnTo>
                  <a:pt x="27772" y="35134"/>
                </a:lnTo>
                <a:lnTo>
                  <a:pt x="27933" y="35134"/>
                </a:lnTo>
                <a:lnTo>
                  <a:pt x="28176" y="34468"/>
                </a:lnTo>
                <a:close/>
              </a:path>
              <a:path w="196215" h="281304">
                <a:moveTo>
                  <a:pt x="28627" y="33726"/>
                </a:moveTo>
                <a:lnTo>
                  <a:pt x="28448" y="33726"/>
                </a:lnTo>
                <a:lnTo>
                  <a:pt x="28176" y="34468"/>
                </a:lnTo>
                <a:lnTo>
                  <a:pt x="28627" y="33726"/>
                </a:lnTo>
                <a:close/>
              </a:path>
              <a:path w="196215" h="281304">
                <a:moveTo>
                  <a:pt x="32815" y="26831"/>
                </a:moveTo>
                <a:lnTo>
                  <a:pt x="31392" y="28238"/>
                </a:lnTo>
                <a:lnTo>
                  <a:pt x="30534" y="29131"/>
                </a:lnTo>
                <a:lnTo>
                  <a:pt x="31875" y="28238"/>
                </a:lnTo>
                <a:lnTo>
                  <a:pt x="32815" y="26831"/>
                </a:lnTo>
                <a:close/>
              </a:path>
              <a:path w="196215" h="281304">
                <a:moveTo>
                  <a:pt x="31960" y="28238"/>
                </a:moveTo>
                <a:lnTo>
                  <a:pt x="30534" y="29131"/>
                </a:lnTo>
                <a:lnTo>
                  <a:pt x="31418" y="29131"/>
                </a:lnTo>
                <a:lnTo>
                  <a:pt x="31960" y="28238"/>
                </a:lnTo>
                <a:close/>
              </a:path>
              <a:path w="196215" h="281304">
                <a:moveTo>
                  <a:pt x="34287" y="26631"/>
                </a:moveTo>
                <a:lnTo>
                  <a:pt x="32936" y="26631"/>
                </a:lnTo>
                <a:lnTo>
                  <a:pt x="31960" y="28238"/>
                </a:lnTo>
                <a:lnTo>
                  <a:pt x="34287" y="26631"/>
                </a:lnTo>
                <a:close/>
              </a:path>
              <a:path w="196215" h="281304">
                <a:moveTo>
                  <a:pt x="37824" y="24276"/>
                </a:moveTo>
                <a:lnTo>
                  <a:pt x="36357" y="25044"/>
                </a:lnTo>
                <a:lnTo>
                  <a:pt x="37140" y="24731"/>
                </a:lnTo>
                <a:lnTo>
                  <a:pt x="37824" y="24276"/>
                </a:lnTo>
                <a:close/>
              </a:path>
              <a:path w="196215" h="281304">
                <a:moveTo>
                  <a:pt x="37140" y="24731"/>
                </a:moveTo>
                <a:lnTo>
                  <a:pt x="36357" y="25044"/>
                </a:lnTo>
                <a:lnTo>
                  <a:pt x="36671" y="25044"/>
                </a:lnTo>
                <a:lnTo>
                  <a:pt x="37140" y="24731"/>
                </a:lnTo>
                <a:close/>
              </a:path>
              <a:path w="196215" h="281304">
                <a:moveTo>
                  <a:pt x="38280" y="24276"/>
                </a:moveTo>
                <a:lnTo>
                  <a:pt x="37824" y="24276"/>
                </a:lnTo>
                <a:lnTo>
                  <a:pt x="37140" y="24731"/>
                </a:lnTo>
                <a:lnTo>
                  <a:pt x="38280" y="2427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1" y="749469"/>
            <a:ext cx="7362725" cy="5259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09" y="6334766"/>
            <a:ext cx="6847992" cy="5019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943" y="129647"/>
            <a:ext cx="971931" cy="3728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2241" y="126909"/>
            <a:ext cx="189981" cy="3517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4649" y="124019"/>
            <a:ext cx="855155" cy="4768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84708" y="115707"/>
            <a:ext cx="675586" cy="28738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46360" y="118534"/>
            <a:ext cx="253070" cy="27196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97664" y="513351"/>
            <a:ext cx="3973195" cy="16510"/>
          </a:xfrm>
          <a:custGeom>
            <a:avLst/>
            <a:gdLst/>
            <a:ahLst/>
            <a:cxnLst/>
            <a:rect l="l" t="t" r="r" b="b"/>
            <a:pathLst>
              <a:path w="3973195" h="16509">
                <a:moveTo>
                  <a:pt x="3965901" y="5"/>
                </a:moveTo>
                <a:lnTo>
                  <a:pt x="7996" y="0"/>
                </a:lnTo>
                <a:lnTo>
                  <a:pt x="0" y="6940"/>
                </a:lnTo>
                <a:lnTo>
                  <a:pt x="202" y="10081"/>
                </a:lnTo>
                <a:lnTo>
                  <a:pt x="1592" y="12905"/>
                </a:lnTo>
                <a:lnTo>
                  <a:pt x="3956" y="14983"/>
                </a:lnTo>
                <a:lnTo>
                  <a:pt x="5915" y="15794"/>
                </a:lnTo>
                <a:lnTo>
                  <a:pt x="7996" y="15999"/>
                </a:lnTo>
                <a:lnTo>
                  <a:pt x="3964840" y="15999"/>
                </a:lnTo>
                <a:lnTo>
                  <a:pt x="3966922" y="15794"/>
                </a:lnTo>
                <a:lnTo>
                  <a:pt x="3969745" y="14405"/>
                </a:lnTo>
                <a:lnTo>
                  <a:pt x="3971823" y="12040"/>
                </a:lnTo>
                <a:lnTo>
                  <a:pt x="3972837" y="9061"/>
                </a:lnTo>
                <a:lnTo>
                  <a:pt x="3972634" y="5920"/>
                </a:lnTo>
                <a:lnTo>
                  <a:pt x="3971245" y="3096"/>
                </a:lnTo>
                <a:lnTo>
                  <a:pt x="3968880" y="1018"/>
                </a:lnTo>
                <a:lnTo>
                  <a:pt x="3965901" y="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87890" y="1877827"/>
            <a:ext cx="226695" cy="27305"/>
          </a:xfrm>
          <a:custGeom>
            <a:avLst/>
            <a:gdLst/>
            <a:ahLst/>
            <a:cxnLst/>
            <a:rect l="l" t="t" r="r" b="b"/>
            <a:pathLst>
              <a:path w="226695" h="27305">
                <a:moveTo>
                  <a:pt x="115529" y="0"/>
                </a:moveTo>
                <a:lnTo>
                  <a:pt x="6852" y="0"/>
                </a:lnTo>
                <a:lnTo>
                  <a:pt x="5915" y="186"/>
                </a:lnTo>
                <a:lnTo>
                  <a:pt x="0" y="6918"/>
                </a:lnTo>
                <a:lnTo>
                  <a:pt x="0" y="9039"/>
                </a:lnTo>
                <a:lnTo>
                  <a:pt x="6415" y="15980"/>
                </a:lnTo>
                <a:lnTo>
                  <a:pt x="114751" y="15980"/>
                </a:lnTo>
                <a:lnTo>
                  <a:pt x="143226" y="17875"/>
                </a:lnTo>
                <a:lnTo>
                  <a:pt x="142527" y="17875"/>
                </a:lnTo>
                <a:lnTo>
                  <a:pt x="169425" y="21461"/>
                </a:lnTo>
                <a:lnTo>
                  <a:pt x="217689" y="27029"/>
                </a:lnTo>
                <a:lnTo>
                  <a:pt x="219482" y="27029"/>
                </a:lnTo>
                <a:lnTo>
                  <a:pt x="226289" y="17875"/>
                </a:lnTo>
                <a:lnTo>
                  <a:pt x="225749" y="15980"/>
                </a:lnTo>
                <a:lnTo>
                  <a:pt x="171424" y="5586"/>
                </a:lnTo>
                <a:lnTo>
                  <a:pt x="143727" y="1897"/>
                </a:lnTo>
                <a:lnTo>
                  <a:pt x="144041" y="1897"/>
                </a:lnTo>
                <a:lnTo>
                  <a:pt x="11552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70896" y="1829916"/>
            <a:ext cx="248920" cy="23495"/>
          </a:xfrm>
          <a:custGeom>
            <a:avLst/>
            <a:gdLst/>
            <a:ahLst/>
            <a:cxnLst/>
            <a:rect l="l" t="t" r="r" b="b"/>
            <a:pathLst>
              <a:path w="248920" h="23494">
                <a:moveTo>
                  <a:pt x="241919" y="0"/>
                </a:moveTo>
                <a:lnTo>
                  <a:pt x="239152" y="0"/>
                </a:lnTo>
                <a:lnTo>
                  <a:pt x="202010" y="2716"/>
                </a:lnTo>
                <a:lnTo>
                  <a:pt x="170079" y="3620"/>
                </a:lnTo>
                <a:lnTo>
                  <a:pt x="66634" y="3620"/>
                </a:lnTo>
                <a:lnTo>
                  <a:pt x="25614" y="5500"/>
                </a:lnTo>
                <a:lnTo>
                  <a:pt x="0" y="14009"/>
                </a:lnTo>
                <a:lnTo>
                  <a:pt x="110" y="17153"/>
                </a:lnTo>
                <a:lnTo>
                  <a:pt x="6667" y="23265"/>
                </a:lnTo>
                <a:lnTo>
                  <a:pt x="8707" y="23265"/>
                </a:lnTo>
                <a:lnTo>
                  <a:pt x="26887" y="21450"/>
                </a:lnTo>
                <a:lnTo>
                  <a:pt x="67082" y="19613"/>
                </a:lnTo>
                <a:lnTo>
                  <a:pt x="170315" y="19613"/>
                </a:lnTo>
                <a:lnTo>
                  <a:pt x="203177" y="18671"/>
                </a:lnTo>
                <a:lnTo>
                  <a:pt x="242054" y="15821"/>
                </a:lnTo>
                <a:lnTo>
                  <a:pt x="248337" y="9431"/>
                </a:lnTo>
                <a:lnTo>
                  <a:pt x="248310" y="6283"/>
                </a:lnTo>
                <a:lnTo>
                  <a:pt x="248094" y="5500"/>
                </a:lnTo>
                <a:lnTo>
                  <a:pt x="248033" y="5280"/>
                </a:lnTo>
                <a:lnTo>
                  <a:pt x="243932" y="666"/>
                </a:lnTo>
                <a:lnTo>
                  <a:pt x="241919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75906" y="1796641"/>
            <a:ext cx="174625" cy="34925"/>
          </a:xfrm>
          <a:custGeom>
            <a:avLst/>
            <a:gdLst/>
            <a:ahLst/>
            <a:cxnLst/>
            <a:rect l="l" t="t" r="r" b="b"/>
            <a:pathLst>
              <a:path w="174625" h="34925">
                <a:moveTo>
                  <a:pt x="113531" y="0"/>
                </a:moveTo>
                <a:lnTo>
                  <a:pt x="44908" y="0"/>
                </a:lnTo>
                <a:lnTo>
                  <a:pt x="43018" y="234"/>
                </a:lnTo>
                <a:lnTo>
                  <a:pt x="2924" y="20222"/>
                </a:lnTo>
                <a:lnTo>
                  <a:pt x="0" y="26715"/>
                </a:lnTo>
                <a:lnTo>
                  <a:pt x="350" y="28807"/>
                </a:lnTo>
                <a:lnTo>
                  <a:pt x="7435" y="34502"/>
                </a:lnTo>
                <a:lnTo>
                  <a:pt x="8337" y="34502"/>
                </a:lnTo>
                <a:lnTo>
                  <a:pt x="10427" y="34152"/>
                </a:lnTo>
                <a:lnTo>
                  <a:pt x="11400" y="33783"/>
                </a:lnTo>
                <a:lnTo>
                  <a:pt x="27059" y="23997"/>
                </a:lnTo>
                <a:lnTo>
                  <a:pt x="27821" y="23609"/>
                </a:lnTo>
                <a:lnTo>
                  <a:pt x="38193" y="18056"/>
                </a:lnTo>
                <a:lnTo>
                  <a:pt x="37674" y="18056"/>
                </a:lnTo>
                <a:lnTo>
                  <a:pt x="39512" y="17350"/>
                </a:lnTo>
                <a:lnTo>
                  <a:pt x="40498" y="17350"/>
                </a:lnTo>
                <a:lnTo>
                  <a:pt x="45928" y="15993"/>
                </a:lnTo>
                <a:lnTo>
                  <a:pt x="44959" y="15993"/>
                </a:lnTo>
                <a:lnTo>
                  <a:pt x="46898" y="15750"/>
                </a:lnTo>
                <a:lnTo>
                  <a:pt x="173614" y="15750"/>
                </a:lnTo>
                <a:lnTo>
                  <a:pt x="174288" y="14470"/>
                </a:lnTo>
                <a:lnTo>
                  <a:pt x="174584" y="13473"/>
                </a:lnTo>
                <a:lnTo>
                  <a:pt x="174620" y="10163"/>
                </a:lnTo>
                <a:lnTo>
                  <a:pt x="174043" y="8301"/>
                </a:lnTo>
                <a:lnTo>
                  <a:pt x="137476" y="948"/>
                </a:lnTo>
                <a:lnTo>
                  <a:pt x="137700" y="948"/>
                </a:lnTo>
                <a:lnTo>
                  <a:pt x="113531" y="0"/>
                </a:lnTo>
                <a:close/>
              </a:path>
              <a:path w="174625" h="34925">
                <a:moveTo>
                  <a:pt x="173614" y="15750"/>
                </a:moveTo>
                <a:lnTo>
                  <a:pt x="46898" y="15750"/>
                </a:lnTo>
                <a:lnTo>
                  <a:pt x="45928" y="15993"/>
                </a:lnTo>
                <a:lnTo>
                  <a:pt x="113068" y="15993"/>
                </a:lnTo>
                <a:lnTo>
                  <a:pt x="136427" y="16903"/>
                </a:lnTo>
                <a:lnTo>
                  <a:pt x="136266" y="16903"/>
                </a:lnTo>
                <a:lnTo>
                  <a:pt x="165983" y="19646"/>
                </a:lnTo>
                <a:lnTo>
                  <a:pt x="168033" y="19646"/>
                </a:lnTo>
                <a:lnTo>
                  <a:pt x="170099" y="19005"/>
                </a:lnTo>
                <a:lnTo>
                  <a:pt x="171014" y="18510"/>
                </a:lnTo>
                <a:lnTo>
                  <a:pt x="172645" y="17155"/>
                </a:lnTo>
                <a:lnTo>
                  <a:pt x="173300" y="16346"/>
                </a:lnTo>
                <a:lnTo>
                  <a:pt x="173614" y="15750"/>
                </a:lnTo>
                <a:close/>
              </a:path>
              <a:path w="174625" h="34925">
                <a:moveTo>
                  <a:pt x="39512" y="17350"/>
                </a:moveTo>
                <a:lnTo>
                  <a:pt x="37674" y="18056"/>
                </a:lnTo>
                <a:lnTo>
                  <a:pt x="38647" y="17813"/>
                </a:lnTo>
                <a:lnTo>
                  <a:pt x="39512" y="17350"/>
                </a:lnTo>
                <a:close/>
              </a:path>
              <a:path w="174625" h="34925">
                <a:moveTo>
                  <a:pt x="38647" y="17813"/>
                </a:moveTo>
                <a:lnTo>
                  <a:pt x="37674" y="18056"/>
                </a:lnTo>
                <a:lnTo>
                  <a:pt x="38193" y="18056"/>
                </a:lnTo>
                <a:lnTo>
                  <a:pt x="38647" y="17813"/>
                </a:lnTo>
                <a:close/>
              </a:path>
              <a:path w="174625" h="34925">
                <a:moveTo>
                  <a:pt x="40498" y="17350"/>
                </a:moveTo>
                <a:lnTo>
                  <a:pt x="39512" y="17350"/>
                </a:lnTo>
                <a:lnTo>
                  <a:pt x="38647" y="17813"/>
                </a:lnTo>
                <a:lnTo>
                  <a:pt x="40498" y="17350"/>
                </a:lnTo>
                <a:close/>
              </a:path>
              <a:path w="174625" h="34925">
                <a:moveTo>
                  <a:pt x="46898" y="15750"/>
                </a:moveTo>
                <a:lnTo>
                  <a:pt x="44959" y="15993"/>
                </a:lnTo>
                <a:lnTo>
                  <a:pt x="45928" y="15993"/>
                </a:lnTo>
                <a:lnTo>
                  <a:pt x="46898" y="1575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66769" y="1770869"/>
            <a:ext cx="278130" cy="49530"/>
          </a:xfrm>
          <a:custGeom>
            <a:avLst/>
            <a:gdLst/>
            <a:ahLst/>
            <a:cxnLst/>
            <a:rect l="l" t="t" r="r" b="b"/>
            <a:pathLst>
              <a:path w="278129" h="49530">
                <a:moveTo>
                  <a:pt x="236146" y="0"/>
                </a:moveTo>
                <a:lnTo>
                  <a:pt x="60450" y="0"/>
                </a:lnTo>
                <a:lnTo>
                  <a:pt x="52034" y="1035"/>
                </a:lnTo>
                <a:lnTo>
                  <a:pt x="1791" y="35909"/>
                </a:lnTo>
                <a:lnTo>
                  <a:pt x="0" y="39664"/>
                </a:lnTo>
                <a:lnTo>
                  <a:pt x="36" y="42811"/>
                </a:lnTo>
                <a:lnTo>
                  <a:pt x="6450" y="49074"/>
                </a:lnTo>
                <a:lnTo>
                  <a:pt x="9489" y="49074"/>
                </a:lnTo>
                <a:lnTo>
                  <a:pt x="11596" y="48328"/>
                </a:lnTo>
                <a:lnTo>
                  <a:pt x="12309" y="47904"/>
                </a:lnTo>
                <a:lnTo>
                  <a:pt x="13066" y="47280"/>
                </a:lnTo>
                <a:lnTo>
                  <a:pt x="31728" y="30485"/>
                </a:lnTo>
                <a:lnTo>
                  <a:pt x="40473" y="23526"/>
                </a:lnTo>
                <a:lnTo>
                  <a:pt x="40647" y="23526"/>
                </a:lnTo>
                <a:lnTo>
                  <a:pt x="47206" y="19692"/>
                </a:lnTo>
                <a:lnTo>
                  <a:pt x="46905" y="19692"/>
                </a:lnTo>
                <a:lnTo>
                  <a:pt x="48175" y="19099"/>
                </a:lnTo>
                <a:lnTo>
                  <a:pt x="48502" y="19099"/>
                </a:lnTo>
                <a:lnTo>
                  <a:pt x="54585" y="16910"/>
                </a:lnTo>
                <a:lnTo>
                  <a:pt x="53991" y="16910"/>
                </a:lnTo>
                <a:lnTo>
                  <a:pt x="55334" y="16592"/>
                </a:lnTo>
                <a:lnTo>
                  <a:pt x="56573" y="16592"/>
                </a:lnTo>
                <a:lnTo>
                  <a:pt x="61902" y="15937"/>
                </a:lnTo>
                <a:lnTo>
                  <a:pt x="276639" y="15937"/>
                </a:lnTo>
                <a:lnTo>
                  <a:pt x="277328" y="14763"/>
                </a:lnTo>
                <a:lnTo>
                  <a:pt x="277670" y="13782"/>
                </a:lnTo>
                <a:lnTo>
                  <a:pt x="277963" y="11681"/>
                </a:lnTo>
                <a:lnTo>
                  <a:pt x="277903" y="10642"/>
                </a:lnTo>
                <a:lnTo>
                  <a:pt x="251880" y="1035"/>
                </a:lnTo>
                <a:lnTo>
                  <a:pt x="253208" y="1035"/>
                </a:lnTo>
                <a:lnTo>
                  <a:pt x="236146" y="0"/>
                </a:lnTo>
                <a:close/>
              </a:path>
              <a:path w="278129" h="49530">
                <a:moveTo>
                  <a:pt x="40647" y="23526"/>
                </a:moveTo>
                <a:lnTo>
                  <a:pt x="40473" y="23526"/>
                </a:lnTo>
                <a:lnTo>
                  <a:pt x="39996" y="23907"/>
                </a:lnTo>
                <a:lnTo>
                  <a:pt x="40647" y="23526"/>
                </a:lnTo>
                <a:close/>
              </a:path>
              <a:path w="278129" h="49530">
                <a:moveTo>
                  <a:pt x="48220" y="19099"/>
                </a:moveTo>
                <a:lnTo>
                  <a:pt x="46905" y="19692"/>
                </a:lnTo>
                <a:lnTo>
                  <a:pt x="47768" y="19363"/>
                </a:lnTo>
                <a:lnTo>
                  <a:pt x="48220" y="19099"/>
                </a:lnTo>
                <a:close/>
              </a:path>
              <a:path w="278129" h="49530">
                <a:moveTo>
                  <a:pt x="47768" y="19363"/>
                </a:moveTo>
                <a:lnTo>
                  <a:pt x="46855" y="19692"/>
                </a:lnTo>
                <a:lnTo>
                  <a:pt x="47206" y="19692"/>
                </a:lnTo>
                <a:lnTo>
                  <a:pt x="47768" y="19363"/>
                </a:lnTo>
                <a:close/>
              </a:path>
              <a:path w="278129" h="49530">
                <a:moveTo>
                  <a:pt x="276639" y="15937"/>
                </a:moveTo>
                <a:lnTo>
                  <a:pt x="234676" y="15937"/>
                </a:lnTo>
                <a:lnTo>
                  <a:pt x="250712" y="16910"/>
                </a:lnTo>
                <a:lnTo>
                  <a:pt x="249889" y="16910"/>
                </a:lnTo>
                <a:lnTo>
                  <a:pt x="269843" y="19692"/>
                </a:lnTo>
                <a:lnTo>
                  <a:pt x="270651" y="19692"/>
                </a:lnTo>
                <a:lnTo>
                  <a:pt x="272933" y="19099"/>
                </a:lnTo>
                <a:lnTo>
                  <a:pt x="273870" y="18646"/>
                </a:lnTo>
                <a:lnTo>
                  <a:pt x="275562" y="17368"/>
                </a:lnTo>
                <a:lnTo>
                  <a:pt x="276254" y="16592"/>
                </a:lnTo>
                <a:lnTo>
                  <a:pt x="276639" y="15937"/>
                </a:lnTo>
                <a:close/>
              </a:path>
              <a:path w="278129" h="49530">
                <a:moveTo>
                  <a:pt x="48502" y="19099"/>
                </a:moveTo>
                <a:lnTo>
                  <a:pt x="48220" y="19099"/>
                </a:lnTo>
                <a:lnTo>
                  <a:pt x="47768" y="19363"/>
                </a:lnTo>
                <a:lnTo>
                  <a:pt x="48502" y="19099"/>
                </a:lnTo>
                <a:close/>
              </a:path>
              <a:path w="278129" h="49530">
                <a:moveTo>
                  <a:pt x="55467" y="16592"/>
                </a:moveTo>
                <a:lnTo>
                  <a:pt x="55334" y="16592"/>
                </a:lnTo>
                <a:lnTo>
                  <a:pt x="53991" y="16910"/>
                </a:lnTo>
                <a:lnTo>
                  <a:pt x="54585" y="16910"/>
                </a:lnTo>
                <a:lnTo>
                  <a:pt x="55467" y="16592"/>
                </a:lnTo>
                <a:close/>
              </a:path>
              <a:path w="278129" h="49530">
                <a:moveTo>
                  <a:pt x="56573" y="16592"/>
                </a:moveTo>
                <a:lnTo>
                  <a:pt x="55467" y="16592"/>
                </a:lnTo>
                <a:lnTo>
                  <a:pt x="54585" y="16910"/>
                </a:lnTo>
                <a:lnTo>
                  <a:pt x="53991" y="16910"/>
                </a:lnTo>
                <a:lnTo>
                  <a:pt x="56573" y="1659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1427" y="1608726"/>
            <a:ext cx="2222710" cy="1257213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007455" y="2047702"/>
            <a:ext cx="636905" cy="617220"/>
          </a:xfrm>
          <a:custGeom>
            <a:avLst/>
            <a:gdLst/>
            <a:ahLst/>
            <a:cxnLst/>
            <a:rect l="l" t="t" r="r" b="b"/>
            <a:pathLst>
              <a:path w="636904" h="617219">
                <a:moveTo>
                  <a:pt x="533697" y="615950"/>
                </a:moveTo>
                <a:lnTo>
                  <a:pt x="467071" y="615950"/>
                </a:lnTo>
                <a:lnTo>
                  <a:pt x="488749" y="617220"/>
                </a:lnTo>
                <a:lnTo>
                  <a:pt x="521705" y="617220"/>
                </a:lnTo>
                <a:lnTo>
                  <a:pt x="533697" y="615950"/>
                </a:lnTo>
                <a:close/>
              </a:path>
              <a:path w="636904" h="617219">
                <a:moveTo>
                  <a:pt x="468428" y="599440"/>
                </a:moveTo>
                <a:lnTo>
                  <a:pt x="469169" y="600799"/>
                </a:lnTo>
                <a:lnTo>
                  <a:pt x="400054" y="600799"/>
                </a:lnTo>
                <a:lnTo>
                  <a:pt x="433839" y="609600"/>
                </a:lnTo>
                <a:lnTo>
                  <a:pt x="434555" y="610870"/>
                </a:lnTo>
                <a:lnTo>
                  <a:pt x="466379" y="615950"/>
                </a:lnTo>
                <a:lnTo>
                  <a:pt x="536009" y="615950"/>
                </a:lnTo>
                <a:lnTo>
                  <a:pt x="539930" y="614679"/>
                </a:lnTo>
                <a:lnTo>
                  <a:pt x="542223" y="612140"/>
                </a:lnTo>
                <a:lnTo>
                  <a:pt x="544760" y="609600"/>
                </a:lnTo>
                <a:lnTo>
                  <a:pt x="546459" y="608329"/>
                </a:lnTo>
                <a:lnTo>
                  <a:pt x="549341" y="601979"/>
                </a:lnTo>
                <a:lnTo>
                  <a:pt x="490105" y="601979"/>
                </a:lnTo>
                <a:lnTo>
                  <a:pt x="468428" y="599440"/>
                </a:lnTo>
                <a:close/>
              </a:path>
              <a:path w="636904" h="617219">
                <a:moveTo>
                  <a:pt x="550494" y="599440"/>
                </a:moveTo>
                <a:lnTo>
                  <a:pt x="533472" y="599440"/>
                </a:lnTo>
                <a:lnTo>
                  <a:pt x="532327" y="600112"/>
                </a:lnTo>
                <a:lnTo>
                  <a:pt x="531970" y="600799"/>
                </a:lnTo>
                <a:lnTo>
                  <a:pt x="531016" y="600799"/>
                </a:lnTo>
                <a:lnTo>
                  <a:pt x="519871" y="601979"/>
                </a:lnTo>
                <a:lnTo>
                  <a:pt x="549341" y="601979"/>
                </a:lnTo>
                <a:lnTo>
                  <a:pt x="549877" y="600799"/>
                </a:lnTo>
                <a:lnTo>
                  <a:pt x="531956" y="600799"/>
                </a:lnTo>
                <a:lnTo>
                  <a:pt x="532416" y="600112"/>
                </a:lnTo>
                <a:lnTo>
                  <a:pt x="550189" y="600112"/>
                </a:lnTo>
                <a:lnTo>
                  <a:pt x="550494" y="599440"/>
                </a:lnTo>
                <a:close/>
              </a:path>
              <a:path w="636904" h="617219">
                <a:moveTo>
                  <a:pt x="437296" y="594360"/>
                </a:moveTo>
                <a:lnTo>
                  <a:pt x="383837" y="594360"/>
                </a:lnTo>
                <a:lnTo>
                  <a:pt x="399037" y="600799"/>
                </a:lnTo>
                <a:lnTo>
                  <a:pt x="469570" y="600799"/>
                </a:lnTo>
                <a:lnTo>
                  <a:pt x="437296" y="594360"/>
                </a:lnTo>
                <a:close/>
              </a:path>
              <a:path w="636904" h="617219">
                <a:moveTo>
                  <a:pt x="532514" y="599750"/>
                </a:moveTo>
                <a:lnTo>
                  <a:pt x="529276" y="600799"/>
                </a:lnTo>
                <a:lnTo>
                  <a:pt x="531168" y="600799"/>
                </a:lnTo>
                <a:lnTo>
                  <a:pt x="531834" y="600112"/>
                </a:lnTo>
                <a:lnTo>
                  <a:pt x="532327" y="600112"/>
                </a:lnTo>
                <a:lnTo>
                  <a:pt x="532514" y="599750"/>
                </a:lnTo>
                <a:close/>
              </a:path>
              <a:path w="636904" h="617219">
                <a:moveTo>
                  <a:pt x="532895" y="599016"/>
                </a:moveTo>
                <a:lnTo>
                  <a:pt x="531168" y="600799"/>
                </a:lnTo>
                <a:lnTo>
                  <a:pt x="531016" y="600799"/>
                </a:lnTo>
                <a:lnTo>
                  <a:pt x="532327" y="600112"/>
                </a:lnTo>
                <a:lnTo>
                  <a:pt x="531397" y="600112"/>
                </a:lnTo>
                <a:lnTo>
                  <a:pt x="532514" y="599750"/>
                </a:lnTo>
                <a:lnTo>
                  <a:pt x="532895" y="599016"/>
                </a:lnTo>
                <a:close/>
              </a:path>
              <a:path w="636904" h="617219">
                <a:moveTo>
                  <a:pt x="533714" y="598170"/>
                </a:moveTo>
                <a:lnTo>
                  <a:pt x="532895" y="599016"/>
                </a:lnTo>
                <a:lnTo>
                  <a:pt x="532327" y="600112"/>
                </a:lnTo>
                <a:lnTo>
                  <a:pt x="532658" y="599750"/>
                </a:lnTo>
                <a:lnTo>
                  <a:pt x="533714" y="598170"/>
                </a:lnTo>
                <a:close/>
              </a:path>
              <a:path w="636904" h="617219">
                <a:moveTo>
                  <a:pt x="532943" y="599750"/>
                </a:moveTo>
                <a:lnTo>
                  <a:pt x="532658" y="599750"/>
                </a:lnTo>
                <a:lnTo>
                  <a:pt x="532416" y="600112"/>
                </a:lnTo>
                <a:lnTo>
                  <a:pt x="532943" y="599750"/>
                </a:lnTo>
                <a:close/>
              </a:path>
              <a:path w="636904" h="617219">
                <a:moveTo>
                  <a:pt x="551070" y="598170"/>
                </a:moveTo>
                <a:lnTo>
                  <a:pt x="533714" y="598170"/>
                </a:lnTo>
                <a:lnTo>
                  <a:pt x="532658" y="599750"/>
                </a:lnTo>
                <a:lnTo>
                  <a:pt x="532514" y="599750"/>
                </a:lnTo>
                <a:lnTo>
                  <a:pt x="533472" y="599440"/>
                </a:lnTo>
                <a:lnTo>
                  <a:pt x="550494" y="599440"/>
                </a:lnTo>
                <a:lnTo>
                  <a:pt x="551070" y="598170"/>
                </a:lnTo>
                <a:close/>
              </a:path>
              <a:path w="636904" h="617219">
                <a:moveTo>
                  <a:pt x="533472" y="599440"/>
                </a:moveTo>
                <a:lnTo>
                  <a:pt x="532514" y="599750"/>
                </a:lnTo>
                <a:lnTo>
                  <a:pt x="532943" y="599750"/>
                </a:lnTo>
                <a:lnTo>
                  <a:pt x="533472" y="599440"/>
                </a:lnTo>
                <a:close/>
              </a:path>
              <a:path w="636904" h="617219">
                <a:moveTo>
                  <a:pt x="552213" y="502312"/>
                </a:moveTo>
                <a:lnTo>
                  <a:pt x="552127" y="505460"/>
                </a:lnTo>
                <a:lnTo>
                  <a:pt x="552009" y="509755"/>
                </a:lnTo>
                <a:lnTo>
                  <a:pt x="551883" y="514350"/>
                </a:lnTo>
                <a:lnTo>
                  <a:pt x="551779" y="518160"/>
                </a:lnTo>
                <a:lnTo>
                  <a:pt x="551674" y="521970"/>
                </a:lnTo>
                <a:lnTo>
                  <a:pt x="551563" y="526018"/>
                </a:lnTo>
                <a:lnTo>
                  <a:pt x="548825" y="548640"/>
                </a:lnTo>
                <a:lnTo>
                  <a:pt x="548552" y="551179"/>
                </a:lnTo>
                <a:lnTo>
                  <a:pt x="548485" y="551448"/>
                </a:lnTo>
                <a:lnTo>
                  <a:pt x="548364" y="552450"/>
                </a:lnTo>
                <a:lnTo>
                  <a:pt x="548236" y="552450"/>
                </a:lnTo>
                <a:lnTo>
                  <a:pt x="542556" y="575310"/>
                </a:lnTo>
                <a:lnTo>
                  <a:pt x="542317" y="575310"/>
                </a:lnTo>
                <a:lnTo>
                  <a:pt x="536322" y="591820"/>
                </a:lnTo>
                <a:lnTo>
                  <a:pt x="536628" y="591820"/>
                </a:lnTo>
                <a:lnTo>
                  <a:pt x="532895" y="599016"/>
                </a:lnTo>
                <a:lnTo>
                  <a:pt x="533714" y="598170"/>
                </a:lnTo>
                <a:lnTo>
                  <a:pt x="551070" y="598170"/>
                </a:lnTo>
                <a:lnTo>
                  <a:pt x="551378" y="596900"/>
                </a:lnTo>
                <a:lnTo>
                  <a:pt x="557834" y="579120"/>
                </a:lnTo>
                <a:lnTo>
                  <a:pt x="558057" y="579120"/>
                </a:lnTo>
                <a:lnTo>
                  <a:pt x="559003" y="575310"/>
                </a:lnTo>
                <a:lnTo>
                  <a:pt x="542556" y="575310"/>
                </a:lnTo>
                <a:lnTo>
                  <a:pt x="542872" y="574040"/>
                </a:lnTo>
                <a:lnTo>
                  <a:pt x="559319" y="574040"/>
                </a:lnTo>
                <a:lnTo>
                  <a:pt x="564052" y="554990"/>
                </a:lnTo>
                <a:lnTo>
                  <a:pt x="564241" y="553720"/>
                </a:lnTo>
                <a:lnTo>
                  <a:pt x="564403" y="552450"/>
                </a:lnTo>
                <a:lnTo>
                  <a:pt x="548364" y="552450"/>
                </a:lnTo>
                <a:lnTo>
                  <a:pt x="548512" y="551448"/>
                </a:lnTo>
                <a:lnTo>
                  <a:pt x="564530" y="551448"/>
                </a:lnTo>
                <a:lnTo>
                  <a:pt x="567470" y="528320"/>
                </a:lnTo>
                <a:lnTo>
                  <a:pt x="567568" y="525548"/>
                </a:lnTo>
                <a:lnTo>
                  <a:pt x="567668" y="521970"/>
                </a:lnTo>
                <a:lnTo>
                  <a:pt x="567774" y="518160"/>
                </a:lnTo>
                <a:lnTo>
                  <a:pt x="567881" y="514350"/>
                </a:lnTo>
                <a:lnTo>
                  <a:pt x="567970" y="511173"/>
                </a:lnTo>
                <a:lnTo>
                  <a:pt x="568176" y="511173"/>
                </a:lnTo>
                <a:lnTo>
                  <a:pt x="564842" y="509270"/>
                </a:lnTo>
                <a:lnTo>
                  <a:pt x="552213" y="502312"/>
                </a:lnTo>
                <a:close/>
              </a:path>
              <a:path w="636904" h="617219">
                <a:moveTo>
                  <a:pt x="283617" y="510709"/>
                </a:moveTo>
                <a:lnTo>
                  <a:pt x="278023" y="511810"/>
                </a:lnTo>
                <a:lnTo>
                  <a:pt x="268292" y="511810"/>
                </a:lnTo>
                <a:lnTo>
                  <a:pt x="272301" y="518160"/>
                </a:lnTo>
                <a:lnTo>
                  <a:pt x="273644" y="520700"/>
                </a:lnTo>
                <a:lnTo>
                  <a:pt x="281023" y="527050"/>
                </a:lnTo>
                <a:lnTo>
                  <a:pt x="281749" y="528320"/>
                </a:lnTo>
                <a:lnTo>
                  <a:pt x="316801" y="553720"/>
                </a:lnTo>
                <a:lnTo>
                  <a:pt x="343222" y="571500"/>
                </a:lnTo>
                <a:lnTo>
                  <a:pt x="369050" y="586740"/>
                </a:lnTo>
                <a:lnTo>
                  <a:pt x="369576" y="588010"/>
                </a:lnTo>
                <a:lnTo>
                  <a:pt x="383181" y="594360"/>
                </a:lnTo>
                <a:lnTo>
                  <a:pt x="438012" y="594360"/>
                </a:lnTo>
                <a:lnTo>
                  <a:pt x="403882" y="585470"/>
                </a:lnTo>
                <a:lnTo>
                  <a:pt x="404766" y="585470"/>
                </a:lnTo>
                <a:lnTo>
                  <a:pt x="389778" y="580390"/>
                </a:lnTo>
                <a:lnTo>
                  <a:pt x="390432" y="580390"/>
                </a:lnTo>
                <a:lnTo>
                  <a:pt x="379094" y="574040"/>
                </a:lnTo>
                <a:lnTo>
                  <a:pt x="377352" y="574040"/>
                </a:lnTo>
                <a:lnTo>
                  <a:pt x="351524" y="557529"/>
                </a:lnTo>
                <a:lnTo>
                  <a:pt x="351864" y="557529"/>
                </a:lnTo>
                <a:lnTo>
                  <a:pt x="326276" y="541173"/>
                </a:lnTo>
                <a:lnTo>
                  <a:pt x="326492" y="541173"/>
                </a:lnTo>
                <a:lnTo>
                  <a:pt x="292908" y="515620"/>
                </a:lnTo>
                <a:lnTo>
                  <a:pt x="291964" y="515620"/>
                </a:lnTo>
                <a:lnTo>
                  <a:pt x="287657" y="511173"/>
                </a:lnTo>
                <a:lnTo>
                  <a:pt x="283617" y="510709"/>
                </a:lnTo>
                <a:close/>
              </a:path>
              <a:path w="636904" h="617219">
                <a:moveTo>
                  <a:pt x="376826" y="572770"/>
                </a:moveTo>
                <a:lnTo>
                  <a:pt x="377352" y="574040"/>
                </a:lnTo>
                <a:lnTo>
                  <a:pt x="379094" y="574040"/>
                </a:lnTo>
                <a:lnTo>
                  <a:pt x="376826" y="572770"/>
                </a:lnTo>
                <a:close/>
              </a:path>
              <a:path w="636904" h="617219">
                <a:moveTo>
                  <a:pt x="367001" y="525548"/>
                </a:moveTo>
                <a:lnTo>
                  <a:pt x="391307" y="532133"/>
                </a:lnTo>
                <a:lnTo>
                  <a:pt x="442953" y="547370"/>
                </a:lnTo>
                <a:lnTo>
                  <a:pt x="443556" y="547370"/>
                </a:lnTo>
                <a:lnTo>
                  <a:pt x="470768" y="553720"/>
                </a:lnTo>
                <a:lnTo>
                  <a:pt x="471802" y="553720"/>
                </a:lnTo>
                <a:lnTo>
                  <a:pt x="498091" y="554990"/>
                </a:lnTo>
                <a:lnTo>
                  <a:pt x="547605" y="554990"/>
                </a:lnTo>
                <a:lnTo>
                  <a:pt x="548485" y="551448"/>
                </a:lnTo>
                <a:lnTo>
                  <a:pt x="548552" y="551179"/>
                </a:lnTo>
                <a:lnTo>
                  <a:pt x="548825" y="548640"/>
                </a:lnTo>
                <a:lnTo>
                  <a:pt x="549901" y="539750"/>
                </a:lnTo>
                <a:lnTo>
                  <a:pt x="499211" y="539750"/>
                </a:lnTo>
                <a:lnTo>
                  <a:pt x="472937" y="537211"/>
                </a:lnTo>
                <a:lnTo>
                  <a:pt x="473965" y="537211"/>
                </a:lnTo>
                <a:lnTo>
                  <a:pt x="446762" y="532133"/>
                </a:lnTo>
                <a:lnTo>
                  <a:pt x="447358" y="532133"/>
                </a:lnTo>
                <a:lnTo>
                  <a:pt x="425791" y="525779"/>
                </a:lnTo>
                <a:lnTo>
                  <a:pt x="368373" y="525779"/>
                </a:lnTo>
                <a:lnTo>
                  <a:pt x="367001" y="525548"/>
                </a:lnTo>
                <a:close/>
              </a:path>
              <a:path w="636904" h="617219">
                <a:moveTo>
                  <a:pt x="614613" y="539048"/>
                </a:moveTo>
                <a:lnTo>
                  <a:pt x="607221" y="539750"/>
                </a:lnTo>
                <a:lnTo>
                  <a:pt x="566017" y="539750"/>
                </a:lnTo>
                <a:lnTo>
                  <a:pt x="564241" y="553720"/>
                </a:lnTo>
                <a:lnTo>
                  <a:pt x="564052" y="554990"/>
                </a:lnTo>
                <a:lnTo>
                  <a:pt x="622440" y="554990"/>
                </a:lnTo>
                <a:lnTo>
                  <a:pt x="630196" y="552450"/>
                </a:lnTo>
                <a:lnTo>
                  <a:pt x="632473" y="552450"/>
                </a:lnTo>
                <a:lnTo>
                  <a:pt x="633133" y="551179"/>
                </a:lnTo>
                <a:lnTo>
                  <a:pt x="635375" y="548640"/>
                </a:lnTo>
                <a:lnTo>
                  <a:pt x="635800" y="548640"/>
                </a:lnTo>
                <a:lnTo>
                  <a:pt x="636469" y="547370"/>
                </a:lnTo>
                <a:lnTo>
                  <a:pt x="622373" y="547370"/>
                </a:lnTo>
                <a:lnTo>
                  <a:pt x="617872" y="541173"/>
                </a:lnTo>
                <a:lnTo>
                  <a:pt x="614613" y="539048"/>
                </a:lnTo>
                <a:close/>
              </a:path>
              <a:path w="636904" h="617219">
                <a:moveTo>
                  <a:pt x="617872" y="541173"/>
                </a:moveTo>
                <a:lnTo>
                  <a:pt x="622373" y="547370"/>
                </a:lnTo>
                <a:lnTo>
                  <a:pt x="621304" y="544829"/>
                </a:lnTo>
                <a:lnTo>
                  <a:pt x="620999" y="544829"/>
                </a:lnTo>
                <a:lnTo>
                  <a:pt x="620769" y="543560"/>
                </a:lnTo>
                <a:lnTo>
                  <a:pt x="621404" y="543560"/>
                </a:lnTo>
                <a:lnTo>
                  <a:pt x="621809" y="542290"/>
                </a:lnTo>
                <a:lnTo>
                  <a:pt x="619584" y="542290"/>
                </a:lnTo>
                <a:lnTo>
                  <a:pt x="619219" y="542035"/>
                </a:lnTo>
                <a:lnTo>
                  <a:pt x="617872" y="541173"/>
                </a:lnTo>
                <a:close/>
              </a:path>
              <a:path w="636904" h="617219">
                <a:moveTo>
                  <a:pt x="635493" y="537211"/>
                </a:moveTo>
                <a:lnTo>
                  <a:pt x="626219" y="537211"/>
                </a:lnTo>
                <a:lnTo>
                  <a:pt x="622791" y="539213"/>
                </a:lnTo>
                <a:lnTo>
                  <a:pt x="621130" y="544418"/>
                </a:lnTo>
                <a:lnTo>
                  <a:pt x="622373" y="547370"/>
                </a:lnTo>
                <a:lnTo>
                  <a:pt x="636469" y="547370"/>
                </a:lnTo>
                <a:lnTo>
                  <a:pt x="636701" y="546100"/>
                </a:lnTo>
                <a:lnTo>
                  <a:pt x="636830" y="544829"/>
                </a:lnTo>
                <a:lnTo>
                  <a:pt x="636887" y="543560"/>
                </a:lnTo>
                <a:lnTo>
                  <a:pt x="636393" y="539750"/>
                </a:lnTo>
                <a:lnTo>
                  <a:pt x="635958" y="538734"/>
                </a:lnTo>
                <a:lnTo>
                  <a:pt x="635901" y="538601"/>
                </a:lnTo>
                <a:lnTo>
                  <a:pt x="635550" y="537417"/>
                </a:lnTo>
                <a:lnTo>
                  <a:pt x="635493" y="537211"/>
                </a:lnTo>
                <a:close/>
              </a:path>
              <a:path w="636904" h="617219">
                <a:moveTo>
                  <a:pt x="620769" y="543560"/>
                </a:moveTo>
                <a:lnTo>
                  <a:pt x="620924" y="544418"/>
                </a:lnTo>
                <a:lnTo>
                  <a:pt x="620999" y="544829"/>
                </a:lnTo>
                <a:lnTo>
                  <a:pt x="621130" y="544418"/>
                </a:lnTo>
                <a:lnTo>
                  <a:pt x="620769" y="543560"/>
                </a:lnTo>
                <a:close/>
              </a:path>
              <a:path w="636904" h="617219">
                <a:moveTo>
                  <a:pt x="621130" y="544418"/>
                </a:moveTo>
                <a:lnTo>
                  <a:pt x="620999" y="544829"/>
                </a:lnTo>
                <a:lnTo>
                  <a:pt x="621304" y="544829"/>
                </a:lnTo>
                <a:lnTo>
                  <a:pt x="621130" y="544418"/>
                </a:lnTo>
                <a:close/>
              </a:path>
              <a:path w="636904" h="617219">
                <a:moveTo>
                  <a:pt x="621404" y="543560"/>
                </a:moveTo>
                <a:lnTo>
                  <a:pt x="620769" y="543560"/>
                </a:lnTo>
                <a:lnTo>
                  <a:pt x="621130" y="544418"/>
                </a:lnTo>
                <a:lnTo>
                  <a:pt x="621404" y="543560"/>
                </a:lnTo>
                <a:close/>
              </a:path>
              <a:path w="636904" h="617219">
                <a:moveTo>
                  <a:pt x="622914" y="538601"/>
                </a:moveTo>
                <a:lnTo>
                  <a:pt x="619315" y="538601"/>
                </a:lnTo>
                <a:lnTo>
                  <a:pt x="614613" y="539048"/>
                </a:lnTo>
                <a:lnTo>
                  <a:pt x="615690" y="539750"/>
                </a:lnTo>
                <a:lnTo>
                  <a:pt x="617980" y="541173"/>
                </a:lnTo>
                <a:lnTo>
                  <a:pt x="619194" y="542035"/>
                </a:lnTo>
                <a:lnTo>
                  <a:pt x="619584" y="542290"/>
                </a:lnTo>
                <a:lnTo>
                  <a:pt x="621809" y="542290"/>
                </a:lnTo>
                <a:lnTo>
                  <a:pt x="622620" y="539750"/>
                </a:lnTo>
                <a:lnTo>
                  <a:pt x="621872" y="539750"/>
                </a:lnTo>
                <a:lnTo>
                  <a:pt x="622794" y="538734"/>
                </a:lnTo>
                <a:lnTo>
                  <a:pt x="622914" y="538601"/>
                </a:lnTo>
                <a:close/>
              </a:path>
              <a:path w="636904" h="617219">
                <a:moveTo>
                  <a:pt x="326492" y="541173"/>
                </a:moveTo>
                <a:lnTo>
                  <a:pt x="326276" y="541173"/>
                </a:lnTo>
                <a:lnTo>
                  <a:pt x="327625" y="542035"/>
                </a:lnTo>
                <a:lnTo>
                  <a:pt x="326492" y="541173"/>
                </a:lnTo>
                <a:close/>
              </a:path>
              <a:path w="636904" h="617219">
                <a:moveTo>
                  <a:pt x="622986" y="538601"/>
                </a:moveTo>
                <a:lnTo>
                  <a:pt x="622794" y="538734"/>
                </a:lnTo>
                <a:lnTo>
                  <a:pt x="621872" y="539750"/>
                </a:lnTo>
                <a:lnTo>
                  <a:pt x="622791" y="539213"/>
                </a:lnTo>
                <a:lnTo>
                  <a:pt x="622843" y="539048"/>
                </a:lnTo>
                <a:lnTo>
                  <a:pt x="622944" y="538734"/>
                </a:lnTo>
                <a:lnTo>
                  <a:pt x="622986" y="538601"/>
                </a:lnTo>
                <a:close/>
              </a:path>
              <a:path w="636904" h="617219">
                <a:moveTo>
                  <a:pt x="622791" y="539213"/>
                </a:moveTo>
                <a:lnTo>
                  <a:pt x="621872" y="539750"/>
                </a:lnTo>
                <a:lnTo>
                  <a:pt x="622620" y="539750"/>
                </a:lnTo>
                <a:lnTo>
                  <a:pt x="622791" y="539213"/>
                </a:lnTo>
                <a:close/>
              </a:path>
              <a:path w="636904" h="617219">
                <a:moveTo>
                  <a:pt x="623838" y="538601"/>
                </a:moveTo>
                <a:lnTo>
                  <a:pt x="622986" y="538601"/>
                </a:lnTo>
                <a:lnTo>
                  <a:pt x="622944" y="538734"/>
                </a:lnTo>
                <a:lnTo>
                  <a:pt x="622843" y="539048"/>
                </a:lnTo>
                <a:lnTo>
                  <a:pt x="622791" y="539213"/>
                </a:lnTo>
                <a:lnTo>
                  <a:pt x="623838" y="538601"/>
                </a:lnTo>
                <a:close/>
              </a:path>
              <a:path w="636904" h="617219">
                <a:moveTo>
                  <a:pt x="568478" y="493007"/>
                </a:moveTo>
                <a:lnTo>
                  <a:pt x="568413" y="495300"/>
                </a:lnTo>
                <a:lnTo>
                  <a:pt x="568342" y="497840"/>
                </a:lnTo>
                <a:lnTo>
                  <a:pt x="568217" y="502312"/>
                </a:lnTo>
                <a:lnTo>
                  <a:pt x="568094" y="506729"/>
                </a:lnTo>
                <a:lnTo>
                  <a:pt x="567970" y="511173"/>
                </a:lnTo>
                <a:lnTo>
                  <a:pt x="568176" y="511173"/>
                </a:lnTo>
                <a:lnTo>
                  <a:pt x="602661" y="530860"/>
                </a:lnTo>
                <a:lnTo>
                  <a:pt x="602058" y="530860"/>
                </a:lnTo>
                <a:lnTo>
                  <a:pt x="614613" y="539048"/>
                </a:lnTo>
                <a:lnTo>
                  <a:pt x="617919" y="538734"/>
                </a:lnTo>
                <a:lnTo>
                  <a:pt x="626212" y="537211"/>
                </a:lnTo>
                <a:lnTo>
                  <a:pt x="635494" y="537211"/>
                </a:lnTo>
                <a:lnTo>
                  <a:pt x="630440" y="530860"/>
                </a:lnTo>
                <a:lnTo>
                  <a:pt x="628616" y="529590"/>
                </a:lnTo>
                <a:lnTo>
                  <a:pt x="611090" y="516890"/>
                </a:lnTo>
                <a:lnTo>
                  <a:pt x="610487" y="516890"/>
                </a:lnTo>
                <a:lnTo>
                  <a:pt x="572640" y="495300"/>
                </a:lnTo>
                <a:lnTo>
                  <a:pt x="568478" y="493007"/>
                </a:lnTo>
                <a:close/>
              </a:path>
              <a:path w="636904" h="617219">
                <a:moveTo>
                  <a:pt x="626219" y="537211"/>
                </a:moveTo>
                <a:lnTo>
                  <a:pt x="617919" y="538734"/>
                </a:lnTo>
                <a:lnTo>
                  <a:pt x="619315" y="538601"/>
                </a:lnTo>
                <a:lnTo>
                  <a:pt x="623838" y="538601"/>
                </a:lnTo>
                <a:lnTo>
                  <a:pt x="626219" y="537211"/>
                </a:lnTo>
                <a:close/>
              </a:path>
              <a:path w="636904" h="617219">
                <a:moveTo>
                  <a:pt x="473965" y="537211"/>
                </a:moveTo>
                <a:lnTo>
                  <a:pt x="472937" y="537211"/>
                </a:lnTo>
                <a:lnTo>
                  <a:pt x="475066" y="537417"/>
                </a:lnTo>
                <a:lnTo>
                  <a:pt x="473965" y="537211"/>
                </a:lnTo>
                <a:close/>
              </a:path>
              <a:path w="636904" h="617219">
                <a:moveTo>
                  <a:pt x="447358" y="532133"/>
                </a:moveTo>
                <a:lnTo>
                  <a:pt x="446762" y="532133"/>
                </a:lnTo>
                <a:lnTo>
                  <a:pt x="448388" y="532436"/>
                </a:lnTo>
                <a:lnTo>
                  <a:pt x="447358" y="532133"/>
                </a:lnTo>
                <a:close/>
              </a:path>
              <a:path w="636904" h="617219">
                <a:moveTo>
                  <a:pt x="290789" y="511532"/>
                </a:moveTo>
                <a:lnTo>
                  <a:pt x="307135" y="514350"/>
                </a:lnTo>
                <a:lnTo>
                  <a:pt x="345774" y="521970"/>
                </a:lnTo>
                <a:lnTo>
                  <a:pt x="368373" y="525779"/>
                </a:lnTo>
                <a:lnTo>
                  <a:pt x="425791" y="525779"/>
                </a:lnTo>
                <a:lnTo>
                  <a:pt x="395612" y="516890"/>
                </a:lnTo>
                <a:lnTo>
                  <a:pt x="376795" y="511810"/>
                </a:lnTo>
                <a:lnTo>
                  <a:pt x="293208" y="511810"/>
                </a:lnTo>
                <a:lnTo>
                  <a:pt x="290789" y="511532"/>
                </a:lnTo>
                <a:close/>
              </a:path>
              <a:path w="636904" h="617219">
                <a:moveTo>
                  <a:pt x="291238" y="514350"/>
                </a:moveTo>
                <a:lnTo>
                  <a:pt x="291964" y="515620"/>
                </a:lnTo>
                <a:lnTo>
                  <a:pt x="292908" y="515620"/>
                </a:lnTo>
                <a:lnTo>
                  <a:pt x="291238" y="514350"/>
                </a:lnTo>
                <a:close/>
              </a:path>
              <a:path w="636904" h="617219">
                <a:moveTo>
                  <a:pt x="294537" y="495300"/>
                </a:moveTo>
                <a:lnTo>
                  <a:pt x="281128" y="495300"/>
                </a:lnTo>
                <a:lnTo>
                  <a:pt x="273653" y="496570"/>
                </a:lnTo>
                <a:lnTo>
                  <a:pt x="272713" y="496570"/>
                </a:lnTo>
                <a:lnTo>
                  <a:pt x="270991" y="497840"/>
                </a:lnTo>
                <a:lnTo>
                  <a:pt x="270271" y="499110"/>
                </a:lnTo>
                <a:lnTo>
                  <a:pt x="268029" y="502920"/>
                </a:lnTo>
                <a:lnTo>
                  <a:pt x="267662" y="502920"/>
                </a:lnTo>
                <a:lnTo>
                  <a:pt x="267698" y="510709"/>
                </a:lnTo>
                <a:lnTo>
                  <a:pt x="267839" y="511173"/>
                </a:lnTo>
                <a:lnTo>
                  <a:pt x="267949" y="511532"/>
                </a:lnTo>
                <a:lnTo>
                  <a:pt x="268034" y="511810"/>
                </a:lnTo>
                <a:lnTo>
                  <a:pt x="278023" y="511810"/>
                </a:lnTo>
                <a:lnTo>
                  <a:pt x="282050" y="509755"/>
                </a:lnTo>
                <a:lnTo>
                  <a:pt x="282829" y="506729"/>
                </a:lnTo>
                <a:lnTo>
                  <a:pt x="282909" y="506420"/>
                </a:lnTo>
                <a:lnTo>
                  <a:pt x="282235" y="504190"/>
                </a:lnTo>
                <a:lnTo>
                  <a:pt x="335948" y="504190"/>
                </a:lnTo>
                <a:lnTo>
                  <a:pt x="310106" y="499110"/>
                </a:lnTo>
                <a:lnTo>
                  <a:pt x="295347" y="496570"/>
                </a:lnTo>
                <a:lnTo>
                  <a:pt x="294537" y="495300"/>
                </a:lnTo>
                <a:close/>
              </a:path>
              <a:path w="636904" h="617219">
                <a:moveTo>
                  <a:pt x="282050" y="509755"/>
                </a:moveTo>
                <a:lnTo>
                  <a:pt x="278023" y="511810"/>
                </a:lnTo>
                <a:lnTo>
                  <a:pt x="283617" y="510709"/>
                </a:lnTo>
                <a:lnTo>
                  <a:pt x="282139" y="510540"/>
                </a:lnTo>
                <a:lnTo>
                  <a:pt x="281848" y="510540"/>
                </a:lnTo>
                <a:lnTo>
                  <a:pt x="282050" y="509755"/>
                </a:lnTo>
                <a:close/>
              </a:path>
              <a:path w="636904" h="617219">
                <a:moveTo>
                  <a:pt x="342409" y="505460"/>
                </a:moveTo>
                <a:lnTo>
                  <a:pt x="283156" y="505460"/>
                </a:lnTo>
                <a:lnTo>
                  <a:pt x="283190" y="505832"/>
                </a:lnTo>
                <a:lnTo>
                  <a:pt x="284249" y="507654"/>
                </a:lnTo>
                <a:lnTo>
                  <a:pt x="287657" y="511173"/>
                </a:lnTo>
                <a:lnTo>
                  <a:pt x="293208" y="511810"/>
                </a:lnTo>
                <a:lnTo>
                  <a:pt x="376795" y="511810"/>
                </a:lnTo>
                <a:lnTo>
                  <a:pt x="372090" y="510540"/>
                </a:lnTo>
                <a:lnTo>
                  <a:pt x="371572" y="510540"/>
                </a:lnTo>
                <a:lnTo>
                  <a:pt x="348870" y="506729"/>
                </a:lnTo>
                <a:lnTo>
                  <a:pt x="342409" y="505460"/>
                </a:lnTo>
                <a:close/>
              </a:path>
              <a:path w="636904" h="617219">
                <a:moveTo>
                  <a:pt x="284249" y="507654"/>
                </a:moveTo>
                <a:lnTo>
                  <a:pt x="284484" y="508058"/>
                </a:lnTo>
                <a:lnTo>
                  <a:pt x="284764" y="508342"/>
                </a:lnTo>
                <a:lnTo>
                  <a:pt x="285926" y="510540"/>
                </a:lnTo>
                <a:lnTo>
                  <a:pt x="284479" y="510540"/>
                </a:lnTo>
                <a:lnTo>
                  <a:pt x="283617" y="510709"/>
                </a:lnTo>
                <a:lnTo>
                  <a:pt x="287657" y="511173"/>
                </a:lnTo>
                <a:lnTo>
                  <a:pt x="284249" y="507654"/>
                </a:lnTo>
                <a:close/>
              </a:path>
              <a:path w="636904" h="617219">
                <a:moveTo>
                  <a:pt x="552706" y="484322"/>
                </a:moveTo>
                <a:lnTo>
                  <a:pt x="552468" y="493007"/>
                </a:lnTo>
                <a:lnTo>
                  <a:pt x="552406" y="495300"/>
                </a:lnTo>
                <a:lnTo>
                  <a:pt x="552336" y="497840"/>
                </a:lnTo>
                <a:lnTo>
                  <a:pt x="552213" y="502312"/>
                </a:lnTo>
                <a:lnTo>
                  <a:pt x="564842" y="509270"/>
                </a:lnTo>
                <a:lnTo>
                  <a:pt x="568176" y="511173"/>
                </a:lnTo>
                <a:lnTo>
                  <a:pt x="568217" y="502312"/>
                </a:lnTo>
                <a:lnTo>
                  <a:pt x="568342" y="497840"/>
                </a:lnTo>
                <a:lnTo>
                  <a:pt x="568413" y="495300"/>
                </a:lnTo>
                <a:lnTo>
                  <a:pt x="568478" y="493007"/>
                </a:lnTo>
                <a:lnTo>
                  <a:pt x="552706" y="484322"/>
                </a:lnTo>
                <a:close/>
              </a:path>
              <a:path w="636904" h="617219">
                <a:moveTo>
                  <a:pt x="284479" y="510540"/>
                </a:moveTo>
                <a:lnTo>
                  <a:pt x="282139" y="510540"/>
                </a:lnTo>
                <a:lnTo>
                  <a:pt x="283617" y="510709"/>
                </a:lnTo>
                <a:lnTo>
                  <a:pt x="284479" y="510540"/>
                </a:lnTo>
                <a:close/>
              </a:path>
              <a:path w="636904" h="617219">
                <a:moveTo>
                  <a:pt x="283001" y="509270"/>
                </a:moveTo>
                <a:lnTo>
                  <a:pt x="282050" y="509755"/>
                </a:lnTo>
                <a:lnTo>
                  <a:pt x="281848" y="510540"/>
                </a:lnTo>
                <a:lnTo>
                  <a:pt x="283001" y="509270"/>
                </a:lnTo>
                <a:close/>
              </a:path>
              <a:path w="636904" h="617219">
                <a:moveTo>
                  <a:pt x="285188" y="509270"/>
                </a:moveTo>
                <a:lnTo>
                  <a:pt x="283001" y="509270"/>
                </a:lnTo>
                <a:lnTo>
                  <a:pt x="281848" y="510540"/>
                </a:lnTo>
                <a:lnTo>
                  <a:pt x="285926" y="510540"/>
                </a:lnTo>
                <a:lnTo>
                  <a:pt x="285188" y="509270"/>
                </a:lnTo>
                <a:close/>
              </a:path>
              <a:path w="636904" h="617219">
                <a:moveTo>
                  <a:pt x="282909" y="506420"/>
                </a:moveTo>
                <a:lnTo>
                  <a:pt x="282175" y="509270"/>
                </a:lnTo>
                <a:lnTo>
                  <a:pt x="282050" y="509755"/>
                </a:lnTo>
                <a:lnTo>
                  <a:pt x="283001" y="509270"/>
                </a:lnTo>
                <a:lnTo>
                  <a:pt x="285188" y="509270"/>
                </a:lnTo>
                <a:lnTo>
                  <a:pt x="284484" y="508058"/>
                </a:lnTo>
                <a:lnTo>
                  <a:pt x="283391" y="508058"/>
                </a:lnTo>
                <a:lnTo>
                  <a:pt x="283355" y="507654"/>
                </a:lnTo>
                <a:lnTo>
                  <a:pt x="283002" y="506729"/>
                </a:lnTo>
                <a:lnTo>
                  <a:pt x="282909" y="506420"/>
                </a:lnTo>
                <a:close/>
              </a:path>
              <a:path w="636904" h="617219">
                <a:moveTo>
                  <a:pt x="283190" y="505832"/>
                </a:moveTo>
                <a:lnTo>
                  <a:pt x="283282" y="507654"/>
                </a:lnTo>
                <a:lnTo>
                  <a:pt x="283404" y="508058"/>
                </a:lnTo>
                <a:lnTo>
                  <a:pt x="284484" y="508058"/>
                </a:lnTo>
                <a:lnTo>
                  <a:pt x="283190" y="505832"/>
                </a:lnTo>
                <a:close/>
              </a:path>
              <a:path w="636904" h="617219">
                <a:moveTo>
                  <a:pt x="283176" y="505677"/>
                </a:moveTo>
                <a:lnTo>
                  <a:pt x="283060" y="505832"/>
                </a:lnTo>
                <a:lnTo>
                  <a:pt x="283002" y="506729"/>
                </a:lnTo>
                <a:lnTo>
                  <a:pt x="283282" y="507654"/>
                </a:lnTo>
                <a:lnTo>
                  <a:pt x="283176" y="505677"/>
                </a:lnTo>
                <a:close/>
              </a:path>
              <a:path w="636904" h="617219">
                <a:moveTo>
                  <a:pt x="282235" y="504190"/>
                </a:moveTo>
                <a:lnTo>
                  <a:pt x="282909" y="506420"/>
                </a:lnTo>
                <a:lnTo>
                  <a:pt x="282974" y="505460"/>
                </a:lnTo>
                <a:lnTo>
                  <a:pt x="282235" y="504190"/>
                </a:lnTo>
                <a:close/>
              </a:path>
              <a:path w="636904" h="617219">
                <a:moveTo>
                  <a:pt x="335948" y="504190"/>
                </a:moveTo>
                <a:lnTo>
                  <a:pt x="282235" y="504190"/>
                </a:lnTo>
                <a:lnTo>
                  <a:pt x="282974" y="505460"/>
                </a:lnTo>
                <a:lnTo>
                  <a:pt x="283100" y="505677"/>
                </a:lnTo>
                <a:lnTo>
                  <a:pt x="283156" y="505460"/>
                </a:lnTo>
                <a:lnTo>
                  <a:pt x="342409" y="505460"/>
                </a:lnTo>
                <a:lnTo>
                  <a:pt x="335948" y="504190"/>
                </a:lnTo>
                <a:close/>
              </a:path>
              <a:path w="636904" h="617219">
                <a:moveTo>
                  <a:pt x="12445" y="1270"/>
                </a:moveTo>
                <a:lnTo>
                  <a:pt x="3483" y="1270"/>
                </a:lnTo>
                <a:lnTo>
                  <a:pt x="1880" y="2540"/>
                </a:lnTo>
                <a:lnTo>
                  <a:pt x="1243" y="3810"/>
                </a:lnTo>
                <a:lnTo>
                  <a:pt x="294" y="6350"/>
                </a:lnTo>
                <a:lnTo>
                  <a:pt x="20" y="6350"/>
                </a:lnTo>
                <a:lnTo>
                  <a:pt x="0" y="10160"/>
                </a:lnTo>
                <a:lnTo>
                  <a:pt x="334" y="11429"/>
                </a:lnTo>
                <a:lnTo>
                  <a:pt x="4023" y="21590"/>
                </a:lnTo>
                <a:lnTo>
                  <a:pt x="3817" y="21590"/>
                </a:lnTo>
                <a:lnTo>
                  <a:pt x="5969" y="30479"/>
                </a:lnTo>
                <a:lnTo>
                  <a:pt x="6398" y="31750"/>
                </a:lnTo>
                <a:lnTo>
                  <a:pt x="7236" y="44450"/>
                </a:lnTo>
                <a:lnTo>
                  <a:pt x="7320" y="45720"/>
                </a:lnTo>
                <a:lnTo>
                  <a:pt x="7379" y="46990"/>
                </a:lnTo>
                <a:lnTo>
                  <a:pt x="8533" y="54610"/>
                </a:lnTo>
                <a:lnTo>
                  <a:pt x="8911" y="55879"/>
                </a:lnTo>
                <a:lnTo>
                  <a:pt x="12371" y="66040"/>
                </a:lnTo>
                <a:lnTo>
                  <a:pt x="12952" y="67310"/>
                </a:lnTo>
                <a:lnTo>
                  <a:pt x="26788" y="91440"/>
                </a:lnTo>
                <a:lnTo>
                  <a:pt x="27289" y="92710"/>
                </a:lnTo>
                <a:lnTo>
                  <a:pt x="37898" y="106679"/>
                </a:lnTo>
                <a:lnTo>
                  <a:pt x="38234" y="107950"/>
                </a:lnTo>
                <a:lnTo>
                  <a:pt x="51610" y="123190"/>
                </a:lnTo>
                <a:lnTo>
                  <a:pt x="52003" y="123190"/>
                </a:lnTo>
                <a:lnTo>
                  <a:pt x="87055" y="160020"/>
                </a:lnTo>
                <a:lnTo>
                  <a:pt x="166820" y="232410"/>
                </a:lnTo>
                <a:lnTo>
                  <a:pt x="210853" y="267970"/>
                </a:lnTo>
                <a:lnTo>
                  <a:pt x="265137" y="309879"/>
                </a:lnTo>
                <a:lnTo>
                  <a:pt x="385203" y="398779"/>
                </a:lnTo>
                <a:lnTo>
                  <a:pt x="439627" y="436879"/>
                </a:lnTo>
                <a:lnTo>
                  <a:pt x="481853" y="463550"/>
                </a:lnTo>
                <a:lnTo>
                  <a:pt x="552213" y="502312"/>
                </a:lnTo>
                <a:lnTo>
                  <a:pt x="552706" y="484322"/>
                </a:lnTo>
                <a:lnTo>
                  <a:pt x="489621" y="449579"/>
                </a:lnTo>
                <a:lnTo>
                  <a:pt x="490016" y="449579"/>
                </a:lnTo>
                <a:lnTo>
                  <a:pt x="448508" y="424179"/>
                </a:lnTo>
                <a:lnTo>
                  <a:pt x="448829" y="424179"/>
                </a:lnTo>
                <a:lnTo>
                  <a:pt x="394507" y="386149"/>
                </a:lnTo>
                <a:lnTo>
                  <a:pt x="394460" y="386008"/>
                </a:lnTo>
                <a:lnTo>
                  <a:pt x="274767" y="297179"/>
                </a:lnTo>
                <a:lnTo>
                  <a:pt x="222439" y="256540"/>
                </a:lnTo>
                <a:lnTo>
                  <a:pt x="221004" y="256540"/>
                </a:lnTo>
                <a:lnTo>
                  <a:pt x="182756" y="224391"/>
                </a:lnTo>
                <a:lnTo>
                  <a:pt x="182260" y="223956"/>
                </a:lnTo>
                <a:lnTo>
                  <a:pt x="177315" y="219816"/>
                </a:lnTo>
                <a:lnTo>
                  <a:pt x="177509" y="219816"/>
                </a:lnTo>
                <a:lnTo>
                  <a:pt x="138291" y="185498"/>
                </a:lnTo>
                <a:lnTo>
                  <a:pt x="138273" y="185340"/>
                </a:lnTo>
                <a:lnTo>
                  <a:pt x="98234" y="148590"/>
                </a:lnTo>
                <a:lnTo>
                  <a:pt x="98513" y="148590"/>
                </a:lnTo>
                <a:lnTo>
                  <a:pt x="63460" y="113029"/>
                </a:lnTo>
                <a:lnTo>
                  <a:pt x="63855" y="113029"/>
                </a:lnTo>
                <a:lnTo>
                  <a:pt x="50479" y="97790"/>
                </a:lnTo>
                <a:lnTo>
                  <a:pt x="50816" y="97790"/>
                </a:lnTo>
                <a:lnTo>
                  <a:pt x="41093" y="83820"/>
                </a:lnTo>
                <a:lnTo>
                  <a:pt x="40709" y="83820"/>
                </a:lnTo>
                <a:lnTo>
                  <a:pt x="27601" y="60960"/>
                </a:lnTo>
                <a:lnTo>
                  <a:pt x="27454" y="60960"/>
                </a:lnTo>
                <a:lnTo>
                  <a:pt x="27240" y="60331"/>
                </a:lnTo>
                <a:lnTo>
                  <a:pt x="26873" y="59690"/>
                </a:lnTo>
                <a:lnTo>
                  <a:pt x="27022" y="59690"/>
                </a:lnTo>
                <a:lnTo>
                  <a:pt x="23996" y="50800"/>
                </a:lnTo>
                <a:lnTo>
                  <a:pt x="24181" y="50800"/>
                </a:lnTo>
                <a:lnTo>
                  <a:pt x="23220" y="44450"/>
                </a:lnTo>
                <a:lnTo>
                  <a:pt x="22516" y="33020"/>
                </a:lnTo>
                <a:lnTo>
                  <a:pt x="22437" y="31750"/>
                </a:lnTo>
                <a:lnTo>
                  <a:pt x="22359" y="30479"/>
                </a:lnTo>
                <a:lnTo>
                  <a:pt x="22171" y="29210"/>
                </a:lnTo>
                <a:lnTo>
                  <a:pt x="19404" y="17779"/>
                </a:lnTo>
                <a:lnTo>
                  <a:pt x="19198" y="16510"/>
                </a:lnTo>
                <a:lnTo>
                  <a:pt x="15172" y="5079"/>
                </a:lnTo>
                <a:lnTo>
                  <a:pt x="14657" y="3810"/>
                </a:lnTo>
                <a:lnTo>
                  <a:pt x="13267" y="2540"/>
                </a:lnTo>
                <a:lnTo>
                  <a:pt x="12445" y="1270"/>
                </a:lnTo>
                <a:close/>
              </a:path>
              <a:path w="636904" h="617219">
                <a:moveTo>
                  <a:pt x="567777" y="398779"/>
                </a:moveTo>
                <a:lnTo>
                  <a:pt x="563893" y="398779"/>
                </a:lnTo>
                <a:lnTo>
                  <a:pt x="561981" y="400050"/>
                </a:lnTo>
                <a:lnTo>
                  <a:pt x="561105" y="400050"/>
                </a:lnTo>
                <a:lnTo>
                  <a:pt x="559509" y="401320"/>
                </a:lnTo>
                <a:lnTo>
                  <a:pt x="558844" y="401320"/>
                </a:lnTo>
                <a:lnTo>
                  <a:pt x="557781" y="403860"/>
                </a:lnTo>
                <a:lnTo>
                  <a:pt x="557418" y="403860"/>
                </a:lnTo>
                <a:lnTo>
                  <a:pt x="555377" y="414020"/>
                </a:lnTo>
                <a:lnTo>
                  <a:pt x="553878" y="429260"/>
                </a:lnTo>
                <a:lnTo>
                  <a:pt x="553380" y="459740"/>
                </a:lnTo>
                <a:lnTo>
                  <a:pt x="552963" y="474979"/>
                </a:lnTo>
                <a:lnTo>
                  <a:pt x="552893" y="477520"/>
                </a:lnTo>
                <a:lnTo>
                  <a:pt x="552823" y="480060"/>
                </a:lnTo>
                <a:lnTo>
                  <a:pt x="552706" y="484322"/>
                </a:lnTo>
                <a:lnTo>
                  <a:pt x="568478" y="493007"/>
                </a:lnTo>
                <a:lnTo>
                  <a:pt x="568720" y="484322"/>
                </a:lnTo>
                <a:lnTo>
                  <a:pt x="568804" y="481329"/>
                </a:lnTo>
                <a:lnTo>
                  <a:pt x="562984" y="481329"/>
                </a:lnTo>
                <a:lnTo>
                  <a:pt x="561026" y="480060"/>
                </a:lnTo>
                <a:lnTo>
                  <a:pt x="560161" y="480060"/>
                </a:lnTo>
                <a:lnTo>
                  <a:pt x="558661" y="478790"/>
                </a:lnTo>
                <a:lnTo>
                  <a:pt x="558083" y="477520"/>
                </a:lnTo>
                <a:lnTo>
                  <a:pt x="557272" y="474979"/>
                </a:lnTo>
                <a:lnTo>
                  <a:pt x="557068" y="474979"/>
                </a:lnTo>
                <a:lnTo>
                  <a:pt x="557067" y="406400"/>
                </a:lnTo>
                <a:lnTo>
                  <a:pt x="573062" y="406400"/>
                </a:lnTo>
                <a:lnTo>
                  <a:pt x="572884" y="405129"/>
                </a:lnTo>
                <a:lnTo>
                  <a:pt x="572170" y="402590"/>
                </a:lnTo>
                <a:lnTo>
                  <a:pt x="571658" y="402590"/>
                </a:lnTo>
                <a:lnTo>
                  <a:pt x="570326" y="401320"/>
                </a:lnTo>
                <a:lnTo>
                  <a:pt x="569550" y="400050"/>
                </a:lnTo>
                <a:lnTo>
                  <a:pt x="567777" y="398779"/>
                </a:lnTo>
                <a:close/>
              </a:path>
              <a:path w="636904" h="617219">
                <a:moveTo>
                  <a:pt x="557067" y="406400"/>
                </a:moveTo>
                <a:lnTo>
                  <a:pt x="557068" y="474979"/>
                </a:lnTo>
                <a:lnTo>
                  <a:pt x="557272" y="474979"/>
                </a:lnTo>
                <a:lnTo>
                  <a:pt x="558083" y="477520"/>
                </a:lnTo>
                <a:lnTo>
                  <a:pt x="558661" y="478790"/>
                </a:lnTo>
                <a:lnTo>
                  <a:pt x="560161" y="480060"/>
                </a:lnTo>
                <a:lnTo>
                  <a:pt x="561026" y="480060"/>
                </a:lnTo>
                <a:lnTo>
                  <a:pt x="562984" y="481329"/>
                </a:lnTo>
                <a:lnTo>
                  <a:pt x="567146" y="481329"/>
                </a:lnTo>
                <a:lnTo>
                  <a:pt x="568835" y="480234"/>
                </a:lnTo>
                <a:lnTo>
                  <a:pt x="569301" y="463550"/>
                </a:lnTo>
                <a:lnTo>
                  <a:pt x="569392" y="459740"/>
                </a:lnTo>
                <a:lnTo>
                  <a:pt x="569738" y="436879"/>
                </a:lnTo>
                <a:lnTo>
                  <a:pt x="569835" y="430529"/>
                </a:lnTo>
                <a:lnTo>
                  <a:pt x="571179" y="416560"/>
                </a:lnTo>
                <a:lnTo>
                  <a:pt x="571327" y="416560"/>
                </a:lnTo>
                <a:lnTo>
                  <a:pt x="572908" y="408940"/>
                </a:lnTo>
                <a:lnTo>
                  <a:pt x="557067" y="406400"/>
                </a:lnTo>
                <a:close/>
              </a:path>
              <a:path w="636904" h="617219">
                <a:moveTo>
                  <a:pt x="568835" y="480234"/>
                </a:moveTo>
                <a:lnTo>
                  <a:pt x="567146" y="481329"/>
                </a:lnTo>
                <a:lnTo>
                  <a:pt x="568804" y="481329"/>
                </a:lnTo>
                <a:lnTo>
                  <a:pt x="568835" y="480234"/>
                </a:lnTo>
                <a:close/>
              </a:path>
              <a:path w="636904" h="617219">
                <a:moveTo>
                  <a:pt x="573062" y="406400"/>
                </a:moveTo>
                <a:lnTo>
                  <a:pt x="557067" y="406400"/>
                </a:lnTo>
                <a:lnTo>
                  <a:pt x="572908" y="408940"/>
                </a:lnTo>
                <a:lnTo>
                  <a:pt x="571051" y="417890"/>
                </a:lnTo>
                <a:lnTo>
                  <a:pt x="569957" y="429260"/>
                </a:lnTo>
                <a:lnTo>
                  <a:pt x="569835" y="430529"/>
                </a:lnTo>
                <a:lnTo>
                  <a:pt x="569392" y="459740"/>
                </a:lnTo>
                <a:lnTo>
                  <a:pt x="568982" y="474979"/>
                </a:lnTo>
                <a:lnTo>
                  <a:pt x="568911" y="477520"/>
                </a:lnTo>
                <a:lnTo>
                  <a:pt x="568835" y="480234"/>
                </a:lnTo>
                <a:lnTo>
                  <a:pt x="569104" y="480060"/>
                </a:lnTo>
                <a:lnTo>
                  <a:pt x="569970" y="480060"/>
                </a:lnTo>
                <a:lnTo>
                  <a:pt x="571469" y="478790"/>
                </a:lnTo>
                <a:lnTo>
                  <a:pt x="572047" y="477520"/>
                </a:lnTo>
                <a:lnTo>
                  <a:pt x="572858" y="474979"/>
                </a:lnTo>
                <a:lnTo>
                  <a:pt x="573062" y="474979"/>
                </a:lnTo>
                <a:lnTo>
                  <a:pt x="573062" y="406400"/>
                </a:lnTo>
                <a:close/>
              </a:path>
              <a:path w="636904" h="617219">
                <a:moveTo>
                  <a:pt x="571327" y="416560"/>
                </a:moveTo>
                <a:lnTo>
                  <a:pt x="571179" y="416560"/>
                </a:lnTo>
                <a:lnTo>
                  <a:pt x="571058" y="417890"/>
                </a:lnTo>
                <a:lnTo>
                  <a:pt x="571327" y="416560"/>
                </a:lnTo>
                <a:close/>
              </a:path>
              <a:path w="636904" h="617219">
                <a:moveTo>
                  <a:pt x="394460" y="386008"/>
                </a:moveTo>
                <a:lnTo>
                  <a:pt x="394507" y="386149"/>
                </a:lnTo>
                <a:lnTo>
                  <a:pt x="397029" y="387915"/>
                </a:lnTo>
                <a:lnTo>
                  <a:pt x="394460" y="386008"/>
                </a:lnTo>
                <a:close/>
              </a:path>
              <a:path w="636904" h="617219">
                <a:moveTo>
                  <a:pt x="220804" y="255270"/>
                </a:moveTo>
                <a:lnTo>
                  <a:pt x="221004" y="256540"/>
                </a:lnTo>
                <a:lnTo>
                  <a:pt x="222439" y="256540"/>
                </a:lnTo>
                <a:lnTo>
                  <a:pt x="220804" y="255270"/>
                </a:lnTo>
                <a:close/>
              </a:path>
              <a:path w="636904" h="617219">
                <a:moveTo>
                  <a:pt x="177509" y="219816"/>
                </a:moveTo>
                <a:lnTo>
                  <a:pt x="177315" y="219816"/>
                </a:lnTo>
                <a:lnTo>
                  <a:pt x="182240" y="223956"/>
                </a:lnTo>
                <a:lnTo>
                  <a:pt x="177509" y="219816"/>
                </a:lnTo>
                <a:close/>
              </a:path>
              <a:path w="636904" h="617219">
                <a:moveTo>
                  <a:pt x="138273" y="185340"/>
                </a:moveTo>
                <a:lnTo>
                  <a:pt x="138291" y="185498"/>
                </a:lnTo>
                <a:lnTo>
                  <a:pt x="141574" y="188370"/>
                </a:lnTo>
                <a:lnTo>
                  <a:pt x="138273" y="185340"/>
                </a:lnTo>
                <a:close/>
              </a:path>
              <a:path w="636904" h="617219">
                <a:moveTo>
                  <a:pt x="40209" y="82550"/>
                </a:moveTo>
                <a:lnTo>
                  <a:pt x="40709" y="83820"/>
                </a:lnTo>
                <a:lnTo>
                  <a:pt x="41093" y="83820"/>
                </a:lnTo>
                <a:lnTo>
                  <a:pt x="40209" y="82550"/>
                </a:lnTo>
                <a:close/>
              </a:path>
              <a:path w="636904" h="617219">
                <a:moveTo>
                  <a:pt x="27240" y="60331"/>
                </a:moveTo>
                <a:lnTo>
                  <a:pt x="27454" y="60960"/>
                </a:lnTo>
                <a:lnTo>
                  <a:pt x="27601" y="60960"/>
                </a:lnTo>
                <a:lnTo>
                  <a:pt x="27240" y="60331"/>
                </a:lnTo>
                <a:close/>
              </a:path>
              <a:path w="636904" h="617219">
                <a:moveTo>
                  <a:pt x="27022" y="59690"/>
                </a:moveTo>
                <a:lnTo>
                  <a:pt x="26873" y="59690"/>
                </a:lnTo>
                <a:lnTo>
                  <a:pt x="27240" y="60331"/>
                </a:lnTo>
                <a:lnTo>
                  <a:pt x="27022" y="59690"/>
                </a:lnTo>
                <a:close/>
              </a:path>
              <a:path w="636904" h="617219">
                <a:moveTo>
                  <a:pt x="24181" y="50800"/>
                </a:moveTo>
                <a:lnTo>
                  <a:pt x="23996" y="50800"/>
                </a:lnTo>
                <a:lnTo>
                  <a:pt x="24329" y="51778"/>
                </a:lnTo>
                <a:lnTo>
                  <a:pt x="24181" y="50800"/>
                </a:lnTo>
                <a:close/>
              </a:path>
              <a:path w="636904" h="617219">
                <a:moveTo>
                  <a:pt x="9545" y="0"/>
                </a:moveTo>
                <a:lnTo>
                  <a:pt x="6398" y="0"/>
                </a:lnTo>
                <a:lnTo>
                  <a:pt x="4386" y="1270"/>
                </a:lnTo>
                <a:lnTo>
                  <a:pt x="10548" y="1270"/>
                </a:lnTo>
                <a:lnTo>
                  <a:pt x="954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0903" y="3547719"/>
            <a:ext cx="584835" cy="55880"/>
          </a:xfrm>
          <a:custGeom>
            <a:avLst/>
            <a:gdLst/>
            <a:ahLst/>
            <a:cxnLst/>
            <a:rect l="l" t="t" r="r" b="b"/>
            <a:pathLst>
              <a:path w="584835" h="55879">
                <a:moveTo>
                  <a:pt x="578313" y="0"/>
                </a:moveTo>
                <a:lnTo>
                  <a:pt x="574500" y="0"/>
                </a:lnTo>
                <a:lnTo>
                  <a:pt x="520363" y="2866"/>
                </a:lnTo>
                <a:lnTo>
                  <a:pt x="463856" y="3846"/>
                </a:lnTo>
                <a:lnTo>
                  <a:pt x="398840" y="5843"/>
                </a:lnTo>
                <a:lnTo>
                  <a:pt x="319263" y="11771"/>
                </a:lnTo>
                <a:lnTo>
                  <a:pt x="161420" y="25581"/>
                </a:lnTo>
                <a:lnTo>
                  <a:pt x="100210" y="30027"/>
                </a:lnTo>
                <a:lnTo>
                  <a:pt x="32860" y="32477"/>
                </a:lnTo>
                <a:lnTo>
                  <a:pt x="0" y="48464"/>
                </a:lnTo>
                <a:lnTo>
                  <a:pt x="168" y="49368"/>
                </a:lnTo>
                <a:lnTo>
                  <a:pt x="763" y="50857"/>
                </a:lnTo>
                <a:lnTo>
                  <a:pt x="878" y="51142"/>
                </a:lnTo>
                <a:lnTo>
                  <a:pt x="6955" y="55392"/>
                </a:lnTo>
                <a:lnTo>
                  <a:pt x="8949" y="55392"/>
                </a:lnTo>
                <a:lnTo>
                  <a:pt x="9972" y="55201"/>
                </a:lnTo>
                <a:lnTo>
                  <a:pt x="19630" y="51337"/>
                </a:lnTo>
                <a:lnTo>
                  <a:pt x="19202" y="51337"/>
                </a:lnTo>
                <a:lnTo>
                  <a:pt x="20829" y="50857"/>
                </a:lnTo>
                <a:lnTo>
                  <a:pt x="21593" y="50857"/>
                </a:lnTo>
                <a:lnTo>
                  <a:pt x="33972" y="48464"/>
                </a:lnTo>
                <a:lnTo>
                  <a:pt x="33463" y="48464"/>
                </a:lnTo>
                <a:lnTo>
                  <a:pt x="101368" y="45984"/>
                </a:lnTo>
                <a:lnTo>
                  <a:pt x="162696" y="41531"/>
                </a:lnTo>
                <a:lnTo>
                  <a:pt x="320555" y="27715"/>
                </a:lnTo>
                <a:lnTo>
                  <a:pt x="399791" y="21810"/>
                </a:lnTo>
                <a:lnTo>
                  <a:pt x="464240" y="19839"/>
                </a:lnTo>
                <a:lnTo>
                  <a:pt x="521292" y="18840"/>
                </a:lnTo>
                <a:lnTo>
                  <a:pt x="578131" y="15821"/>
                </a:lnTo>
                <a:lnTo>
                  <a:pt x="584577" y="6409"/>
                </a:lnTo>
                <a:lnTo>
                  <a:pt x="584433" y="5843"/>
                </a:lnTo>
                <a:lnTo>
                  <a:pt x="580312" y="706"/>
                </a:lnTo>
                <a:lnTo>
                  <a:pt x="578313" y="0"/>
                </a:lnTo>
                <a:close/>
              </a:path>
              <a:path w="584835" h="55879">
                <a:moveTo>
                  <a:pt x="20829" y="50857"/>
                </a:moveTo>
                <a:lnTo>
                  <a:pt x="19202" y="51337"/>
                </a:lnTo>
                <a:lnTo>
                  <a:pt x="20116" y="51142"/>
                </a:lnTo>
                <a:lnTo>
                  <a:pt x="20829" y="50857"/>
                </a:lnTo>
                <a:close/>
              </a:path>
              <a:path w="584835" h="55879">
                <a:moveTo>
                  <a:pt x="20116" y="51142"/>
                </a:moveTo>
                <a:lnTo>
                  <a:pt x="19109" y="51337"/>
                </a:lnTo>
                <a:lnTo>
                  <a:pt x="19630" y="51337"/>
                </a:lnTo>
                <a:lnTo>
                  <a:pt x="20116" y="51142"/>
                </a:lnTo>
                <a:close/>
              </a:path>
              <a:path w="584835" h="55879">
                <a:moveTo>
                  <a:pt x="21593" y="50857"/>
                </a:moveTo>
                <a:lnTo>
                  <a:pt x="20829" y="50857"/>
                </a:lnTo>
                <a:lnTo>
                  <a:pt x="20116" y="51142"/>
                </a:lnTo>
                <a:lnTo>
                  <a:pt x="21593" y="5085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09989" y="3539731"/>
            <a:ext cx="434975" cy="52069"/>
          </a:xfrm>
          <a:custGeom>
            <a:avLst/>
            <a:gdLst/>
            <a:ahLst/>
            <a:cxnLst/>
            <a:rect l="l" t="t" r="r" b="b"/>
            <a:pathLst>
              <a:path w="434975" h="52070">
                <a:moveTo>
                  <a:pt x="9106" y="0"/>
                </a:moveTo>
                <a:lnTo>
                  <a:pt x="6850" y="0"/>
                </a:lnTo>
                <a:lnTo>
                  <a:pt x="5832" y="215"/>
                </a:lnTo>
                <a:lnTo>
                  <a:pt x="0" y="7103"/>
                </a:lnTo>
                <a:lnTo>
                  <a:pt x="25" y="9141"/>
                </a:lnTo>
                <a:lnTo>
                  <a:pt x="49172" y="23877"/>
                </a:lnTo>
                <a:lnTo>
                  <a:pt x="143971" y="23877"/>
                </a:lnTo>
                <a:lnTo>
                  <a:pt x="184188" y="26333"/>
                </a:lnTo>
                <a:lnTo>
                  <a:pt x="269819" y="33712"/>
                </a:lnTo>
                <a:lnTo>
                  <a:pt x="363082" y="43088"/>
                </a:lnTo>
                <a:lnTo>
                  <a:pt x="426595" y="51591"/>
                </a:lnTo>
                <a:lnTo>
                  <a:pt x="427386" y="51591"/>
                </a:lnTo>
                <a:lnTo>
                  <a:pt x="434672" y="43534"/>
                </a:lnTo>
                <a:lnTo>
                  <a:pt x="434606" y="42496"/>
                </a:lnTo>
                <a:lnTo>
                  <a:pt x="364715" y="27176"/>
                </a:lnTo>
                <a:lnTo>
                  <a:pt x="271306" y="17787"/>
                </a:lnTo>
                <a:lnTo>
                  <a:pt x="185214" y="10365"/>
                </a:lnTo>
                <a:lnTo>
                  <a:pt x="144737" y="7896"/>
                </a:lnTo>
                <a:lnTo>
                  <a:pt x="50014" y="7896"/>
                </a:lnTo>
                <a:lnTo>
                  <a:pt x="34906" y="7103"/>
                </a:lnTo>
                <a:lnTo>
                  <a:pt x="32513" y="7103"/>
                </a:lnTo>
                <a:lnTo>
                  <a:pt x="21262" y="4504"/>
                </a:lnTo>
                <a:lnTo>
                  <a:pt x="20851" y="4504"/>
                </a:lnTo>
                <a:lnTo>
                  <a:pt x="19678" y="4138"/>
                </a:lnTo>
                <a:lnTo>
                  <a:pt x="19935" y="4138"/>
                </a:lnTo>
                <a:lnTo>
                  <a:pt x="10120" y="215"/>
                </a:lnTo>
                <a:lnTo>
                  <a:pt x="10266" y="215"/>
                </a:lnTo>
                <a:lnTo>
                  <a:pt x="9106" y="0"/>
                </a:lnTo>
                <a:close/>
              </a:path>
              <a:path w="434975" h="52070">
                <a:moveTo>
                  <a:pt x="19678" y="4138"/>
                </a:moveTo>
                <a:lnTo>
                  <a:pt x="20851" y="4504"/>
                </a:lnTo>
                <a:lnTo>
                  <a:pt x="20287" y="4279"/>
                </a:lnTo>
                <a:lnTo>
                  <a:pt x="19678" y="4138"/>
                </a:lnTo>
                <a:close/>
              </a:path>
              <a:path w="434975" h="52070">
                <a:moveTo>
                  <a:pt x="20287" y="4279"/>
                </a:moveTo>
                <a:lnTo>
                  <a:pt x="20851" y="4504"/>
                </a:lnTo>
                <a:lnTo>
                  <a:pt x="21262" y="4504"/>
                </a:lnTo>
                <a:lnTo>
                  <a:pt x="20287" y="4279"/>
                </a:lnTo>
                <a:close/>
              </a:path>
              <a:path w="434975" h="52070">
                <a:moveTo>
                  <a:pt x="19935" y="4138"/>
                </a:moveTo>
                <a:lnTo>
                  <a:pt x="19678" y="4138"/>
                </a:lnTo>
                <a:lnTo>
                  <a:pt x="20287" y="4279"/>
                </a:lnTo>
                <a:lnTo>
                  <a:pt x="19935" y="413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39310" y="3559465"/>
            <a:ext cx="371475" cy="36195"/>
          </a:xfrm>
          <a:custGeom>
            <a:avLst/>
            <a:gdLst/>
            <a:ahLst/>
            <a:cxnLst/>
            <a:rect l="l" t="t" r="r" b="b"/>
            <a:pathLst>
              <a:path w="371475" h="36195">
                <a:moveTo>
                  <a:pt x="364249" y="19650"/>
                </a:moveTo>
                <a:lnTo>
                  <a:pt x="308009" y="19650"/>
                </a:lnTo>
                <a:lnTo>
                  <a:pt x="309052" y="19875"/>
                </a:lnTo>
                <a:lnTo>
                  <a:pt x="308714" y="19875"/>
                </a:lnTo>
                <a:lnTo>
                  <a:pt x="362143" y="35707"/>
                </a:lnTo>
                <a:lnTo>
                  <a:pt x="364884" y="35707"/>
                </a:lnTo>
                <a:lnTo>
                  <a:pt x="371367" y="28994"/>
                </a:lnTo>
                <a:lnTo>
                  <a:pt x="371353" y="26903"/>
                </a:lnTo>
                <a:lnTo>
                  <a:pt x="365007" y="19875"/>
                </a:lnTo>
                <a:lnTo>
                  <a:pt x="309052" y="19875"/>
                </a:lnTo>
                <a:lnTo>
                  <a:pt x="308009" y="19650"/>
                </a:lnTo>
                <a:lnTo>
                  <a:pt x="364249" y="19650"/>
                </a:lnTo>
                <a:close/>
              </a:path>
              <a:path w="371475" h="36195">
                <a:moveTo>
                  <a:pt x="289028" y="1129"/>
                </a:moveTo>
                <a:lnTo>
                  <a:pt x="31641" y="1129"/>
                </a:lnTo>
                <a:lnTo>
                  <a:pt x="16338" y="4086"/>
                </a:lnTo>
                <a:lnTo>
                  <a:pt x="0" y="16979"/>
                </a:lnTo>
                <a:lnTo>
                  <a:pt x="167" y="17877"/>
                </a:lnTo>
                <a:lnTo>
                  <a:pt x="762" y="19367"/>
                </a:lnTo>
                <a:lnTo>
                  <a:pt x="876" y="19650"/>
                </a:lnTo>
                <a:lnTo>
                  <a:pt x="6948" y="23900"/>
                </a:lnTo>
                <a:lnTo>
                  <a:pt x="8947" y="23900"/>
                </a:lnTo>
                <a:lnTo>
                  <a:pt x="9971" y="23709"/>
                </a:lnTo>
                <a:lnTo>
                  <a:pt x="19558" y="19875"/>
                </a:lnTo>
                <a:lnTo>
                  <a:pt x="19102" y="19875"/>
                </a:lnTo>
                <a:lnTo>
                  <a:pt x="20828" y="19367"/>
                </a:lnTo>
                <a:lnTo>
                  <a:pt x="21586" y="19367"/>
                </a:lnTo>
                <a:lnTo>
                  <a:pt x="33938" y="16979"/>
                </a:lnTo>
                <a:lnTo>
                  <a:pt x="33294" y="16979"/>
                </a:lnTo>
                <a:lnTo>
                  <a:pt x="59456" y="15993"/>
                </a:lnTo>
                <a:lnTo>
                  <a:pt x="351906" y="15993"/>
                </a:lnTo>
                <a:lnTo>
                  <a:pt x="312359" y="4273"/>
                </a:lnTo>
                <a:lnTo>
                  <a:pt x="311471" y="4086"/>
                </a:lnTo>
                <a:lnTo>
                  <a:pt x="311685" y="4086"/>
                </a:lnTo>
                <a:lnTo>
                  <a:pt x="289028" y="1129"/>
                </a:lnTo>
                <a:close/>
              </a:path>
              <a:path w="371475" h="36195">
                <a:moveTo>
                  <a:pt x="20828" y="19367"/>
                </a:moveTo>
                <a:lnTo>
                  <a:pt x="19102" y="19875"/>
                </a:lnTo>
                <a:lnTo>
                  <a:pt x="18957" y="19875"/>
                </a:lnTo>
                <a:lnTo>
                  <a:pt x="20120" y="19650"/>
                </a:lnTo>
                <a:lnTo>
                  <a:pt x="20828" y="19367"/>
                </a:lnTo>
                <a:close/>
              </a:path>
              <a:path w="371475" h="36195">
                <a:moveTo>
                  <a:pt x="20120" y="19650"/>
                </a:moveTo>
                <a:lnTo>
                  <a:pt x="18957" y="19875"/>
                </a:lnTo>
                <a:lnTo>
                  <a:pt x="19558" y="19875"/>
                </a:lnTo>
                <a:lnTo>
                  <a:pt x="20120" y="19650"/>
                </a:lnTo>
                <a:close/>
              </a:path>
              <a:path w="371475" h="36195">
                <a:moveTo>
                  <a:pt x="351906" y="15993"/>
                </a:moveTo>
                <a:lnTo>
                  <a:pt x="246965" y="15993"/>
                </a:lnTo>
                <a:lnTo>
                  <a:pt x="287185" y="16979"/>
                </a:lnTo>
                <a:lnTo>
                  <a:pt x="286871" y="16979"/>
                </a:lnTo>
                <a:lnTo>
                  <a:pt x="309052" y="19875"/>
                </a:lnTo>
                <a:lnTo>
                  <a:pt x="308714" y="19875"/>
                </a:lnTo>
                <a:lnTo>
                  <a:pt x="307955" y="19650"/>
                </a:lnTo>
                <a:lnTo>
                  <a:pt x="364249" y="19650"/>
                </a:lnTo>
                <a:lnTo>
                  <a:pt x="351906" y="15993"/>
                </a:lnTo>
                <a:close/>
              </a:path>
              <a:path w="371475" h="36195">
                <a:moveTo>
                  <a:pt x="21586" y="19367"/>
                </a:moveTo>
                <a:lnTo>
                  <a:pt x="20828" y="19367"/>
                </a:lnTo>
                <a:lnTo>
                  <a:pt x="20120" y="19650"/>
                </a:lnTo>
                <a:lnTo>
                  <a:pt x="21586" y="19367"/>
                </a:lnTo>
                <a:close/>
              </a:path>
              <a:path w="371475" h="36195">
                <a:moveTo>
                  <a:pt x="247097" y="0"/>
                </a:moveTo>
                <a:lnTo>
                  <a:pt x="59021" y="0"/>
                </a:lnTo>
                <a:lnTo>
                  <a:pt x="29088" y="1129"/>
                </a:lnTo>
                <a:lnTo>
                  <a:pt x="293410" y="1129"/>
                </a:lnTo>
                <a:lnTo>
                  <a:pt x="247097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59380" y="3535796"/>
            <a:ext cx="300355" cy="43815"/>
          </a:xfrm>
          <a:custGeom>
            <a:avLst/>
            <a:gdLst/>
            <a:ahLst/>
            <a:cxnLst/>
            <a:rect l="l" t="t" r="r" b="b"/>
            <a:pathLst>
              <a:path w="300355" h="43814">
                <a:moveTo>
                  <a:pt x="113802" y="0"/>
                </a:moveTo>
                <a:lnTo>
                  <a:pt x="60570" y="0"/>
                </a:lnTo>
                <a:lnTo>
                  <a:pt x="50079" y="862"/>
                </a:lnTo>
                <a:lnTo>
                  <a:pt x="1850" y="30292"/>
                </a:lnTo>
                <a:lnTo>
                  <a:pt x="0" y="37169"/>
                </a:lnTo>
                <a:lnTo>
                  <a:pt x="679" y="39178"/>
                </a:lnTo>
                <a:lnTo>
                  <a:pt x="6348" y="43526"/>
                </a:lnTo>
                <a:lnTo>
                  <a:pt x="9471" y="43526"/>
                </a:lnTo>
                <a:lnTo>
                  <a:pt x="11480" y="42847"/>
                </a:lnTo>
                <a:lnTo>
                  <a:pt x="12382" y="42327"/>
                </a:lnTo>
                <a:lnTo>
                  <a:pt x="28977" y="27811"/>
                </a:lnTo>
                <a:lnTo>
                  <a:pt x="29476" y="27482"/>
                </a:lnTo>
                <a:lnTo>
                  <a:pt x="35665" y="22956"/>
                </a:lnTo>
                <a:lnTo>
                  <a:pt x="35436" y="22956"/>
                </a:lnTo>
                <a:lnTo>
                  <a:pt x="36482" y="22330"/>
                </a:lnTo>
                <a:lnTo>
                  <a:pt x="36742" y="22330"/>
                </a:lnTo>
                <a:lnTo>
                  <a:pt x="43360" y="19155"/>
                </a:lnTo>
                <a:lnTo>
                  <a:pt x="43042" y="19155"/>
                </a:lnTo>
                <a:lnTo>
                  <a:pt x="44446" y="18634"/>
                </a:lnTo>
                <a:lnTo>
                  <a:pt x="45001" y="18634"/>
                </a:lnTo>
                <a:lnTo>
                  <a:pt x="51883" y="16804"/>
                </a:lnTo>
                <a:lnTo>
                  <a:pt x="51393" y="16804"/>
                </a:lnTo>
                <a:lnTo>
                  <a:pt x="52541" y="16606"/>
                </a:lnTo>
                <a:lnTo>
                  <a:pt x="53806" y="16606"/>
                </a:lnTo>
                <a:lnTo>
                  <a:pt x="61589" y="15967"/>
                </a:lnTo>
                <a:lnTo>
                  <a:pt x="294018" y="15967"/>
                </a:lnTo>
                <a:lnTo>
                  <a:pt x="269619" y="10566"/>
                </a:lnTo>
                <a:lnTo>
                  <a:pt x="244774" y="6436"/>
                </a:lnTo>
                <a:lnTo>
                  <a:pt x="219444" y="3564"/>
                </a:lnTo>
                <a:lnTo>
                  <a:pt x="193714" y="1946"/>
                </a:lnTo>
                <a:lnTo>
                  <a:pt x="113802" y="0"/>
                </a:lnTo>
                <a:close/>
              </a:path>
              <a:path w="300355" h="43814">
                <a:moveTo>
                  <a:pt x="294018" y="15967"/>
                </a:moveTo>
                <a:lnTo>
                  <a:pt x="112629" y="15967"/>
                </a:lnTo>
                <a:lnTo>
                  <a:pt x="193217" y="17940"/>
                </a:lnTo>
                <a:lnTo>
                  <a:pt x="218315" y="19527"/>
                </a:lnTo>
                <a:lnTo>
                  <a:pt x="242889" y="22330"/>
                </a:lnTo>
                <a:lnTo>
                  <a:pt x="266939" y="26348"/>
                </a:lnTo>
                <a:lnTo>
                  <a:pt x="291653" y="31823"/>
                </a:lnTo>
                <a:lnTo>
                  <a:pt x="292590" y="31823"/>
                </a:lnTo>
                <a:lnTo>
                  <a:pt x="300281" y="24460"/>
                </a:lnTo>
                <a:lnTo>
                  <a:pt x="300166" y="22637"/>
                </a:lnTo>
                <a:lnTo>
                  <a:pt x="295010" y="16187"/>
                </a:lnTo>
                <a:lnTo>
                  <a:pt x="294018" y="15967"/>
                </a:lnTo>
                <a:close/>
              </a:path>
              <a:path w="300355" h="43814">
                <a:moveTo>
                  <a:pt x="36521" y="22330"/>
                </a:moveTo>
                <a:lnTo>
                  <a:pt x="35436" y="22956"/>
                </a:lnTo>
                <a:lnTo>
                  <a:pt x="36101" y="22637"/>
                </a:lnTo>
                <a:lnTo>
                  <a:pt x="36521" y="22330"/>
                </a:lnTo>
                <a:close/>
              </a:path>
              <a:path w="300355" h="43814">
                <a:moveTo>
                  <a:pt x="36101" y="22637"/>
                </a:moveTo>
                <a:lnTo>
                  <a:pt x="35436" y="22956"/>
                </a:lnTo>
                <a:lnTo>
                  <a:pt x="35665" y="22956"/>
                </a:lnTo>
                <a:lnTo>
                  <a:pt x="36101" y="22637"/>
                </a:lnTo>
                <a:close/>
              </a:path>
              <a:path w="300355" h="43814">
                <a:moveTo>
                  <a:pt x="36742" y="22330"/>
                </a:moveTo>
                <a:lnTo>
                  <a:pt x="36521" y="22330"/>
                </a:lnTo>
                <a:lnTo>
                  <a:pt x="36101" y="22637"/>
                </a:lnTo>
                <a:lnTo>
                  <a:pt x="36742" y="22330"/>
                </a:lnTo>
                <a:close/>
              </a:path>
              <a:path w="300355" h="43814">
                <a:moveTo>
                  <a:pt x="44446" y="18634"/>
                </a:moveTo>
                <a:lnTo>
                  <a:pt x="43042" y="19155"/>
                </a:lnTo>
                <a:lnTo>
                  <a:pt x="43756" y="18965"/>
                </a:lnTo>
                <a:lnTo>
                  <a:pt x="44446" y="18634"/>
                </a:lnTo>
                <a:close/>
              </a:path>
              <a:path w="300355" h="43814">
                <a:moveTo>
                  <a:pt x="43756" y="18965"/>
                </a:moveTo>
                <a:lnTo>
                  <a:pt x="43042" y="19155"/>
                </a:lnTo>
                <a:lnTo>
                  <a:pt x="43360" y="19155"/>
                </a:lnTo>
                <a:lnTo>
                  <a:pt x="43756" y="18965"/>
                </a:lnTo>
                <a:close/>
              </a:path>
              <a:path w="300355" h="43814">
                <a:moveTo>
                  <a:pt x="45001" y="18634"/>
                </a:moveTo>
                <a:lnTo>
                  <a:pt x="44446" y="18634"/>
                </a:lnTo>
                <a:lnTo>
                  <a:pt x="43756" y="18965"/>
                </a:lnTo>
                <a:lnTo>
                  <a:pt x="45001" y="18634"/>
                </a:lnTo>
                <a:close/>
              </a:path>
              <a:path w="300355" h="43814">
                <a:moveTo>
                  <a:pt x="52628" y="16606"/>
                </a:moveTo>
                <a:lnTo>
                  <a:pt x="51393" y="16804"/>
                </a:lnTo>
                <a:lnTo>
                  <a:pt x="51883" y="16804"/>
                </a:lnTo>
                <a:lnTo>
                  <a:pt x="52628" y="16606"/>
                </a:lnTo>
                <a:close/>
              </a:path>
              <a:path w="300355" h="43814">
                <a:moveTo>
                  <a:pt x="53806" y="16606"/>
                </a:moveTo>
                <a:lnTo>
                  <a:pt x="52628" y="16606"/>
                </a:lnTo>
                <a:lnTo>
                  <a:pt x="51883" y="16804"/>
                </a:lnTo>
                <a:lnTo>
                  <a:pt x="51393" y="16804"/>
                </a:lnTo>
                <a:lnTo>
                  <a:pt x="53806" y="1660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23967" y="3547653"/>
            <a:ext cx="285115" cy="32384"/>
          </a:xfrm>
          <a:custGeom>
            <a:avLst/>
            <a:gdLst/>
            <a:ahLst/>
            <a:cxnLst/>
            <a:rect l="l" t="t" r="r" b="b"/>
            <a:pathLst>
              <a:path w="285114" h="32385">
                <a:moveTo>
                  <a:pt x="243885" y="2052"/>
                </a:moveTo>
                <a:lnTo>
                  <a:pt x="36479" y="2052"/>
                </a:lnTo>
                <a:lnTo>
                  <a:pt x="35401" y="2263"/>
                </a:lnTo>
                <a:lnTo>
                  <a:pt x="1068" y="19697"/>
                </a:lnTo>
                <a:lnTo>
                  <a:pt x="0" y="23916"/>
                </a:lnTo>
                <a:lnTo>
                  <a:pt x="241" y="25815"/>
                </a:lnTo>
                <a:lnTo>
                  <a:pt x="7224" y="31821"/>
                </a:lnTo>
                <a:lnTo>
                  <a:pt x="7996" y="31821"/>
                </a:lnTo>
                <a:lnTo>
                  <a:pt x="10100" y="31554"/>
                </a:lnTo>
                <a:lnTo>
                  <a:pt x="11087" y="31224"/>
                </a:lnTo>
                <a:lnTo>
                  <a:pt x="25298" y="23105"/>
                </a:lnTo>
                <a:lnTo>
                  <a:pt x="25894" y="22801"/>
                </a:lnTo>
                <a:lnTo>
                  <a:pt x="31744" y="20072"/>
                </a:lnTo>
                <a:lnTo>
                  <a:pt x="31523" y="20072"/>
                </a:lnTo>
                <a:lnTo>
                  <a:pt x="32523" y="19697"/>
                </a:lnTo>
                <a:lnTo>
                  <a:pt x="32797" y="19697"/>
                </a:lnTo>
                <a:lnTo>
                  <a:pt x="38498" y="18021"/>
                </a:lnTo>
                <a:lnTo>
                  <a:pt x="37784" y="18021"/>
                </a:lnTo>
                <a:lnTo>
                  <a:pt x="39915" y="17604"/>
                </a:lnTo>
                <a:lnTo>
                  <a:pt x="41314" y="17604"/>
                </a:lnTo>
                <a:lnTo>
                  <a:pt x="57830" y="15955"/>
                </a:lnTo>
                <a:lnTo>
                  <a:pt x="284630" y="15955"/>
                </a:lnTo>
                <a:lnTo>
                  <a:pt x="278990" y="8161"/>
                </a:lnTo>
                <a:lnTo>
                  <a:pt x="243885" y="2052"/>
                </a:lnTo>
                <a:close/>
              </a:path>
              <a:path w="285114" h="32385">
                <a:moveTo>
                  <a:pt x="284630" y="15955"/>
                </a:moveTo>
                <a:lnTo>
                  <a:pt x="218920" y="15955"/>
                </a:lnTo>
                <a:lnTo>
                  <a:pt x="243241" y="18021"/>
                </a:lnTo>
                <a:lnTo>
                  <a:pt x="242328" y="18021"/>
                </a:lnTo>
                <a:lnTo>
                  <a:pt x="276249" y="23916"/>
                </a:lnTo>
                <a:lnTo>
                  <a:pt x="277176" y="23916"/>
                </a:lnTo>
                <a:lnTo>
                  <a:pt x="284635" y="16182"/>
                </a:lnTo>
                <a:lnTo>
                  <a:pt x="284630" y="15955"/>
                </a:lnTo>
                <a:close/>
              </a:path>
              <a:path w="285114" h="32385">
                <a:moveTo>
                  <a:pt x="32547" y="19697"/>
                </a:moveTo>
                <a:lnTo>
                  <a:pt x="31523" y="20072"/>
                </a:lnTo>
                <a:lnTo>
                  <a:pt x="32122" y="19896"/>
                </a:lnTo>
                <a:lnTo>
                  <a:pt x="32547" y="19697"/>
                </a:lnTo>
                <a:close/>
              </a:path>
              <a:path w="285114" h="32385">
                <a:moveTo>
                  <a:pt x="32122" y="19896"/>
                </a:moveTo>
                <a:lnTo>
                  <a:pt x="31523" y="20072"/>
                </a:lnTo>
                <a:lnTo>
                  <a:pt x="31744" y="20072"/>
                </a:lnTo>
                <a:lnTo>
                  <a:pt x="32122" y="19896"/>
                </a:lnTo>
                <a:close/>
              </a:path>
              <a:path w="285114" h="32385">
                <a:moveTo>
                  <a:pt x="32797" y="19697"/>
                </a:moveTo>
                <a:lnTo>
                  <a:pt x="32547" y="19697"/>
                </a:lnTo>
                <a:lnTo>
                  <a:pt x="32122" y="19896"/>
                </a:lnTo>
                <a:lnTo>
                  <a:pt x="32797" y="19697"/>
                </a:lnTo>
                <a:close/>
              </a:path>
              <a:path w="285114" h="32385">
                <a:moveTo>
                  <a:pt x="39915" y="17604"/>
                </a:moveTo>
                <a:lnTo>
                  <a:pt x="37784" y="18021"/>
                </a:lnTo>
                <a:lnTo>
                  <a:pt x="38498" y="18021"/>
                </a:lnTo>
                <a:lnTo>
                  <a:pt x="39915" y="17604"/>
                </a:lnTo>
                <a:close/>
              </a:path>
              <a:path w="285114" h="32385">
                <a:moveTo>
                  <a:pt x="41314" y="17604"/>
                </a:moveTo>
                <a:lnTo>
                  <a:pt x="39915" y="17604"/>
                </a:lnTo>
                <a:lnTo>
                  <a:pt x="38498" y="18021"/>
                </a:lnTo>
                <a:lnTo>
                  <a:pt x="37144" y="18021"/>
                </a:lnTo>
                <a:lnTo>
                  <a:pt x="41314" y="17604"/>
                </a:lnTo>
                <a:close/>
              </a:path>
              <a:path w="285114" h="32385">
                <a:moveTo>
                  <a:pt x="220141" y="0"/>
                </a:moveTo>
                <a:lnTo>
                  <a:pt x="56607" y="0"/>
                </a:lnTo>
                <a:lnTo>
                  <a:pt x="36114" y="2052"/>
                </a:lnTo>
                <a:lnTo>
                  <a:pt x="244205" y="2052"/>
                </a:lnTo>
                <a:lnTo>
                  <a:pt x="22014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38707" y="3519972"/>
            <a:ext cx="280670" cy="36195"/>
          </a:xfrm>
          <a:custGeom>
            <a:avLst/>
            <a:gdLst/>
            <a:ahLst/>
            <a:cxnLst/>
            <a:rect l="l" t="t" r="r" b="b"/>
            <a:pathLst>
              <a:path w="280670" h="36195">
                <a:moveTo>
                  <a:pt x="273596" y="0"/>
                </a:moveTo>
                <a:lnTo>
                  <a:pt x="41506" y="0"/>
                </a:lnTo>
                <a:lnTo>
                  <a:pt x="39664" y="215"/>
                </a:lnTo>
                <a:lnTo>
                  <a:pt x="2016" y="22277"/>
                </a:lnTo>
                <a:lnTo>
                  <a:pt x="0" y="29108"/>
                </a:lnTo>
                <a:lnTo>
                  <a:pt x="631" y="31132"/>
                </a:lnTo>
                <a:lnTo>
                  <a:pt x="6450" y="35692"/>
                </a:lnTo>
                <a:lnTo>
                  <a:pt x="9316" y="35692"/>
                </a:lnTo>
                <a:lnTo>
                  <a:pt x="11341" y="35060"/>
                </a:lnTo>
                <a:lnTo>
                  <a:pt x="12255" y="34563"/>
                </a:lnTo>
                <a:lnTo>
                  <a:pt x="24917" y="24015"/>
                </a:lnTo>
                <a:lnTo>
                  <a:pt x="26439" y="23086"/>
                </a:lnTo>
                <a:lnTo>
                  <a:pt x="33855" y="18248"/>
                </a:lnTo>
                <a:lnTo>
                  <a:pt x="33003" y="18248"/>
                </a:lnTo>
                <a:lnTo>
                  <a:pt x="35520" y="17162"/>
                </a:lnTo>
                <a:lnTo>
                  <a:pt x="37565" y="17162"/>
                </a:lnTo>
                <a:lnTo>
                  <a:pt x="42458" y="15998"/>
                </a:lnTo>
                <a:lnTo>
                  <a:pt x="41517" y="15998"/>
                </a:lnTo>
                <a:lnTo>
                  <a:pt x="43294" y="15789"/>
                </a:lnTo>
                <a:lnTo>
                  <a:pt x="274617" y="15789"/>
                </a:lnTo>
                <a:lnTo>
                  <a:pt x="276575" y="14978"/>
                </a:lnTo>
                <a:lnTo>
                  <a:pt x="280532" y="9056"/>
                </a:lnTo>
                <a:lnTo>
                  <a:pt x="280532" y="6936"/>
                </a:lnTo>
                <a:lnTo>
                  <a:pt x="274647" y="215"/>
                </a:lnTo>
                <a:lnTo>
                  <a:pt x="273596" y="0"/>
                </a:lnTo>
                <a:close/>
              </a:path>
              <a:path w="280670" h="36195">
                <a:moveTo>
                  <a:pt x="35520" y="17162"/>
                </a:moveTo>
                <a:lnTo>
                  <a:pt x="33003" y="18248"/>
                </a:lnTo>
                <a:lnTo>
                  <a:pt x="34345" y="17929"/>
                </a:lnTo>
                <a:lnTo>
                  <a:pt x="35520" y="17162"/>
                </a:lnTo>
                <a:close/>
              </a:path>
              <a:path w="280670" h="36195">
                <a:moveTo>
                  <a:pt x="34345" y="17929"/>
                </a:moveTo>
                <a:lnTo>
                  <a:pt x="33003" y="18248"/>
                </a:lnTo>
                <a:lnTo>
                  <a:pt x="33855" y="18248"/>
                </a:lnTo>
                <a:lnTo>
                  <a:pt x="34345" y="17929"/>
                </a:lnTo>
                <a:close/>
              </a:path>
              <a:path w="280670" h="36195">
                <a:moveTo>
                  <a:pt x="37565" y="17162"/>
                </a:moveTo>
                <a:lnTo>
                  <a:pt x="35520" y="17162"/>
                </a:lnTo>
                <a:lnTo>
                  <a:pt x="34345" y="17929"/>
                </a:lnTo>
                <a:lnTo>
                  <a:pt x="37565" y="17162"/>
                </a:lnTo>
                <a:close/>
              </a:path>
              <a:path w="280670" h="36195">
                <a:moveTo>
                  <a:pt x="43333" y="15789"/>
                </a:moveTo>
                <a:lnTo>
                  <a:pt x="41517" y="15998"/>
                </a:lnTo>
                <a:lnTo>
                  <a:pt x="42458" y="15998"/>
                </a:lnTo>
                <a:lnTo>
                  <a:pt x="43333" y="15789"/>
                </a:lnTo>
                <a:close/>
              </a:path>
              <a:path w="280670" h="36195">
                <a:moveTo>
                  <a:pt x="274617" y="15789"/>
                </a:moveTo>
                <a:lnTo>
                  <a:pt x="43333" y="15789"/>
                </a:lnTo>
                <a:lnTo>
                  <a:pt x="42458" y="15998"/>
                </a:lnTo>
                <a:lnTo>
                  <a:pt x="273570" y="15998"/>
                </a:lnTo>
                <a:lnTo>
                  <a:pt x="274617" y="1578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4613" y="3188361"/>
            <a:ext cx="194945" cy="312420"/>
          </a:xfrm>
          <a:custGeom>
            <a:avLst/>
            <a:gdLst/>
            <a:ahLst/>
            <a:cxnLst/>
            <a:rect l="l" t="t" r="r" b="b"/>
            <a:pathLst>
              <a:path w="194945" h="312420">
                <a:moveTo>
                  <a:pt x="169219" y="215829"/>
                </a:moveTo>
                <a:lnTo>
                  <a:pt x="166812" y="217923"/>
                </a:lnTo>
                <a:lnTo>
                  <a:pt x="161326" y="222803"/>
                </a:lnTo>
                <a:lnTo>
                  <a:pt x="160845" y="223114"/>
                </a:lnTo>
                <a:lnTo>
                  <a:pt x="160411" y="223492"/>
                </a:lnTo>
                <a:lnTo>
                  <a:pt x="160260" y="223492"/>
                </a:lnTo>
                <a:lnTo>
                  <a:pt x="148776" y="230939"/>
                </a:lnTo>
                <a:lnTo>
                  <a:pt x="98764" y="254138"/>
                </a:lnTo>
                <a:lnTo>
                  <a:pt x="30449" y="276692"/>
                </a:lnTo>
                <a:lnTo>
                  <a:pt x="9050" y="282526"/>
                </a:lnTo>
                <a:lnTo>
                  <a:pt x="7578" y="283091"/>
                </a:lnTo>
                <a:lnTo>
                  <a:pt x="0" y="290540"/>
                </a:lnTo>
                <a:lnTo>
                  <a:pt x="39" y="293377"/>
                </a:lnTo>
                <a:lnTo>
                  <a:pt x="29583" y="312025"/>
                </a:lnTo>
                <a:lnTo>
                  <a:pt x="32456" y="312025"/>
                </a:lnTo>
                <a:lnTo>
                  <a:pt x="38858" y="305382"/>
                </a:lnTo>
                <a:lnTo>
                  <a:pt x="38756" y="302237"/>
                </a:lnTo>
                <a:lnTo>
                  <a:pt x="38131" y="300578"/>
                </a:lnTo>
                <a:lnTo>
                  <a:pt x="38008" y="300253"/>
                </a:lnTo>
                <a:lnTo>
                  <a:pt x="37458" y="299369"/>
                </a:lnTo>
                <a:lnTo>
                  <a:pt x="37115" y="299003"/>
                </a:lnTo>
                <a:lnTo>
                  <a:pt x="11523" y="299003"/>
                </a:lnTo>
                <a:lnTo>
                  <a:pt x="13953" y="288212"/>
                </a:lnTo>
                <a:lnTo>
                  <a:pt x="14032" y="287864"/>
                </a:lnTo>
                <a:lnTo>
                  <a:pt x="13464" y="287400"/>
                </a:lnTo>
                <a:lnTo>
                  <a:pt x="14136" y="287400"/>
                </a:lnTo>
                <a:lnTo>
                  <a:pt x="14245" y="286917"/>
                </a:lnTo>
                <a:lnTo>
                  <a:pt x="51205" y="286917"/>
                </a:lnTo>
                <a:lnTo>
                  <a:pt x="72994" y="280034"/>
                </a:lnTo>
                <a:lnTo>
                  <a:pt x="138750" y="254138"/>
                </a:lnTo>
                <a:lnTo>
                  <a:pt x="180414" y="227293"/>
                </a:lnTo>
                <a:lnTo>
                  <a:pt x="183420" y="223492"/>
                </a:lnTo>
                <a:lnTo>
                  <a:pt x="160411" y="223492"/>
                </a:lnTo>
                <a:lnTo>
                  <a:pt x="160913" y="223114"/>
                </a:lnTo>
                <a:lnTo>
                  <a:pt x="183693" y="223114"/>
                </a:lnTo>
                <a:lnTo>
                  <a:pt x="187445" y="217923"/>
                </a:lnTo>
                <a:lnTo>
                  <a:pt x="188184" y="216571"/>
                </a:lnTo>
                <a:lnTo>
                  <a:pt x="168682" y="216571"/>
                </a:lnTo>
                <a:lnTo>
                  <a:pt x="169056" y="216162"/>
                </a:lnTo>
                <a:lnTo>
                  <a:pt x="169219" y="215829"/>
                </a:lnTo>
                <a:close/>
              </a:path>
              <a:path w="194945" h="312420">
                <a:moveTo>
                  <a:pt x="14055" y="287864"/>
                </a:moveTo>
                <a:lnTo>
                  <a:pt x="13953" y="288212"/>
                </a:lnTo>
                <a:lnTo>
                  <a:pt x="11523" y="299003"/>
                </a:lnTo>
                <a:lnTo>
                  <a:pt x="13603" y="297962"/>
                </a:lnTo>
                <a:lnTo>
                  <a:pt x="13259" y="297962"/>
                </a:lnTo>
                <a:lnTo>
                  <a:pt x="14732" y="297397"/>
                </a:lnTo>
                <a:lnTo>
                  <a:pt x="15328" y="297397"/>
                </a:lnTo>
                <a:lnTo>
                  <a:pt x="27942" y="293951"/>
                </a:lnTo>
                <a:lnTo>
                  <a:pt x="18674" y="289758"/>
                </a:lnTo>
                <a:lnTo>
                  <a:pt x="16466" y="289758"/>
                </a:lnTo>
                <a:lnTo>
                  <a:pt x="16361" y="289623"/>
                </a:lnTo>
                <a:lnTo>
                  <a:pt x="14055" y="287864"/>
                </a:lnTo>
                <a:close/>
              </a:path>
              <a:path w="194945" h="312420">
                <a:moveTo>
                  <a:pt x="27942" y="293951"/>
                </a:moveTo>
                <a:lnTo>
                  <a:pt x="15328" y="297397"/>
                </a:lnTo>
                <a:lnTo>
                  <a:pt x="13882" y="297822"/>
                </a:lnTo>
                <a:lnTo>
                  <a:pt x="11523" y="299003"/>
                </a:lnTo>
                <a:lnTo>
                  <a:pt x="37115" y="299003"/>
                </a:lnTo>
                <a:lnTo>
                  <a:pt x="36008" y="297822"/>
                </a:lnTo>
                <a:lnTo>
                  <a:pt x="35162" y="297218"/>
                </a:lnTo>
                <a:lnTo>
                  <a:pt x="27942" y="293951"/>
                </a:lnTo>
                <a:close/>
              </a:path>
              <a:path w="194945" h="312420">
                <a:moveTo>
                  <a:pt x="14732" y="297397"/>
                </a:moveTo>
                <a:lnTo>
                  <a:pt x="13259" y="297962"/>
                </a:lnTo>
                <a:lnTo>
                  <a:pt x="13771" y="297822"/>
                </a:lnTo>
                <a:lnTo>
                  <a:pt x="14732" y="297397"/>
                </a:lnTo>
                <a:close/>
              </a:path>
              <a:path w="194945" h="312420">
                <a:moveTo>
                  <a:pt x="13882" y="297822"/>
                </a:moveTo>
                <a:lnTo>
                  <a:pt x="13259" y="297962"/>
                </a:lnTo>
                <a:lnTo>
                  <a:pt x="13603" y="297962"/>
                </a:lnTo>
                <a:lnTo>
                  <a:pt x="13882" y="297822"/>
                </a:lnTo>
                <a:close/>
              </a:path>
              <a:path w="194945" h="312420">
                <a:moveTo>
                  <a:pt x="15328" y="297397"/>
                </a:moveTo>
                <a:lnTo>
                  <a:pt x="14732" y="297397"/>
                </a:lnTo>
                <a:lnTo>
                  <a:pt x="13882" y="297822"/>
                </a:lnTo>
                <a:lnTo>
                  <a:pt x="15328" y="297397"/>
                </a:lnTo>
                <a:close/>
              </a:path>
              <a:path w="194945" h="312420">
                <a:moveTo>
                  <a:pt x="51205" y="286917"/>
                </a:moveTo>
                <a:lnTo>
                  <a:pt x="14245" y="286917"/>
                </a:lnTo>
                <a:lnTo>
                  <a:pt x="15258" y="288212"/>
                </a:lnTo>
                <a:lnTo>
                  <a:pt x="27942" y="293951"/>
                </a:lnTo>
                <a:lnTo>
                  <a:pt x="35283" y="291946"/>
                </a:lnTo>
                <a:lnTo>
                  <a:pt x="51205" y="286917"/>
                </a:lnTo>
                <a:close/>
              </a:path>
              <a:path w="194945" h="312420">
                <a:moveTo>
                  <a:pt x="15258" y="288212"/>
                </a:moveTo>
                <a:lnTo>
                  <a:pt x="16295" y="289623"/>
                </a:lnTo>
                <a:lnTo>
                  <a:pt x="16466" y="289758"/>
                </a:lnTo>
                <a:lnTo>
                  <a:pt x="18674" y="289758"/>
                </a:lnTo>
                <a:lnTo>
                  <a:pt x="15258" y="288212"/>
                </a:lnTo>
                <a:close/>
              </a:path>
              <a:path w="194945" h="312420">
                <a:moveTo>
                  <a:pt x="14074" y="287676"/>
                </a:moveTo>
                <a:lnTo>
                  <a:pt x="14055" y="287864"/>
                </a:lnTo>
                <a:lnTo>
                  <a:pt x="16295" y="289623"/>
                </a:lnTo>
                <a:lnTo>
                  <a:pt x="15258" y="288212"/>
                </a:lnTo>
                <a:lnTo>
                  <a:pt x="14074" y="287676"/>
                </a:lnTo>
                <a:close/>
              </a:path>
              <a:path w="194945" h="312420">
                <a:moveTo>
                  <a:pt x="14245" y="286917"/>
                </a:moveTo>
                <a:lnTo>
                  <a:pt x="14136" y="287400"/>
                </a:lnTo>
                <a:lnTo>
                  <a:pt x="14074" y="287676"/>
                </a:lnTo>
                <a:lnTo>
                  <a:pt x="15258" y="288212"/>
                </a:lnTo>
                <a:lnTo>
                  <a:pt x="14370" y="287077"/>
                </a:lnTo>
                <a:lnTo>
                  <a:pt x="14245" y="286917"/>
                </a:lnTo>
                <a:close/>
              </a:path>
              <a:path w="194945" h="312420">
                <a:moveTo>
                  <a:pt x="13464" y="287400"/>
                </a:moveTo>
                <a:lnTo>
                  <a:pt x="14055" y="287864"/>
                </a:lnTo>
                <a:lnTo>
                  <a:pt x="14074" y="287676"/>
                </a:lnTo>
                <a:lnTo>
                  <a:pt x="13464" y="287400"/>
                </a:lnTo>
                <a:close/>
              </a:path>
              <a:path w="194945" h="312420">
                <a:moveTo>
                  <a:pt x="14136" y="287400"/>
                </a:moveTo>
                <a:lnTo>
                  <a:pt x="13464" y="287400"/>
                </a:lnTo>
                <a:lnTo>
                  <a:pt x="14074" y="287676"/>
                </a:lnTo>
                <a:lnTo>
                  <a:pt x="14136" y="287400"/>
                </a:lnTo>
                <a:close/>
              </a:path>
              <a:path w="194945" h="312420">
                <a:moveTo>
                  <a:pt x="188776" y="215225"/>
                </a:moveTo>
                <a:lnTo>
                  <a:pt x="169913" y="215225"/>
                </a:lnTo>
                <a:lnTo>
                  <a:pt x="169361" y="215829"/>
                </a:lnTo>
                <a:lnTo>
                  <a:pt x="168978" y="216162"/>
                </a:lnTo>
                <a:lnTo>
                  <a:pt x="168682" y="216571"/>
                </a:lnTo>
                <a:lnTo>
                  <a:pt x="188184" y="216571"/>
                </a:lnTo>
                <a:lnTo>
                  <a:pt x="188408" y="216162"/>
                </a:lnTo>
                <a:lnTo>
                  <a:pt x="188776" y="215225"/>
                </a:lnTo>
                <a:close/>
              </a:path>
              <a:path w="194945" h="312420">
                <a:moveTo>
                  <a:pt x="169913" y="215225"/>
                </a:moveTo>
                <a:lnTo>
                  <a:pt x="169219" y="215829"/>
                </a:lnTo>
                <a:lnTo>
                  <a:pt x="168978" y="216162"/>
                </a:lnTo>
                <a:lnTo>
                  <a:pt x="169361" y="215829"/>
                </a:lnTo>
                <a:lnTo>
                  <a:pt x="169913" y="215225"/>
                </a:lnTo>
                <a:close/>
              </a:path>
              <a:path w="194945" h="312420">
                <a:moveTo>
                  <a:pt x="173889" y="209373"/>
                </a:moveTo>
                <a:lnTo>
                  <a:pt x="169219" y="215829"/>
                </a:lnTo>
                <a:lnTo>
                  <a:pt x="169913" y="215225"/>
                </a:lnTo>
                <a:lnTo>
                  <a:pt x="188776" y="215225"/>
                </a:lnTo>
                <a:lnTo>
                  <a:pt x="190705" y="210314"/>
                </a:lnTo>
                <a:lnTo>
                  <a:pt x="173519" y="210314"/>
                </a:lnTo>
                <a:lnTo>
                  <a:pt x="173889" y="209373"/>
                </a:lnTo>
                <a:close/>
              </a:path>
              <a:path w="194945" h="312420">
                <a:moveTo>
                  <a:pt x="174482" y="208553"/>
                </a:moveTo>
                <a:lnTo>
                  <a:pt x="173889" y="209373"/>
                </a:lnTo>
                <a:lnTo>
                  <a:pt x="173519" y="210314"/>
                </a:lnTo>
                <a:lnTo>
                  <a:pt x="174482" y="208553"/>
                </a:lnTo>
                <a:close/>
              </a:path>
              <a:path w="194945" h="312420">
                <a:moveTo>
                  <a:pt x="191397" y="208553"/>
                </a:moveTo>
                <a:lnTo>
                  <a:pt x="174482" y="208553"/>
                </a:lnTo>
                <a:lnTo>
                  <a:pt x="173519" y="210314"/>
                </a:lnTo>
                <a:lnTo>
                  <a:pt x="190705" y="210314"/>
                </a:lnTo>
                <a:lnTo>
                  <a:pt x="191397" y="208553"/>
                </a:lnTo>
                <a:close/>
              </a:path>
              <a:path w="194945" h="312420">
                <a:moveTo>
                  <a:pt x="178470" y="197709"/>
                </a:moveTo>
                <a:lnTo>
                  <a:pt x="173889" y="209373"/>
                </a:lnTo>
                <a:lnTo>
                  <a:pt x="174482" y="208553"/>
                </a:lnTo>
                <a:lnTo>
                  <a:pt x="191397" y="208553"/>
                </a:lnTo>
                <a:lnTo>
                  <a:pt x="193838" y="202340"/>
                </a:lnTo>
                <a:lnTo>
                  <a:pt x="194382" y="199815"/>
                </a:lnTo>
                <a:lnTo>
                  <a:pt x="194422" y="199016"/>
                </a:lnTo>
                <a:lnTo>
                  <a:pt x="178405" y="199016"/>
                </a:lnTo>
                <a:lnTo>
                  <a:pt x="178470" y="197709"/>
                </a:lnTo>
                <a:close/>
              </a:path>
              <a:path w="194945" h="312420">
                <a:moveTo>
                  <a:pt x="178949" y="196491"/>
                </a:moveTo>
                <a:lnTo>
                  <a:pt x="178470" y="197709"/>
                </a:lnTo>
                <a:lnTo>
                  <a:pt x="178405" y="199016"/>
                </a:lnTo>
                <a:lnTo>
                  <a:pt x="178949" y="196491"/>
                </a:lnTo>
                <a:close/>
              </a:path>
              <a:path w="194945" h="312420">
                <a:moveTo>
                  <a:pt x="194548" y="196491"/>
                </a:moveTo>
                <a:lnTo>
                  <a:pt x="178949" y="196491"/>
                </a:lnTo>
                <a:lnTo>
                  <a:pt x="178405" y="199016"/>
                </a:lnTo>
                <a:lnTo>
                  <a:pt x="194422" y="199016"/>
                </a:lnTo>
                <a:lnTo>
                  <a:pt x="194548" y="196491"/>
                </a:lnTo>
                <a:close/>
              </a:path>
              <a:path w="194945" h="312420">
                <a:moveTo>
                  <a:pt x="194829" y="189143"/>
                </a:moveTo>
                <a:lnTo>
                  <a:pt x="178899" y="189143"/>
                </a:lnTo>
                <a:lnTo>
                  <a:pt x="179461" y="192516"/>
                </a:lnTo>
                <a:lnTo>
                  <a:pt x="178730" y="192516"/>
                </a:lnTo>
                <a:lnTo>
                  <a:pt x="178531" y="196491"/>
                </a:lnTo>
                <a:lnTo>
                  <a:pt x="178470" y="197709"/>
                </a:lnTo>
                <a:lnTo>
                  <a:pt x="178949" y="196491"/>
                </a:lnTo>
                <a:lnTo>
                  <a:pt x="194548" y="196491"/>
                </a:lnTo>
                <a:lnTo>
                  <a:pt x="194747" y="192516"/>
                </a:lnTo>
                <a:lnTo>
                  <a:pt x="179461" y="192516"/>
                </a:lnTo>
                <a:lnTo>
                  <a:pt x="178811" y="190892"/>
                </a:lnTo>
                <a:lnTo>
                  <a:pt x="194828" y="190892"/>
                </a:lnTo>
                <a:lnTo>
                  <a:pt x="194829" y="189143"/>
                </a:lnTo>
                <a:close/>
              </a:path>
              <a:path w="194945" h="312420">
                <a:moveTo>
                  <a:pt x="178899" y="189143"/>
                </a:moveTo>
                <a:lnTo>
                  <a:pt x="178811" y="190892"/>
                </a:lnTo>
                <a:lnTo>
                  <a:pt x="179461" y="192516"/>
                </a:lnTo>
                <a:lnTo>
                  <a:pt x="178899" y="189143"/>
                </a:lnTo>
                <a:close/>
              </a:path>
              <a:path w="194945" h="312420">
                <a:moveTo>
                  <a:pt x="176908" y="186135"/>
                </a:moveTo>
                <a:lnTo>
                  <a:pt x="178811" y="190892"/>
                </a:lnTo>
                <a:lnTo>
                  <a:pt x="178899" y="189143"/>
                </a:lnTo>
                <a:lnTo>
                  <a:pt x="194829" y="189143"/>
                </a:lnTo>
                <a:lnTo>
                  <a:pt x="194776" y="188227"/>
                </a:lnTo>
                <a:lnTo>
                  <a:pt x="194681" y="187660"/>
                </a:lnTo>
                <a:lnTo>
                  <a:pt x="194527" y="187107"/>
                </a:lnTo>
                <a:lnTo>
                  <a:pt x="177656" y="187107"/>
                </a:lnTo>
                <a:lnTo>
                  <a:pt x="176908" y="186135"/>
                </a:lnTo>
                <a:close/>
              </a:path>
              <a:path w="194945" h="312420">
                <a:moveTo>
                  <a:pt x="176499" y="185112"/>
                </a:moveTo>
                <a:lnTo>
                  <a:pt x="176908" y="186135"/>
                </a:lnTo>
                <a:lnTo>
                  <a:pt x="177656" y="187107"/>
                </a:lnTo>
                <a:lnTo>
                  <a:pt x="176499" y="185112"/>
                </a:lnTo>
                <a:close/>
              </a:path>
              <a:path w="194945" h="312420">
                <a:moveTo>
                  <a:pt x="193729" y="185112"/>
                </a:moveTo>
                <a:lnTo>
                  <a:pt x="176499" y="185112"/>
                </a:lnTo>
                <a:lnTo>
                  <a:pt x="177638" y="187107"/>
                </a:lnTo>
                <a:lnTo>
                  <a:pt x="194527" y="187107"/>
                </a:lnTo>
                <a:lnTo>
                  <a:pt x="193729" y="185112"/>
                </a:lnTo>
                <a:close/>
              </a:path>
              <a:path w="194945" h="312420">
                <a:moveTo>
                  <a:pt x="173274" y="181410"/>
                </a:moveTo>
                <a:lnTo>
                  <a:pt x="176908" y="186135"/>
                </a:lnTo>
                <a:lnTo>
                  <a:pt x="176499" y="185112"/>
                </a:lnTo>
                <a:lnTo>
                  <a:pt x="193729" y="185112"/>
                </a:lnTo>
                <a:lnTo>
                  <a:pt x="192499" y="182036"/>
                </a:lnTo>
                <a:lnTo>
                  <a:pt x="174079" y="182036"/>
                </a:lnTo>
                <a:lnTo>
                  <a:pt x="173274" y="181410"/>
                </a:lnTo>
                <a:close/>
              </a:path>
              <a:path w="194945" h="312420">
                <a:moveTo>
                  <a:pt x="172649" y="180599"/>
                </a:moveTo>
                <a:lnTo>
                  <a:pt x="173274" y="181410"/>
                </a:lnTo>
                <a:lnTo>
                  <a:pt x="174079" y="182036"/>
                </a:lnTo>
                <a:lnTo>
                  <a:pt x="172649" y="180599"/>
                </a:lnTo>
                <a:close/>
              </a:path>
              <a:path w="194945" h="312420">
                <a:moveTo>
                  <a:pt x="191925" y="180599"/>
                </a:moveTo>
                <a:lnTo>
                  <a:pt x="172649" y="180599"/>
                </a:lnTo>
                <a:lnTo>
                  <a:pt x="174079" y="182036"/>
                </a:lnTo>
                <a:lnTo>
                  <a:pt x="192499" y="182036"/>
                </a:lnTo>
                <a:lnTo>
                  <a:pt x="191925" y="180599"/>
                </a:lnTo>
                <a:close/>
              </a:path>
              <a:path w="194945" h="312420">
                <a:moveTo>
                  <a:pt x="182362" y="168215"/>
                </a:moveTo>
                <a:lnTo>
                  <a:pt x="156308" y="168215"/>
                </a:lnTo>
                <a:lnTo>
                  <a:pt x="156763" y="168569"/>
                </a:lnTo>
                <a:lnTo>
                  <a:pt x="157250" y="168847"/>
                </a:lnTo>
                <a:lnTo>
                  <a:pt x="157121" y="168847"/>
                </a:lnTo>
                <a:lnTo>
                  <a:pt x="173274" y="181410"/>
                </a:lnTo>
                <a:lnTo>
                  <a:pt x="172649" y="180599"/>
                </a:lnTo>
                <a:lnTo>
                  <a:pt x="191925" y="180599"/>
                </a:lnTo>
                <a:lnTo>
                  <a:pt x="183175" y="168847"/>
                </a:lnTo>
                <a:lnTo>
                  <a:pt x="157250" y="168847"/>
                </a:lnTo>
                <a:lnTo>
                  <a:pt x="156835" y="168569"/>
                </a:lnTo>
                <a:lnTo>
                  <a:pt x="182817" y="168569"/>
                </a:lnTo>
                <a:lnTo>
                  <a:pt x="182362" y="168215"/>
                </a:lnTo>
                <a:close/>
              </a:path>
              <a:path w="194945" h="312420">
                <a:moveTo>
                  <a:pt x="158958" y="0"/>
                </a:moveTo>
                <a:lnTo>
                  <a:pt x="154914" y="0"/>
                </a:lnTo>
                <a:lnTo>
                  <a:pt x="117166" y="1887"/>
                </a:lnTo>
                <a:lnTo>
                  <a:pt x="66847" y="7945"/>
                </a:lnTo>
                <a:lnTo>
                  <a:pt x="37263" y="49921"/>
                </a:lnTo>
                <a:lnTo>
                  <a:pt x="34815" y="85925"/>
                </a:lnTo>
                <a:lnTo>
                  <a:pt x="35679" y="92585"/>
                </a:lnTo>
                <a:lnTo>
                  <a:pt x="68713" y="125303"/>
                </a:lnTo>
                <a:lnTo>
                  <a:pt x="129607" y="153046"/>
                </a:lnTo>
                <a:lnTo>
                  <a:pt x="156763" y="168569"/>
                </a:lnTo>
                <a:lnTo>
                  <a:pt x="156308" y="168215"/>
                </a:lnTo>
                <a:lnTo>
                  <a:pt x="182362" y="168215"/>
                </a:lnTo>
                <a:lnTo>
                  <a:pt x="166129" y="155588"/>
                </a:lnTo>
                <a:lnTo>
                  <a:pt x="165187" y="154956"/>
                </a:lnTo>
                <a:lnTo>
                  <a:pt x="137543" y="139162"/>
                </a:lnTo>
                <a:lnTo>
                  <a:pt x="136857" y="138808"/>
                </a:lnTo>
                <a:lnTo>
                  <a:pt x="97458" y="121079"/>
                </a:lnTo>
                <a:lnTo>
                  <a:pt x="76232" y="111207"/>
                </a:lnTo>
                <a:lnTo>
                  <a:pt x="73465" y="109477"/>
                </a:lnTo>
                <a:lnTo>
                  <a:pt x="62064" y="102569"/>
                </a:lnTo>
                <a:lnTo>
                  <a:pt x="61839" y="102569"/>
                </a:lnTo>
                <a:lnTo>
                  <a:pt x="61295" y="102103"/>
                </a:lnTo>
                <a:lnTo>
                  <a:pt x="60714" y="101751"/>
                </a:lnTo>
                <a:lnTo>
                  <a:pt x="60884" y="101751"/>
                </a:lnTo>
                <a:lnTo>
                  <a:pt x="57161" y="98563"/>
                </a:lnTo>
                <a:lnTo>
                  <a:pt x="56887" y="98563"/>
                </a:lnTo>
                <a:lnTo>
                  <a:pt x="56375" y="97890"/>
                </a:lnTo>
                <a:lnTo>
                  <a:pt x="55727" y="97335"/>
                </a:lnTo>
                <a:lnTo>
                  <a:pt x="55953" y="97335"/>
                </a:lnTo>
                <a:lnTo>
                  <a:pt x="53917" y="94656"/>
                </a:lnTo>
                <a:lnTo>
                  <a:pt x="53592" y="94656"/>
                </a:lnTo>
                <a:lnTo>
                  <a:pt x="52568" y="92882"/>
                </a:lnTo>
                <a:lnTo>
                  <a:pt x="52842" y="92882"/>
                </a:lnTo>
                <a:lnTo>
                  <a:pt x="51855" y="90533"/>
                </a:lnTo>
                <a:lnTo>
                  <a:pt x="51543" y="90533"/>
                </a:lnTo>
                <a:lnTo>
                  <a:pt x="50985" y="88461"/>
                </a:lnTo>
                <a:lnTo>
                  <a:pt x="51275" y="88461"/>
                </a:lnTo>
                <a:lnTo>
                  <a:pt x="50812" y="84895"/>
                </a:lnTo>
                <a:lnTo>
                  <a:pt x="50746" y="64673"/>
                </a:lnTo>
                <a:lnTo>
                  <a:pt x="50604" y="64673"/>
                </a:lnTo>
                <a:lnTo>
                  <a:pt x="50746" y="63931"/>
                </a:lnTo>
                <a:lnTo>
                  <a:pt x="50746" y="63173"/>
                </a:lnTo>
                <a:lnTo>
                  <a:pt x="50890" y="63173"/>
                </a:lnTo>
                <a:lnTo>
                  <a:pt x="52314" y="55694"/>
                </a:lnTo>
                <a:lnTo>
                  <a:pt x="52181" y="55694"/>
                </a:lnTo>
                <a:lnTo>
                  <a:pt x="52443" y="55015"/>
                </a:lnTo>
                <a:lnTo>
                  <a:pt x="52579" y="54305"/>
                </a:lnTo>
                <a:lnTo>
                  <a:pt x="52719" y="54305"/>
                </a:lnTo>
                <a:lnTo>
                  <a:pt x="58104" y="40396"/>
                </a:lnTo>
                <a:lnTo>
                  <a:pt x="61611" y="34616"/>
                </a:lnTo>
                <a:lnTo>
                  <a:pt x="64996" y="28842"/>
                </a:lnTo>
                <a:lnTo>
                  <a:pt x="64693" y="28842"/>
                </a:lnTo>
                <a:lnTo>
                  <a:pt x="65937" y="27237"/>
                </a:lnTo>
                <a:lnTo>
                  <a:pt x="66299" y="27237"/>
                </a:lnTo>
                <a:lnTo>
                  <a:pt x="68025" y="25513"/>
                </a:lnTo>
                <a:lnTo>
                  <a:pt x="67666" y="25513"/>
                </a:lnTo>
                <a:lnTo>
                  <a:pt x="69259" y="24279"/>
                </a:lnTo>
                <a:lnTo>
                  <a:pt x="69756" y="24279"/>
                </a:lnTo>
                <a:lnTo>
                  <a:pt x="70860" y="23628"/>
                </a:lnTo>
                <a:lnTo>
                  <a:pt x="69985" y="23628"/>
                </a:lnTo>
                <a:lnTo>
                  <a:pt x="72479" y="22673"/>
                </a:lnTo>
                <a:lnTo>
                  <a:pt x="74761" y="22673"/>
                </a:lnTo>
                <a:lnTo>
                  <a:pt x="86607" y="20304"/>
                </a:lnTo>
                <a:lnTo>
                  <a:pt x="86306" y="20304"/>
                </a:lnTo>
                <a:lnTo>
                  <a:pt x="118227" y="17848"/>
                </a:lnTo>
                <a:lnTo>
                  <a:pt x="158728" y="15821"/>
                </a:lnTo>
                <a:lnTo>
                  <a:pt x="164348" y="11734"/>
                </a:lnTo>
                <a:lnTo>
                  <a:pt x="164444" y="11573"/>
                </a:lnTo>
                <a:lnTo>
                  <a:pt x="165157" y="9577"/>
                </a:lnTo>
                <a:lnTo>
                  <a:pt x="165203" y="6430"/>
                </a:lnTo>
                <a:lnTo>
                  <a:pt x="164949" y="5421"/>
                </a:lnTo>
                <a:lnTo>
                  <a:pt x="164041" y="3505"/>
                </a:lnTo>
                <a:lnTo>
                  <a:pt x="163420" y="2669"/>
                </a:lnTo>
                <a:lnTo>
                  <a:pt x="161848" y="1247"/>
                </a:lnTo>
                <a:lnTo>
                  <a:pt x="160955" y="713"/>
                </a:lnTo>
                <a:lnTo>
                  <a:pt x="158958" y="0"/>
                </a:lnTo>
                <a:close/>
              </a:path>
              <a:path w="194945" h="312420">
                <a:moveTo>
                  <a:pt x="61295" y="102103"/>
                </a:moveTo>
                <a:lnTo>
                  <a:pt x="61852" y="102569"/>
                </a:lnTo>
                <a:lnTo>
                  <a:pt x="62064" y="102569"/>
                </a:lnTo>
                <a:lnTo>
                  <a:pt x="61295" y="102103"/>
                </a:lnTo>
                <a:close/>
              </a:path>
              <a:path w="194945" h="312420">
                <a:moveTo>
                  <a:pt x="60884" y="101751"/>
                </a:moveTo>
                <a:lnTo>
                  <a:pt x="60714" y="101751"/>
                </a:lnTo>
                <a:lnTo>
                  <a:pt x="61295" y="102103"/>
                </a:lnTo>
                <a:lnTo>
                  <a:pt x="60884" y="101751"/>
                </a:lnTo>
                <a:close/>
              </a:path>
              <a:path w="194945" h="312420">
                <a:moveTo>
                  <a:pt x="56375" y="97890"/>
                </a:moveTo>
                <a:lnTo>
                  <a:pt x="56887" y="98563"/>
                </a:lnTo>
                <a:lnTo>
                  <a:pt x="57161" y="98563"/>
                </a:lnTo>
                <a:lnTo>
                  <a:pt x="56375" y="97890"/>
                </a:lnTo>
                <a:close/>
              </a:path>
              <a:path w="194945" h="312420">
                <a:moveTo>
                  <a:pt x="55953" y="97335"/>
                </a:moveTo>
                <a:lnTo>
                  <a:pt x="55727" y="97335"/>
                </a:lnTo>
                <a:lnTo>
                  <a:pt x="56375" y="97890"/>
                </a:lnTo>
                <a:lnTo>
                  <a:pt x="55953" y="97335"/>
                </a:lnTo>
                <a:close/>
              </a:path>
              <a:path w="194945" h="312420">
                <a:moveTo>
                  <a:pt x="52568" y="92882"/>
                </a:moveTo>
                <a:lnTo>
                  <a:pt x="53592" y="94656"/>
                </a:lnTo>
                <a:lnTo>
                  <a:pt x="53181" y="93689"/>
                </a:lnTo>
                <a:lnTo>
                  <a:pt x="52568" y="92882"/>
                </a:lnTo>
                <a:close/>
              </a:path>
              <a:path w="194945" h="312420">
                <a:moveTo>
                  <a:pt x="53181" y="93689"/>
                </a:moveTo>
                <a:lnTo>
                  <a:pt x="53588" y="94656"/>
                </a:lnTo>
                <a:lnTo>
                  <a:pt x="53917" y="94656"/>
                </a:lnTo>
                <a:lnTo>
                  <a:pt x="53181" y="93689"/>
                </a:lnTo>
                <a:close/>
              </a:path>
              <a:path w="194945" h="312420">
                <a:moveTo>
                  <a:pt x="52842" y="92882"/>
                </a:moveTo>
                <a:lnTo>
                  <a:pt x="52568" y="92882"/>
                </a:lnTo>
                <a:lnTo>
                  <a:pt x="53181" y="93689"/>
                </a:lnTo>
                <a:lnTo>
                  <a:pt x="52842" y="92882"/>
                </a:lnTo>
                <a:close/>
              </a:path>
              <a:path w="194945" h="312420">
                <a:moveTo>
                  <a:pt x="50985" y="88461"/>
                </a:moveTo>
                <a:lnTo>
                  <a:pt x="51543" y="90533"/>
                </a:lnTo>
                <a:lnTo>
                  <a:pt x="51404" y="89457"/>
                </a:lnTo>
                <a:lnTo>
                  <a:pt x="50985" y="88461"/>
                </a:lnTo>
                <a:close/>
              </a:path>
              <a:path w="194945" h="312420">
                <a:moveTo>
                  <a:pt x="51404" y="89457"/>
                </a:moveTo>
                <a:lnTo>
                  <a:pt x="51543" y="90533"/>
                </a:lnTo>
                <a:lnTo>
                  <a:pt x="51855" y="90533"/>
                </a:lnTo>
                <a:lnTo>
                  <a:pt x="51404" y="89457"/>
                </a:lnTo>
                <a:close/>
              </a:path>
              <a:path w="194945" h="312420">
                <a:moveTo>
                  <a:pt x="51275" y="88461"/>
                </a:moveTo>
                <a:lnTo>
                  <a:pt x="50985" y="88461"/>
                </a:lnTo>
                <a:lnTo>
                  <a:pt x="51404" y="89457"/>
                </a:lnTo>
                <a:lnTo>
                  <a:pt x="51275" y="88461"/>
                </a:lnTo>
                <a:close/>
              </a:path>
              <a:path w="194945" h="312420">
                <a:moveTo>
                  <a:pt x="50746" y="63931"/>
                </a:moveTo>
                <a:lnTo>
                  <a:pt x="50604" y="64673"/>
                </a:lnTo>
                <a:lnTo>
                  <a:pt x="50746" y="64673"/>
                </a:lnTo>
                <a:lnTo>
                  <a:pt x="50746" y="63931"/>
                </a:lnTo>
                <a:close/>
              </a:path>
              <a:path w="194945" h="312420">
                <a:moveTo>
                  <a:pt x="50890" y="63173"/>
                </a:moveTo>
                <a:lnTo>
                  <a:pt x="50746" y="63173"/>
                </a:lnTo>
                <a:lnTo>
                  <a:pt x="50746" y="63931"/>
                </a:lnTo>
                <a:lnTo>
                  <a:pt x="50890" y="63173"/>
                </a:lnTo>
                <a:close/>
              </a:path>
              <a:path w="194945" h="312420">
                <a:moveTo>
                  <a:pt x="52443" y="55015"/>
                </a:moveTo>
                <a:lnTo>
                  <a:pt x="52181" y="55694"/>
                </a:lnTo>
                <a:lnTo>
                  <a:pt x="52314" y="55694"/>
                </a:lnTo>
                <a:lnTo>
                  <a:pt x="52443" y="55015"/>
                </a:lnTo>
                <a:close/>
              </a:path>
              <a:path w="194945" h="312420">
                <a:moveTo>
                  <a:pt x="52719" y="54305"/>
                </a:moveTo>
                <a:lnTo>
                  <a:pt x="52579" y="54305"/>
                </a:lnTo>
                <a:lnTo>
                  <a:pt x="52443" y="55015"/>
                </a:lnTo>
                <a:lnTo>
                  <a:pt x="52719" y="54305"/>
                </a:lnTo>
                <a:close/>
              </a:path>
              <a:path w="194945" h="312420">
                <a:moveTo>
                  <a:pt x="65937" y="27237"/>
                </a:moveTo>
                <a:lnTo>
                  <a:pt x="64693" y="28842"/>
                </a:lnTo>
                <a:lnTo>
                  <a:pt x="65425" y="28111"/>
                </a:lnTo>
                <a:lnTo>
                  <a:pt x="65937" y="27237"/>
                </a:lnTo>
                <a:close/>
              </a:path>
              <a:path w="194945" h="312420">
                <a:moveTo>
                  <a:pt x="65425" y="28111"/>
                </a:moveTo>
                <a:lnTo>
                  <a:pt x="64693" y="28842"/>
                </a:lnTo>
                <a:lnTo>
                  <a:pt x="64996" y="28842"/>
                </a:lnTo>
                <a:lnTo>
                  <a:pt x="65425" y="28111"/>
                </a:lnTo>
                <a:close/>
              </a:path>
              <a:path w="194945" h="312420">
                <a:moveTo>
                  <a:pt x="66299" y="27237"/>
                </a:moveTo>
                <a:lnTo>
                  <a:pt x="65937" y="27237"/>
                </a:lnTo>
                <a:lnTo>
                  <a:pt x="65425" y="28111"/>
                </a:lnTo>
                <a:lnTo>
                  <a:pt x="66299" y="27237"/>
                </a:lnTo>
                <a:close/>
              </a:path>
              <a:path w="194945" h="312420">
                <a:moveTo>
                  <a:pt x="69259" y="24279"/>
                </a:moveTo>
                <a:lnTo>
                  <a:pt x="67666" y="25513"/>
                </a:lnTo>
                <a:lnTo>
                  <a:pt x="68542" y="24996"/>
                </a:lnTo>
                <a:lnTo>
                  <a:pt x="69259" y="24279"/>
                </a:lnTo>
                <a:close/>
              </a:path>
              <a:path w="194945" h="312420">
                <a:moveTo>
                  <a:pt x="68542" y="24996"/>
                </a:moveTo>
                <a:lnTo>
                  <a:pt x="67666" y="25513"/>
                </a:lnTo>
                <a:lnTo>
                  <a:pt x="68025" y="25513"/>
                </a:lnTo>
                <a:lnTo>
                  <a:pt x="68542" y="24996"/>
                </a:lnTo>
                <a:close/>
              </a:path>
              <a:path w="194945" h="312420">
                <a:moveTo>
                  <a:pt x="69756" y="24279"/>
                </a:moveTo>
                <a:lnTo>
                  <a:pt x="69259" y="24279"/>
                </a:lnTo>
                <a:lnTo>
                  <a:pt x="68542" y="24996"/>
                </a:lnTo>
                <a:lnTo>
                  <a:pt x="69756" y="24279"/>
                </a:lnTo>
                <a:close/>
              </a:path>
              <a:path w="194945" h="312420">
                <a:moveTo>
                  <a:pt x="72479" y="22673"/>
                </a:moveTo>
                <a:lnTo>
                  <a:pt x="69985" y="23628"/>
                </a:lnTo>
                <a:lnTo>
                  <a:pt x="71309" y="23363"/>
                </a:lnTo>
                <a:lnTo>
                  <a:pt x="72479" y="22673"/>
                </a:lnTo>
                <a:close/>
              </a:path>
              <a:path w="194945" h="312420">
                <a:moveTo>
                  <a:pt x="71309" y="23363"/>
                </a:moveTo>
                <a:lnTo>
                  <a:pt x="69985" y="23628"/>
                </a:lnTo>
                <a:lnTo>
                  <a:pt x="70860" y="23628"/>
                </a:lnTo>
                <a:lnTo>
                  <a:pt x="71309" y="23363"/>
                </a:lnTo>
                <a:close/>
              </a:path>
              <a:path w="194945" h="312420">
                <a:moveTo>
                  <a:pt x="74761" y="22673"/>
                </a:moveTo>
                <a:lnTo>
                  <a:pt x="72479" y="22673"/>
                </a:lnTo>
                <a:lnTo>
                  <a:pt x="71309" y="23363"/>
                </a:lnTo>
                <a:lnTo>
                  <a:pt x="74761" y="2267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95582" y="3165102"/>
            <a:ext cx="328295" cy="323850"/>
          </a:xfrm>
          <a:custGeom>
            <a:avLst/>
            <a:gdLst/>
            <a:ahLst/>
            <a:cxnLst/>
            <a:rect l="l" t="t" r="r" b="b"/>
            <a:pathLst>
              <a:path w="328294" h="323850">
                <a:moveTo>
                  <a:pt x="310052" y="171542"/>
                </a:moveTo>
                <a:lnTo>
                  <a:pt x="309331" y="171542"/>
                </a:lnTo>
                <a:lnTo>
                  <a:pt x="307601" y="173067"/>
                </a:lnTo>
                <a:lnTo>
                  <a:pt x="306990" y="173067"/>
                </a:lnTo>
                <a:lnTo>
                  <a:pt x="300577" y="177246"/>
                </a:lnTo>
                <a:lnTo>
                  <a:pt x="299576" y="177973"/>
                </a:lnTo>
                <a:lnTo>
                  <a:pt x="299115" y="178198"/>
                </a:lnTo>
                <a:lnTo>
                  <a:pt x="298718" y="178457"/>
                </a:lnTo>
                <a:lnTo>
                  <a:pt x="298584" y="178457"/>
                </a:lnTo>
                <a:lnTo>
                  <a:pt x="208212" y="222912"/>
                </a:lnTo>
                <a:lnTo>
                  <a:pt x="207743" y="223161"/>
                </a:lnTo>
                <a:lnTo>
                  <a:pt x="184171" y="236860"/>
                </a:lnTo>
                <a:lnTo>
                  <a:pt x="161602" y="251444"/>
                </a:lnTo>
                <a:lnTo>
                  <a:pt x="115664" y="280299"/>
                </a:lnTo>
                <a:lnTo>
                  <a:pt x="62407" y="308937"/>
                </a:lnTo>
                <a:lnTo>
                  <a:pt x="59164" y="314191"/>
                </a:lnTo>
                <a:lnTo>
                  <a:pt x="59278" y="317336"/>
                </a:lnTo>
                <a:lnTo>
                  <a:pt x="65841" y="323441"/>
                </a:lnTo>
                <a:lnTo>
                  <a:pt x="68612" y="323441"/>
                </a:lnTo>
                <a:lnTo>
                  <a:pt x="123241" y="294388"/>
                </a:lnTo>
                <a:lnTo>
                  <a:pt x="170196" y="264932"/>
                </a:lnTo>
                <a:lnTo>
                  <a:pt x="192226" y="250694"/>
                </a:lnTo>
                <a:lnTo>
                  <a:pt x="215780" y="236995"/>
                </a:lnTo>
                <a:lnTo>
                  <a:pt x="306589" y="192347"/>
                </a:lnTo>
                <a:lnTo>
                  <a:pt x="324015" y="178457"/>
                </a:lnTo>
                <a:lnTo>
                  <a:pt x="298718" y="178457"/>
                </a:lnTo>
                <a:lnTo>
                  <a:pt x="299177" y="178198"/>
                </a:lnTo>
                <a:lnTo>
                  <a:pt x="324235" y="178198"/>
                </a:lnTo>
                <a:lnTo>
                  <a:pt x="324426" y="177973"/>
                </a:lnTo>
                <a:lnTo>
                  <a:pt x="324899" y="177246"/>
                </a:lnTo>
                <a:lnTo>
                  <a:pt x="325526" y="175820"/>
                </a:lnTo>
                <a:lnTo>
                  <a:pt x="325731" y="175077"/>
                </a:lnTo>
                <a:lnTo>
                  <a:pt x="325983" y="173067"/>
                </a:lnTo>
                <a:lnTo>
                  <a:pt x="307601" y="173067"/>
                </a:lnTo>
                <a:lnTo>
                  <a:pt x="308238" y="172318"/>
                </a:lnTo>
                <a:lnTo>
                  <a:pt x="309955" y="172318"/>
                </a:lnTo>
                <a:lnTo>
                  <a:pt x="310052" y="171542"/>
                </a:lnTo>
                <a:close/>
              </a:path>
              <a:path w="328294" h="323850">
                <a:moveTo>
                  <a:pt x="309331" y="171542"/>
                </a:moveTo>
                <a:lnTo>
                  <a:pt x="308361" y="172175"/>
                </a:lnTo>
                <a:lnTo>
                  <a:pt x="307601" y="173067"/>
                </a:lnTo>
                <a:lnTo>
                  <a:pt x="309331" y="171542"/>
                </a:lnTo>
                <a:close/>
              </a:path>
              <a:path w="328294" h="323850">
                <a:moveTo>
                  <a:pt x="326600" y="168132"/>
                </a:moveTo>
                <a:lnTo>
                  <a:pt x="311797" y="168132"/>
                </a:lnTo>
                <a:lnTo>
                  <a:pt x="310296" y="171542"/>
                </a:lnTo>
                <a:lnTo>
                  <a:pt x="309973" y="172175"/>
                </a:lnTo>
                <a:lnTo>
                  <a:pt x="309955" y="172318"/>
                </a:lnTo>
                <a:lnTo>
                  <a:pt x="326076" y="172318"/>
                </a:lnTo>
                <a:lnTo>
                  <a:pt x="326600" y="168132"/>
                </a:lnTo>
                <a:close/>
              </a:path>
              <a:path w="328294" h="323850">
                <a:moveTo>
                  <a:pt x="310251" y="169952"/>
                </a:moveTo>
                <a:lnTo>
                  <a:pt x="308361" y="172175"/>
                </a:lnTo>
                <a:lnTo>
                  <a:pt x="309331" y="171542"/>
                </a:lnTo>
                <a:lnTo>
                  <a:pt x="310052" y="171542"/>
                </a:lnTo>
                <a:lnTo>
                  <a:pt x="310251" y="169952"/>
                </a:lnTo>
                <a:close/>
              </a:path>
              <a:path w="328294" h="323850">
                <a:moveTo>
                  <a:pt x="311797" y="168132"/>
                </a:moveTo>
                <a:lnTo>
                  <a:pt x="310251" y="169952"/>
                </a:lnTo>
                <a:lnTo>
                  <a:pt x="310052" y="171542"/>
                </a:lnTo>
                <a:lnTo>
                  <a:pt x="309973" y="172175"/>
                </a:lnTo>
                <a:lnTo>
                  <a:pt x="310296" y="171542"/>
                </a:lnTo>
                <a:lnTo>
                  <a:pt x="311797" y="168132"/>
                </a:lnTo>
                <a:close/>
              </a:path>
              <a:path w="328294" h="323850">
                <a:moveTo>
                  <a:pt x="327803" y="156523"/>
                </a:moveTo>
                <a:lnTo>
                  <a:pt x="311930" y="156523"/>
                </a:lnTo>
                <a:lnTo>
                  <a:pt x="311930" y="158508"/>
                </a:lnTo>
                <a:lnTo>
                  <a:pt x="311681" y="158508"/>
                </a:lnTo>
                <a:lnTo>
                  <a:pt x="310251" y="169952"/>
                </a:lnTo>
                <a:lnTo>
                  <a:pt x="311797" y="168132"/>
                </a:lnTo>
                <a:lnTo>
                  <a:pt x="326600" y="168132"/>
                </a:lnTo>
                <a:lnTo>
                  <a:pt x="327803" y="158508"/>
                </a:lnTo>
                <a:lnTo>
                  <a:pt x="311930" y="158508"/>
                </a:lnTo>
                <a:lnTo>
                  <a:pt x="311930" y="157515"/>
                </a:lnTo>
                <a:lnTo>
                  <a:pt x="327803" y="157515"/>
                </a:lnTo>
                <a:lnTo>
                  <a:pt x="327803" y="156523"/>
                </a:lnTo>
                <a:close/>
              </a:path>
              <a:path w="328294" h="323850">
                <a:moveTo>
                  <a:pt x="327063" y="150608"/>
                </a:moveTo>
                <a:lnTo>
                  <a:pt x="310943" y="150608"/>
                </a:lnTo>
                <a:lnTo>
                  <a:pt x="311060" y="151546"/>
                </a:lnTo>
                <a:lnTo>
                  <a:pt x="311390" y="152425"/>
                </a:lnTo>
                <a:lnTo>
                  <a:pt x="311170" y="152425"/>
                </a:lnTo>
                <a:lnTo>
                  <a:pt x="311682" y="156523"/>
                </a:lnTo>
                <a:lnTo>
                  <a:pt x="311806" y="157515"/>
                </a:lnTo>
                <a:lnTo>
                  <a:pt x="311930" y="156523"/>
                </a:lnTo>
                <a:lnTo>
                  <a:pt x="327803" y="156523"/>
                </a:lnTo>
                <a:lnTo>
                  <a:pt x="327291" y="152425"/>
                </a:lnTo>
                <a:lnTo>
                  <a:pt x="311390" y="152425"/>
                </a:lnTo>
                <a:lnTo>
                  <a:pt x="311173" y="151546"/>
                </a:lnTo>
                <a:lnTo>
                  <a:pt x="327181" y="151546"/>
                </a:lnTo>
                <a:lnTo>
                  <a:pt x="327063" y="150608"/>
                </a:lnTo>
                <a:close/>
              </a:path>
              <a:path w="328294" h="323850">
                <a:moveTo>
                  <a:pt x="325513" y="144531"/>
                </a:moveTo>
                <a:lnTo>
                  <a:pt x="308428" y="144531"/>
                </a:lnTo>
                <a:lnTo>
                  <a:pt x="309494" y="146484"/>
                </a:lnTo>
                <a:lnTo>
                  <a:pt x="309161" y="146484"/>
                </a:lnTo>
                <a:lnTo>
                  <a:pt x="311060" y="151546"/>
                </a:lnTo>
                <a:lnTo>
                  <a:pt x="310943" y="150608"/>
                </a:lnTo>
                <a:lnTo>
                  <a:pt x="327063" y="150608"/>
                </a:lnTo>
                <a:lnTo>
                  <a:pt x="326815" y="148623"/>
                </a:lnTo>
                <a:lnTo>
                  <a:pt x="326368" y="146813"/>
                </a:lnTo>
                <a:lnTo>
                  <a:pt x="326245" y="146484"/>
                </a:lnTo>
                <a:lnTo>
                  <a:pt x="309494" y="146484"/>
                </a:lnTo>
                <a:lnTo>
                  <a:pt x="308820" y="145576"/>
                </a:lnTo>
                <a:lnTo>
                  <a:pt x="325905" y="145576"/>
                </a:lnTo>
                <a:lnTo>
                  <a:pt x="325513" y="144531"/>
                </a:lnTo>
                <a:close/>
              </a:path>
              <a:path w="328294" h="323850">
                <a:moveTo>
                  <a:pt x="308428" y="144531"/>
                </a:moveTo>
                <a:lnTo>
                  <a:pt x="308820" y="145576"/>
                </a:lnTo>
                <a:lnTo>
                  <a:pt x="309494" y="146484"/>
                </a:lnTo>
                <a:lnTo>
                  <a:pt x="308428" y="144531"/>
                </a:lnTo>
                <a:close/>
              </a:path>
              <a:path w="328294" h="323850">
                <a:moveTo>
                  <a:pt x="307301" y="143527"/>
                </a:moveTo>
                <a:lnTo>
                  <a:pt x="308820" y="145576"/>
                </a:lnTo>
                <a:lnTo>
                  <a:pt x="308428" y="144531"/>
                </a:lnTo>
                <a:lnTo>
                  <a:pt x="325513" y="144531"/>
                </a:lnTo>
                <a:lnTo>
                  <a:pt x="325385" y="144189"/>
                </a:lnTo>
                <a:lnTo>
                  <a:pt x="308145" y="144189"/>
                </a:lnTo>
                <a:lnTo>
                  <a:pt x="307301" y="143527"/>
                </a:lnTo>
                <a:close/>
              </a:path>
              <a:path w="328294" h="323850">
                <a:moveTo>
                  <a:pt x="306655" y="142657"/>
                </a:moveTo>
                <a:lnTo>
                  <a:pt x="307301" y="143527"/>
                </a:lnTo>
                <a:lnTo>
                  <a:pt x="308145" y="144189"/>
                </a:lnTo>
                <a:lnTo>
                  <a:pt x="306655" y="142657"/>
                </a:lnTo>
                <a:close/>
              </a:path>
              <a:path w="328294" h="323850">
                <a:moveTo>
                  <a:pt x="324810" y="142657"/>
                </a:moveTo>
                <a:lnTo>
                  <a:pt x="306655" y="142657"/>
                </a:lnTo>
                <a:lnTo>
                  <a:pt x="308145" y="144189"/>
                </a:lnTo>
                <a:lnTo>
                  <a:pt x="325385" y="144189"/>
                </a:lnTo>
                <a:lnTo>
                  <a:pt x="324810" y="142657"/>
                </a:lnTo>
                <a:close/>
              </a:path>
              <a:path w="328294" h="323850">
                <a:moveTo>
                  <a:pt x="304354" y="141218"/>
                </a:moveTo>
                <a:lnTo>
                  <a:pt x="307301" y="143527"/>
                </a:lnTo>
                <a:lnTo>
                  <a:pt x="306655" y="142657"/>
                </a:lnTo>
                <a:lnTo>
                  <a:pt x="324810" y="142657"/>
                </a:lnTo>
                <a:lnTo>
                  <a:pt x="324420" y="141616"/>
                </a:lnTo>
                <a:lnTo>
                  <a:pt x="305240" y="141616"/>
                </a:lnTo>
                <a:lnTo>
                  <a:pt x="304354" y="141218"/>
                </a:lnTo>
                <a:close/>
              </a:path>
              <a:path w="328294" h="323850">
                <a:moveTo>
                  <a:pt x="303579" y="140611"/>
                </a:moveTo>
                <a:lnTo>
                  <a:pt x="304354" y="141218"/>
                </a:lnTo>
                <a:lnTo>
                  <a:pt x="305240" y="141616"/>
                </a:lnTo>
                <a:lnTo>
                  <a:pt x="303579" y="140611"/>
                </a:lnTo>
                <a:close/>
              </a:path>
              <a:path w="328294" h="323850">
                <a:moveTo>
                  <a:pt x="324044" y="140611"/>
                </a:moveTo>
                <a:lnTo>
                  <a:pt x="303579" y="140611"/>
                </a:lnTo>
                <a:lnTo>
                  <a:pt x="305240" y="141616"/>
                </a:lnTo>
                <a:lnTo>
                  <a:pt x="324420" y="141616"/>
                </a:lnTo>
                <a:lnTo>
                  <a:pt x="324044" y="140611"/>
                </a:lnTo>
                <a:close/>
              </a:path>
              <a:path w="328294" h="323850">
                <a:moveTo>
                  <a:pt x="291628" y="135512"/>
                </a:moveTo>
                <a:lnTo>
                  <a:pt x="304354" y="141218"/>
                </a:lnTo>
                <a:lnTo>
                  <a:pt x="303579" y="140611"/>
                </a:lnTo>
                <a:lnTo>
                  <a:pt x="324044" y="140611"/>
                </a:lnTo>
                <a:lnTo>
                  <a:pt x="323407" y="138912"/>
                </a:lnTo>
                <a:lnTo>
                  <a:pt x="322341" y="136952"/>
                </a:lnTo>
                <a:lnTo>
                  <a:pt x="321403" y="135688"/>
                </a:lnTo>
                <a:lnTo>
                  <a:pt x="292380" y="135688"/>
                </a:lnTo>
                <a:lnTo>
                  <a:pt x="291628" y="135512"/>
                </a:lnTo>
                <a:close/>
              </a:path>
              <a:path w="328294" h="323850">
                <a:moveTo>
                  <a:pt x="290926" y="135197"/>
                </a:moveTo>
                <a:lnTo>
                  <a:pt x="291628" y="135512"/>
                </a:lnTo>
                <a:lnTo>
                  <a:pt x="292380" y="135688"/>
                </a:lnTo>
                <a:lnTo>
                  <a:pt x="290926" y="135197"/>
                </a:lnTo>
                <a:close/>
              </a:path>
              <a:path w="328294" h="323850">
                <a:moveTo>
                  <a:pt x="321039" y="135197"/>
                </a:moveTo>
                <a:lnTo>
                  <a:pt x="290926" y="135197"/>
                </a:lnTo>
                <a:lnTo>
                  <a:pt x="292380" y="135688"/>
                </a:lnTo>
                <a:lnTo>
                  <a:pt x="321403" y="135688"/>
                </a:lnTo>
                <a:lnTo>
                  <a:pt x="321039" y="135197"/>
                </a:lnTo>
                <a:close/>
              </a:path>
              <a:path w="328294" h="323850">
                <a:moveTo>
                  <a:pt x="133687" y="0"/>
                </a:moveTo>
                <a:lnTo>
                  <a:pt x="131396" y="0"/>
                </a:lnTo>
                <a:lnTo>
                  <a:pt x="117081" y="1600"/>
                </a:lnTo>
                <a:lnTo>
                  <a:pt x="76551" y="17499"/>
                </a:lnTo>
                <a:lnTo>
                  <a:pt x="32243" y="50303"/>
                </a:lnTo>
                <a:lnTo>
                  <a:pt x="4391" y="90878"/>
                </a:lnTo>
                <a:lnTo>
                  <a:pt x="0" y="104642"/>
                </a:lnTo>
                <a:lnTo>
                  <a:pt x="43" y="107920"/>
                </a:lnTo>
                <a:lnTo>
                  <a:pt x="51831" y="128985"/>
                </a:lnTo>
                <a:lnTo>
                  <a:pt x="86644" y="129970"/>
                </a:lnTo>
                <a:lnTo>
                  <a:pt x="222848" y="129970"/>
                </a:lnTo>
                <a:lnTo>
                  <a:pt x="267275" y="131452"/>
                </a:lnTo>
                <a:lnTo>
                  <a:pt x="267064" y="131452"/>
                </a:lnTo>
                <a:lnTo>
                  <a:pt x="282145" y="133250"/>
                </a:lnTo>
                <a:lnTo>
                  <a:pt x="281937" y="133250"/>
                </a:lnTo>
                <a:lnTo>
                  <a:pt x="291628" y="135512"/>
                </a:lnTo>
                <a:lnTo>
                  <a:pt x="290926" y="135197"/>
                </a:lnTo>
                <a:lnTo>
                  <a:pt x="321039" y="135197"/>
                </a:lnTo>
                <a:lnTo>
                  <a:pt x="284908" y="117518"/>
                </a:lnTo>
                <a:lnTo>
                  <a:pt x="268487" y="115515"/>
                </a:lnTo>
                <a:lnTo>
                  <a:pt x="269491" y="115515"/>
                </a:lnTo>
                <a:lnTo>
                  <a:pt x="223381" y="113983"/>
                </a:lnTo>
                <a:lnTo>
                  <a:pt x="87324" y="113983"/>
                </a:lnTo>
                <a:lnTo>
                  <a:pt x="56020" y="113090"/>
                </a:lnTo>
                <a:lnTo>
                  <a:pt x="53631" y="113090"/>
                </a:lnTo>
                <a:lnTo>
                  <a:pt x="31530" y="110436"/>
                </a:lnTo>
                <a:lnTo>
                  <a:pt x="30166" y="110436"/>
                </a:lnTo>
                <a:lnTo>
                  <a:pt x="29024" y="110180"/>
                </a:lnTo>
                <a:lnTo>
                  <a:pt x="29399" y="110180"/>
                </a:lnTo>
                <a:lnTo>
                  <a:pt x="24379" y="108507"/>
                </a:lnTo>
                <a:lnTo>
                  <a:pt x="15544" y="108507"/>
                </a:lnTo>
                <a:lnTo>
                  <a:pt x="15506" y="105620"/>
                </a:lnTo>
                <a:lnTo>
                  <a:pt x="15323" y="105273"/>
                </a:lnTo>
                <a:lnTo>
                  <a:pt x="14364" y="103839"/>
                </a:lnTo>
                <a:lnTo>
                  <a:pt x="15482" y="103839"/>
                </a:lnTo>
                <a:lnTo>
                  <a:pt x="15480" y="103645"/>
                </a:lnTo>
                <a:lnTo>
                  <a:pt x="17023" y="103645"/>
                </a:lnTo>
                <a:lnTo>
                  <a:pt x="18507" y="98771"/>
                </a:lnTo>
                <a:lnTo>
                  <a:pt x="18303" y="98771"/>
                </a:lnTo>
                <a:lnTo>
                  <a:pt x="18742" y="97999"/>
                </a:lnTo>
                <a:lnTo>
                  <a:pt x="18999" y="97153"/>
                </a:lnTo>
                <a:lnTo>
                  <a:pt x="19222" y="97153"/>
                </a:lnTo>
                <a:lnTo>
                  <a:pt x="28670" y="80510"/>
                </a:lnTo>
                <a:lnTo>
                  <a:pt x="34939" y="72616"/>
                </a:lnTo>
                <a:lnTo>
                  <a:pt x="42959" y="62340"/>
                </a:lnTo>
                <a:lnTo>
                  <a:pt x="42777" y="62340"/>
                </a:lnTo>
                <a:lnTo>
                  <a:pt x="43350" y="61838"/>
                </a:lnTo>
                <a:lnTo>
                  <a:pt x="43815" y="61243"/>
                </a:lnTo>
                <a:lnTo>
                  <a:pt x="44031" y="61243"/>
                </a:lnTo>
                <a:lnTo>
                  <a:pt x="61671" y="45807"/>
                </a:lnTo>
                <a:lnTo>
                  <a:pt x="61521" y="45807"/>
                </a:lnTo>
                <a:lnTo>
                  <a:pt x="62060" y="45467"/>
                </a:lnTo>
                <a:lnTo>
                  <a:pt x="62522" y="45063"/>
                </a:lnTo>
                <a:lnTo>
                  <a:pt x="62701" y="45063"/>
                </a:lnTo>
                <a:lnTo>
                  <a:pt x="83432" y="31997"/>
                </a:lnTo>
                <a:lnTo>
                  <a:pt x="83304" y="31997"/>
                </a:lnTo>
                <a:lnTo>
                  <a:pt x="83776" y="31780"/>
                </a:lnTo>
                <a:lnTo>
                  <a:pt x="84227" y="31496"/>
                </a:lnTo>
                <a:lnTo>
                  <a:pt x="84395" y="31496"/>
                </a:lnTo>
                <a:lnTo>
                  <a:pt x="107070" y="21065"/>
                </a:lnTo>
                <a:lnTo>
                  <a:pt x="106850" y="21065"/>
                </a:lnTo>
                <a:lnTo>
                  <a:pt x="107987" y="20643"/>
                </a:lnTo>
                <a:lnTo>
                  <a:pt x="108319" y="20643"/>
                </a:lnTo>
                <a:lnTo>
                  <a:pt x="119272" y="17499"/>
                </a:lnTo>
                <a:lnTo>
                  <a:pt x="118863" y="17499"/>
                </a:lnTo>
                <a:lnTo>
                  <a:pt x="120179" y="17238"/>
                </a:lnTo>
                <a:lnTo>
                  <a:pt x="121184" y="17238"/>
                </a:lnTo>
                <a:lnTo>
                  <a:pt x="132305" y="15991"/>
                </a:lnTo>
                <a:lnTo>
                  <a:pt x="204802" y="15991"/>
                </a:lnTo>
                <a:lnTo>
                  <a:pt x="203687" y="14189"/>
                </a:lnTo>
                <a:lnTo>
                  <a:pt x="165711" y="3615"/>
                </a:lnTo>
                <a:lnTo>
                  <a:pt x="148962" y="681"/>
                </a:lnTo>
                <a:lnTo>
                  <a:pt x="150700" y="681"/>
                </a:lnTo>
                <a:lnTo>
                  <a:pt x="133687" y="0"/>
                </a:lnTo>
                <a:close/>
              </a:path>
              <a:path w="328294" h="323850">
                <a:moveTo>
                  <a:pt x="29399" y="110180"/>
                </a:moveTo>
                <a:lnTo>
                  <a:pt x="29024" y="110180"/>
                </a:lnTo>
                <a:lnTo>
                  <a:pt x="30166" y="110436"/>
                </a:lnTo>
                <a:lnTo>
                  <a:pt x="29399" y="110180"/>
                </a:lnTo>
                <a:close/>
              </a:path>
              <a:path w="328294" h="323850">
                <a:moveTo>
                  <a:pt x="29399" y="110180"/>
                </a:moveTo>
                <a:lnTo>
                  <a:pt x="30166" y="110436"/>
                </a:lnTo>
                <a:lnTo>
                  <a:pt x="31530" y="110436"/>
                </a:lnTo>
                <a:lnTo>
                  <a:pt x="29399" y="110180"/>
                </a:lnTo>
                <a:close/>
              </a:path>
              <a:path w="328294" h="323850">
                <a:moveTo>
                  <a:pt x="15555" y="105620"/>
                </a:moveTo>
                <a:lnTo>
                  <a:pt x="15544" y="108507"/>
                </a:lnTo>
                <a:lnTo>
                  <a:pt x="16151" y="106512"/>
                </a:lnTo>
                <a:lnTo>
                  <a:pt x="15555" y="105620"/>
                </a:lnTo>
                <a:close/>
              </a:path>
              <a:path w="328294" h="323850">
                <a:moveTo>
                  <a:pt x="16151" y="106512"/>
                </a:moveTo>
                <a:lnTo>
                  <a:pt x="15544" y="108507"/>
                </a:lnTo>
                <a:lnTo>
                  <a:pt x="24379" y="108507"/>
                </a:lnTo>
                <a:lnTo>
                  <a:pt x="20920" y="107354"/>
                </a:lnTo>
                <a:lnTo>
                  <a:pt x="16714" y="107354"/>
                </a:lnTo>
                <a:lnTo>
                  <a:pt x="16611" y="107044"/>
                </a:lnTo>
                <a:lnTo>
                  <a:pt x="16151" y="106512"/>
                </a:lnTo>
                <a:close/>
              </a:path>
              <a:path w="328294" h="323850">
                <a:moveTo>
                  <a:pt x="16355" y="106068"/>
                </a:moveTo>
                <a:lnTo>
                  <a:pt x="16434" y="106512"/>
                </a:lnTo>
                <a:lnTo>
                  <a:pt x="16507" y="107044"/>
                </a:lnTo>
                <a:lnTo>
                  <a:pt x="16714" y="107354"/>
                </a:lnTo>
                <a:lnTo>
                  <a:pt x="20920" y="107354"/>
                </a:lnTo>
                <a:lnTo>
                  <a:pt x="19990" y="107044"/>
                </a:lnTo>
                <a:lnTo>
                  <a:pt x="18067" y="107044"/>
                </a:lnTo>
                <a:lnTo>
                  <a:pt x="16355" y="106068"/>
                </a:lnTo>
                <a:close/>
              </a:path>
              <a:path w="328294" h="323850">
                <a:moveTo>
                  <a:pt x="16286" y="106068"/>
                </a:moveTo>
                <a:lnTo>
                  <a:pt x="16151" y="106512"/>
                </a:lnTo>
                <a:lnTo>
                  <a:pt x="16507" y="107044"/>
                </a:lnTo>
                <a:lnTo>
                  <a:pt x="16434" y="106512"/>
                </a:lnTo>
                <a:lnTo>
                  <a:pt x="16286" y="106068"/>
                </a:lnTo>
                <a:close/>
              </a:path>
              <a:path w="328294" h="323850">
                <a:moveTo>
                  <a:pt x="16358" y="105833"/>
                </a:moveTo>
                <a:lnTo>
                  <a:pt x="16355" y="106068"/>
                </a:lnTo>
                <a:lnTo>
                  <a:pt x="18067" y="107044"/>
                </a:lnTo>
                <a:lnTo>
                  <a:pt x="16940" y="106068"/>
                </a:lnTo>
                <a:lnTo>
                  <a:pt x="16358" y="105833"/>
                </a:lnTo>
                <a:close/>
              </a:path>
              <a:path w="328294" h="323850">
                <a:moveTo>
                  <a:pt x="17063" y="106068"/>
                </a:moveTo>
                <a:lnTo>
                  <a:pt x="17452" y="106512"/>
                </a:lnTo>
                <a:lnTo>
                  <a:pt x="18067" y="107044"/>
                </a:lnTo>
                <a:lnTo>
                  <a:pt x="19990" y="107044"/>
                </a:lnTo>
                <a:lnTo>
                  <a:pt x="17063" y="106068"/>
                </a:lnTo>
                <a:close/>
              </a:path>
              <a:path w="328294" h="323850">
                <a:moveTo>
                  <a:pt x="15569" y="105620"/>
                </a:moveTo>
                <a:lnTo>
                  <a:pt x="16151" y="106512"/>
                </a:lnTo>
                <a:lnTo>
                  <a:pt x="16286" y="106068"/>
                </a:lnTo>
                <a:lnTo>
                  <a:pt x="15942" y="105833"/>
                </a:lnTo>
                <a:lnTo>
                  <a:pt x="15569" y="105620"/>
                </a:lnTo>
                <a:close/>
              </a:path>
              <a:path w="328294" h="323850">
                <a:moveTo>
                  <a:pt x="15495" y="104818"/>
                </a:moveTo>
                <a:lnTo>
                  <a:pt x="15569" y="105620"/>
                </a:lnTo>
                <a:lnTo>
                  <a:pt x="16355" y="106068"/>
                </a:lnTo>
                <a:lnTo>
                  <a:pt x="16208" y="105833"/>
                </a:lnTo>
                <a:lnTo>
                  <a:pt x="16358" y="105833"/>
                </a:lnTo>
                <a:lnTo>
                  <a:pt x="15719" y="105620"/>
                </a:lnTo>
                <a:lnTo>
                  <a:pt x="16137" y="105620"/>
                </a:lnTo>
                <a:lnTo>
                  <a:pt x="16022" y="105273"/>
                </a:lnTo>
                <a:lnTo>
                  <a:pt x="15495" y="104818"/>
                </a:lnTo>
                <a:close/>
              </a:path>
              <a:path w="328294" h="323850">
                <a:moveTo>
                  <a:pt x="16022" y="105273"/>
                </a:moveTo>
                <a:lnTo>
                  <a:pt x="16137" y="105620"/>
                </a:lnTo>
                <a:lnTo>
                  <a:pt x="16208" y="105833"/>
                </a:lnTo>
                <a:lnTo>
                  <a:pt x="16286" y="106068"/>
                </a:lnTo>
                <a:lnTo>
                  <a:pt x="16358" y="105833"/>
                </a:lnTo>
                <a:lnTo>
                  <a:pt x="16422" y="105620"/>
                </a:lnTo>
                <a:lnTo>
                  <a:pt x="16022" y="105273"/>
                </a:lnTo>
                <a:close/>
              </a:path>
              <a:path w="328294" h="323850">
                <a:moveTo>
                  <a:pt x="16422" y="105620"/>
                </a:moveTo>
                <a:lnTo>
                  <a:pt x="16358" y="105833"/>
                </a:lnTo>
                <a:lnTo>
                  <a:pt x="17063" y="106068"/>
                </a:lnTo>
                <a:lnTo>
                  <a:pt x="16668" y="105833"/>
                </a:lnTo>
                <a:lnTo>
                  <a:pt x="16422" y="105620"/>
                </a:lnTo>
                <a:close/>
              </a:path>
              <a:path w="328294" h="323850">
                <a:moveTo>
                  <a:pt x="16137" y="105620"/>
                </a:moveTo>
                <a:lnTo>
                  <a:pt x="15719" y="105620"/>
                </a:lnTo>
                <a:lnTo>
                  <a:pt x="16358" y="105833"/>
                </a:lnTo>
                <a:lnTo>
                  <a:pt x="16208" y="105833"/>
                </a:lnTo>
                <a:lnTo>
                  <a:pt x="16137" y="105620"/>
                </a:lnTo>
                <a:close/>
              </a:path>
              <a:path w="328294" h="323850">
                <a:moveTo>
                  <a:pt x="14364" y="103839"/>
                </a:moveTo>
                <a:lnTo>
                  <a:pt x="15555" y="105620"/>
                </a:lnTo>
                <a:lnTo>
                  <a:pt x="15495" y="104818"/>
                </a:lnTo>
                <a:lnTo>
                  <a:pt x="14364" y="103839"/>
                </a:lnTo>
                <a:close/>
              </a:path>
              <a:path w="328294" h="323850">
                <a:moveTo>
                  <a:pt x="17023" y="103645"/>
                </a:moveTo>
                <a:lnTo>
                  <a:pt x="15480" y="103645"/>
                </a:lnTo>
                <a:lnTo>
                  <a:pt x="16022" y="105273"/>
                </a:lnTo>
                <a:lnTo>
                  <a:pt x="16422" y="105620"/>
                </a:lnTo>
                <a:lnTo>
                  <a:pt x="16965" y="103839"/>
                </a:lnTo>
                <a:lnTo>
                  <a:pt x="17023" y="103645"/>
                </a:lnTo>
                <a:close/>
              </a:path>
              <a:path w="328294" h="323850">
                <a:moveTo>
                  <a:pt x="15544" y="103839"/>
                </a:moveTo>
                <a:lnTo>
                  <a:pt x="15495" y="104818"/>
                </a:lnTo>
                <a:lnTo>
                  <a:pt x="16022" y="105273"/>
                </a:lnTo>
                <a:lnTo>
                  <a:pt x="15544" y="103839"/>
                </a:lnTo>
                <a:close/>
              </a:path>
              <a:path w="328294" h="323850">
                <a:moveTo>
                  <a:pt x="15482" y="103839"/>
                </a:moveTo>
                <a:lnTo>
                  <a:pt x="14364" y="103839"/>
                </a:lnTo>
                <a:lnTo>
                  <a:pt x="15495" y="104818"/>
                </a:lnTo>
                <a:lnTo>
                  <a:pt x="15482" y="103839"/>
                </a:lnTo>
                <a:close/>
              </a:path>
              <a:path w="328294" h="323850">
                <a:moveTo>
                  <a:pt x="18742" y="97999"/>
                </a:moveTo>
                <a:lnTo>
                  <a:pt x="18303" y="98771"/>
                </a:lnTo>
                <a:lnTo>
                  <a:pt x="18507" y="98771"/>
                </a:lnTo>
                <a:lnTo>
                  <a:pt x="18742" y="97999"/>
                </a:lnTo>
                <a:close/>
              </a:path>
              <a:path w="328294" h="323850">
                <a:moveTo>
                  <a:pt x="19222" y="97153"/>
                </a:moveTo>
                <a:lnTo>
                  <a:pt x="18999" y="97153"/>
                </a:lnTo>
                <a:lnTo>
                  <a:pt x="18742" y="97999"/>
                </a:lnTo>
                <a:lnTo>
                  <a:pt x="19222" y="97153"/>
                </a:lnTo>
                <a:close/>
              </a:path>
              <a:path w="328294" h="323850">
                <a:moveTo>
                  <a:pt x="43350" y="61838"/>
                </a:moveTo>
                <a:lnTo>
                  <a:pt x="42777" y="62340"/>
                </a:lnTo>
                <a:lnTo>
                  <a:pt x="42959" y="62340"/>
                </a:lnTo>
                <a:lnTo>
                  <a:pt x="43350" y="61838"/>
                </a:lnTo>
                <a:close/>
              </a:path>
              <a:path w="328294" h="323850">
                <a:moveTo>
                  <a:pt x="44031" y="61243"/>
                </a:moveTo>
                <a:lnTo>
                  <a:pt x="43815" y="61243"/>
                </a:lnTo>
                <a:lnTo>
                  <a:pt x="43350" y="61838"/>
                </a:lnTo>
                <a:lnTo>
                  <a:pt x="44031" y="61243"/>
                </a:lnTo>
                <a:close/>
              </a:path>
              <a:path w="328294" h="323850">
                <a:moveTo>
                  <a:pt x="62060" y="45467"/>
                </a:moveTo>
                <a:lnTo>
                  <a:pt x="61521" y="45807"/>
                </a:lnTo>
                <a:lnTo>
                  <a:pt x="61671" y="45807"/>
                </a:lnTo>
                <a:lnTo>
                  <a:pt x="62060" y="45467"/>
                </a:lnTo>
                <a:close/>
              </a:path>
              <a:path w="328294" h="323850">
                <a:moveTo>
                  <a:pt x="62701" y="45063"/>
                </a:moveTo>
                <a:lnTo>
                  <a:pt x="62522" y="45063"/>
                </a:lnTo>
                <a:lnTo>
                  <a:pt x="62060" y="45467"/>
                </a:lnTo>
                <a:lnTo>
                  <a:pt x="62701" y="45063"/>
                </a:lnTo>
                <a:close/>
              </a:path>
              <a:path w="328294" h="323850">
                <a:moveTo>
                  <a:pt x="83776" y="31780"/>
                </a:moveTo>
                <a:lnTo>
                  <a:pt x="83304" y="31997"/>
                </a:lnTo>
                <a:lnTo>
                  <a:pt x="83432" y="31997"/>
                </a:lnTo>
                <a:lnTo>
                  <a:pt x="83776" y="31780"/>
                </a:lnTo>
                <a:close/>
              </a:path>
              <a:path w="328294" h="323850">
                <a:moveTo>
                  <a:pt x="84395" y="31496"/>
                </a:moveTo>
                <a:lnTo>
                  <a:pt x="84227" y="31496"/>
                </a:lnTo>
                <a:lnTo>
                  <a:pt x="83776" y="31780"/>
                </a:lnTo>
                <a:lnTo>
                  <a:pt x="84395" y="31496"/>
                </a:lnTo>
                <a:close/>
              </a:path>
              <a:path w="328294" h="323850">
                <a:moveTo>
                  <a:pt x="204802" y="15991"/>
                </a:moveTo>
                <a:lnTo>
                  <a:pt x="133313" y="15991"/>
                </a:lnTo>
                <a:lnTo>
                  <a:pt x="147268" y="16556"/>
                </a:lnTo>
                <a:lnTo>
                  <a:pt x="146858" y="16556"/>
                </a:lnTo>
                <a:lnTo>
                  <a:pt x="162446" y="19279"/>
                </a:lnTo>
                <a:lnTo>
                  <a:pt x="196798" y="27362"/>
                </a:lnTo>
                <a:lnTo>
                  <a:pt x="197687" y="27362"/>
                </a:lnTo>
                <a:lnTo>
                  <a:pt x="205501" y="19279"/>
                </a:lnTo>
                <a:lnTo>
                  <a:pt x="205330" y="17965"/>
                </a:lnTo>
                <a:lnTo>
                  <a:pt x="205211" y="17238"/>
                </a:lnTo>
                <a:lnTo>
                  <a:pt x="205167" y="16967"/>
                </a:lnTo>
                <a:lnTo>
                  <a:pt x="204802" y="15991"/>
                </a:lnTo>
                <a:close/>
              </a:path>
              <a:path w="328294" h="323850">
                <a:moveTo>
                  <a:pt x="107987" y="20643"/>
                </a:moveTo>
                <a:lnTo>
                  <a:pt x="106850" y="21065"/>
                </a:lnTo>
                <a:lnTo>
                  <a:pt x="107435" y="20897"/>
                </a:lnTo>
                <a:lnTo>
                  <a:pt x="107987" y="20643"/>
                </a:lnTo>
                <a:close/>
              </a:path>
              <a:path w="328294" h="323850">
                <a:moveTo>
                  <a:pt x="107435" y="20897"/>
                </a:moveTo>
                <a:lnTo>
                  <a:pt x="106850" y="21065"/>
                </a:lnTo>
                <a:lnTo>
                  <a:pt x="107070" y="21065"/>
                </a:lnTo>
                <a:lnTo>
                  <a:pt x="107435" y="20897"/>
                </a:lnTo>
                <a:close/>
              </a:path>
              <a:path w="328294" h="323850">
                <a:moveTo>
                  <a:pt x="108319" y="20643"/>
                </a:moveTo>
                <a:lnTo>
                  <a:pt x="107987" y="20643"/>
                </a:lnTo>
                <a:lnTo>
                  <a:pt x="107435" y="20897"/>
                </a:lnTo>
                <a:lnTo>
                  <a:pt x="108319" y="20643"/>
                </a:lnTo>
                <a:close/>
              </a:path>
              <a:path w="328294" h="323850">
                <a:moveTo>
                  <a:pt x="120179" y="17238"/>
                </a:moveTo>
                <a:lnTo>
                  <a:pt x="118863" y="17499"/>
                </a:lnTo>
                <a:lnTo>
                  <a:pt x="119272" y="17499"/>
                </a:lnTo>
                <a:lnTo>
                  <a:pt x="120179" y="17238"/>
                </a:lnTo>
                <a:close/>
              </a:path>
              <a:path w="328294" h="323850">
                <a:moveTo>
                  <a:pt x="121184" y="17238"/>
                </a:moveTo>
                <a:lnTo>
                  <a:pt x="120179" y="17238"/>
                </a:lnTo>
                <a:lnTo>
                  <a:pt x="119272" y="17499"/>
                </a:lnTo>
                <a:lnTo>
                  <a:pt x="118863" y="17499"/>
                </a:lnTo>
                <a:lnTo>
                  <a:pt x="121184" y="1723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3885" y="3652758"/>
            <a:ext cx="1078865" cy="294005"/>
          </a:xfrm>
          <a:custGeom>
            <a:avLst/>
            <a:gdLst/>
            <a:ahLst/>
            <a:cxnLst/>
            <a:rect l="l" t="t" r="r" b="b"/>
            <a:pathLst>
              <a:path w="1078865" h="294004">
                <a:moveTo>
                  <a:pt x="688426" y="214930"/>
                </a:moveTo>
                <a:lnTo>
                  <a:pt x="548797" y="214930"/>
                </a:lnTo>
                <a:lnTo>
                  <a:pt x="579002" y="216884"/>
                </a:lnTo>
                <a:lnTo>
                  <a:pt x="631484" y="222825"/>
                </a:lnTo>
                <a:lnTo>
                  <a:pt x="631355" y="222825"/>
                </a:lnTo>
                <a:lnTo>
                  <a:pt x="683072" y="230154"/>
                </a:lnTo>
                <a:lnTo>
                  <a:pt x="713159" y="236480"/>
                </a:lnTo>
                <a:lnTo>
                  <a:pt x="793740" y="260062"/>
                </a:lnTo>
                <a:lnTo>
                  <a:pt x="888961" y="285841"/>
                </a:lnTo>
                <a:lnTo>
                  <a:pt x="917659" y="291881"/>
                </a:lnTo>
                <a:lnTo>
                  <a:pt x="917837" y="291881"/>
                </a:lnTo>
                <a:lnTo>
                  <a:pt x="935225" y="293871"/>
                </a:lnTo>
                <a:lnTo>
                  <a:pt x="980245" y="293871"/>
                </a:lnTo>
                <a:lnTo>
                  <a:pt x="995301" y="292389"/>
                </a:lnTo>
                <a:lnTo>
                  <a:pt x="1026123" y="277966"/>
                </a:lnTo>
                <a:lnTo>
                  <a:pt x="936930" y="277966"/>
                </a:lnTo>
                <a:lnTo>
                  <a:pt x="920740" y="276111"/>
                </a:lnTo>
                <a:lnTo>
                  <a:pt x="920393" y="276111"/>
                </a:lnTo>
                <a:lnTo>
                  <a:pt x="892786" y="270295"/>
                </a:lnTo>
                <a:lnTo>
                  <a:pt x="798082" y="244665"/>
                </a:lnTo>
                <a:lnTo>
                  <a:pt x="717123" y="220971"/>
                </a:lnTo>
                <a:lnTo>
                  <a:pt x="716517" y="220821"/>
                </a:lnTo>
                <a:lnTo>
                  <a:pt x="688426" y="214930"/>
                </a:lnTo>
                <a:close/>
              </a:path>
              <a:path w="1078865" h="294004">
                <a:moveTo>
                  <a:pt x="992865" y="276556"/>
                </a:moveTo>
                <a:lnTo>
                  <a:pt x="978550" y="277966"/>
                </a:lnTo>
                <a:lnTo>
                  <a:pt x="1026123" y="277966"/>
                </a:lnTo>
                <a:lnTo>
                  <a:pt x="1027285" y="276830"/>
                </a:lnTo>
                <a:lnTo>
                  <a:pt x="992029" y="276830"/>
                </a:lnTo>
                <a:lnTo>
                  <a:pt x="992865" y="276556"/>
                </a:lnTo>
                <a:close/>
              </a:path>
              <a:path w="1078865" h="294004">
                <a:moveTo>
                  <a:pt x="1004718" y="272674"/>
                </a:moveTo>
                <a:lnTo>
                  <a:pt x="992029" y="276830"/>
                </a:lnTo>
                <a:lnTo>
                  <a:pt x="993329" y="276556"/>
                </a:lnTo>
                <a:lnTo>
                  <a:pt x="1027565" y="276556"/>
                </a:lnTo>
                <a:lnTo>
                  <a:pt x="1031037" y="273165"/>
                </a:lnTo>
                <a:lnTo>
                  <a:pt x="1003917" y="273165"/>
                </a:lnTo>
                <a:lnTo>
                  <a:pt x="1004718" y="272674"/>
                </a:lnTo>
                <a:close/>
              </a:path>
              <a:path w="1078865" h="294004">
                <a:moveTo>
                  <a:pt x="1027565" y="276556"/>
                </a:moveTo>
                <a:lnTo>
                  <a:pt x="993329" y="276556"/>
                </a:lnTo>
                <a:lnTo>
                  <a:pt x="992029" y="276830"/>
                </a:lnTo>
                <a:lnTo>
                  <a:pt x="1027285" y="276830"/>
                </a:lnTo>
                <a:lnTo>
                  <a:pt x="1027565" y="276556"/>
                </a:lnTo>
                <a:close/>
              </a:path>
              <a:path w="1078865" h="294004">
                <a:moveTo>
                  <a:pt x="1005604" y="272384"/>
                </a:moveTo>
                <a:lnTo>
                  <a:pt x="1004718" y="272674"/>
                </a:lnTo>
                <a:lnTo>
                  <a:pt x="1003917" y="273165"/>
                </a:lnTo>
                <a:lnTo>
                  <a:pt x="1005604" y="272384"/>
                </a:lnTo>
                <a:close/>
              </a:path>
              <a:path w="1078865" h="294004">
                <a:moveTo>
                  <a:pt x="1031837" y="272384"/>
                </a:moveTo>
                <a:lnTo>
                  <a:pt x="1005604" y="272384"/>
                </a:lnTo>
                <a:lnTo>
                  <a:pt x="1003917" y="273165"/>
                </a:lnTo>
                <a:lnTo>
                  <a:pt x="1031037" y="273165"/>
                </a:lnTo>
                <a:lnTo>
                  <a:pt x="1031837" y="272384"/>
                </a:lnTo>
                <a:close/>
              </a:path>
              <a:path w="1078865" h="294004">
                <a:moveTo>
                  <a:pt x="1015236" y="266234"/>
                </a:moveTo>
                <a:lnTo>
                  <a:pt x="1004718" y="272674"/>
                </a:lnTo>
                <a:lnTo>
                  <a:pt x="1005604" y="272384"/>
                </a:lnTo>
                <a:lnTo>
                  <a:pt x="1031837" y="272384"/>
                </a:lnTo>
                <a:lnTo>
                  <a:pt x="1036388" y="267938"/>
                </a:lnTo>
                <a:lnTo>
                  <a:pt x="1037191" y="267026"/>
                </a:lnTo>
                <a:lnTo>
                  <a:pt x="1037317" y="266858"/>
                </a:lnTo>
                <a:lnTo>
                  <a:pt x="1014597" y="266858"/>
                </a:lnTo>
                <a:lnTo>
                  <a:pt x="1015236" y="266234"/>
                </a:lnTo>
                <a:close/>
              </a:path>
              <a:path w="1078865" h="294004">
                <a:moveTo>
                  <a:pt x="1016010" y="265761"/>
                </a:moveTo>
                <a:lnTo>
                  <a:pt x="1015236" y="266234"/>
                </a:lnTo>
                <a:lnTo>
                  <a:pt x="1014597" y="266858"/>
                </a:lnTo>
                <a:lnTo>
                  <a:pt x="1016010" y="265761"/>
                </a:lnTo>
                <a:close/>
              </a:path>
              <a:path w="1078865" h="294004">
                <a:moveTo>
                  <a:pt x="1038143" y="265761"/>
                </a:moveTo>
                <a:lnTo>
                  <a:pt x="1016010" y="265761"/>
                </a:lnTo>
                <a:lnTo>
                  <a:pt x="1014597" y="266858"/>
                </a:lnTo>
                <a:lnTo>
                  <a:pt x="1037317" y="266858"/>
                </a:lnTo>
                <a:lnTo>
                  <a:pt x="1038143" y="265761"/>
                </a:lnTo>
                <a:close/>
              </a:path>
              <a:path w="1078865" h="294004">
                <a:moveTo>
                  <a:pt x="1078286" y="11463"/>
                </a:moveTo>
                <a:lnTo>
                  <a:pt x="1077716" y="14422"/>
                </a:lnTo>
                <a:lnTo>
                  <a:pt x="1070877" y="31518"/>
                </a:lnTo>
                <a:lnTo>
                  <a:pt x="1070480" y="32411"/>
                </a:lnTo>
                <a:lnTo>
                  <a:pt x="1061548" y="49634"/>
                </a:lnTo>
                <a:lnTo>
                  <a:pt x="1060894" y="65973"/>
                </a:lnTo>
                <a:lnTo>
                  <a:pt x="1060790" y="68596"/>
                </a:lnTo>
                <a:lnTo>
                  <a:pt x="1060670" y="71588"/>
                </a:lnTo>
                <a:lnTo>
                  <a:pt x="1060558" y="74386"/>
                </a:lnTo>
                <a:lnTo>
                  <a:pt x="1060432" y="77522"/>
                </a:lnTo>
                <a:lnTo>
                  <a:pt x="1060329" y="80105"/>
                </a:lnTo>
                <a:lnTo>
                  <a:pt x="1056393" y="148987"/>
                </a:lnTo>
                <a:lnTo>
                  <a:pt x="1053919" y="177891"/>
                </a:lnTo>
                <a:lnTo>
                  <a:pt x="1053841" y="178808"/>
                </a:lnTo>
                <a:lnTo>
                  <a:pt x="1053721" y="180210"/>
                </a:lnTo>
                <a:lnTo>
                  <a:pt x="1053625" y="181326"/>
                </a:lnTo>
                <a:lnTo>
                  <a:pt x="1053523" y="182864"/>
                </a:lnTo>
                <a:lnTo>
                  <a:pt x="1049382" y="206881"/>
                </a:lnTo>
                <a:lnTo>
                  <a:pt x="1048809" y="210546"/>
                </a:lnTo>
                <a:lnTo>
                  <a:pt x="1048739" y="210844"/>
                </a:lnTo>
                <a:lnTo>
                  <a:pt x="1048671" y="211003"/>
                </a:lnTo>
                <a:lnTo>
                  <a:pt x="1045717" y="220821"/>
                </a:lnTo>
                <a:lnTo>
                  <a:pt x="1045672" y="220971"/>
                </a:lnTo>
                <a:lnTo>
                  <a:pt x="1045562" y="221336"/>
                </a:lnTo>
                <a:lnTo>
                  <a:pt x="1045336" y="222309"/>
                </a:lnTo>
                <a:lnTo>
                  <a:pt x="1041841" y="230154"/>
                </a:lnTo>
                <a:lnTo>
                  <a:pt x="1040218" y="233931"/>
                </a:lnTo>
                <a:lnTo>
                  <a:pt x="1033824" y="244665"/>
                </a:lnTo>
                <a:lnTo>
                  <a:pt x="1033417" y="245433"/>
                </a:lnTo>
                <a:lnTo>
                  <a:pt x="1026177" y="255057"/>
                </a:lnTo>
                <a:lnTo>
                  <a:pt x="1025211" y="256496"/>
                </a:lnTo>
                <a:lnTo>
                  <a:pt x="1024771" y="256925"/>
                </a:lnTo>
                <a:lnTo>
                  <a:pt x="1024408" y="257408"/>
                </a:lnTo>
                <a:lnTo>
                  <a:pt x="1024277" y="257408"/>
                </a:lnTo>
                <a:lnTo>
                  <a:pt x="1015236" y="266234"/>
                </a:lnTo>
                <a:lnTo>
                  <a:pt x="1016010" y="265761"/>
                </a:lnTo>
                <a:lnTo>
                  <a:pt x="1038143" y="265761"/>
                </a:lnTo>
                <a:lnTo>
                  <a:pt x="1044429" y="257408"/>
                </a:lnTo>
                <a:lnTo>
                  <a:pt x="1024408" y="257408"/>
                </a:lnTo>
                <a:lnTo>
                  <a:pt x="1024833" y="256925"/>
                </a:lnTo>
                <a:lnTo>
                  <a:pt x="1044793" y="256925"/>
                </a:lnTo>
                <a:lnTo>
                  <a:pt x="1046199" y="255057"/>
                </a:lnTo>
                <a:lnTo>
                  <a:pt x="1064127" y="215159"/>
                </a:lnTo>
                <a:lnTo>
                  <a:pt x="1064181" y="214930"/>
                </a:lnTo>
                <a:lnTo>
                  <a:pt x="1064305" y="214403"/>
                </a:lnTo>
                <a:lnTo>
                  <a:pt x="1072352" y="150122"/>
                </a:lnTo>
                <a:lnTo>
                  <a:pt x="1076030" y="85742"/>
                </a:lnTo>
                <a:lnTo>
                  <a:pt x="1076135" y="83911"/>
                </a:lnTo>
                <a:lnTo>
                  <a:pt x="1076231" y="82223"/>
                </a:lnTo>
                <a:lnTo>
                  <a:pt x="1076339" y="80105"/>
                </a:lnTo>
                <a:lnTo>
                  <a:pt x="1078246" y="32411"/>
                </a:lnTo>
                <a:lnTo>
                  <a:pt x="1078286" y="11463"/>
                </a:lnTo>
                <a:close/>
              </a:path>
              <a:path w="1078865" h="294004">
                <a:moveTo>
                  <a:pt x="28654" y="68596"/>
                </a:moveTo>
                <a:lnTo>
                  <a:pt x="27274" y="68596"/>
                </a:lnTo>
                <a:lnTo>
                  <a:pt x="25517" y="68858"/>
                </a:lnTo>
                <a:lnTo>
                  <a:pt x="500" y="93557"/>
                </a:lnTo>
                <a:lnTo>
                  <a:pt x="410" y="93827"/>
                </a:lnTo>
                <a:lnTo>
                  <a:pt x="0" y="96358"/>
                </a:lnTo>
                <a:lnTo>
                  <a:pt x="11" y="124418"/>
                </a:lnTo>
                <a:lnTo>
                  <a:pt x="1880" y="159945"/>
                </a:lnTo>
                <a:lnTo>
                  <a:pt x="1985" y="161935"/>
                </a:lnTo>
                <a:lnTo>
                  <a:pt x="11376" y="189906"/>
                </a:lnTo>
                <a:lnTo>
                  <a:pt x="11473" y="190044"/>
                </a:lnTo>
                <a:lnTo>
                  <a:pt x="48350" y="210546"/>
                </a:lnTo>
                <a:lnTo>
                  <a:pt x="82182" y="216884"/>
                </a:lnTo>
                <a:lnTo>
                  <a:pt x="82388" y="216884"/>
                </a:lnTo>
                <a:lnTo>
                  <a:pt x="120990" y="221336"/>
                </a:lnTo>
                <a:lnTo>
                  <a:pt x="157894" y="222825"/>
                </a:lnTo>
                <a:lnTo>
                  <a:pt x="213598" y="222825"/>
                </a:lnTo>
                <a:lnTo>
                  <a:pt x="487781" y="214930"/>
                </a:lnTo>
                <a:lnTo>
                  <a:pt x="688426" y="214930"/>
                </a:lnTo>
                <a:lnTo>
                  <a:pt x="685912" y="214403"/>
                </a:lnTo>
                <a:lnTo>
                  <a:pt x="686047" y="214403"/>
                </a:lnTo>
                <a:lnTo>
                  <a:pt x="632846" y="206881"/>
                </a:lnTo>
                <a:lnTo>
                  <a:pt x="159450" y="206881"/>
                </a:lnTo>
                <a:lnTo>
                  <a:pt x="122921" y="205399"/>
                </a:lnTo>
                <a:lnTo>
                  <a:pt x="122450" y="205399"/>
                </a:lnTo>
                <a:lnTo>
                  <a:pt x="84640" y="201039"/>
                </a:lnTo>
                <a:lnTo>
                  <a:pt x="84482" y="201039"/>
                </a:lnTo>
                <a:lnTo>
                  <a:pt x="54013" y="195416"/>
                </a:lnTo>
                <a:lnTo>
                  <a:pt x="53538" y="195416"/>
                </a:lnTo>
                <a:lnTo>
                  <a:pt x="52811" y="195226"/>
                </a:lnTo>
                <a:lnTo>
                  <a:pt x="52984" y="195226"/>
                </a:lnTo>
                <a:lnTo>
                  <a:pt x="39658" y="190658"/>
                </a:lnTo>
                <a:lnTo>
                  <a:pt x="38466" y="190658"/>
                </a:lnTo>
                <a:lnTo>
                  <a:pt x="36434" y="189585"/>
                </a:lnTo>
                <a:lnTo>
                  <a:pt x="37035" y="189585"/>
                </a:lnTo>
                <a:lnTo>
                  <a:pt x="26026" y="181326"/>
                </a:lnTo>
                <a:lnTo>
                  <a:pt x="24862" y="181326"/>
                </a:lnTo>
                <a:lnTo>
                  <a:pt x="22670" y="178808"/>
                </a:lnTo>
                <a:lnTo>
                  <a:pt x="23463" y="178808"/>
                </a:lnTo>
                <a:lnTo>
                  <a:pt x="21211" y="174753"/>
                </a:lnTo>
                <a:lnTo>
                  <a:pt x="20777" y="174753"/>
                </a:lnTo>
                <a:lnTo>
                  <a:pt x="19926" y="172440"/>
                </a:lnTo>
                <a:lnTo>
                  <a:pt x="20315" y="172440"/>
                </a:lnTo>
                <a:lnTo>
                  <a:pt x="18046" y="161098"/>
                </a:lnTo>
                <a:lnTo>
                  <a:pt x="17929" y="160512"/>
                </a:lnTo>
                <a:lnTo>
                  <a:pt x="17815" y="159945"/>
                </a:lnTo>
                <a:lnTo>
                  <a:pt x="17382" y="150122"/>
                </a:lnTo>
                <a:lnTo>
                  <a:pt x="16029" y="124418"/>
                </a:lnTo>
                <a:lnTo>
                  <a:pt x="15996" y="98888"/>
                </a:lnTo>
                <a:lnTo>
                  <a:pt x="15586" y="98888"/>
                </a:lnTo>
                <a:lnTo>
                  <a:pt x="15996" y="96358"/>
                </a:lnTo>
                <a:lnTo>
                  <a:pt x="16429" y="96358"/>
                </a:lnTo>
                <a:lnTo>
                  <a:pt x="16884" y="94993"/>
                </a:lnTo>
                <a:lnTo>
                  <a:pt x="15704" y="94993"/>
                </a:lnTo>
                <a:lnTo>
                  <a:pt x="18054" y="91484"/>
                </a:lnTo>
                <a:lnTo>
                  <a:pt x="19757" y="91484"/>
                </a:lnTo>
                <a:lnTo>
                  <a:pt x="22172" y="89394"/>
                </a:lnTo>
                <a:lnTo>
                  <a:pt x="21986" y="89394"/>
                </a:lnTo>
                <a:lnTo>
                  <a:pt x="22592" y="89030"/>
                </a:lnTo>
                <a:lnTo>
                  <a:pt x="23109" y="88582"/>
                </a:lnTo>
                <a:lnTo>
                  <a:pt x="23338" y="88582"/>
                </a:lnTo>
                <a:lnTo>
                  <a:pt x="32766" y="82923"/>
                </a:lnTo>
                <a:lnTo>
                  <a:pt x="33537" y="82223"/>
                </a:lnTo>
                <a:lnTo>
                  <a:pt x="34799" y="80520"/>
                </a:lnTo>
                <a:lnTo>
                  <a:pt x="35244" y="79579"/>
                </a:lnTo>
                <a:lnTo>
                  <a:pt x="35758" y="77522"/>
                </a:lnTo>
                <a:lnTo>
                  <a:pt x="35636" y="75323"/>
                </a:lnTo>
                <a:lnTo>
                  <a:pt x="30918" y="69208"/>
                </a:lnTo>
                <a:lnTo>
                  <a:pt x="31102" y="69208"/>
                </a:lnTo>
                <a:lnTo>
                  <a:pt x="28654" y="68596"/>
                </a:lnTo>
                <a:close/>
              </a:path>
              <a:path w="1078865" h="294004">
                <a:moveTo>
                  <a:pt x="549531" y="198950"/>
                </a:moveTo>
                <a:lnTo>
                  <a:pt x="486879" y="198950"/>
                </a:lnTo>
                <a:lnTo>
                  <a:pt x="211513" y="206881"/>
                </a:lnTo>
                <a:lnTo>
                  <a:pt x="632846" y="206881"/>
                </a:lnTo>
                <a:lnTo>
                  <a:pt x="581170" y="201039"/>
                </a:lnTo>
                <a:lnTo>
                  <a:pt x="581949" y="201039"/>
                </a:lnTo>
                <a:lnTo>
                  <a:pt x="549531" y="198950"/>
                </a:lnTo>
                <a:close/>
              </a:path>
              <a:path w="1078865" h="294004">
                <a:moveTo>
                  <a:pt x="52984" y="195226"/>
                </a:moveTo>
                <a:lnTo>
                  <a:pt x="52811" y="195226"/>
                </a:lnTo>
                <a:lnTo>
                  <a:pt x="53538" y="195416"/>
                </a:lnTo>
                <a:lnTo>
                  <a:pt x="52984" y="195226"/>
                </a:lnTo>
                <a:close/>
              </a:path>
              <a:path w="1078865" h="294004">
                <a:moveTo>
                  <a:pt x="52984" y="195226"/>
                </a:moveTo>
                <a:lnTo>
                  <a:pt x="53538" y="195416"/>
                </a:lnTo>
                <a:lnTo>
                  <a:pt x="54013" y="195416"/>
                </a:lnTo>
                <a:lnTo>
                  <a:pt x="52984" y="195226"/>
                </a:lnTo>
                <a:close/>
              </a:path>
              <a:path w="1078865" h="294004">
                <a:moveTo>
                  <a:pt x="36527" y="189585"/>
                </a:moveTo>
                <a:lnTo>
                  <a:pt x="37041" y="189906"/>
                </a:lnTo>
                <a:lnTo>
                  <a:pt x="38466" y="190658"/>
                </a:lnTo>
                <a:lnTo>
                  <a:pt x="37462" y="189906"/>
                </a:lnTo>
                <a:lnTo>
                  <a:pt x="36527" y="189585"/>
                </a:lnTo>
                <a:close/>
              </a:path>
              <a:path w="1078865" h="294004">
                <a:moveTo>
                  <a:pt x="37462" y="189906"/>
                </a:moveTo>
                <a:lnTo>
                  <a:pt x="38466" y="190658"/>
                </a:lnTo>
                <a:lnTo>
                  <a:pt x="39658" y="190658"/>
                </a:lnTo>
                <a:lnTo>
                  <a:pt x="37462" y="189906"/>
                </a:lnTo>
                <a:close/>
              </a:path>
              <a:path w="1078865" h="294004">
                <a:moveTo>
                  <a:pt x="37035" y="189585"/>
                </a:moveTo>
                <a:lnTo>
                  <a:pt x="36527" y="189585"/>
                </a:lnTo>
                <a:lnTo>
                  <a:pt x="37462" y="189906"/>
                </a:lnTo>
                <a:lnTo>
                  <a:pt x="37035" y="189585"/>
                </a:lnTo>
                <a:close/>
              </a:path>
              <a:path w="1078865" h="294004">
                <a:moveTo>
                  <a:pt x="22670" y="178808"/>
                </a:moveTo>
                <a:lnTo>
                  <a:pt x="24862" y="181326"/>
                </a:lnTo>
                <a:lnTo>
                  <a:pt x="24030" y="179829"/>
                </a:lnTo>
                <a:lnTo>
                  <a:pt x="22670" y="178808"/>
                </a:lnTo>
                <a:close/>
              </a:path>
              <a:path w="1078865" h="294004">
                <a:moveTo>
                  <a:pt x="24030" y="179829"/>
                </a:moveTo>
                <a:lnTo>
                  <a:pt x="24862" y="181326"/>
                </a:lnTo>
                <a:lnTo>
                  <a:pt x="26026" y="181326"/>
                </a:lnTo>
                <a:lnTo>
                  <a:pt x="24030" y="179829"/>
                </a:lnTo>
                <a:close/>
              </a:path>
              <a:path w="1078865" h="294004">
                <a:moveTo>
                  <a:pt x="23463" y="178808"/>
                </a:moveTo>
                <a:lnTo>
                  <a:pt x="22670" y="178808"/>
                </a:lnTo>
                <a:lnTo>
                  <a:pt x="24030" y="179829"/>
                </a:lnTo>
                <a:lnTo>
                  <a:pt x="23463" y="178808"/>
                </a:lnTo>
                <a:close/>
              </a:path>
              <a:path w="1078865" h="294004">
                <a:moveTo>
                  <a:pt x="19926" y="172440"/>
                </a:moveTo>
                <a:lnTo>
                  <a:pt x="20777" y="174753"/>
                </a:lnTo>
                <a:lnTo>
                  <a:pt x="20533" y="173534"/>
                </a:lnTo>
                <a:lnTo>
                  <a:pt x="19926" y="172440"/>
                </a:lnTo>
                <a:close/>
              </a:path>
              <a:path w="1078865" h="294004">
                <a:moveTo>
                  <a:pt x="20533" y="173534"/>
                </a:moveTo>
                <a:lnTo>
                  <a:pt x="20777" y="174753"/>
                </a:lnTo>
                <a:lnTo>
                  <a:pt x="21211" y="174753"/>
                </a:lnTo>
                <a:lnTo>
                  <a:pt x="20533" y="173534"/>
                </a:lnTo>
                <a:close/>
              </a:path>
              <a:path w="1078865" h="294004">
                <a:moveTo>
                  <a:pt x="20315" y="172440"/>
                </a:moveTo>
                <a:lnTo>
                  <a:pt x="19926" y="172440"/>
                </a:lnTo>
                <a:lnTo>
                  <a:pt x="20533" y="173534"/>
                </a:lnTo>
                <a:lnTo>
                  <a:pt x="20315" y="172440"/>
                </a:lnTo>
                <a:close/>
              </a:path>
              <a:path w="1078865" h="294004">
                <a:moveTo>
                  <a:pt x="15996" y="96358"/>
                </a:moveTo>
                <a:lnTo>
                  <a:pt x="15586" y="98888"/>
                </a:lnTo>
                <a:lnTo>
                  <a:pt x="15996" y="97657"/>
                </a:lnTo>
                <a:lnTo>
                  <a:pt x="15996" y="96358"/>
                </a:lnTo>
                <a:close/>
              </a:path>
              <a:path w="1078865" h="294004">
                <a:moveTo>
                  <a:pt x="15996" y="97657"/>
                </a:moveTo>
                <a:lnTo>
                  <a:pt x="15586" y="98888"/>
                </a:lnTo>
                <a:lnTo>
                  <a:pt x="15996" y="98888"/>
                </a:lnTo>
                <a:lnTo>
                  <a:pt x="15996" y="97657"/>
                </a:lnTo>
                <a:close/>
              </a:path>
              <a:path w="1078865" h="294004">
                <a:moveTo>
                  <a:pt x="16429" y="96358"/>
                </a:moveTo>
                <a:lnTo>
                  <a:pt x="15996" y="96358"/>
                </a:lnTo>
                <a:lnTo>
                  <a:pt x="15996" y="97657"/>
                </a:lnTo>
                <a:lnTo>
                  <a:pt x="16429" y="96358"/>
                </a:lnTo>
                <a:close/>
              </a:path>
              <a:path w="1078865" h="294004">
                <a:moveTo>
                  <a:pt x="18054" y="91484"/>
                </a:moveTo>
                <a:lnTo>
                  <a:pt x="15704" y="94993"/>
                </a:lnTo>
                <a:lnTo>
                  <a:pt x="17363" y="93557"/>
                </a:lnTo>
                <a:lnTo>
                  <a:pt x="18054" y="91484"/>
                </a:lnTo>
                <a:close/>
              </a:path>
              <a:path w="1078865" h="294004">
                <a:moveTo>
                  <a:pt x="17363" y="93557"/>
                </a:moveTo>
                <a:lnTo>
                  <a:pt x="15704" y="94993"/>
                </a:lnTo>
                <a:lnTo>
                  <a:pt x="16884" y="94993"/>
                </a:lnTo>
                <a:lnTo>
                  <a:pt x="17273" y="93827"/>
                </a:lnTo>
                <a:lnTo>
                  <a:pt x="17363" y="93557"/>
                </a:lnTo>
                <a:close/>
              </a:path>
              <a:path w="1078865" h="294004">
                <a:moveTo>
                  <a:pt x="19757" y="91484"/>
                </a:moveTo>
                <a:lnTo>
                  <a:pt x="18054" y="91484"/>
                </a:lnTo>
                <a:lnTo>
                  <a:pt x="17363" y="93557"/>
                </a:lnTo>
                <a:lnTo>
                  <a:pt x="19757" y="91484"/>
                </a:lnTo>
                <a:close/>
              </a:path>
              <a:path w="1078865" h="294004">
                <a:moveTo>
                  <a:pt x="22592" y="89030"/>
                </a:moveTo>
                <a:lnTo>
                  <a:pt x="21986" y="89394"/>
                </a:lnTo>
                <a:lnTo>
                  <a:pt x="22172" y="89394"/>
                </a:lnTo>
                <a:lnTo>
                  <a:pt x="22592" y="89030"/>
                </a:lnTo>
                <a:close/>
              </a:path>
              <a:path w="1078865" h="294004">
                <a:moveTo>
                  <a:pt x="23338" y="88582"/>
                </a:moveTo>
                <a:lnTo>
                  <a:pt x="23109" y="88582"/>
                </a:lnTo>
                <a:lnTo>
                  <a:pt x="22592" y="89030"/>
                </a:lnTo>
                <a:lnTo>
                  <a:pt x="23338" y="88582"/>
                </a:lnTo>
                <a:close/>
              </a:path>
              <a:path w="1078865" h="294004">
                <a:moveTo>
                  <a:pt x="1062292" y="9912"/>
                </a:moveTo>
                <a:lnTo>
                  <a:pt x="1056279" y="25044"/>
                </a:lnTo>
                <a:lnTo>
                  <a:pt x="1035060" y="65973"/>
                </a:lnTo>
                <a:lnTo>
                  <a:pt x="1034770" y="66973"/>
                </a:lnTo>
                <a:lnTo>
                  <a:pt x="1041135" y="76655"/>
                </a:lnTo>
                <a:lnTo>
                  <a:pt x="1044052" y="76655"/>
                </a:lnTo>
                <a:lnTo>
                  <a:pt x="1062237" y="32411"/>
                </a:lnTo>
                <a:lnTo>
                  <a:pt x="1062292" y="9912"/>
                </a:lnTo>
                <a:close/>
              </a:path>
              <a:path w="1078865" h="294004">
                <a:moveTo>
                  <a:pt x="1078286" y="8481"/>
                </a:moveTo>
                <a:lnTo>
                  <a:pt x="1062864" y="8481"/>
                </a:lnTo>
                <a:lnTo>
                  <a:pt x="1062291" y="11463"/>
                </a:lnTo>
                <a:lnTo>
                  <a:pt x="1062237" y="32411"/>
                </a:lnTo>
                <a:lnTo>
                  <a:pt x="1061548" y="49634"/>
                </a:lnTo>
                <a:lnTo>
                  <a:pt x="1070480" y="32411"/>
                </a:lnTo>
                <a:lnTo>
                  <a:pt x="1070805" y="31697"/>
                </a:lnTo>
                <a:lnTo>
                  <a:pt x="1077716" y="14422"/>
                </a:lnTo>
                <a:lnTo>
                  <a:pt x="1078286" y="11463"/>
                </a:lnTo>
                <a:lnTo>
                  <a:pt x="1078286" y="8481"/>
                </a:lnTo>
                <a:close/>
              </a:path>
              <a:path w="1078865" h="294004">
                <a:moveTo>
                  <a:pt x="1062864" y="8481"/>
                </a:moveTo>
                <a:lnTo>
                  <a:pt x="1062291" y="9912"/>
                </a:lnTo>
                <a:lnTo>
                  <a:pt x="1062291" y="11463"/>
                </a:lnTo>
                <a:lnTo>
                  <a:pt x="1062864" y="8481"/>
                </a:lnTo>
                <a:close/>
              </a:path>
              <a:path w="1078865" h="294004">
                <a:moveTo>
                  <a:pt x="1071350" y="0"/>
                </a:moveTo>
                <a:lnTo>
                  <a:pt x="1069230" y="0"/>
                </a:lnTo>
                <a:lnTo>
                  <a:pt x="1068209" y="203"/>
                </a:lnTo>
                <a:lnTo>
                  <a:pt x="1062292" y="9912"/>
                </a:lnTo>
                <a:lnTo>
                  <a:pt x="1062864" y="8481"/>
                </a:lnTo>
                <a:lnTo>
                  <a:pt x="1078286" y="8481"/>
                </a:lnTo>
                <a:lnTo>
                  <a:pt x="1072371" y="203"/>
                </a:lnTo>
                <a:lnTo>
                  <a:pt x="107135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675859" y="4171614"/>
            <a:ext cx="1282065" cy="410845"/>
            <a:chOff x="675859" y="4171614"/>
            <a:chExt cx="1282065" cy="410845"/>
          </a:xfrm>
        </p:grpSpPr>
        <p:sp>
          <p:nvSpPr>
            <p:cNvPr id="26" name="object 26"/>
            <p:cNvSpPr/>
            <p:nvPr/>
          </p:nvSpPr>
          <p:spPr>
            <a:xfrm>
              <a:off x="675859" y="4171614"/>
              <a:ext cx="409575" cy="308610"/>
            </a:xfrm>
            <a:custGeom>
              <a:avLst/>
              <a:gdLst/>
              <a:ahLst/>
              <a:cxnLst/>
              <a:rect l="l" t="t" r="r" b="b"/>
              <a:pathLst>
                <a:path w="409575" h="308610">
                  <a:moveTo>
                    <a:pt x="163164" y="244830"/>
                  </a:moveTo>
                  <a:lnTo>
                    <a:pt x="144619" y="245584"/>
                  </a:lnTo>
                  <a:lnTo>
                    <a:pt x="145228" y="245584"/>
                  </a:lnTo>
                  <a:lnTo>
                    <a:pt x="125655" y="247886"/>
                  </a:lnTo>
                  <a:lnTo>
                    <a:pt x="125798" y="247886"/>
                  </a:lnTo>
                  <a:lnTo>
                    <a:pt x="105686" y="251700"/>
                  </a:lnTo>
                  <a:lnTo>
                    <a:pt x="84877" y="257007"/>
                  </a:lnTo>
                  <a:lnTo>
                    <a:pt x="45175" y="270650"/>
                  </a:lnTo>
                  <a:lnTo>
                    <a:pt x="38245" y="277860"/>
                  </a:lnTo>
                  <a:lnTo>
                    <a:pt x="38167" y="278141"/>
                  </a:lnTo>
                  <a:lnTo>
                    <a:pt x="38102" y="278377"/>
                  </a:lnTo>
                  <a:lnTo>
                    <a:pt x="38033" y="294053"/>
                  </a:lnTo>
                  <a:lnTo>
                    <a:pt x="38707" y="297197"/>
                  </a:lnTo>
                  <a:lnTo>
                    <a:pt x="38829" y="297768"/>
                  </a:lnTo>
                  <a:lnTo>
                    <a:pt x="38899" y="298091"/>
                  </a:lnTo>
                  <a:lnTo>
                    <a:pt x="56921" y="308136"/>
                  </a:lnTo>
                  <a:lnTo>
                    <a:pt x="88096" y="308136"/>
                  </a:lnTo>
                  <a:lnTo>
                    <a:pt x="127684" y="297768"/>
                  </a:lnTo>
                  <a:lnTo>
                    <a:pt x="134219" y="294053"/>
                  </a:lnTo>
                  <a:lnTo>
                    <a:pt x="54393" y="294053"/>
                  </a:lnTo>
                  <a:lnTo>
                    <a:pt x="53329" y="291970"/>
                  </a:lnTo>
                  <a:lnTo>
                    <a:pt x="53479" y="291970"/>
                  </a:lnTo>
                  <a:lnTo>
                    <a:pt x="51890" y="290860"/>
                  </a:lnTo>
                  <a:lnTo>
                    <a:pt x="52762" y="290860"/>
                  </a:lnTo>
                  <a:lnTo>
                    <a:pt x="52629" y="290600"/>
                  </a:lnTo>
                  <a:lnTo>
                    <a:pt x="52518" y="290382"/>
                  </a:lnTo>
                  <a:lnTo>
                    <a:pt x="53831" y="290382"/>
                  </a:lnTo>
                  <a:lnTo>
                    <a:pt x="53831" y="286221"/>
                  </a:lnTo>
                  <a:lnTo>
                    <a:pt x="51348" y="286221"/>
                  </a:lnTo>
                  <a:lnTo>
                    <a:pt x="53800" y="280502"/>
                  </a:lnTo>
                  <a:lnTo>
                    <a:pt x="63743" y="280502"/>
                  </a:lnTo>
                  <a:lnTo>
                    <a:pt x="89305" y="272387"/>
                  </a:lnTo>
                  <a:lnTo>
                    <a:pt x="109218" y="267308"/>
                  </a:lnTo>
                  <a:lnTo>
                    <a:pt x="128306" y="263692"/>
                  </a:lnTo>
                  <a:lnTo>
                    <a:pt x="146730" y="261515"/>
                  </a:lnTo>
                  <a:lnTo>
                    <a:pt x="148464" y="261515"/>
                  </a:lnTo>
                  <a:lnTo>
                    <a:pt x="158578" y="251147"/>
                  </a:lnTo>
                  <a:lnTo>
                    <a:pt x="159967" y="249151"/>
                  </a:lnTo>
                  <a:lnTo>
                    <a:pt x="163164" y="244830"/>
                  </a:lnTo>
                  <a:close/>
                </a:path>
                <a:path w="409575" h="308610">
                  <a:moveTo>
                    <a:pt x="52962" y="291252"/>
                  </a:moveTo>
                  <a:lnTo>
                    <a:pt x="54393" y="294053"/>
                  </a:lnTo>
                  <a:lnTo>
                    <a:pt x="54136" y="292850"/>
                  </a:lnTo>
                  <a:lnTo>
                    <a:pt x="54029" y="292354"/>
                  </a:lnTo>
                  <a:lnTo>
                    <a:pt x="53479" y="291970"/>
                  </a:lnTo>
                  <a:lnTo>
                    <a:pt x="54756" y="291970"/>
                  </a:lnTo>
                  <a:lnTo>
                    <a:pt x="52962" y="291252"/>
                  </a:lnTo>
                  <a:close/>
                </a:path>
                <a:path w="409575" h="308610">
                  <a:moveTo>
                    <a:pt x="54287" y="291970"/>
                  </a:moveTo>
                  <a:lnTo>
                    <a:pt x="53947" y="291970"/>
                  </a:lnTo>
                  <a:lnTo>
                    <a:pt x="54739" y="292850"/>
                  </a:lnTo>
                  <a:lnTo>
                    <a:pt x="54136" y="292850"/>
                  </a:lnTo>
                  <a:lnTo>
                    <a:pt x="54393" y="294053"/>
                  </a:lnTo>
                  <a:lnTo>
                    <a:pt x="134219" y="294053"/>
                  </a:lnTo>
                  <a:lnTo>
                    <a:pt x="136267" y="292850"/>
                  </a:lnTo>
                  <a:lnTo>
                    <a:pt x="54739" y="292850"/>
                  </a:lnTo>
                  <a:lnTo>
                    <a:pt x="54029" y="292354"/>
                  </a:lnTo>
                  <a:lnTo>
                    <a:pt x="55881" y="292354"/>
                  </a:lnTo>
                  <a:lnTo>
                    <a:pt x="54287" y="291970"/>
                  </a:lnTo>
                  <a:close/>
                </a:path>
                <a:path w="409575" h="308610">
                  <a:moveTo>
                    <a:pt x="52713" y="290600"/>
                  </a:moveTo>
                  <a:lnTo>
                    <a:pt x="52762" y="290860"/>
                  </a:lnTo>
                  <a:lnTo>
                    <a:pt x="52962" y="291252"/>
                  </a:lnTo>
                  <a:lnTo>
                    <a:pt x="54756" y="291970"/>
                  </a:lnTo>
                  <a:lnTo>
                    <a:pt x="53479" y="291970"/>
                  </a:lnTo>
                  <a:lnTo>
                    <a:pt x="54739" y="292850"/>
                  </a:lnTo>
                  <a:lnTo>
                    <a:pt x="54293" y="292354"/>
                  </a:lnTo>
                  <a:lnTo>
                    <a:pt x="53831" y="292354"/>
                  </a:lnTo>
                  <a:lnTo>
                    <a:pt x="53831" y="291970"/>
                  </a:lnTo>
                  <a:lnTo>
                    <a:pt x="53300" y="291252"/>
                  </a:lnTo>
                  <a:lnTo>
                    <a:pt x="52713" y="290600"/>
                  </a:lnTo>
                  <a:close/>
                </a:path>
                <a:path w="409575" h="308610">
                  <a:moveTo>
                    <a:pt x="53947" y="291970"/>
                  </a:moveTo>
                  <a:lnTo>
                    <a:pt x="54029" y="292354"/>
                  </a:lnTo>
                  <a:lnTo>
                    <a:pt x="54293" y="292354"/>
                  </a:lnTo>
                  <a:lnTo>
                    <a:pt x="53947" y="291970"/>
                  </a:lnTo>
                  <a:close/>
                </a:path>
                <a:path w="409575" h="308610">
                  <a:moveTo>
                    <a:pt x="54756" y="291970"/>
                  </a:moveTo>
                  <a:lnTo>
                    <a:pt x="54287" y="291970"/>
                  </a:lnTo>
                  <a:lnTo>
                    <a:pt x="55881" y="292354"/>
                  </a:lnTo>
                  <a:lnTo>
                    <a:pt x="55716" y="292354"/>
                  </a:lnTo>
                  <a:lnTo>
                    <a:pt x="54756" y="291970"/>
                  </a:lnTo>
                  <a:close/>
                </a:path>
                <a:path w="409575" h="308610">
                  <a:moveTo>
                    <a:pt x="55494" y="291970"/>
                  </a:moveTo>
                  <a:lnTo>
                    <a:pt x="54756" y="291970"/>
                  </a:lnTo>
                  <a:lnTo>
                    <a:pt x="55716" y="292354"/>
                  </a:lnTo>
                  <a:lnTo>
                    <a:pt x="60182" y="292354"/>
                  </a:lnTo>
                  <a:lnTo>
                    <a:pt x="55494" y="291970"/>
                  </a:lnTo>
                  <a:close/>
                </a:path>
                <a:path w="409575" h="308610">
                  <a:moveTo>
                    <a:pt x="103553" y="289907"/>
                  </a:moveTo>
                  <a:lnTo>
                    <a:pt x="85450" y="292354"/>
                  </a:lnTo>
                  <a:lnTo>
                    <a:pt x="137112" y="292354"/>
                  </a:lnTo>
                  <a:lnTo>
                    <a:pt x="138989" y="291252"/>
                  </a:lnTo>
                  <a:lnTo>
                    <a:pt x="140350" y="290239"/>
                  </a:lnTo>
                  <a:lnTo>
                    <a:pt x="102690" y="290239"/>
                  </a:lnTo>
                  <a:lnTo>
                    <a:pt x="103553" y="289907"/>
                  </a:lnTo>
                  <a:close/>
                </a:path>
                <a:path w="409575" h="308610">
                  <a:moveTo>
                    <a:pt x="51983" y="290860"/>
                  </a:moveTo>
                  <a:lnTo>
                    <a:pt x="52451" y="291252"/>
                  </a:lnTo>
                  <a:lnTo>
                    <a:pt x="53479" y="291970"/>
                  </a:lnTo>
                  <a:lnTo>
                    <a:pt x="53329" y="291970"/>
                  </a:lnTo>
                  <a:lnTo>
                    <a:pt x="52962" y="291252"/>
                  </a:lnTo>
                  <a:lnTo>
                    <a:pt x="51983" y="290860"/>
                  </a:lnTo>
                  <a:close/>
                </a:path>
                <a:path w="409575" h="308610">
                  <a:moveTo>
                    <a:pt x="53831" y="290382"/>
                  </a:moveTo>
                  <a:lnTo>
                    <a:pt x="52518" y="290382"/>
                  </a:lnTo>
                  <a:lnTo>
                    <a:pt x="53947" y="291970"/>
                  </a:lnTo>
                  <a:lnTo>
                    <a:pt x="53798" y="291970"/>
                  </a:lnTo>
                  <a:lnTo>
                    <a:pt x="53681" y="290860"/>
                  </a:lnTo>
                  <a:lnTo>
                    <a:pt x="53653" y="290600"/>
                  </a:lnTo>
                  <a:lnTo>
                    <a:pt x="53831" y="290600"/>
                  </a:lnTo>
                  <a:lnTo>
                    <a:pt x="53831" y="290382"/>
                  </a:lnTo>
                  <a:close/>
                </a:path>
                <a:path w="409575" h="308610">
                  <a:moveTo>
                    <a:pt x="52762" y="290860"/>
                  </a:moveTo>
                  <a:lnTo>
                    <a:pt x="51983" y="290860"/>
                  </a:lnTo>
                  <a:lnTo>
                    <a:pt x="52962" y="291252"/>
                  </a:lnTo>
                  <a:lnTo>
                    <a:pt x="52762" y="290860"/>
                  </a:lnTo>
                  <a:close/>
                </a:path>
                <a:path w="409575" h="308610">
                  <a:moveTo>
                    <a:pt x="149974" y="282835"/>
                  </a:moveTo>
                  <a:lnTo>
                    <a:pt x="121942" y="282835"/>
                  </a:lnTo>
                  <a:lnTo>
                    <a:pt x="121341" y="283066"/>
                  </a:lnTo>
                  <a:lnTo>
                    <a:pt x="120761" y="283406"/>
                  </a:lnTo>
                  <a:lnTo>
                    <a:pt x="120456" y="283406"/>
                  </a:lnTo>
                  <a:lnTo>
                    <a:pt x="102690" y="290239"/>
                  </a:lnTo>
                  <a:lnTo>
                    <a:pt x="103993" y="289907"/>
                  </a:lnTo>
                  <a:lnTo>
                    <a:pt x="140785" y="289907"/>
                  </a:lnTo>
                  <a:lnTo>
                    <a:pt x="149310" y="283406"/>
                  </a:lnTo>
                  <a:lnTo>
                    <a:pt x="120761" y="283406"/>
                  </a:lnTo>
                  <a:lnTo>
                    <a:pt x="121465" y="283066"/>
                  </a:lnTo>
                  <a:lnTo>
                    <a:pt x="149711" y="283066"/>
                  </a:lnTo>
                  <a:lnTo>
                    <a:pt x="149974" y="282835"/>
                  </a:lnTo>
                  <a:close/>
                </a:path>
                <a:path w="409575" h="308610">
                  <a:moveTo>
                    <a:pt x="140785" y="289907"/>
                  </a:moveTo>
                  <a:lnTo>
                    <a:pt x="103993" y="289907"/>
                  </a:lnTo>
                  <a:lnTo>
                    <a:pt x="102690" y="290239"/>
                  </a:lnTo>
                  <a:lnTo>
                    <a:pt x="140350" y="290239"/>
                  </a:lnTo>
                  <a:lnTo>
                    <a:pt x="140785" y="289907"/>
                  </a:lnTo>
                  <a:close/>
                </a:path>
                <a:path w="409575" h="308610">
                  <a:moveTo>
                    <a:pt x="52935" y="284710"/>
                  </a:moveTo>
                  <a:lnTo>
                    <a:pt x="51755" y="285272"/>
                  </a:lnTo>
                  <a:lnTo>
                    <a:pt x="51348" y="286221"/>
                  </a:lnTo>
                  <a:lnTo>
                    <a:pt x="52935" y="284710"/>
                  </a:lnTo>
                  <a:close/>
                </a:path>
                <a:path w="409575" h="308610">
                  <a:moveTo>
                    <a:pt x="53831" y="284312"/>
                  </a:moveTo>
                  <a:lnTo>
                    <a:pt x="52935" y="284710"/>
                  </a:lnTo>
                  <a:lnTo>
                    <a:pt x="51348" y="286221"/>
                  </a:lnTo>
                  <a:lnTo>
                    <a:pt x="53831" y="286221"/>
                  </a:lnTo>
                  <a:lnTo>
                    <a:pt x="53831" y="284312"/>
                  </a:lnTo>
                  <a:close/>
                </a:path>
                <a:path w="409575" h="308610">
                  <a:moveTo>
                    <a:pt x="53831" y="280502"/>
                  </a:moveTo>
                  <a:lnTo>
                    <a:pt x="52916" y="282563"/>
                  </a:lnTo>
                  <a:lnTo>
                    <a:pt x="51755" y="285272"/>
                  </a:lnTo>
                  <a:lnTo>
                    <a:pt x="52511" y="284710"/>
                  </a:lnTo>
                  <a:lnTo>
                    <a:pt x="53784" y="283857"/>
                  </a:lnTo>
                  <a:lnTo>
                    <a:pt x="53831" y="280502"/>
                  </a:lnTo>
                  <a:close/>
                </a:path>
                <a:path w="409575" h="308610">
                  <a:moveTo>
                    <a:pt x="53831" y="283857"/>
                  </a:moveTo>
                  <a:lnTo>
                    <a:pt x="53106" y="284312"/>
                  </a:lnTo>
                  <a:lnTo>
                    <a:pt x="51672" y="285272"/>
                  </a:lnTo>
                  <a:lnTo>
                    <a:pt x="52935" y="284710"/>
                  </a:lnTo>
                  <a:lnTo>
                    <a:pt x="53831" y="283857"/>
                  </a:lnTo>
                  <a:close/>
                </a:path>
                <a:path w="409575" h="308610">
                  <a:moveTo>
                    <a:pt x="53831" y="283857"/>
                  </a:moveTo>
                  <a:lnTo>
                    <a:pt x="52935" y="284710"/>
                  </a:lnTo>
                  <a:lnTo>
                    <a:pt x="53831" y="284312"/>
                  </a:lnTo>
                  <a:lnTo>
                    <a:pt x="53831" y="283857"/>
                  </a:lnTo>
                  <a:close/>
                </a:path>
                <a:path w="409575" h="308610">
                  <a:moveTo>
                    <a:pt x="63743" y="280502"/>
                  </a:moveTo>
                  <a:lnTo>
                    <a:pt x="53831" y="280502"/>
                  </a:lnTo>
                  <a:lnTo>
                    <a:pt x="53831" y="284312"/>
                  </a:lnTo>
                  <a:lnTo>
                    <a:pt x="59447" y="281812"/>
                  </a:lnTo>
                  <a:lnTo>
                    <a:pt x="59615" y="281812"/>
                  </a:lnTo>
                  <a:lnTo>
                    <a:pt x="63743" y="280502"/>
                  </a:lnTo>
                  <a:close/>
                </a:path>
                <a:path w="409575" h="308610">
                  <a:moveTo>
                    <a:pt x="186456" y="42669"/>
                  </a:moveTo>
                  <a:lnTo>
                    <a:pt x="187968" y="48790"/>
                  </a:lnTo>
                  <a:lnTo>
                    <a:pt x="188570" y="50967"/>
                  </a:lnTo>
                  <a:lnTo>
                    <a:pt x="190200" y="64764"/>
                  </a:lnTo>
                  <a:lnTo>
                    <a:pt x="190280" y="65448"/>
                  </a:lnTo>
                  <a:lnTo>
                    <a:pt x="190391" y="66638"/>
                  </a:lnTo>
                  <a:lnTo>
                    <a:pt x="191852" y="112340"/>
                  </a:lnTo>
                  <a:lnTo>
                    <a:pt x="189929" y="162490"/>
                  </a:lnTo>
                  <a:lnTo>
                    <a:pt x="187557" y="182488"/>
                  </a:lnTo>
                  <a:lnTo>
                    <a:pt x="184299" y="199108"/>
                  </a:lnTo>
                  <a:lnTo>
                    <a:pt x="182863" y="203795"/>
                  </a:lnTo>
                  <a:lnTo>
                    <a:pt x="179912" y="213587"/>
                  </a:lnTo>
                  <a:lnTo>
                    <a:pt x="177183" y="219918"/>
                  </a:lnTo>
                  <a:lnTo>
                    <a:pt x="174150" y="227087"/>
                  </a:lnTo>
                  <a:lnTo>
                    <a:pt x="169579" y="235049"/>
                  </a:lnTo>
                  <a:lnTo>
                    <a:pt x="167006" y="239638"/>
                  </a:lnTo>
                  <a:lnTo>
                    <a:pt x="159967" y="249151"/>
                  </a:lnTo>
                  <a:lnTo>
                    <a:pt x="158578" y="251147"/>
                  </a:lnTo>
                  <a:lnTo>
                    <a:pt x="158081" y="251700"/>
                  </a:lnTo>
                  <a:lnTo>
                    <a:pt x="157767" y="251979"/>
                  </a:lnTo>
                  <a:lnTo>
                    <a:pt x="139861" y="270334"/>
                  </a:lnTo>
                  <a:lnTo>
                    <a:pt x="139665" y="270650"/>
                  </a:lnTo>
                  <a:lnTo>
                    <a:pt x="139246" y="270965"/>
                  </a:lnTo>
                  <a:lnTo>
                    <a:pt x="138833" y="271388"/>
                  </a:lnTo>
                  <a:lnTo>
                    <a:pt x="138691" y="271388"/>
                  </a:lnTo>
                  <a:lnTo>
                    <a:pt x="131411" y="276940"/>
                  </a:lnTo>
                  <a:lnTo>
                    <a:pt x="130634" y="277608"/>
                  </a:lnTo>
                  <a:lnTo>
                    <a:pt x="121341" y="283066"/>
                  </a:lnTo>
                  <a:lnTo>
                    <a:pt x="121942" y="282835"/>
                  </a:lnTo>
                  <a:lnTo>
                    <a:pt x="149974" y="282835"/>
                  </a:lnTo>
                  <a:lnTo>
                    <a:pt x="150283" y="282563"/>
                  </a:lnTo>
                  <a:lnTo>
                    <a:pt x="161184" y="271388"/>
                  </a:lnTo>
                  <a:lnTo>
                    <a:pt x="138833" y="271388"/>
                  </a:lnTo>
                  <a:lnTo>
                    <a:pt x="139311" y="270965"/>
                  </a:lnTo>
                  <a:lnTo>
                    <a:pt x="161598" y="270965"/>
                  </a:lnTo>
                  <a:lnTo>
                    <a:pt x="170029" y="262322"/>
                  </a:lnTo>
                  <a:lnTo>
                    <a:pt x="170712" y="261515"/>
                  </a:lnTo>
                  <a:lnTo>
                    <a:pt x="146489" y="261515"/>
                  </a:lnTo>
                  <a:lnTo>
                    <a:pt x="164474" y="260784"/>
                  </a:lnTo>
                  <a:lnTo>
                    <a:pt x="171256" y="260784"/>
                  </a:lnTo>
                  <a:lnTo>
                    <a:pt x="179865" y="249151"/>
                  </a:lnTo>
                  <a:lnTo>
                    <a:pt x="199594" y="203795"/>
                  </a:lnTo>
                  <a:lnTo>
                    <a:pt x="205812" y="164393"/>
                  </a:lnTo>
                  <a:lnTo>
                    <a:pt x="207460" y="122624"/>
                  </a:lnTo>
                  <a:lnTo>
                    <a:pt x="207568" y="119827"/>
                  </a:lnTo>
                  <a:lnTo>
                    <a:pt x="207675" y="117085"/>
                  </a:lnTo>
                  <a:lnTo>
                    <a:pt x="207796" y="113960"/>
                  </a:lnTo>
                  <a:lnTo>
                    <a:pt x="207839" y="112340"/>
                  </a:lnTo>
                  <a:lnTo>
                    <a:pt x="206396" y="66638"/>
                  </a:lnTo>
                  <a:lnTo>
                    <a:pt x="206307" y="64764"/>
                  </a:lnTo>
                  <a:lnTo>
                    <a:pt x="204456" y="49089"/>
                  </a:lnTo>
                  <a:lnTo>
                    <a:pt x="204402" y="48790"/>
                  </a:lnTo>
                  <a:lnTo>
                    <a:pt x="204278" y="48108"/>
                  </a:lnTo>
                  <a:lnTo>
                    <a:pt x="203196" y="43731"/>
                  </a:lnTo>
                  <a:lnTo>
                    <a:pt x="187111" y="43731"/>
                  </a:lnTo>
                  <a:lnTo>
                    <a:pt x="186854" y="43117"/>
                  </a:lnTo>
                  <a:lnTo>
                    <a:pt x="186456" y="42669"/>
                  </a:lnTo>
                  <a:close/>
                </a:path>
                <a:path w="409575" h="308610">
                  <a:moveTo>
                    <a:pt x="59615" y="281812"/>
                  </a:moveTo>
                  <a:lnTo>
                    <a:pt x="59447" y="281812"/>
                  </a:lnTo>
                  <a:lnTo>
                    <a:pt x="59029" y="281998"/>
                  </a:lnTo>
                  <a:lnTo>
                    <a:pt x="59615" y="281812"/>
                  </a:lnTo>
                  <a:close/>
                </a:path>
                <a:path w="409575" h="308610">
                  <a:moveTo>
                    <a:pt x="365422" y="270334"/>
                  </a:moveTo>
                  <a:lnTo>
                    <a:pt x="400007" y="280502"/>
                  </a:lnTo>
                  <a:lnTo>
                    <a:pt x="402730" y="280502"/>
                  </a:lnTo>
                  <a:lnTo>
                    <a:pt x="409217" y="273771"/>
                  </a:lnTo>
                  <a:lnTo>
                    <a:pt x="409121" y="270965"/>
                  </a:lnTo>
                  <a:lnTo>
                    <a:pt x="409087" y="270650"/>
                  </a:lnTo>
                  <a:lnTo>
                    <a:pt x="366858" y="270650"/>
                  </a:lnTo>
                  <a:lnTo>
                    <a:pt x="365422" y="270334"/>
                  </a:lnTo>
                  <a:close/>
                </a:path>
                <a:path w="409575" h="308610">
                  <a:moveTo>
                    <a:pt x="262583" y="244830"/>
                  </a:moveTo>
                  <a:lnTo>
                    <a:pt x="182408" y="244830"/>
                  </a:lnTo>
                  <a:lnTo>
                    <a:pt x="180372" y="248376"/>
                  </a:lnTo>
                  <a:lnTo>
                    <a:pt x="179865" y="249151"/>
                  </a:lnTo>
                  <a:lnTo>
                    <a:pt x="171256" y="260784"/>
                  </a:lnTo>
                  <a:lnTo>
                    <a:pt x="260809" y="260784"/>
                  </a:lnTo>
                  <a:lnTo>
                    <a:pt x="292804" y="261769"/>
                  </a:lnTo>
                  <a:lnTo>
                    <a:pt x="329525" y="264709"/>
                  </a:lnTo>
                  <a:lnTo>
                    <a:pt x="329390" y="264709"/>
                  </a:lnTo>
                  <a:lnTo>
                    <a:pt x="367027" y="270650"/>
                  </a:lnTo>
                  <a:lnTo>
                    <a:pt x="366498" y="270650"/>
                  </a:lnTo>
                  <a:lnTo>
                    <a:pt x="365422" y="270334"/>
                  </a:lnTo>
                  <a:lnTo>
                    <a:pt x="408993" y="270334"/>
                  </a:lnTo>
                  <a:lnTo>
                    <a:pt x="408774" y="269633"/>
                  </a:lnTo>
                  <a:lnTo>
                    <a:pt x="369936" y="254986"/>
                  </a:lnTo>
                  <a:lnTo>
                    <a:pt x="331411" y="248834"/>
                  </a:lnTo>
                  <a:lnTo>
                    <a:pt x="331741" y="248834"/>
                  </a:lnTo>
                  <a:lnTo>
                    <a:pt x="293387" y="245778"/>
                  </a:lnTo>
                  <a:lnTo>
                    <a:pt x="262583" y="244830"/>
                  </a:lnTo>
                  <a:close/>
                </a:path>
                <a:path w="409575" h="308610">
                  <a:moveTo>
                    <a:pt x="408993" y="270334"/>
                  </a:moveTo>
                  <a:lnTo>
                    <a:pt x="365422" y="270334"/>
                  </a:lnTo>
                  <a:lnTo>
                    <a:pt x="366858" y="270650"/>
                  </a:lnTo>
                  <a:lnTo>
                    <a:pt x="409092" y="270650"/>
                  </a:lnTo>
                  <a:lnTo>
                    <a:pt x="408993" y="270334"/>
                  </a:lnTo>
                  <a:close/>
                </a:path>
                <a:path w="409575" h="308610">
                  <a:moveTo>
                    <a:pt x="171256" y="260784"/>
                  </a:moveTo>
                  <a:lnTo>
                    <a:pt x="164474" y="260784"/>
                  </a:lnTo>
                  <a:lnTo>
                    <a:pt x="146489" y="261515"/>
                  </a:lnTo>
                  <a:lnTo>
                    <a:pt x="170715" y="261515"/>
                  </a:lnTo>
                  <a:lnTo>
                    <a:pt x="171256" y="260784"/>
                  </a:lnTo>
                  <a:close/>
                </a:path>
                <a:path w="409575" h="308610">
                  <a:moveTo>
                    <a:pt x="75397" y="0"/>
                  </a:moveTo>
                  <a:lnTo>
                    <a:pt x="58449" y="0"/>
                  </a:lnTo>
                  <a:lnTo>
                    <a:pt x="57223" y="130"/>
                  </a:lnTo>
                  <a:lnTo>
                    <a:pt x="16048" y="20830"/>
                  </a:lnTo>
                  <a:lnTo>
                    <a:pt x="0" y="58818"/>
                  </a:lnTo>
                  <a:lnTo>
                    <a:pt x="21" y="60982"/>
                  </a:lnTo>
                  <a:lnTo>
                    <a:pt x="2366" y="78135"/>
                  </a:lnTo>
                  <a:lnTo>
                    <a:pt x="2464" y="78699"/>
                  </a:lnTo>
                  <a:lnTo>
                    <a:pt x="10547" y="117085"/>
                  </a:lnTo>
                  <a:lnTo>
                    <a:pt x="10582" y="117255"/>
                  </a:lnTo>
                  <a:lnTo>
                    <a:pt x="10922" y="118050"/>
                  </a:lnTo>
                  <a:lnTo>
                    <a:pt x="10991" y="118211"/>
                  </a:lnTo>
                  <a:lnTo>
                    <a:pt x="12097" y="119827"/>
                  </a:lnTo>
                  <a:lnTo>
                    <a:pt x="12189" y="119961"/>
                  </a:lnTo>
                  <a:lnTo>
                    <a:pt x="12933" y="120689"/>
                  </a:lnTo>
                  <a:lnTo>
                    <a:pt x="14709" y="121847"/>
                  </a:lnTo>
                  <a:lnTo>
                    <a:pt x="15674" y="122234"/>
                  </a:lnTo>
                  <a:lnTo>
                    <a:pt x="17758" y="122624"/>
                  </a:lnTo>
                  <a:lnTo>
                    <a:pt x="18744" y="122624"/>
                  </a:lnTo>
                  <a:lnTo>
                    <a:pt x="20596" y="122234"/>
                  </a:lnTo>
                  <a:lnTo>
                    <a:pt x="20737" y="122234"/>
                  </a:lnTo>
                  <a:lnTo>
                    <a:pt x="26244" y="115001"/>
                  </a:lnTo>
                  <a:lnTo>
                    <a:pt x="26232" y="113960"/>
                  </a:lnTo>
                  <a:lnTo>
                    <a:pt x="18237" y="75971"/>
                  </a:lnTo>
                  <a:lnTo>
                    <a:pt x="18118" y="75406"/>
                  </a:lnTo>
                  <a:lnTo>
                    <a:pt x="16167" y="60982"/>
                  </a:lnTo>
                  <a:lnTo>
                    <a:pt x="16086" y="60393"/>
                  </a:lnTo>
                  <a:lnTo>
                    <a:pt x="15929" y="60393"/>
                  </a:lnTo>
                  <a:lnTo>
                    <a:pt x="15871" y="58818"/>
                  </a:lnTo>
                  <a:lnTo>
                    <a:pt x="16027" y="58818"/>
                  </a:lnTo>
                  <a:lnTo>
                    <a:pt x="16453" y="51948"/>
                  </a:lnTo>
                  <a:lnTo>
                    <a:pt x="16513" y="50967"/>
                  </a:lnTo>
                  <a:lnTo>
                    <a:pt x="16630" y="49089"/>
                  </a:lnTo>
                  <a:lnTo>
                    <a:pt x="16648" y="48790"/>
                  </a:lnTo>
                  <a:lnTo>
                    <a:pt x="16288" y="48790"/>
                  </a:lnTo>
                  <a:lnTo>
                    <a:pt x="16547" y="48108"/>
                  </a:lnTo>
                  <a:lnTo>
                    <a:pt x="16533" y="47657"/>
                  </a:lnTo>
                  <a:lnTo>
                    <a:pt x="16793" y="46452"/>
                  </a:lnTo>
                  <a:lnTo>
                    <a:pt x="17176" y="46452"/>
                  </a:lnTo>
                  <a:lnTo>
                    <a:pt x="19283" y="40897"/>
                  </a:lnTo>
                  <a:lnTo>
                    <a:pt x="18557" y="40897"/>
                  </a:lnTo>
                  <a:lnTo>
                    <a:pt x="20361" y="38056"/>
                  </a:lnTo>
                  <a:lnTo>
                    <a:pt x="21265" y="38056"/>
                  </a:lnTo>
                  <a:lnTo>
                    <a:pt x="24660" y="34546"/>
                  </a:lnTo>
                  <a:lnTo>
                    <a:pt x="24279" y="34546"/>
                  </a:lnTo>
                  <a:lnTo>
                    <a:pt x="25913" y="33251"/>
                  </a:lnTo>
                  <a:lnTo>
                    <a:pt x="26438" y="33251"/>
                  </a:lnTo>
                  <a:lnTo>
                    <a:pt x="52304" y="17735"/>
                  </a:lnTo>
                  <a:lnTo>
                    <a:pt x="51472" y="17735"/>
                  </a:lnTo>
                  <a:lnTo>
                    <a:pt x="53896" y="16780"/>
                  </a:lnTo>
                  <a:lnTo>
                    <a:pt x="55894" y="16780"/>
                  </a:lnTo>
                  <a:lnTo>
                    <a:pt x="59769" y="15943"/>
                  </a:lnTo>
                  <a:lnTo>
                    <a:pt x="170390" y="15943"/>
                  </a:lnTo>
                  <a:lnTo>
                    <a:pt x="155054" y="11497"/>
                  </a:lnTo>
                  <a:lnTo>
                    <a:pt x="154315" y="11316"/>
                  </a:lnTo>
                  <a:lnTo>
                    <a:pt x="126302" y="6009"/>
                  </a:lnTo>
                  <a:lnTo>
                    <a:pt x="126438" y="6009"/>
                  </a:lnTo>
                  <a:lnTo>
                    <a:pt x="75397" y="0"/>
                  </a:lnTo>
                  <a:close/>
                </a:path>
                <a:path w="409575" h="308610">
                  <a:moveTo>
                    <a:pt x="16718" y="47657"/>
                  </a:moveTo>
                  <a:lnTo>
                    <a:pt x="16436" y="48108"/>
                  </a:lnTo>
                  <a:lnTo>
                    <a:pt x="16288" y="48790"/>
                  </a:lnTo>
                  <a:lnTo>
                    <a:pt x="16648" y="48790"/>
                  </a:lnTo>
                  <a:lnTo>
                    <a:pt x="16718" y="47657"/>
                  </a:lnTo>
                  <a:close/>
                </a:path>
                <a:path w="409575" h="308610">
                  <a:moveTo>
                    <a:pt x="16793" y="46452"/>
                  </a:moveTo>
                  <a:lnTo>
                    <a:pt x="16533" y="47657"/>
                  </a:lnTo>
                  <a:lnTo>
                    <a:pt x="16436" y="48108"/>
                  </a:lnTo>
                  <a:lnTo>
                    <a:pt x="16718" y="47657"/>
                  </a:lnTo>
                  <a:lnTo>
                    <a:pt x="16793" y="46452"/>
                  </a:lnTo>
                  <a:close/>
                </a:path>
                <a:path w="409575" h="308610">
                  <a:moveTo>
                    <a:pt x="17176" y="46452"/>
                  </a:moveTo>
                  <a:lnTo>
                    <a:pt x="16793" y="46452"/>
                  </a:lnTo>
                  <a:lnTo>
                    <a:pt x="16718" y="47657"/>
                  </a:lnTo>
                  <a:lnTo>
                    <a:pt x="17176" y="46452"/>
                  </a:lnTo>
                  <a:close/>
                </a:path>
                <a:path w="409575" h="308610">
                  <a:moveTo>
                    <a:pt x="202244" y="39880"/>
                  </a:moveTo>
                  <a:lnTo>
                    <a:pt x="184736" y="39880"/>
                  </a:lnTo>
                  <a:lnTo>
                    <a:pt x="186253" y="41685"/>
                  </a:lnTo>
                  <a:lnTo>
                    <a:pt x="186666" y="42669"/>
                  </a:lnTo>
                  <a:lnTo>
                    <a:pt x="186733" y="43117"/>
                  </a:lnTo>
                  <a:lnTo>
                    <a:pt x="187111" y="43731"/>
                  </a:lnTo>
                  <a:lnTo>
                    <a:pt x="203196" y="43731"/>
                  </a:lnTo>
                  <a:lnTo>
                    <a:pt x="202244" y="39880"/>
                  </a:lnTo>
                  <a:close/>
                </a:path>
                <a:path w="409575" h="308610">
                  <a:moveTo>
                    <a:pt x="186253" y="41685"/>
                  </a:moveTo>
                  <a:lnTo>
                    <a:pt x="186456" y="42669"/>
                  </a:lnTo>
                  <a:lnTo>
                    <a:pt x="186733" y="43117"/>
                  </a:lnTo>
                  <a:lnTo>
                    <a:pt x="186666" y="42669"/>
                  </a:lnTo>
                  <a:lnTo>
                    <a:pt x="186253" y="41685"/>
                  </a:lnTo>
                  <a:close/>
                </a:path>
                <a:path w="409575" h="308610">
                  <a:moveTo>
                    <a:pt x="185363" y="40897"/>
                  </a:moveTo>
                  <a:lnTo>
                    <a:pt x="186456" y="42669"/>
                  </a:lnTo>
                  <a:lnTo>
                    <a:pt x="186213" y="41685"/>
                  </a:lnTo>
                  <a:lnTo>
                    <a:pt x="185996" y="41455"/>
                  </a:lnTo>
                  <a:lnTo>
                    <a:pt x="185363" y="40897"/>
                  </a:lnTo>
                  <a:close/>
                </a:path>
                <a:path w="409575" h="308610">
                  <a:moveTo>
                    <a:pt x="184736" y="39880"/>
                  </a:moveTo>
                  <a:lnTo>
                    <a:pt x="185363" y="40897"/>
                  </a:lnTo>
                  <a:lnTo>
                    <a:pt x="186257" y="41685"/>
                  </a:lnTo>
                  <a:lnTo>
                    <a:pt x="186156" y="41455"/>
                  </a:lnTo>
                  <a:lnTo>
                    <a:pt x="185593" y="40897"/>
                  </a:lnTo>
                  <a:lnTo>
                    <a:pt x="184736" y="39880"/>
                  </a:lnTo>
                  <a:close/>
                </a:path>
                <a:path w="409575" h="308610">
                  <a:moveTo>
                    <a:pt x="20361" y="38056"/>
                  </a:moveTo>
                  <a:lnTo>
                    <a:pt x="18557" y="40897"/>
                  </a:lnTo>
                  <a:lnTo>
                    <a:pt x="19777" y="39594"/>
                  </a:lnTo>
                  <a:lnTo>
                    <a:pt x="20361" y="38056"/>
                  </a:lnTo>
                  <a:close/>
                </a:path>
                <a:path w="409575" h="308610">
                  <a:moveTo>
                    <a:pt x="19777" y="39594"/>
                  </a:moveTo>
                  <a:lnTo>
                    <a:pt x="18518" y="40897"/>
                  </a:lnTo>
                  <a:lnTo>
                    <a:pt x="19283" y="40897"/>
                  </a:lnTo>
                  <a:lnTo>
                    <a:pt x="19669" y="39880"/>
                  </a:lnTo>
                  <a:lnTo>
                    <a:pt x="19777" y="39594"/>
                  </a:lnTo>
                  <a:close/>
                </a:path>
                <a:path w="409575" h="308610">
                  <a:moveTo>
                    <a:pt x="182881" y="38709"/>
                  </a:moveTo>
                  <a:lnTo>
                    <a:pt x="185363" y="40897"/>
                  </a:lnTo>
                  <a:lnTo>
                    <a:pt x="184736" y="39880"/>
                  </a:lnTo>
                  <a:lnTo>
                    <a:pt x="202244" y="39880"/>
                  </a:lnTo>
                  <a:lnTo>
                    <a:pt x="202174" y="39594"/>
                  </a:lnTo>
                  <a:lnTo>
                    <a:pt x="202071" y="39179"/>
                  </a:lnTo>
                  <a:lnTo>
                    <a:pt x="183830" y="39179"/>
                  </a:lnTo>
                  <a:lnTo>
                    <a:pt x="182881" y="38709"/>
                  </a:lnTo>
                  <a:close/>
                </a:path>
                <a:path w="409575" h="308610">
                  <a:moveTo>
                    <a:pt x="21265" y="38056"/>
                  </a:moveTo>
                  <a:lnTo>
                    <a:pt x="20361" y="38056"/>
                  </a:lnTo>
                  <a:lnTo>
                    <a:pt x="19777" y="39594"/>
                  </a:lnTo>
                  <a:lnTo>
                    <a:pt x="21265" y="38056"/>
                  </a:lnTo>
                  <a:close/>
                </a:path>
                <a:path w="409575" h="308610">
                  <a:moveTo>
                    <a:pt x="182156" y="38056"/>
                  </a:moveTo>
                  <a:lnTo>
                    <a:pt x="182881" y="38709"/>
                  </a:lnTo>
                  <a:lnTo>
                    <a:pt x="183830" y="39179"/>
                  </a:lnTo>
                  <a:lnTo>
                    <a:pt x="182156" y="38056"/>
                  </a:lnTo>
                  <a:close/>
                </a:path>
                <a:path w="409575" h="308610">
                  <a:moveTo>
                    <a:pt x="201793" y="38056"/>
                  </a:moveTo>
                  <a:lnTo>
                    <a:pt x="182156" y="38056"/>
                  </a:lnTo>
                  <a:lnTo>
                    <a:pt x="183830" y="39179"/>
                  </a:lnTo>
                  <a:lnTo>
                    <a:pt x="202071" y="39179"/>
                  </a:lnTo>
                  <a:lnTo>
                    <a:pt x="201793" y="38056"/>
                  </a:lnTo>
                  <a:close/>
                </a:path>
                <a:path w="409575" h="308610">
                  <a:moveTo>
                    <a:pt x="170771" y="32706"/>
                  </a:moveTo>
                  <a:lnTo>
                    <a:pt x="182881" y="38709"/>
                  </a:lnTo>
                  <a:lnTo>
                    <a:pt x="182141" y="38056"/>
                  </a:lnTo>
                  <a:lnTo>
                    <a:pt x="201793" y="38056"/>
                  </a:lnTo>
                  <a:lnTo>
                    <a:pt x="201686" y="37622"/>
                  </a:lnTo>
                  <a:lnTo>
                    <a:pt x="200731" y="35340"/>
                  </a:lnTo>
                  <a:lnTo>
                    <a:pt x="199228" y="32904"/>
                  </a:lnTo>
                  <a:lnTo>
                    <a:pt x="171455" y="32904"/>
                  </a:lnTo>
                  <a:lnTo>
                    <a:pt x="170771" y="32706"/>
                  </a:lnTo>
                  <a:close/>
                </a:path>
                <a:path w="409575" h="308610">
                  <a:moveTo>
                    <a:pt x="25913" y="33251"/>
                  </a:moveTo>
                  <a:lnTo>
                    <a:pt x="24279" y="34546"/>
                  </a:lnTo>
                  <a:lnTo>
                    <a:pt x="25186" y="34001"/>
                  </a:lnTo>
                  <a:lnTo>
                    <a:pt x="25913" y="33251"/>
                  </a:lnTo>
                  <a:close/>
                </a:path>
                <a:path w="409575" h="308610">
                  <a:moveTo>
                    <a:pt x="25186" y="34001"/>
                  </a:moveTo>
                  <a:lnTo>
                    <a:pt x="24279" y="34546"/>
                  </a:lnTo>
                  <a:lnTo>
                    <a:pt x="24660" y="34546"/>
                  </a:lnTo>
                  <a:lnTo>
                    <a:pt x="25186" y="34001"/>
                  </a:lnTo>
                  <a:close/>
                </a:path>
                <a:path w="409575" h="308610">
                  <a:moveTo>
                    <a:pt x="26438" y="33251"/>
                  </a:moveTo>
                  <a:lnTo>
                    <a:pt x="25913" y="33251"/>
                  </a:lnTo>
                  <a:lnTo>
                    <a:pt x="25186" y="34001"/>
                  </a:lnTo>
                  <a:lnTo>
                    <a:pt x="26438" y="33251"/>
                  </a:lnTo>
                  <a:close/>
                </a:path>
                <a:path w="409575" h="308610">
                  <a:moveTo>
                    <a:pt x="170131" y="32388"/>
                  </a:moveTo>
                  <a:lnTo>
                    <a:pt x="170771" y="32706"/>
                  </a:lnTo>
                  <a:lnTo>
                    <a:pt x="171455" y="32904"/>
                  </a:lnTo>
                  <a:lnTo>
                    <a:pt x="170131" y="32388"/>
                  </a:lnTo>
                  <a:close/>
                </a:path>
                <a:path w="409575" h="308610">
                  <a:moveTo>
                    <a:pt x="198910" y="32388"/>
                  </a:moveTo>
                  <a:lnTo>
                    <a:pt x="170131" y="32388"/>
                  </a:lnTo>
                  <a:lnTo>
                    <a:pt x="171455" y="32904"/>
                  </a:lnTo>
                  <a:lnTo>
                    <a:pt x="199228" y="32904"/>
                  </a:lnTo>
                  <a:lnTo>
                    <a:pt x="198910" y="32388"/>
                  </a:lnTo>
                  <a:close/>
                </a:path>
                <a:path w="409575" h="308610">
                  <a:moveTo>
                    <a:pt x="170390" y="15943"/>
                  </a:moveTo>
                  <a:lnTo>
                    <a:pt x="74003" y="15943"/>
                  </a:lnTo>
                  <a:lnTo>
                    <a:pt x="123780" y="21816"/>
                  </a:lnTo>
                  <a:lnTo>
                    <a:pt x="151217" y="27037"/>
                  </a:lnTo>
                  <a:lnTo>
                    <a:pt x="170771" y="32706"/>
                  </a:lnTo>
                  <a:lnTo>
                    <a:pt x="170131" y="32388"/>
                  </a:lnTo>
                  <a:lnTo>
                    <a:pt x="198910" y="32388"/>
                  </a:lnTo>
                  <a:lnTo>
                    <a:pt x="175910" y="17543"/>
                  </a:lnTo>
                  <a:lnTo>
                    <a:pt x="170390" y="15943"/>
                  </a:lnTo>
                  <a:close/>
                </a:path>
                <a:path w="409575" h="308610">
                  <a:moveTo>
                    <a:pt x="53896" y="16780"/>
                  </a:moveTo>
                  <a:lnTo>
                    <a:pt x="51472" y="17735"/>
                  </a:lnTo>
                  <a:lnTo>
                    <a:pt x="52359" y="17543"/>
                  </a:lnTo>
                  <a:lnTo>
                    <a:pt x="52624" y="17543"/>
                  </a:lnTo>
                  <a:lnTo>
                    <a:pt x="53896" y="16780"/>
                  </a:lnTo>
                  <a:close/>
                </a:path>
                <a:path w="409575" h="308610">
                  <a:moveTo>
                    <a:pt x="52624" y="17543"/>
                  </a:moveTo>
                  <a:lnTo>
                    <a:pt x="52359" y="17543"/>
                  </a:lnTo>
                  <a:lnTo>
                    <a:pt x="51472" y="17735"/>
                  </a:lnTo>
                  <a:lnTo>
                    <a:pt x="52304" y="17735"/>
                  </a:lnTo>
                  <a:lnTo>
                    <a:pt x="52624" y="17543"/>
                  </a:lnTo>
                  <a:close/>
                </a:path>
                <a:path w="409575" h="308610">
                  <a:moveTo>
                    <a:pt x="55894" y="16780"/>
                  </a:moveTo>
                  <a:lnTo>
                    <a:pt x="53896" y="16780"/>
                  </a:lnTo>
                  <a:lnTo>
                    <a:pt x="52624" y="17543"/>
                  </a:lnTo>
                  <a:lnTo>
                    <a:pt x="52359" y="17543"/>
                  </a:lnTo>
                  <a:lnTo>
                    <a:pt x="55894" y="1678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9960" y="4222483"/>
              <a:ext cx="837880" cy="359952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79415" y="4121786"/>
            <a:ext cx="205241" cy="25925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23763" y="3980134"/>
            <a:ext cx="252919" cy="219260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3067324" y="988653"/>
            <a:ext cx="466725" cy="47625"/>
          </a:xfrm>
          <a:custGeom>
            <a:avLst/>
            <a:gdLst/>
            <a:ahLst/>
            <a:cxnLst/>
            <a:rect l="l" t="t" r="r" b="b"/>
            <a:pathLst>
              <a:path w="466725" h="47625">
                <a:moveTo>
                  <a:pt x="463358" y="31408"/>
                </a:moveTo>
                <a:lnTo>
                  <a:pt x="445916" y="31408"/>
                </a:lnTo>
                <a:lnTo>
                  <a:pt x="446061" y="31675"/>
                </a:lnTo>
                <a:lnTo>
                  <a:pt x="446201" y="32064"/>
                </a:lnTo>
                <a:lnTo>
                  <a:pt x="446648" y="32735"/>
                </a:lnTo>
                <a:lnTo>
                  <a:pt x="446493" y="32735"/>
                </a:lnTo>
                <a:lnTo>
                  <a:pt x="451171" y="43491"/>
                </a:lnTo>
                <a:lnTo>
                  <a:pt x="457266" y="47586"/>
                </a:lnTo>
                <a:lnTo>
                  <a:pt x="459217" y="47586"/>
                </a:lnTo>
                <a:lnTo>
                  <a:pt x="460070" y="47401"/>
                </a:lnTo>
                <a:lnTo>
                  <a:pt x="460236" y="47401"/>
                </a:lnTo>
                <a:lnTo>
                  <a:pt x="466099" y="38079"/>
                </a:lnTo>
                <a:lnTo>
                  <a:pt x="465942" y="37357"/>
                </a:lnTo>
                <a:lnTo>
                  <a:pt x="463934" y="32735"/>
                </a:lnTo>
                <a:lnTo>
                  <a:pt x="446639" y="32735"/>
                </a:lnTo>
                <a:lnTo>
                  <a:pt x="446273" y="32064"/>
                </a:lnTo>
                <a:lnTo>
                  <a:pt x="463643" y="32064"/>
                </a:lnTo>
                <a:lnTo>
                  <a:pt x="463473" y="31675"/>
                </a:lnTo>
                <a:lnTo>
                  <a:pt x="463358" y="31408"/>
                </a:lnTo>
                <a:close/>
              </a:path>
              <a:path w="466725" h="47625">
                <a:moveTo>
                  <a:pt x="409329" y="0"/>
                </a:moveTo>
                <a:lnTo>
                  <a:pt x="33139" y="0"/>
                </a:lnTo>
                <a:lnTo>
                  <a:pt x="21908" y="737"/>
                </a:lnTo>
                <a:lnTo>
                  <a:pt x="591" y="16699"/>
                </a:lnTo>
                <a:lnTo>
                  <a:pt x="495" y="17009"/>
                </a:lnTo>
                <a:lnTo>
                  <a:pt x="411" y="17282"/>
                </a:lnTo>
                <a:lnTo>
                  <a:pt x="287" y="17914"/>
                </a:lnTo>
                <a:lnTo>
                  <a:pt x="175" y="18652"/>
                </a:lnTo>
                <a:lnTo>
                  <a:pt x="57" y="19435"/>
                </a:lnTo>
                <a:lnTo>
                  <a:pt x="6936" y="39670"/>
                </a:lnTo>
                <a:lnTo>
                  <a:pt x="9056" y="39670"/>
                </a:lnTo>
                <a:lnTo>
                  <a:pt x="15994" y="22293"/>
                </a:lnTo>
                <a:lnTo>
                  <a:pt x="15622" y="22293"/>
                </a:lnTo>
                <a:lnTo>
                  <a:pt x="15811" y="21039"/>
                </a:lnTo>
                <a:lnTo>
                  <a:pt x="14438" y="21039"/>
                </a:lnTo>
                <a:lnTo>
                  <a:pt x="17241" y="17009"/>
                </a:lnTo>
                <a:lnTo>
                  <a:pt x="22469" y="17009"/>
                </a:lnTo>
                <a:lnTo>
                  <a:pt x="23585" y="16699"/>
                </a:lnTo>
                <a:lnTo>
                  <a:pt x="22961" y="16699"/>
                </a:lnTo>
                <a:lnTo>
                  <a:pt x="33901" y="15980"/>
                </a:lnTo>
                <a:lnTo>
                  <a:pt x="454703" y="15980"/>
                </a:lnTo>
                <a:lnTo>
                  <a:pt x="452995" y="13418"/>
                </a:lnTo>
                <a:lnTo>
                  <a:pt x="423780" y="737"/>
                </a:lnTo>
                <a:lnTo>
                  <a:pt x="425510" y="737"/>
                </a:lnTo>
                <a:lnTo>
                  <a:pt x="409329" y="0"/>
                </a:lnTo>
                <a:close/>
              </a:path>
              <a:path w="466725" h="47625">
                <a:moveTo>
                  <a:pt x="440347" y="23287"/>
                </a:moveTo>
                <a:lnTo>
                  <a:pt x="445941" y="31675"/>
                </a:lnTo>
                <a:lnTo>
                  <a:pt x="445916" y="31408"/>
                </a:lnTo>
                <a:lnTo>
                  <a:pt x="463358" y="31408"/>
                </a:lnTo>
                <a:lnTo>
                  <a:pt x="460585" y="25027"/>
                </a:lnTo>
                <a:lnTo>
                  <a:pt x="460054" y="24053"/>
                </a:lnTo>
                <a:lnTo>
                  <a:pt x="441290" y="24053"/>
                </a:lnTo>
                <a:lnTo>
                  <a:pt x="441041" y="23780"/>
                </a:lnTo>
                <a:lnTo>
                  <a:pt x="440347" y="23287"/>
                </a:lnTo>
                <a:close/>
              </a:path>
              <a:path w="466725" h="47625">
                <a:moveTo>
                  <a:pt x="458913" y="22293"/>
                </a:moveTo>
                <a:lnTo>
                  <a:pt x="439685" y="22293"/>
                </a:lnTo>
                <a:lnTo>
                  <a:pt x="440591" y="23287"/>
                </a:lnTo>
                <a:lnTo>
                  <a:pt x="440954" y="23780"/>
                </a:lnTo>
                <a:lnTo>
                  <a:pt x="441290" y="24053"/>
                </a:lnTo>
                <a:lnTo>
                  <a:pt x="460054" y="24053"/>
                </a:lnTo>
                <a:lnTo>
                  <a:pt x="459905" y="23780"/>
                </a:lnTo>
                <a:lnTo>
                  <a:pt x="458913" y="22293"/>
                </a:lnTo>
                <a:close/>
              </a:path>
              <a:path w="466725" h="47625">
                <a:moveTo>
                  <a:pt x="439685" y="22293"/>
                </a:moveTo>
                <a:lnTo>
                  <a:pt x="440347" y="23287"/>
                </a:lnTo>
                <a:lnTo>
                  <a:pt x="440954" y="23780"/>
                </a:lnTo>
                <a:lnTo>
                  <a:pt x="440591" y="23287"/>
                </a:lnTo>
                <a:lnTo>
                  <a:pt x="439685" y="22293"/>
                </a:lnTo>
                <a:close/>
              </a:path>
              <a:path w="466725" h="47625">
                <a:moveTo>
                  <a:pt x="436967" y="20537"/>
                </a:moveTo>
                <a:lnTo>
                  <a:pt x="440347" y="23287"/>
                </a:lnTo>
                <a:lnTo>
                  <a:pt x="439685" y="22293"/>
                </a:lnTo>
                <a:lnTo>
                  <a:pt x="458913" y="22293"/>
                </a:lnTo>
                <a:lnTo>
                  <a:pt x="458077" y="21039"/>
                </a:lnTo>
                <a:lnTo>
                  <a:pt x="438274" y="21039"/>
                </a:lnTo>
                <a:lnTo>
                  <a:pt x="436967" y="20537"/>
                </a:lnTo>
                <a:close/>
              </a:path>
              <a:path w="466725" h="47625">
                <a:moveTo>
                  <a:pt x="15994" y="20537"/>
                </a:moveTo>
                <a:lnTo>
                  <a:pt x="15811" y="21039"/>
                </a:lnTo>
                <a:lnTo>
                  <a:pt x="15622" y="22293"/>
                </a:lnTo>
                <a:lnTo>
                  <a:pt x="15994" y="21039"/>
                </a:lnTo>
                <a:lnTo>
                  <a:pt x="15994" y="20537"/>
                </a:lnTo>
                <a:close/>
              </a:path>
              <a:path w="466725" h="47625">
                <a:moveTo>
                  <a:pt x="15994" y="21039"/>
                </a:moveTo>
                <a:lnTo>
                  <a:pt x="15606" y="22293"/>
                </a:lnTo>
                <a:lnTo>
                  <a:pt x="15994" y="22293"/>
                </a:lnTo>
                <a:lnTo>
                  <a:pt x="15994" y="21039"/>
                </a:lnTo>
                <a:close/>
              </a:path>
              <a:path w="466725" h="47625">
                <a:moveTo>
                  <a:pt x="17157" y="17282"/>
                </a:moveTo>
                <a:lnTo>
                  <a:pt x="16926" y="17462"/>
                </a:lnTo>
                <a:lnTo>
                  <a:pt x="14438" y="21039"/>
                </a:lnTo>
                <a:lnTo>
                  <a:pt x="15057" y="20537"/>
                </a:lnTo>
                <a:lnTo>
                  <a:pt x="16490" y="19435"/>
                </a:lnTo>
                <a:lnTo>
                  <a:pt x="17101" y="17462"/>
                </a:lnTo>
                <a:lnTo>
                  <a:pt x="17157" y="17282"/>
                </a:lnTo>
                <a:close/>
              </a:path>
              <a:path w="466725" h="47625">
                <a:moveTo>
                  <a:pt x="15994" y="19831"/>
                </a:moveTo>
                <a:lnTo>
                  <a:pt x="14404" y="21039"/>
                </a:lnTo>
                <a:lnTo>
                  <a:pt x="15811" y="21039"/>
                </a:lnTo>
                <a:lnTo>
                  <a:pt x="15887" y="20537"/>
                </a:lnTo>
                <a:lnTo>
                  <a:pt x="15994" y="19831"/>
                </a:lnTo>
                <a:close/>
              </a:path>
              <a:path w="466725" h="47625">
                <a:moveTo>
                  <a:pt x="16490" y="19435"/>
                </a:moveTo>
                <a:lnTo>
                  <a:pt x="15994" y="19831"/>
                </a:lnTo>
                <a:lnTo>
                  <a:pt x="15994" y="21039"/>
                </a:lnTo>
                <a:lnTo>
                  <a:pt x="16368" y="19831"/>
                </a:lnTo>
                <a:lnTo>
                  <a:pt x="16490" y="19435"/>
                </a:lnTo>
                <a:close/>
              </a:path>
              <a:path w="466725" h="47625">
                <a:moveTo>
                  <a:pt x="436145" y="19831"/>
                </a:moveTo>
                <a:lnTo>
                  <a:pt x="436967" y="20537"/>
                </a:lnTo>
                <a:lnTo>
                  <a:pt x="438274" y="21039"/>
                </a:lnTo>
                <a:lnTo>
                  <a:pt x="436145" y="19831"/>
                </a:lnTo>
                <a:close/>
              </a:path>
              <a:path w="466725" h="47625">
                <a:moveTo>
                  <a:pt x="457271" y="19831"/>
                </a:moveTo>
                <a:lnTo>
                  <a:pt x="436145" y="19831"/>
                </a:lnTo>
                <a:lnTo>
                  <a:pt x="438237" y="21039"/>
                </a:lnTo>
                <a:lnTo>
                  <a:pt x="458077" y="21039"/>
                </a:lnTo>
                <a:lnTo>
                  <a:pt x="457271" y="19831"/>
                </a:lnTo>
                <a:close/>
              </a:path>
              <a:path w="466725" h="47625">
                <a:moveTo>
                  <a:pt x="430140" y="17914"/>
                </a:moveTo>
                <a:lnTo>
                  <a:pt x="436967" y="20537"/>
                </a:lnTo>
                <a:lnTo>
                  <a:pt x="436098" y="19831"/>
                </a:lnTo>
                <a:lnTo>
                  <a:pt x="457271" y="19831"/>
                </a:lnTo>
                <a:lnTo>
                  <a:pt x="456270" y="18329"/>
                </a:lnTo>
                <a:lnTo>
                  <a:pt x="431652" y="18329"/>
                </a:lnTo>
                <a:lnTo>
                  <a:pt x="430140" y="17914"/>
                </a:lnTo>
                <a:close/>
              </a:path>
              <a:path w="466725" h="47625">
                <a:moveTo>
                  <a:pt x="22469" y="17009"/>
                </a:moveTo>
                <a:lnTo>
                  <a:pt x="17241" y="17009"/>
                </a:lnTo>
                <a:lnTo>
                  <a:pt x="16490" y="19435"/>
                </a:lnTo>
                <a:lnTo>
                  <a:pt x="17508" y="18652"/>
                </a:lnTo>
                <a:lnTo>
                  <a:pt x="16548" y="18652"/>
                </a:lnTo>
                <a:lnTo>
                  <a:pt x="19290" y="17282"/>
                </a:lnTo>
                <a:lnTo>
                  <a:pt x="21485" y="17282"/>
                </a:lnTo>
                <a:lnTo>
                  <a:pt x="22469" y="17009"/>
                </a:lnTo>
                <a:close/>
              </a:path>
              <a:path w="466725" h="47625">
                <a:moveTo>
                  <a:pt x="19055" y="17462"/>
                </a:moveTo>
                <a:lnTo>
                  <a:pt x="18024" y="17914"/>
                </a:lnTo>
                <a:lnTo>
                  <a:pt x="16548" y="18652"/>
                </a:lnTo>
                <a:lnTo>
                  <a:pt x="17710" y="18329"/>
                </a:lnTo>
                <a:lnTo>
                  <a:pt x="17927" y="18329"/>
                </a:lnTo>
                <a:lnTo>
                  <a:pt x="19055" y="17462"/>
                </a:lnTo>
                <a:close/>
              </a:path>
              <a:path w="466725" h="47625">
                <a:moveTo>
                  <a:pt x="17927" y="18329"/>
                </a:moveTo>
                <a:lnTo>
                  <a:pt x="17710" y="18329"/>
                </a:lnTo>
                <a:lnTo>
                  <a:pt x="16548" y="18652"/>
                </a:lnTo>
                <a:lnTo>
                  <a:pt x="17508" y="18652"/>
                </a:lnTo>
                <a:lnTo>
                  <a:pt x="17927" y="18329"/>
                </a:lnTo>
                <a:close/>
              </a:path>
              <a:path w="466725" h="47625">
                <a:moveTo>
                  <a:pt x="21485" y="17282"/>
                </a:moveTo>
                <a:lnTo>
                  <a:pt x="19290" y="17282"/>
                </a:lnTo>
                <a:lnTo>
                  <a:pt x="17927" y="18329"/>
                </a:lnTo>
                <a:lnTo>
                  <a:pt x="17710" y="18329"/>
                </a:lnTo>
                <a:lnTo>
                  <a:pt x="21485" y="17282"/>
                </a:lnTo>
                <a:close/>
              </a:path>
              <a:path w="466725" h="47625">
                <a:moveTo>
                  <a:pt x="454703" y="15980"/>
                </a:moveTo>
                <a:lnTo>
                  <a:pt x="408596" y="15980"/>
                </a:lnTo>
                <a:lnTo>
                  <a:pt x="424360" y="16699"/>
                </a:lnTo>
                <a:lnTo>
                  <a:pt x="422177" y="16699"/>
                </a:lnTo>
                <a:lnTo>
                  <a:pt x="431652" y="18329"/>
                </a:lnTo>
                <a:lnTo>
                  <a:pt x="431221" y="18329"/>
                </a:lnTo>
                <a:lnTo>
                  <a:pt x="430140" y="17914"/>
                </a:lnTo>
                <a:lnTo>
                  <a:pt x="455993" y="17914"/>
                </a:lnTo>
                <a:lnTo>
                  <a:pt x="454703" y="15980"/>
                </a:lnTo>
                <a:close/>
              </a:path>
              <a:path w="466725" h="47625">
                <a:moveTo>
                  <a:pt x="455993" y="17914"/>
                </a:moveTo>
                <a:lnTo>
                  <a:pt x="430140" y="17914"/>
                </a:lnTo>
                <a:lnTo>
                  <a:pt x="431652" y="18329"/>
                </a:lnTo>
                <a:lnTo>
                  <a:pt x="456270" y="18329"/>
                </a:lnTo>
                <a:lnTo>
                  <a:pt x="455993" y="1791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53880" y="3942944"/>
            <a:ext cx="246955" cy="29590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583926" y="4151876"/>
            <a:ext cx="198293" cy="14235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86312" y="3936064"/>
            <a:ext cx="463831" cy="443021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4620181" y="3423617"/>
            <a:ext cx="383540" cy="25400"/>
          </a:xfrm>
          <a:custGeom>
            <a:avLst/>
            <a:gdLst/>
            <a:ahLst/>
            <a:cxnLst/>
            <a:rect l="l" t="t" r="r" b="b"/>
            <a:pathLst>
              <a:path w="383539" h="25400">
                <a:moveTo>
                  <a:pt x="383431" y="15918"/>
                </a:moveTo>
                <a:lnTo>
                  <a:pt x="212309" y="15918"/>
                </a:lnTo>
                <a:lnTo>
                  <a:pt x="290829" y="17393"/>
                </a:lnTo>
                <a:lnTo>
                  <a:pt x="290638" y="17393"/>
                </a:lnTo>
                <a:lnTo>
                  <a:pt x="336082" y="19979"/>
                </a:lnTo>
                <a:lnTo>
                  <a:pt x="335953" y="19979"/>
                </a:lnTo>
                <a:lnTo>
                  <a:pt x="375495" y="24874"/>
                </a:lnTo>
                <a:lnTo>
                  <a:pt x="376257" y="24874"/>
                </a:lnTo>
                <a:lnTo>
                  <a:pt x="378576" y="24232"/>
                </a:lnTo>
                <a:lnTo>
                  <a:pt x="383366" y="17753"/>
                </a:lnTo>
                <a:lnTo>
                  <a:pt x="383431" y="15918"/>
                </a:lnTo>
                <a:close/>
              </a:path>
              <a:path w="383539" h="25400">
                <a:moveTo>
                  <a:pt x="216918" y="0"/>
                </a:moveTo>
                <a:lnTo>
                  <a:pt x="39476" y="0"/>
                </a:lnTo>
                <a:lnTo>
                  <a:pt x="18735" y="2964"/>
                </a:lnTo>
                <a:lnTo>
                  <a:pt x="0" y="14754"/>
                </a:lnTo>
                <a:lnTo>
                  <a:pt x="514" y="16812"/>
                </a:lnTo>
                <a:lnTo>
                  <a:pt x="6005" y="21675"/>
                </a:lnTo>
                <a:lnTo>
                  <a:pt x="6308" y="21675"/>
                </a:lnTo>
                <a:lnTo>
                  <a:pt x="7886" y="21910"/>
                </a:lnTo>
                <a:lnTo>
                  <a:pt x="8720" y="21910"/>
                </a:lnTo>
                <a:lnTo>
                  <a:pt x="20998" y="18841"/>
                </a:lnTo>
                <a:lnTo>
                  <a:pt x="20712" y="18841"/>
                </a:lnTo>
                <a:lnTo>
                  <a:pt x="41169" y="15918"/>
                </a:lnTo>
                <a:lnTo>
                  <a:pt x="383431" y="15918"/>
                </a:lnTo>
                <a:lnTo>
                  <a:pt x="383415" y="15701"/>
                </a:lnTo>
                <a:lnTo>
                  <a:pt x="337519" y="4055"/>
                </a:lnTo>
                <a:lnTo>
                  <a:pt x="337862" y="4055"/>
                </a:lnTo>
                <a:lnTo>
                  <a:pt x="291130" y="1400"/>
                </a:lnTo>
                <a:lnTo>
                  <a:pt x="21691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93490" y="3399916"/>
            <a:ext cx="320675" cy="25400"/>
          </a:xfrm>
          <a:custGeom>
            <a:avLst/>
            <a:gdLst/>
            <a:ahLst/>
            <a:cxnLst/>
            <a:rect l="l" t="t" r="r" b="b"/>
            <a:pathLst>
              <a:path w="320675" h="25400">
                <a:moveTo>
                  <a:pt x="275104" y="0"/>
                </a:moveTo>
                <a:lnTo>
                  <a:pt x="19398" y="0"/>
                </a:lnTo>
                <a:lnTo>
                  <a:pt x="7936" y="1148"/>
                </a:lnTo>
                <a:lnTo>
                  <a:pt x="461" y="7277"/>
                </a:lnTo>
                <a:lnTo>
                  <a:pt x="388" y="7460"/>
                </a:lnTo>
                <a:lnTo>
                  <a:pt x="302" y="7676"/>
                </a:lnTo>
                <a:lnTo>
                  <a:pt x="238" y="7835"/>
                </a:lnTo>
                <a:lnTo>
                  <a:pt x="0" y="8923"/>
                </a:lnTo>
                <a:lnTo>
                  <a:pt x="16" y="12209"/>
                </a:lnTo>
                <a:lnTo>
                  <a:pt x="175" y="12764"/>
                </a:lnTo>
                <a:lnTo>
                  <a:pt x="257" y="13051"/>
                </a:lnTo>
                <a:lnTo>
                  <a:pt x="11639" y="24800"/>
                </a:lnTo>
                <a:lnTo>
                  <a:pt x="14820" y="24800"/>
                </a:lnTo>
                <a:lnTo>
                  <a:pt x="20124" y="20975"/>
                </a:lnTo>
                <a:lnTo>
                  <a:pt x="20212" y="20844"/>
                </a:lnTo>
                <a:lnTo>
                  <a:pt x="21023" y="18884"/>
                </a:lnTo>
                <a:lnTo>
                  <a:pt x="21188" y="18056"/>
                </a:lnTo>
                <a:lnTo>
                  <a:pt x="21226" y="16984"/>
                </a:lnTo>
                <a:lnTo>
                  <a:pt x="10322" y="16984"/>
                </a:lnTo>
                <a:lnTo>
                  <a:pt x="12851" y="15925"/>
                </a:lnTo>
                <a:lnTo>
                  <a:pt x="13120" y="15925"/>
                </a:lnTo>
                <a:lnTo>
                  <a:pt x="14892" y="7835"/>
                </a:lnTo>
                <a:lnTo>
                  <a:pt x="14975" y="7460"/>
                </a:lnTo>
                <a:lnTo>
                  <a:pt x="14441" y="6703"/>
                </a:lnTo>
                <a:lnTo>
                  <a:pt x="306384" y="6703"/>
                </a:lnTo>
                <a:lnTo>
                  <a:pt x="291759" y="2454"/>
                </a:lnTo>
                <a:lnTo>
                  <a:pt x="290661" y="2219"/>
                </a:lnTo>
                <a:lnTo>
                  <a:pt x="275104" y="0"/>
                </a:lnTo>
                <a:close/>
              </a:path>
              <a:path w="320675" h="25400">
                <a:moveTo>
                  <a:pt x="307481" y="7021"/>
                </a:moveTo>
                <a:lnTo>
                  <a:pt x="15102" y="7021"/>
                </a:lnTo>
                <a:lnTo>
                  <a:pt x="15198" y="7460"/>
                </a:lnTo>
                <a:lnTo>
                  <a:pt x="19064" y="11327"/>
                </a:lnTo>
                <a:lnTo>
                  <a:pt x="19715" y="12021"/>
                </a:lnTo>
                <a:lnTo>
                  <a:pt x="20212" y="12764"/>
                </a:lnTo>
                <a:lnTo>
                  <a:pt x="21023" y="14724"/>
                </a:lnTo>
                <a:lnTo>
                  <a:pt x="21262" y="15925"/>
                </a:lnTo>
                <a:lnTo>
                  <a:pt x="273508" y="15925"/>
                </a:lnTo>
                <a:lnTo>
                  <a:pt x="288397" y="18056"/>
                </a:lnTo>
                <a:lnTo>
                  <a:pt x="288109" y="18056"/>
                </a:lnTo>
                <a:lnTo>
                  <a:pt x="311356" y="24800"/>
                </a:lnTo>
                <a:lnTo>
                  <a:pt x="313903" y="24800"/>
                </a:lnTo>
                <a:lnTo>
                  <a:pt x="315417" y="24321"/>
                </a:lnTo>
                <a:lnTo>
                  <a:pt x="320456" y="18056"/>
                </a:lnTo>
                <a:lnTo>
                  <a:pt x="320358" y="15173"/>
                </a:lnTo>
                <a:lnTo>
                  <a:pt x="315741" y="9420"/>
                </a:lnTo>
                <a:lnTo>
                  <a:pt x="307481" y="7021"/>
                </a:lnTo>
                <a:close/>
              </a:path>
              <a:path w="320675" h="25400">
                <a:moveTo>
                  <a:pt x="14646" y="15173"/>
                </a:moveTo>
                <a:lnTo>
                  <a:pt x="10322" y="16984"/>
                </a:lnTo>
                <a:lnTo>
                  <a:pt x="14543" y="16563"/>
                </a:lnTo>
                <a:lnTo>
                  <a:pt x="12980" y="16563"/>
                </a:lnTo>
                <a:lnTo>
                  <a:pt x="13120" y="15925"/>
                </a:lnTo>
                <a:lnTo>
                  <a:pt x="13745" y="15925"/>
                </a:lnTo>
                <a:lnTo>
                  <a:pt x="14646" y="15173"/>
                </a:lnTo>
                <a:close/>
              </a:path>
              <a:path w="320675" h="25400">
                <a:moveTo>
                  <a:pt x="21226" y="15925"/>
                </a:moveTo>
                <a:lnTo>
                  <a:pt x="20925" y="15925"/>
                </a:lnTo>
                <a:lnTo>
                  <a:pt x="10322" y="16984"/>
                </a:lnTo>
                <a:lnTo>
                  <a:pt x="21226" y="16984"/>
                </a:lnTo>
                <a:lnTo>
                  <a:pt x="21226" y="15925"/>
                </a:lnTo>
                <a:close/>
              </a:path>
              <a:path w="320675" h="25400">
                <a:moveTo>
                  <a:pt x="13745" y="15925"/>
                </a:moveTo>
                <a:lnTo>
                  <a:pt x="13120" y="15925"/>
                </a:lnTo>
                <a:lnTo>
                  <a:pt x="12980" y="16563"/>
                </a:lnTo>
                <a:lnTo>
                  <a:pt x="13745" y="15925"/>
                </a:lnTo>
                <a:close/>
              </a:path>
              <a:path w="320675" h="25400">
                <a:moveTo>
                  <a:pt x="21113" y="15173"/>
                </a:moveTo>
                <a:lnTo>
                  <a:pt x="14646" y="15173"/>
                </a:lnTo>
                <a:lnTo>
                  <a:pt x="12980" y="16563"/>
                </a:lnTo>
                <a:lnTo>
                  <a:pt x="14543" y="16563"/>
                </a:lnTo>
                <a:lnTo>
                  <a:pt x="20925" y="15925"/>
                </a:lnTo>
                <a:lnTo>
                  <a:pt x="21262" y="15925"/>
                </a:lnTo>
                <a:lnTo>
                  <a:pt x="21113" y="15173"/>
                </a:lnTo>
                <a:close/>
              </a:path>
              <a:path w="320675" h="25400">
                <a:moveTo>
                  <a:pt x="14975" y="7460"/>
                </a:moveTo>
                <a:lnTo>
                  <a:pt x="13120" y="15925"/>
                </a:lnTo>
                <a:lnTo>
                  <a:pt x="12851" y="15925"/>
                </a:lnTo>
                <a:lnTo>
                  <a:pt x="14646" y="15173"/>
                </a:lnTo>
                <a:lnTo>
                  <a:pt x="21113" y="15173"/>
                </a:lnTo>
                <a:lnTo>
                  <a:pt x="21023" y="14724"/>
                </a:lnTo>
                <a:lnTo>
                  <a:pt x="16660" y="8923"/>
                </a:lnTo>
                <a:lnTo>
                  <a:pt x="16007" y="8923"/>
                </a:lnTo>
                <a:lnTo>
                  <a:pt x="14975" y="7460"/>
                </a:lnTo>
                <a:close/>
              </a:path>
              <a:path w="320675" h="25400">
                <a:moveTo>
                  <a:pt x="15015" y="7277"/>
                </a:moveTo>
                <a:lnTo>
                  <a:pt x="14975" y="7460"/>
                </a:lnTo>
                <a:lnTo>
                  <a:pt x="16007" y="8923"/>
                </a:lnTo>
                <a:lnTo>
                  <a:pt x="15490" y="7835"/>
                </a:lnTo>
                <a:lnTo>
                  <a:pt x="15414" y="7676"/>
                </a:lnTo>
                <a:lnTo>
                  <a:pt x="15311" y="7460"/>
                </a:lnTo>
                <a:lnTo>
                  <a:pt x="15015" y="7277"/>
                </a:lnTo>
                <a:close/>
              </a:path>
              <a:path w="320675" h="25400">
                <a:moveTo>
                  <a:pt x="15573" y="7835"/>
                </a:moveTo>
                <a:lnTo>
                  <a:pt x="16007" y="8923"/>
                </a:lnTo>
                <a:lnTo>
                  <a:pt x="16660" y="8923"/>
                </a:lnTo>
                <a:lnTo>
                  <a:pt x="15573" y="7835"/>
                </a:lnTo>
                <a:close/>
              </a:path>
              <a:path w="320675" h="25400">
                <a:moveTo>
                  <a:pt x="14759" y="7021"/>
                </a:moveTo>
                <a:lnTo>
                  <a:pt x="14846" y="7277"/>
                </a:lnTo>
                <a:lnTo>
                  <a:pt x="14975" y="7460"/>
                </a:lnTo>
                <a:lnTo>
                  <a:pt x="15015" y="7277"/>
                </a:lnTo>
                <a:lnTo>
                  <a:pt x="14759" y="7021"/>
                </a:lnTo>
                <a:close/>
              </a:path>
              <a:path w="320675" h="25400">
                <a:moveTo>
                  <a:pt x="15102" y="7021"/>
                </a:moveTo>
                <a:lnTo>
                  <a:pt x="15015" y="7277"/>
                </a:lnTo>
                <a:lnTo>
                  <a:pt x="15198" y="7460"/>
                </a:lnTo>
                <a:lnTo>
                  <a:pt x="15102" y="7021"/>
                </a:lnTo>
                <a:close/>
              </a:path>
              <a:path w="320675" h="25400">
                <a:moveTo>
                  <a:pt x="306384" y="6703"/>
                </a:moveTo>
                <a:lnTo>
                  <a:pt x="14441" y="6703"/>
                </a:lnTo>
                <a:lnTo>
                  <a:pt x="15015" y="7277"/>
                </a:lnTo>
                <a:lnTo>
                  <a:pt x="15071" y="7021"/>
                </a:lnTo>
                <a:lnTo>
                  <a:pt x="307481" y="7021"/>
                </a:lnTo>
                <a:lnTo>
                  <a:pt x="306384" y="670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41695" y="3367243"/>
            <a:ext cx="365760" cy="27940"/>
          </a:xfrm>
          <a:custGeom>
            <a:avLst/>
            <a:gdLst/>
            <a:ahLst/>
            <a:cxnLst/>
            <a:rect l="l" t="t" r="r" b="b"/>
            <a:pathLst>
              <a:path w="365760" h="27939">
                <a:moveTo>
                  <a:pt x="337042" y="20666"/>
                </a:moveTo>
                <a:lnTo>
                  <a:pt x="355438" y="27566"/>
                </a:lnTo>
                <a:lnTo>
                  <a:pt x="354951" y="27566"/>
                </a:lnTo>
                <a:lnTo>
                  <a:pt x="356840" y="27875"/>
                </a:lnTo>
                <a:lnTo>
                  <a:pt x="358657" y="27875"/>
                </a:lnTo>
                <a:lnTo>
                  <a:pt x="359972" y="27566"/>
                </a:lnTo>
                <a:lnTo>
                  <a:pt x="365577" y="21120"/>
                </a:lnTo>
                <a:lnTo>
                  <a:pt x="338858" y="21120"/>
                </a:lnTo>
                <a:lnTo>
                  <a:pt x="337042" y="20666"/>
                </a:lnTo>
                <a:close/>
              </a:path>
              <a:path w="365760" h="27939">
                <a:moveTo>
                  <a:pt x="49750" y="0"/>
                </a:moveTo>
                <a:lnTo>
                  <a:pt x="6935" y="0"/>
                </a:lnTo>
                <a:lnTo>
                  <a:pt x="5915" y="201"/>
                </a:lnTo>
                <a:lnTo>
                  <a:pt x="0" y="6935"/>
                </a:lnTo>
                <a:lnTo>
                  <a:pt x="0" y="9056"/>
                </a:lnTo>
                <a:lnTo>
                  <a:pt x="201" y="10076"/>
                </a:lnTo>
                <a:lnTo>
                  <a:pt x="1013" y="12035"/>
                </a:lnTo>
                <a:lnTo>
                  <a:pt x="1479" y="12733"/>
                </a:lnTo>
                <a:lnTo>
                  <a:pt x="1591" y="12900"/>
                </a:lnTo>
                <a:lnTo>
                  <a:pt x="3091" y="14399"/>
                </a:lnTo>
                <a:lnTo>
                  <a:pt x="3956" y="14977"/>
                </a:lnTo>
                <a:lnTo>
                  <a:pt x="5915" y="15788"/>
                </a:lnTo>
                <a:lnTo>
                  <a:pt x="6948" y="15994"/>
                </a:lnTo>
                <a:lnTo>
                  <a:pt x="49338" y="15994"/>
                </a:lnTo>
                <a:lnTo>
                  <a:pt x="102197" y="17504"/>
                </a:lnTo>
                <a:lnTo>
                  <a:pt x="160390" y="18956"/>
                </a:lnTo>
                <a:lnTo>
                  <a:pt x="321578" y="18956"/>
                </a:lnTo>
                <a:lnTo>
                  <a:pt x="338858" y="21120"/>
                </a:lnTo>
                <a:lnTo>
                  <a:pt x="338251" y="21120"/>
                </a:lnTo>
                <a:lnTo>
                  <a:pt x="337042" y="20666"/>
                </a:lnTo>
                <a:lnTo>
                  <a:pt x="365658" y="20666"/>
                </a:lnTo>
                <a:lnTo>
                  <a:pt x="365584" y="18516"/>
                </a:lnTo>
                <a:lnTo>
                  <a:pt x="365347" y="17504"/>
                </a:lnTo>
                <a:lnTo>
                  <a:pt x="364660" y="15994"/>
                </a:lnTo>
                <a:lnTo>
                  <a:pt x="364567" y="15788"/>
                </a:lnTo>
                <a:lnTo>
                  <a:pt x="364469" y="15574"/>
                </a:lnTo>
                <a:lnTo>
                  <a:pt x="323593" y="3091"/>
                </a:lnTo>
                <a:lnTo>
                  <a:pt x="165915" y="3091"/>
                </a:lnTo>
                <a:lnTo>
                  <a:pt x="105973" y="1591"/>
                </a:lnTo>
                <a:lnTo>
                  <a:pt x="105423" y="1591"/>
                </a:lnTo>
                <a:lnTo>
                  <a:pt x="49750" y="0"/>
                </a:lnTo>
                <a:close/>
              </a:path>
              <a:path w="365760" h="27939">
                <a:moveTo>
                  <a:pt x="365652" y="20666"/>
                </a:moveTo>
                <a:lnTo>
                  <a:pt x="337042" y="20666"/>
                </a:lnTo>
                <a:lnTo>
                  <a:pt x="338858" y="21120"/>
                </a:lnTo>
                <a:lnTo>
                  <a:pt x="365577" y="21120"/>
                </a:lnTo>
                <a:lnTo>
                  <a:pt x="365652" y="20666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92013" y="3340657"/>
            <a:ext cx="249554" cy="31115"/>
          </a:xfrm>
          <a:custGeom>
            <a:avLst/>
            <a:gdLst/>
            <a:ahLst/>
            <a:cxnLst/>
            <a:rect l="l" t="t" r="r" b="b"/>
            <a:pathLst>
              <a:path w="249554" h="31114">
                <a:moveTo>
                  <a:pt x="248977" y="20123"/>
                </a:moveTo>
                <a:lnTo>
                  <a:pt x="229436" y="20123"/>
                </a:lnTo>
                <a:lnTo>
                  <a:pt x="229877" y="20709"/>
                </a:lnTo>
                <a:lnTo>
                  <a:pt x="230411" y="21202"/>
                </a:lnTo>
                <a:lnTo>
                  <a:pt x="230247" y="21202"/>
                </a:lnTo>
                <a:lnTo>
                  <a:pt x="241310" y="30796"/>
                </a:lnTo>
                <a:lnTo>
                  <a:pt x="242125" y="30796"/>
                </a:lnTo>
                <a:lnTo>
                  <a:pt x="249440" y="22928"/>
                </a:lnTo>
                <a:lnTo>
                  <a:pt x="249400" y="21772"/>
                </a:lnTo>
                <a:lnTo>
                  <a:pt x="249254" y="21202"/>
                </a:lnTo>
                <a:lnTo>
                  <a:pt x="230411" y="21202"/>
                </a:lnTo>
                <a:lnTo>
                  <a:pt x="229966" y="20709"/>
                </a:lnTo>
                <a:lnTo>
                  <a:pt x="249128" y="20709"/>
                </a:lnTo>
                <a:lnTo>
                  <a:pt x="248977" y="20123"/>
                </a:lnTo>
                <a:close/>
              </a:path>
              <a:path w="249554" h="31114">
                <a:moveTo>
                  <a:pt x="216141" y="0"/>
                </a:moveTo>
                <a:lnTo>
                  <a:pt x="17994" y="0"/>
                </a:lnTo>
                <a:lnTo>
                  <a:pt x="6953" y="1640"/>
                </a:lnTo>
                <a:lnTo>
                  <a:pt x="0" y="13322"/>
                </a:lnTo>
                <a:lnTo>
                  <a:pt x="1351" y="16769"/>
                </a:lnTo>
                <a:lnTo>
                  <a:pt x="13159" y="27833"/>
                </a:lnTo>
                <a:lnTo>
                  <a:pt x="13975" y="27833"/>
                </a:lnTo>
                <a:lnTo>
                  <a:pt x="10339" y="17307"/>
                </a:lnTo>
                <a:lnTo>
                  <a:pt x="14262" y="14970"/>
                </a:lnTo>
                <a:lnTo>
                  <a:pt x="14426" y="14194"/>
                </a:lnTo>
                <a:lnTo>
                  <a:pt x="14871" y="10914"/>
                </a:lnTo>
                <a:lnTo>
                  <a:pt x="14923" y="10524"/>
                </a:lnTo>
                <a:lnTo>
                  <a:pt x="15032" y="9724"/>
                </a:lnTo>
                <a:lnTo>
                  <a:pt x="15124" y="9042"/>
                </a:lnTo>
                <a:lnTo>
                  <a:pt x="15222" y="8322"/>
                </a:lnTo>
                <a:lnTo>
                  <a:pt x="240044" y="8322"/>
                </a:lnTo>
                <a:lnTo>
                  <a:pt x="225315" y="676"/>
                </a:lnTo>
                <a:lnTo>
                  <a:pt x="216141" y="0"/>
                </a:lnTo>
                <a:close/>
              </a:path>
              <a:path w="249554" h="31114">
                <a:moveTo>
                  <a:pt x="226798" y="17867"/>
                </a:moveTo>
                <a:lnTo>
                  <a:pt x="229877" y="20709"/>
                </a:lnTo>
                <a:lnTo>
                  <a:pt x="229436" y="20123"/>
                </a:lnTo>
                <a:lnTo>
                  <a:pt x="248977" y="20123"/>
                </a:lnTo>
                <a:lnTo>
                  <a:pt x="248874" y="19718"/>
                </a:lnTo>
                <a:lnTo>
                  <a:pt x="248438" y="18809"/>
                </a:lnTo>
                <a:lnTo>
                  <a:pt x="248152" y="18417"/>
                </a:lnTo>
                <a:lnTo>
                  <a:pt x="228358" y="18417"/>
                </a:lnTo>
                <a:lnTo>
                  <a:pt x="226798" y="17867"/>
                </a:lnTo>
                <a:close/>
              </a:path>
              <a:path w="249554" h="31114">
                <a:moveTo>
                  <a:pt x="225616" y="16769"/>
                </a:moveTo>
                <a:lnTo>
                  <a:pt x="226798" y="17867"/>
                </a:lnTo>
                <a:lnTo>
                  <a:pt x="228358" y="18417"/>
                </a:lnTo>
                <a:lnTo>
                  <a:pt x="225616" y="16769"/>
                </a:lnTo>
                <a:close/>
              </a:path>
              <a:path w="249554" h="31114">
                <a:moveTo>
                  <a:pt x="246488" y="16197"/>
                </a:moveTo>
                <a:lnTo>
                  <a:pt x="222062" y="16197"/>
                </a:lnTo>
                <a:lnTo>
                  <a:pt x="224787" y="16769"/>
                </a:lnTo>
                <a:lnTo>
                  <a:pt x="225616" y="16769"/>
                </a:lnTo>
                <a:lnTo>
                  <a:pt x="228358" y="18417"/>
                </a:lnTo>
                <a:lnTo>
                  <a:pt x="248152" y="18417"/>
                </a:lnTo>
                <a:lnTo>
                  <a:pt x="246488" y="16197"/>
                </a:lnTo>
                <a:close/>
              </a:path>
              <a:path w="249554" h="31114">
                <a:moveTo>
                  <a:pt x="222062" y="16197"/>
                </a:moveTo>
                <a:lnTo>
                  <a:pt x="226798" y="17867"/>
                </a:lnTo>
                <a:lnTo>
                  <a:pt x="225608" y="16769"/>
                </a:lnTo>
                <a:lnTo>
                  <a:pt x="224787" y="16769"/>
                </a:lnTo>
                <a:lnTo>
                  <a:pt x="222062" y="16197"/>
                </a:lnTo>
                <a:close/>
              </a:path>
              <a:path w="249554" h="31114">
                <a:moveTo>
                  <a:pt x="14321" y="14970"/>
                </a:moveTo>
                <a:lnTo>
                  <a:pt x="12680" y="15913"/>
                </a:lnTo>
                <a:lnTo>
                  <a:pt x="10339" y="17307"/>
                </a:lnTo>
                <a:lnTo>
                  <a:pt x="18830" y="16048"/>
                </a:lnTo>
                <a:lnTo>
                  <a:pt x="14175" y="16048"/>
                </a:lnTo>
                <a:lnTo>
                  <a:pt x="14277" y="15913"/>
                </a:lnTo>
                <a:lnTo>
                  <a:pt x="14321" y="14970"/>
                </a:lnTo>
                <a:close/>
              </a:path>
              <a:path w="249554" h="31114">
                <a:moveTo>
                  <a:pt x="20319" y="15913"/>
                </a:moveTo>
                <a:lnTo>
                  <a:pt x="19747" y="15913"/>
                </a:lnTo>
                <a:lnTo>
                  <a:pt x="10339" y="17307"/>
                </a:lnTo>
                <a:lnTo>
                  <a:pt x="20865" y="17307"/>
                </a:lnTo>
                <a:lnTo>
                  <a:pt x="20727" y="16769"/>
                </a:lnTo>
                <a:lnTo>
                  <a:pt x="20456" y="16197"/>
                </a:lnTo>
                <a:lnTo>
                  <a:pt x="20385" y="16048"/>
                </a:lnTo>
                <a:lnTo>
                  <a:pt x="20319" y="15913"/>
                </a:lnTo>
                <a:close/>
              </a:path>
              <a:path w="249554" h="31114">
                <a:moveTo>
                  <a:pt x="240044" y="8322"/>
                </a:moveTo>
                <a:lnTo>
                  <a:pt x="15222" y="8322"/>
                </a:lnTo>
                <a:lnTo>
                  <a:pt x="15663" y="9444"/>
                </a:lnTo>
                <a:lnTo>
                  <a:pt x="15705" y="9724"/>
                </a:lnTo>
                <a:lnTo>
                  <a:pt x="20345" y="15913"/>
                </a:lnTo>
                <a:lnTo>
                  <a:pt x="214391" y="15913"/>
                </a:lnTo>
                <a:lnTo>
                  <a:pt x="225992" y="16769"/>
                </a:lnTo>
                <a:lnTo>
                  <a:pt x="223683" y="16769"/>
                </a:lnTo>
                <a:lnTo>
                  <a:pt x="222062" y="16197"/>
                </a:lnTo>
                <a:lnTo>
                  <a:pt x="246488" y="16197"/>
                </a:lnTo>
                <a:lnTo>
                  <a:pt x="242234" y="10524"/>
                </a:lnTo>
                <a:lnTo>
                  <a:pt x="241260" y="9444"/>
                </a:lnTo>
                <a:lnTo>
                  <a:pt x="240044" y="8322"/>
                </a:lnTo>
                <a:close/>
              </a:path>
              <a:path w="249554" h="31114">
                <a:moveTo>
                  <a:pt x="19057" y="14194"/>
                </a:moveTo>
                <a:lnTo>
                  <a:pt x="15565" y="14194"/>
                </a:lnTo>
                <a:lnTo>
                  <a:pt x="14983" y="14970"/>
                </a:lnTo>
                <a:lnTo>
                  <a:pt x="14194" y="15913"/>
                </a:lnTo>
                <a:lnTo>
                  <a:pt x="14175" y="16048"/>
                </a:lnTo>
                <a:lnTo>
                  <a:pt x="18830" y="16048"/>
                </a:lnTo>
                <a:lnTo>
                  <a:pt x="19747" y="15913"/>
                </a:lnTo>
                <a:lnTo>
                  <a:pt x="20345" y="15913"/>
                </a:lnTo>
                <a:lnTo>
                  <a:pt x="19057" y="14194"/>
                </a:lnTo>
                <a:close/>
              </a:path>
              <a:path w="249554" h="31114">
                <a:moveTo>
                  <a:pt x="15565" y="14194"/>
                </a:moveTo>
                <a:lnTo>
                  <a:pt x="14321" y="14970"/>
                </a:lnTo>
                <a:lnTo>
                  <a:pt x="14194" y="15913"/>
                </a:lnTo>
                <a:lnTo>
                  <a:pt x="14983" y="14970"/>
                </a:lnTo>
                <a:lnTo>
                  <a:pt x="15565" y="14194"/>
                </a:lnTo>
                <a:close/>
              </a:path>
              <a:path w="249554" h="31114">
                <a:moveTo>
                  <a:pt x="15194" y="9042"/>
                </a:moveTo>
                <a:lnTo>
                  <a:pt x="15070" y="9444"/>
                </a:lnTo>
                <a:lnTo>
                  <a:pt x="14545" y="13322"/>
                </a:lnTo>
                <a:lnTo>
                  <a:pt x="14426" y="14194"/>
                </a:lnTo>
                <a:lnTo>
                  <a:pt x="14321" y="14970"/>
                </a:lnTo>
                <a:lnTo>
                  <a:pt x="15565" y="14194"/>
                </a:lnTo>
                <a:lnTo>
                  <a:pt x="19057" y="14194"/>
                </a:lnTo>
                <a:lnTo>
                  <a:pt x="16597" y="10914"/>
                </a:lnTo>
                <a:lnTo>
                  <a:pt x="16240" y="10914"/>
                </a:lnTo>
                <a:lnTo>
                  <a:pt x="16087" y="10524"/>
                </a:lnTo>
                <a:lnTo>
                  <a:pt x="15681" y="9913"/>
                </a:lnTo>
                <a:lnTo>
                  <a:pt x="15194" y="9042"/>
                </a:lnTo>
                <a:close/>
              </a:path>
              <a:path w="249554" h="31114">
                <a:moveTo>
                  <a:pt x="15847" y="9913"/>
                </a:moveTo>
                <a:lnTo>
                  <a:pt x="16022" y="10524"/>
                </a:lnTo>
                <a:lnTo>
                  <a:pt x="16240" y="10914"/>
                </a:lnTo>
                <a:lnTo>
                  <a:pt x="16597" y="10914"/>
                </a:lnTo>
                <a:lnTo>
                  <a:pt x="15847" y="9913"/>
                </a:lnTo>
                <a:close/>
              </a:path>
              <a:path w="249554" h="31114">
                <a:moveTo>
                  <a:pt x="15496" y="9444"/>
                </a:moveTo>
                <a:lnTo>
                  <a:pt x="15575" y="9724"/>
                </a:lnTo>
                <a:lnTo>
                  <a:pt x="16022" y="10524"/>
                </a:lnTo>
                <a:lnTo>
                  <a:pt x="15847" y="9913"/>
                </a:lnTo>
                <a:lnTo>
                  <a:pt x="15773" y="9724"/>
                </a:lnTo>
                <a:lnTo>
                  <a:pt x="15496" y="9444"/>
                </a:lnTo>
                <a:close/>
              </a:path>
              <a:path w="249554" h="31114">
                <a:moveTo>
                  <a:pt x="15222" y="8322"/>
                </a:moveTo>
                <a:lnTo>
                  <a:pt x="15194" y="9042"/>
                </a:lnTo>
                <a:lnTo>
                  <a:pt x="15705" y="9724"/>
                </a:lnTo>
                <a:lnTo>
                  <a:pt x="15663" y="9444"/>
                </a:lnTo>
                <a:lnTo>
                  <a:pt x="15222" y="832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151072" y="3316984"/>
            <a:ext cx="191770" cy="34290"/>
          </a:xfrm>
          <a:custGeom>
            <a:avLst/>
            <a:gdLst/>
            <a:ahLst/>
            <a:cxnLst/>
            <a:rect l="l" t="t" r="r" b="b"/>
            <a:pathLst>
              <a:path w="191770" h="34289">
                <a:moveTo>
                  <a:pt x="183898" y="0"/>
                </a:moveTo>
                <a:lnTo>
                  <a:pt x="17727" y="0"/>
                </a:lnTo>
                <a:lnTo>
                  <a:pt x="12454" y="474"/>
                </a:lnTo>
                <a:lnTo>
                  <a:pt x="297" y="10511"/>
                </a:lnTo>
                <a:lnTo>
                  <a:pt x="197" y="10855"/>
                </a:lnTo>
                <a:lnTo>
                  <a:pt x="128" y="11090"/>
                </a:lnTo>
                <a:lnTo>
                  <a:pt x="25" y="12164"/>
                </a:lnTo>
                <a:lnTo>
                  <a:pt x="0" y="13971"/>
                </a:lnTo>
                <a:lnTo>
                  <a:pt x="1263" y="18799"/>
                </a:lnTo>
                <a:lnTo>
                  <a:pt x="12315" y="33713"/>
                </a:lnTo>
                <a:lnTo>
                  <a:pt x="14517" y="33713"/>
                </a:lnTo>
                <a:lnTo>
                  <a:pt x="21162" y="27797"/>
                </a:lnTo>
                <a:lnTo>
                  <a:pt x="21278" y="27448"/>
                </a:lnTo>
                <a:lnTo>
                  <a:pt x="21346" y="24037"/>
                </a:lnTo>
                <a:lnTo>
                  <a:pt x="21204" y="23520"/>
                </a:lnTo>
                <a:lnTo>
                  <a:pt x="21081" y="23069"/>
                </a:lnTo>
                <a:lnTo>
                  <a:pt x="18271" y="17428"/>
                </a:lnTo>
                <a:lnTo>
                  <a:pt x="12586" y="17428"/>
                </a:lnTo>
                <a:lnTo>
                  <a:pt x="15304" y="14843"/>
                </a:lnTo>
                <a:lnTo>
                  <a:pt x="15395" y="13971"/>
                </a:lnTo>
                <a:lnTo>
                  <a:pt x="15476" y="13194"/>
                </a:lnTo>
                <a:lnTo>
                  <a:pt x="15583" y="12164"/>
                </a:lnTo>
                <a:lnTo>
                  <a:pt x="15695" y="11090"/>
                </a:lnTo>
                <a:lnTo>
                  <a:pt x="15720" y="10855"/>
                </a:lnTo>
                <a:lnTo>
                  <a:pt x="175708" y="10855"/>
                </a:lnTo>
                <a:lnTo>
                  <a:pt x="175765" y="10511"/>
                </a:lnTo>
                <a:lnTo>
                  <a:pt x="175619" y="10311"/>
                </a:lnTo>
                <a:lnTo>
                  <a:pt x="175557" y="9937"/>
                </a:lnTo>
                <a:lnTo>
                  <a:pt x="175860" y="9937"/>
                </a:lnTo>
                <a:lnTo>
                  <a:pt x="175928" y="9535"/>
                </a:lnTo>
                <a:lnTo>
                  <a:pt x="191706" y="9535"/>
                </a:lnTo>
                <a:lnTo>
                  <a:pt x="191216" y="6588"/>
                </a:lnTo>
                <a:lnTo>
                  <a:pt x="185443" y="474"/>
                </a:lnTo>
                <a:lnTo>
                  <a:pt x="183898" y="0"/>
                </a:lnTo>
                <a:close/>
              </a:path>
              <a:path w="191770" h="34289">
                <a:moveTo>
                  <a:pt x="175928" y="10511"/>
                </a:moveTo>
                <a:lnTo>
                  <a:pt x="175928" y="12164"/>
                </a:lnTo>
                <a:lnTo>
                  <a:pt x="175490" y="12164"/>
                </a:lnTo>
                <a:lnTo>
                  <a:pt x="174385" y="18799"/>
                </a:lnTo>
                <a:lnTo>
                  <a:pt x="174306" y="20506"/>
                </a:lnTo>
                <a:lnTo>
                  <a:pt x="174674" y="22096"/>
                </a:lnTo>
                <a:lnTo>
                  <a:pt x="174785" y="22572"/>
                </a:lnTo>
                <a:lnTo>
                  <a:pt x="179332" y="27287"/>
                </a:lnTo>
                <a:lnTo>
                  <a:pt x="179548" y="27287"/>
                </a:lnTo>
                <a:lnTo>
                  <a:pt x="179975" y="27448"/>
                </a:lnTo>
                <a:lnTo>
                  <a:pt x="182067" y="27797"/>
                </a:lnTo>
                <a:lnTo>
                  <a:pt x="182964" y="27797"/>
                </a:lnTo>
                <a:lnTo>
                  <a:pt x="190981" y="16507"/>
                </a:lnTo>
                <a:lnTo>
                  <a:pt x="191062" y="16026"/>
                </a:lnTo>
                <a:lnTo>
                  <a:pt x="182801" y="16026"/>
                </a:lnTo>
                <a:lnTo>
                  <a:pt x="180331" y="15276"/>
                </a:lnTo>
                <a:lnTo>
                  <a:pt x="179010" y="15276"/>
                </a:lnTo>
                <a:lnTo>
                  <a:pt x="177899" y="14538"/>
                </a:lnTo>
                <a:lnTo>
                  <a:pt x="178533" y="14538"/>
                </a:lnTo>
                <a:lnTo>
                  <a:pt x="176997" y="12164"/>
                </a:lnTo>
                <a:lnTo>
                  <a:pt x="175928" y="12164"/>
                </a:lnTo>
                <a:lnTo>
                  <a:pt x="175749" y="11090"/>
                </a:lnTo>
                <a:lnTo>
                  <a:pt x="176303" y="11090"/>
                </a:lnTo>
                <a:lnTo>
                  <a:pt x="175928" y="10511"/>
                </a:lnTo>
                <a:close/>
              </a:path>
              <a:path w="191770" h="34289">
                <a:moveTo>
                  <a:pt x="15304" y="14843"/>
                </a:moveTo>
                <a:lnTo>
                  <a:pt x="12586" y="17428"/>
                </a:lnTo>
                <a:lnTo>
                  <a:pt x="14682" y="16507"/>
                </a:lnTo>
                <a:lnTo>
                  <a:pt x="12748" y="16507"/>
                </a:lnTo>
                <a:lnTo>
                  <a:pt x="15178" y="16026"/>
                </a:lnTo>
                <a:lnTo>
                  <a:pt x="15304" y="14843"/>
                </a:lnTo>
                <a:close/>
              </a:path>
              <a:path w="191770" h="34289">
                <a:moveTo>
                  <a:pt x="17570" y="16026"/>
                </a:moveTo>
                <a:lnTo>
                  <a:pt x="15778" y="16026"/>
                </a:lnTo>
                <a:lnTo>
                  <a:pt x="12586" y="17428"/>
                </a:lnTo>
                <a:lnTo>
                  <a:pt x="18271" y="17428"/>
                </a:lnTo>
                <a:lnTo>
                  <a:pt x="17811" y="16507"/>
                </a:lnTo>
                <a:lnTo>
                  <a:pt x="13187" y="16507"/>
                </a:lnTo>
                <a:lnTo>
                  <a:pt x="17570" y="16026"/>
                </a:lnTo>
                <a:close/>
              </a:path>
              <a:path w="191770" h="34289">
                <a:moveTo>
                  <a:pt x="15181" y="16026"/>
                </a:moveTo>
                <a:lnTo>
                  <a:pt x="12748" y="16507"/>
                </a:lnTo>
                <a:lnTo>
                  <a:pt x="15131" y="16507"/>
                </a:lnTo>
                <a:lnTo>
                  <a:pt x="15181" y="16026"/>
                </a:lnTo>
                <a:close/>
              </a:path>
              <a:path w="191770" h="34289">
                <a:moveTo>
                  <a:pt x="16381" y="13971"/>
                </a:moveTo>
                <a:lnTo>
                  <a:pt x="16222" y="13971"/>
                </a:lnTo>
                <a:lnTo>
                  <a:pt x="15304" y="14843"/>
                </a:lnTo>
                <a:lnTo>
                  <a:pt x="15181" y="16026"/>
                </a:lnTo>
                <a:lnTo>
                  <a:pt x="15131" y="16507"/>
                </a:lnTo>
                <a:lnTo>
                  <a:pt x="15353" y="16026"/>
                </a:lnTo>
                <a:lnTo>
                  <a:pt x="16381" y="13971"/>
                </a:lnTo>
                <a:close/>
              </a:path>
              <a:path w="191770" h="34289">
                <a:moveTo>
                  <a:pt x="16447" y="13971"/>
                </a:moveTo>
                <a:lnTo>
                  <a:pt x="16097" y="14538"/>
                </a:lnTo>
                <a:lnTo>
                  <a:pt x="15112" y="16507"/>
                </a:lnTo>
                <a:lnTo>
                  <a:pt x="14682" y="16507"/>
                </a:lnTo>
                <a:lnTo>
                  <a:pt x="15778" y="16026"/>
                </a:lnTo>
                <a:lnTo>
                  <a:pt x="17570" y="16026"/>
                </a:lnTo>
                <a:lnTo>
                  <a:pt x="16979" y="14843"/>
                </a:lnTo>
                <a:lnTo>
                  <a:pt x="16764" y="14843"/>
                </a:lnTo>
                <a:lnTo>
                  <a:pt x="16685" y="14538"/>
                </a:lnTo>
                <a:lnTo>
                  <a:pt x="16447" y="13971"/>
                </a:lnTo>
                <a:close/>
              </a:path>
              <a:path w="191770" h="34289">
                <a:moveTo>
                  <a:pt x="17570" y="16026"/>
                </a:moveTo>
                <a:lnTo>
                  <a:pt x="13187" y="16507"/>
                </a:lnTo>
                <a:lnTo>
                  <a:pt x="17811" y="16507"/>
                </a:lnTo>
                <a:lnTo>
                  <a:pt x="17570" y="16026"/>
                </a:lnTo>
                <a:close/>
              </a:path>
              <a:path w="191770" h="34289">
                <a:moveTo>
                  <a:pt x="175708" y="10855"/>
                </a:moveTo>
                <a:lnTo>
                  <a:pt x="15720" y="10855"/>
                </a:lnTo>
                <a:lnTo>
                  <a:pt x="16542" y="13971"/>
                </a:lnTo>
                <a:lnTo>
                  <a:pt x="17570" y="16026"/>
                </a:lnTo>
                <a:lnTo>
                  <a:pt x="174847" y="16026"/>
                </a:lnTo>
                <a:lnTo>
                  <a:pt x="175668" y="11090"/>
                </a:lnTo>
                <a:lnTo>
                  <a:pt x="175708" y="10855"/>
                </a:lnTo>
                <a:close/>
              </a:path>
              <a:path w="191770" h="34289">
                <a:moveTo>
                  <a:pt x="191259" y="14843"/>
                </a:moveTo>
                <a:lnTo>
                  <a:pt x="178904" y="14843"/>
                </a:lnTo>
                <a:lnTo>
                  <a:pt x="182801" y="16026"/>
                </a:lnTo>
                <a:lnTo>
                  <a:pt x="191062" y="16026"/>
                </a:lnTo>
                <a:lnTo>
                  <a:pt x="191187" y="15276"/>
                </a:lnTo>
                <a:lnTo>
                  <a:pt x="191259" y="14843"/>
                </a:lnTo>
                <a:close/>
              </a:path>
              <a:path w="191770" h="34289">
                <a:moveTo>
                  <a:pt x="177899" y="14538"/>
                </a:moveTo>
                <a:lnTo>
                  <a:pt x="179010" y="15276"/>
                </a:lnTo>
                <a:lnTo>
                  <a:pt x="178730" y="14843"/>
                </a:lnTo>
                <a:lnTo>
                  <a:pt x="178904" y="14843"/>
                </a:lnTo>
                <a:lnTo>
                  <a:pt x="177899" y="14538"/>
                </a:lnTo>
                <a:close/>
              </a:path>
              <a:path w="191770" h="34289">
                <a:moveTo>
                  <a:pt x="191706" y="9535"/>
                </a:moveTo>
                <a:lnTo>
                  <a:pt x="175928" y="9535"/>
                </a:lnTo>
                <a:lnTo>
                  <a:pt x="175928" y="10511"/>
                </a:lnTo>
                <a:lnTo>
                  <a:pt x="179010" y="15276"/>
                </a:lnTo>
                <a:lnTo>
                  <a:pt x="180331" y="15276"/>
                </a:lnTo>
                <a:lnTo>
                  <a:pt x="178904" y="14843"/>
                </a:lnTo>
                <a:lnTo>
                  <a:pt x="191259" y="14843"/>
                </a:lnTo>
                <a:lnTo>
                  <a:pt x="191706" y="12164"/>
                </a:lnTo>
                <a:lnTo>
                  <a:pt x="191706" y="9535"/>
                </a:lnTo>
                <a:close/>
              </a:path>
              <a:path w="191770" h="34289">
                <a:moveTo>
                  <a:pt x="15781" y="11090"/>
                </a:moveTo>
                <a:lnTo>
                  <a:pt x="15583" y="12164"/>
                </a:lnTo>
                <a:lnTo>
                  <a:pt x="15476" y="13194"/>
                </a:lnTo>
                <a:lnTo>
                  <a:pt x="15395" y="13971"/>
                </a:lnTo>
                <a:lnTo>
                  <a:pt x="15304" y="14843"/>
                </a:lnTo>
                <a:lnTo>
                  <a:pt x="16222" y="13971"/>
                </a:lnTo>
                <a:lnTo>
                  <a:pt x="16447" y="13971"/>
                </a:lnTo>
                <a:lnTo>
                  <a:pt x="16154" y="13194"/>
                </a:lnTo>
                <a:lnTo>
                  <a:pt x="16332" y="13194"/>
                </a:lnTo>
                <a:lnTo>
                  <a:pt x="15781" y="11090"/>
                </a:lnTo>
                <a:close/>
              </a:path>
              <a:path w="191770" h="34289">
                <a:moveTo>
                  <a:pt x="16542" y="13971"/>
                </a:moveTo>
                <a:lnTo>
                  <a:pt x="16661" y="14538"/>
                </a:lnTo>
                <a:lnTo>
                  <a:pt x="16776" y="14843"/>
                </a:lnTo>
                <a:lnTo>
                  <a:pt x="16979" y="14843"/>
                </a:lnTo>
                <a:lnTo>
                  <a:pt x="16542" y="13971"/>
                </a:lnTo>
                <a:close/>
              </a:path>
              <a:path w="191770" h="34289">
                <a:moveTo>
                  <a:pt x="178533" y="14538"/>
                </a:moveTo>
                <a:lnTo>
                  <a:pt x="177899" y="14538"/>
                </a:lnTo>
                <a:lnTo>
                  <a:pt x="178904" y="14843"/>
                </a:lnTo>
                <a:lnTo>
                  <a:pt x="178730" y="14843"/>
                </a:lnTo>
                <a:lnTo>
                  <a:pt x="178533" y="14538"/>
                </a:lnTo>
                <a:close/>
              </a:path>
              <a:path w="191770" h="34289">
                <a:moveTo>
                  <a:pt x="16332" y="13194"/>
                </a:moveTo>
                <a:lnTo>
                  <a:pt x="16154" y="13194"/>
                </a:lnTo>
                <a:lnTo>
                  <a:pt x="16542" y="13971"/>
                </a:lnTo>
                <a:lnTo>
                  <a:pt x="16332" y="13194"/>
                </a:lnTo>
                <a:close/>
              </a:path>
              <a:path w="191770" h="34289">
                <a:moveTo>
                  <a:pt x="175798" y="10311"/>
                </a:moveTo>
                <a:lnTo>
                  <a:pt x="175749" y="11090"/>
                </a:lnTo>
                <a:lnTo>
                  <a:pt x="175928" y="12164"/>
                </a:lnTo>
                <a:lnTo>
                  <a:pt x="175928" y="10511"/>
                </a:lnTo>
                <a:lnTo>
                  <a:pt x="175798" y="10311"/>
                </a:lnTo>
                <a:close/>
              </a:path>
              <a:path w="191770" h="34289">
                <a:moveTo>
                  <a:pt x="175557" y="9937"/>
                </a:moveTo>
                <a:lnTo>
                  <a:pt x="175652" y="10511"/>
                </a:lnTo>
                <a:lnTo>
                  <a:pt x="175798" y="10311"/>
                </a:lnTo>
                <a:lnTo>
                  <a:pt x="175821" y="10175"/>
                </a:lnTo>
                <a:lnTo>
                  <a:pt x="175557" y="9937"/>
                </a:lnTo>
                <a:close/>
              </a:path>
              <a:path w="191770" h="34289">
                <a:moveTo>
                  <a:pt x="175928" y="9937"/>
                </a:moveTo>
                <a:lnTo>
                  <a:pt x="175710" y="10175"/>
                </a:lnTo>
                <a:lnTo>
                  <a:pt x="175928" y="10511"/>
                </a:lnTo>
                <a:lnTo>
                  <a:pt x="175928" y="9937"/>
                </a:lnTo>
                <a:close/>
              </a:path>
              <a:path w="191770" h="34289">
                <a:moveTo>
                  <a:pt x="175860" y="9937"/>
                </a:moveTo>
                <a:lnTo>
                  <a:pt x="175557" y="9937"/>
                </a:lnTo>
                <a:lnTo>
                  <a:pt x="175710" y="10175"/>
                </a:lnTo>
                <a:lnTo>
                  <a:pt x="175860" y="993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93475" y="3399897"/>
            <a:ext cx="214629" cy="36830"/>
          </a:xfrm>
          <a:custGeom>
            <a:avLst/>
            <a:gdLst/>
            <a:ahLst/>
            <a:cxnLst/>
            <a:rect l="l" t="t" r="r" b="b"/>
            <a:pathLst>
              <a:path w="214629" h="36829">
                <a:moveTo>
                  <a:pt x="208022" y="0"/>
                </a:moveTo>
                <a:lnTo>
                  <a:pt x="205471" y="0"/>
                </a:lnTo>
                <a:lnTo>
                  <a:pt x="131693" y="5898"/>
                </a:lnTo>
                <a:lnTo>
                  <a:pt x="81438" y="8849"/>
                </a:lnTo>
                <a:lnTo>
                  <a:pt x="47424" y="8849"/>
                </a:lnTo>
                <a:lnTo>
                  <a:pt x="28535" y="10331"/>
                </a:lnTo>
                <a:lnTo>
                  <a:pt x="0" y="28147"/>
                </a:lnTo>
                <a:lnTo>
                  <a:pt x="42" y="29405"/>
                </a:lnTo>
                <a:lnTo>
                  <a:pt x="7527" y="36725"/>
                </a:lnTo>
                <a:lnTo>
                  <a:pt x="8561" y="36725"/>
                </a:lnTo>
                <a:lnTo>
                  <a:pt x="10641" y="36314"/>
                </a:lnTo>
                <a:lnTo>
                  <a:pt x="11602" y="35916"/>
                </a:lnTo>
                <a:lnTo>
                  <a:pt x="20081" y="30267"/>
                </a:lnTo>
                <a:lnTo>
                  <a:pt x="19672" y="30267"/>
                </a:lnTo>
                <a:lnTo>
                  <a:pt x="21375" y="29405"/>
                </a:lnTo>
                <a:lnTo>
                  <a:pt x="22042" y="29405"/>
                </a:lnTo>
                <a:lnTo>
                  <a:pt x="30633" y="26280"/>
                </a:lnTo>
                <a:lnTo>
                  <a:pt x="29786" y="26280"/>
                </a:lnTo>
                <a:lnTo>
                  <a:pt x="31893" y="25821"/>
                </a:lnTo>
                <a:lnTo>
                  <a:pt x="35629" y="25821"/>
                </a:lnTo>
                <a:lnTo>
                  <a:pt x="48351" y="24823"/>
                </a:lnTo>
                <a:lnTo>
                  <a:pt x="82378" y="24823"/>
                </a:lnTo>
                <a:lnTo>
                  <a:pt x="133132" y="21833"/>
                </a:lnTo>
                <a:lnTo>
                  <a:pt x="208264" y="15820"/>
                </a:lnTo>
                <a:lnTo>
                  <a:pt x="214504" y="9386"/>
                </a:lnTo>
                <a:lnTo>
                  <a:pt x="214456" y="6239"/>
                </a:lnTo>
                <a:lnTo>
                  <a:pt x="210040" y="652"/>
                </a:lnTo>
                <a:lnTo>
                  <a:pt x="208022" y="0"/>
                </a:lnTo>
                <a:close/>
              </a:path>
              <a:path w="214629" h="36829">
                <a:moveTo>
                  <a:pt x="21375" y="29405"/>
                </a:moveTo>
                <a:lnTo>
                  <a:pt x="19672" y="30267"/>
                </a:lnTo>
                <a:lnTo>
                  <a:pt x="20572" y="29940"/>
                </a:lnTo>
                <a:lnTo>
                  <a:pt x="21375" y="29405"/>
                </a:lnTo>
                <a:close/>
              </a:path>
              <a:path w="214629" h="36829">
                <a:moveTo>
                  <a:pt x="20572" y="29940"/>
                </a:moveTo>
                <a:lnTo>
                  <a:pt x="19672" y="30267"/>
                </a:lnTo>
                <a:lnTo>
                  <a:pt x="20081" y="30267"/>
                </a:lnTo>
                <a:lnTo>
                  <a:pt x="20572" y="29940"/>
                </a:lnTo>
                <a:close/>
              </a:path>
              <a:path w="214629" h="36829">
                <a:moveTo>
                  <a:pt x="22042" y="29405"/>
                </a:moveTo>
                <a:lnTo>
                  <a:pt x="21375" y="29405"/>
                </a:lnTo>
                <a:lnTo>
                  <a:pt x="20572" y="29940"/>
                </a:lnTo>
                <a:lnTo>
                  <a:pt x="22042" y="29405"/>
                </a:lnTo>
                <a:close/>
              </a:path>
              <a:path w="214629" h="36829">
                <a:moveTo>
                  <a:pt x="31893" y="25821"/>
                </a:moveTo>
                <a:lnTo>
                  <a:pt x="29786" y="26280"/>
                </a:lnTo>
                <a:lnTo>
                  <a:pt x="30633" y="26280"/>
                </a:lnTo>
                <a:lnTo>
                  <a:pt x="31893" y="25821"/>
                </a:lnTo>
                <a:close/>
              </a:path>
              <a:path w="214629" h="36829">
                <a:moveTo>
                  <a:pt x="35629" y="25821"/>
                </a:moveTo>
                <a:lnTo>
                  <a:pt x="31893" y="25821"/>
                </a:lnTo>
                <a:lnTo>
                  <a:pt x="30633" y="26280"/>
                </a:lnTo>
                <a:lnTo>
                  <a:pt x="29786" y="26280"/>
                </a:lnTo>
                <a:lnTo>
                  <a:pt x="35629" y="2582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09981" y="3614305"/>
            <a:ext cx="272080" cy="32004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758040" y="3616223"/>
            <a:ext cx="256540" cy="173355"/>
          </a:xfrm>
          <a:custGeom>
            <a:avLst/>
            <a:gdLst/>
            <a:ahLst/>
            <a:cxnLst/>
            <a:rect l="l" t="t" r="r" b="b"/>
            <a:pathLst>
              <a:path w="256539" h="173354">
                <a:moveTo>
                  <a:pt x="134454" y="18707"/>
                </a:moveTo>
                <a:lnTo>
                  <a:pt x="127520" y="11772"/>
                </a:lnTo>
                <a:lnTo>
                  <a:pt x="125399" y="11772"/>
                </a:lnTo>
                <a:lnTo>
                  <a:pt x="118465" y="18707"/>
                </a:lnTo>
                <a:lnTo>
                  <a:pt x="118465" y="20828"/>
                </a:lnTo>
                <a:lnTo>
                  <a:pt x="125399" y="27762"/>
                </a:lnTo>
                <a:lnTo>
                  <a:pt x="127520" y="27762"/>
                </a:lnTo>
                <a:lnTo>
                  <a:pt x="134454" y="20828"/>
                </a:lnTo>
                <a:lnTo>
                  <a:pt x="134454" y="19761"/>
                </a:lnTo>
                <a:lnTo>
                  <a:pt x="134454" y="18707"/>
                </a:lnTo>
                <a:close/>
              </a:path>
              <a:path w="256539" h="173354">
                <a:moveTo>
                  <a:pt x="255943" y="163893"/>
                </a:moveTo>
                <a:lnTo>
                  <a:pt x="248996" y="156959"/>
                </a:lnTo>
                <a:lnTo>
                  <a:pt x="146011" y="156959"/>
                </a:lnTo>
                <a:lnTo>
                  <a:pt x="85229" y="155511"/>
                </a:lnTo>
                <a:lnTo>
                  <a:pt x="84277" y="155511"/>
                </a:lnTo>
                <a:lnTo>
                  <a:pt x="67233" y="153835"/>
                </a:lnTo>
                <a:lnTo>
                  <a:pt x="66484" y="153835"/>
                </a:lnTo>
                <a:lnTo>
                  <a:pt x="58953" y="152019"/>
                </a:lnTo>
                <a:lnTo>
                  <a:pt x="56794" y="151498"/>
                </a:lnTo>
                <a:lnTo>
                  <a:pt x="56337" y="151244"/>
                </a:lnTo>
                <a:lnTo>
                  <a:pt x="44678" y="144805"/>
                </a:lnTo>
                <a:lnTo>
                  <a:pt x="44119" y="144500"/>
                </a:lnTo>
                <a:lnTo>
                  <a:pt x="43662" y="144246"/>
                </a:lnTo>
                <a:lnTo>
                  <a:pt x="36233" y="138684"/>
                </a:lnTo>
                <a:lnTo>
                  <a:pt x="28981" y="133337"/>
                </a:lnTo>
                <a:lnTo>
                  <a:pt x="25933" y="130302"/>
                </a:lnTo>
                <a:lnTo>
                  <a:pt x="23850" y="128308"/>
                </a:lnTo>
                <a:lnTo>
                  <a:pt x="23190" y="127673"/>
                </a:lnTo>
                <a:lnTo>
                  <a:pt x="22821" y="127139"/>
                </a:lnTo>
                <a:lnTo>
                  <a:pt x="19685" y="122707"/>
                </a:lnTo>
                <a:lnTo>
                  <a:pt x="19088" y="121843"/>
                </a:lnTo>
                <a:lnTo>
                  <a:pt x="18783" y="121081"/>
                </a:lnTo>
                <a:lnTo>
                  <a:pt x="17170" y="117081"/>
                </a:lnTo>
                <a:lnTo>
                  <a:pt x="16764" y="116065"/>
                </a:lnTo>
                <a:lnTo>
                  <a:pt x="16637" y="115112"/>
                </a:lnTo>
                <a:lnTo>
                  <a:pt x="16129" y="111150"/>
                </a:lnTo>
                <a:lnTo>
                  <a:pt x="16090" y="110820"/>
                </a:lnTo>
                <a:lnTo>
                  <a:pt x="15913" y="110820"/>
                </a:lnTo>
                <a:lnTo>
                  <a:pt x="15887" y="109969"/>
                </a:lnTo>
                <a:lnTo>
                  <a:pt x="16027" y="109461"/>
                </a:lnTo>
                <a:lnTo>
                  <a:pt x="15963" y="109334"/>
                </a:lnTo>
                <a:lnTo>
                  <a:pt x="16052" y="109118"/>
                </a:lnTo>
                <a:lnTo>
                  <a:pt x="16560" y="103200"/>
                </a:lnTo>
                <a:lnTo>
                  <a:pt x="16649" y="102108"/>
                </a:lnTo>
                <a:lnTo>
                  <a:pt x="17030" y="100749"/>
                </a:lnTo>
                <a:lnTo>
                  <a:pt x="18707" y="93383"/>
                </a:lnTo>
                <a:lnTo>
                  <a:pt x="20167" y="89852"/>
                </a:lnTo>
                <a:lnTo>
                  <a:pt x="27254" y="71539"/>
                </a:lnTo>
                <a:lnTo>
                  <a:pt x="30175" y="65760"/>
                </a:lnTo>
                <a:lnTo>
                  <a:pt x="38214" y="49707"/>
                </a:lnTo>
                <a:lnTo>
                  <a:pt x="38315" y="49479"/>
                </a:lnTo>
                <a:lnTo>
                  <a:pt x="38430" y="49276"/>
                </a:lnTo>
                <a:lnTo>
                  <a:pt x="48285" y="32296"/>
                </a:lnTo>
                <a:lnTo>
                  <a:pt x="48602" y="31762"/>
                </a:lnTo>
                <a:lnTo>
                  <a:pt x="49072" y="31191"/>
                </a:lnTo>
                <a:lnTo>
                  <a:pt x="52984" y="26504"/>
                </a:lnTo>
                <a:lnTo>
                  <a:pt x="53492" y="25895"/>
                </a:lnTo>
                <a:lnTo>
                  <a:pt x="66763" y="18973"/>
                </a:lnTo>
                <a:lnTo>
                  <a:pt x="66268" y="18973"/>
                </a:lnTo>
                <a:lnTo>
                  <a:pt x="67094" y="18859"/>
                </a:lnTo>
                <a:lnTo>
                  <a:pt x="69062" y="18554"/>
                </a:lnTo>
                <a:lnTo>
                  <a:pt x="76784" y="17373"/>
                </a:lnTo>
                <a:lnTo>
                  <a:pt x="76581" y="17373"/>
                </a:lnTo>
                <a:lnTo>
                  <a:pt x="101346" y="15824"/>
                </a:lnTo>
                <a:lnTo>
                  <a:pt x="102349" y="15557"/>
                </a:lnTo>
                <a:lnTo>
                  <a:pt x="107708" y="6350"/>
                </a:lnTo>
                <a:lnTo>
                  <a:pt x="107442" y="5346"/>
                </a:lnTo>
                <a:lnTo>
                  <a:pt x="101384" y="0"/>
                </a:lnTo>
                <a:lnTo>
                  <a:pt x="98031" y="0"/>
                </a:lnTo>
                <a:lnTo>
                  <a:pt x="74383" y="1485"/>
                </a:lnTo>
                <a:lnTo>
                  <a:pt x="74891" y="1485"/>
                </a:lnTo>
                <a:lnTo>
                  <a:pt x="63868" y="3149"/>
                </a:lnTo>
                <a:lnTo>
                  <a:pt x="24358" y="41681"/>
                </a:lnTo>
                <a:lnTo>
                  <a:pt x="3441" y="88722"/>
                </a:lnTo>
                <a:lnTo>
                  <a:pt x="0" y="109118"/>
                </a:lnTo>
                <a:lnTo>
                  <a:pt x="0" y="111150"/>
                </a:lnTo>
                <a:lnTo>
                  <a:pt x="18694" y="145529"/>
                </a:lnTo>
                <a:lnTo>
                  <a:pt x="51993" y="166801"/>
                </a:lnTo>
                <a:lnTo>
                  <a:pt x="145580" y="172948"/>
                </a:lnTo>
                <a:lnTo>
                  <a:pt x="248996" y="172948"/>
                </a:lnTo>
                <a:lnTo>
                  <a:pt x="255930" y="166027"/>
                </a:lnTo>
                <a:lnTo>
                  <a:pt x="255943" y="16389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099137" y="3693250"/>
            <a:ext cx="415485" cy="18109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642140" y="3631093"/>
            <a:ext cx="222076" cy="30328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940337" y="3672852"/>
            <a:ext cx="172927" cy="279209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3768552" y="5044310"/>
            <a:ext cx="325755" cy="386715"/>
          </a:xfrm>
          <a:custGeom>
            <a:avLst/>
            <a:gdLst/>
            <a:ahLst/>
            <a:cxnLst/>
            <a:rect l="l" t="t" r="r" b="b"/>
            <a:pathLst>
              <a:path w="325754" h="386714">
                <a:moveTo>
                  <a:pt x="216622" y="70128"/>
                </a:moveTo>
                <a:lnTo>
                  <a:pt x="213518" y="76617"/>
                </a:lnTo>
                <a:lnTo>
                  <a:pt x="213204" y="77212"/>
                </a:lnTo>
                <a:lnTo>
                  <a:pt x="208508" y="85263"/>
                </a:lnTo>
                <a:lnTo>
                  <a:pt x="230794" y="114692"/>
                </a:lnTo>
                <a:lnTo>
                  <a:pt x="252690" y="146994"/>
                </a:lnTo>
                <a:lnTo>
                  <a:pt x="252874" y="147223"/>
                </a:lnTo>
                <a:lnTo>
                  <a:pt x="268645" y="174868"/>
                </a:lnTo>
                <a:lnTo>
                  <a:pt x="269337" y="175985"/>
                </a:lnTo>
                <a:lnTo>
                  <a:pt x="278391" y="196839"/>
                </a:lnTo>
                <a:lnTo>
                  <a:pt x="280220" y="200795"/>
                </a:lnTo>
                <a:lnTo>
                  <a:pt x="285211" y="220353"/>
                </a:lnTo>
                <a:lnTo>
                  <a:pt x="285771" y="222283"/>
                </a:lnTo>
                <a:lnTo>
                  <a:pt x="290919" y="264568"/>
                </a:lnTo>
                <a:lnTo>
                  <a:pt x="294520" y="308070"/>
                </a:lnTo>
                <a:lnTo>
                  <a:pt x="298735" y="357294"/>
                </a:lnTo>
                <a:lnTo>
                  <a:pt x="298842" y="358536"/>
                </a:lnTo>
                <a:lnTo>
                  <a:pt x="298959" y="359898"/>
                </a:lnTo>
                <a:lnTo>
                  <a:pt x="299076" y="361262"/>
                </a:lnTo>
                <a:lnTo>
                  <a:pt x="299656" y="363495"/>
                </a:lnTo>
                <a:lnTo>
                  <a:pt x="299751" y="363861"/>
                </a:lnTo>
                <a:lnTo>
                  <a:pt x="303084" y="371271"/>
                </a:lnTo>
                <a:lnTo>
                  <a:pt x="316952" y="386410"/>
                </a:lnTo>
                <a:lnTo>
                  <a:pt x="317955" y="386410"/>
                </a:lnTo>
                <a:lnTo>
                  <a:pt x="325469" y="378819"/>
                </a:lnTo>
                <a:lnTo>
                  <a:pt x="325461" y="377779"/>
                </a:lnTo>
                <a:lnTo>
                  <a:pt x="325032" y="375702"/>
                </a:lnTo>
                <a:lnTo>
                  <a:pt x="324627" y="374745"/>
                </a:lnTo>
                <a:lnTo>
                  <a:pt x="317817" y="364704"/>
                </a:lnTo>
                <a:lnTo>
                  <a:pt x="317672" y="364704"/>
                </a:lnTo>
                <a:lnTo>
                  <a:pt x="317388" y="364072"/>
                </a:lnTo>
                <a:lnTo>
                  <a:pt x="317201" y="363861"/>
                </a:lnTo>
                <a:lnTo>
                  <a:pt x="316997" y="363495"/>
                </a:lnTo>
                <a:lnTo>
                  <a:pt x="317128" y="363495"/>
                </a:lnTo>
                <a:lnTo>
                  <a:pt x="315510" y="359898"/>
                </a:lnTo>
                <a:lnTo>
                  <a:pt x="315014" y="359898"/>
                </a:lnTo>
                <a:lnTo>
                  <a:pt x="314338" y="357294"/>
                </a:lnTo>
                <a:lnTo>
                  <a:pt x="314791" y="357294"/>
                </a:lnTo>
                <a:lnTo>
                  <a:pt x="310686" y="309408"/>
                </a:lnTo>
                <a:lnTo>
                  <a:pt x="306837" y="262943"/>
                </a:lnTo>
                <a:lnTo>
                  <a:pt x="301651" y="220353"/>
                </a:lnTo>
                <a:lnTo>
                  <a:pt x="284011" y="169616"/>
                </a:lnTo>
                <a:lnTo>
                  <a:pt x="244035" y="105719"/>
                </a:lnTo>
                <a:lnTo>
                  <a:pt x="220736" y="74918"/>
                </a:lnTo>
                <a:lnTo>
                  <a:pt x="220412" y="74514"/>
                </a:lnTo>
                <a:lnTo>
                  <a:pt x="216622" y="70128"/>
                </a:lnTo>
                <a:close/>
              </a:path>
              <a:path w="325754" h="386714">
                <a:moveTo>
                  <a:pt x="317388" y="364072"/>
                </a:moveTo>
                <a:lnTo>
                  <a:pt x="317672" y="364704"/>
                </a:lnTo>
                <a:lnTo>
                  <a:pt x="317817" y="364704"/>
                </a:lnTo>
                <a:lnTo>
                  <a:pt x="317388" y="364072"/>
                </a:lnTo>
                <a:close/>
              </a:path>
              <a:path w="325754" h="386714">
                <a:moveTo>
                  <a:pt x="317128" y="363495"/>
                </a:moveTo>
                <a:lnTo>
                  <a:pt x="316997" y="363495"/>
                </a:lnTo>
                <a:lnTo>
                  <a:pt x="317245" y="363861"/>
                </a:lnTo>
                <a:lnTo>
                  <a:pt x="317128" y="363495"/>
                </a:lnTo>
                <a:close/>
              </a:path>
              <a:path w="325754" h="386714">
                <a:moveTo>
                  <a:pt x="314338" y="357294"/>
                </a:moveTo>
                <a:lnTo>
                  <a:pt x="315014" y="359898"/>
                </a:lnTo>
                <a:lnTo>
                  <a:pt x="314897" y="358536"/>
                </a:lnTo>
                <a:lnTo>
                  <a:pt x="314338" y="357294"/>
                </a:lnTo>
                <a:close/>
              </a:path>
              <a:path w="325754" h="386714">
                <a:moveTo>
                  <a:pt x="314897" y="358536"/>
                </a:moveTo>
                <a:lnTo>
                  <a:pt x="315014" y="359898"/>
                </a:lnTo>
                <a:lnTo>
                  <a:pt x="315510" y="359898"/>
                </a:lnTo>
                <a:lnTo>
                  <a:pt x="314897" y="358536"/>
                </a:lnTo>
                <a:close/>
              </a:path>
              <a:path w="325754" h="386714">
                <a:moveTo>
                  <a:pt x="314791" y="357294"/>
                </a:moveTo>
                <a:lnTo>
                  <a:pt x="314338" y="357294"/>
                </a:lnTo>
                <a:lnTo>
                  <a:pt x="314897" y="358536"/>
                </a:lnTo>
                <a:lnTo>
                  <a:pt x="314791" y="357294"/>
                </a:lnTo>
                <a:close/>
              </a:path>
              <a:path w="325754" h="386714">
                <a:moveTo>
                  <a:pt x="170407" y="32613"/>
                </a:moveTo>
                <a:lnTo>
                  <a:pt x="169910" y="32613"/>
                </a:lnTo>
                <a:lnTo>
                  <a:pt x="148477" y="34145"/>
                </a:lnTo>
                <a:lnTo>
                  <a:pt x="148819" y="34145"/>
                </a:lnTo>
                <a:lnTo>
                  <a:pt x="119190" y="38591"/>
                </a:lnTo>
                <a:lnTo>
                  <a:pt x="69769" y="52910"/>
                </a:lnTo>
                <a:lnTo>
                  <a:pt x="29187" y="77212"/>
                </a:lnTo>
                <a:lnTo>
                  <a:pt x="5894" y="109527"/>
                </a:lnTo>
                <a:lnTo>
                  <a:pt x="0" y="131683"/>
                </a:lnTo>
                <a:lnTo>
                  <a:pt x="85" y="145028"/>
                </a:lnTo>
                <a:lnTo>
                  <a:pt x="27900" y="172735"/>
                </a:lnTo>
                <a:lnTo>
                  <a:pt x="51481" y="174868"/>
                </a:lnTo>
                <a:lnTo>
                  <a:pt x="76055" y="174503"/>
                </a:lnTo>
                <a:lnTo>
                  <a:pt x="76618" y="174503"/>
                </a:lnTo>
                <a:lnTo>
                  <a:pt x="120862" y="158906"/>
                </a:lnTo>
                <a:lnTo>
                  <a:pt x="52532" y="158906"/>
                </a:lnTo>
                <a:lnTo>
                  <a:pt x="33676" y="157307"/>
                </a:lnTo>
                <a:lnTo>
                  <a:pt x="32109" y="157307"/>
                </a:lnTo>
                <a:lnTo>
                  <a:pt x="26878" y="155881"/>
                </a:lnTo>
                <a:lnTo>
                  <a:pt x="25295" y="155881"/>
                </a:lnTo>
                <a:lnTo>
                  <a:pt x="22942" y="154807"/>
                </a:lnTo>
                <a:lnTo>
                  <a:pt x="23698" y="154807"/>
                </a:lnTo>
                <a:lnTo>
                  <a:pt x="21851" y="153567"/>
                </a:lnTo>
                <a:lnTo>
                  <a:pt x="20747" y="153567"/>
                </a:lnTo>
                <a:lnTo>
                  <a:pt x="18613" y="151417"/>
                </a:lnTo>
                <a:lnTo>
                  <a:pt x="19325" y="151417"/>
                </a:lnTo>
                <a:lnTo>
                  <a:pt x="18153" y="149647"/>
                </a:lnTo>
                <a:lnTo>
                  <a:pt x="17529" y="149647"/>
                </a:lnTo>
                <a:lnTo>
                  <a:pt x="16719" y="147750"/>
                </a:lnTo>
                <a:lnTo>
                  <a:pt x="16612" y="147499"/>
                </a:lnTo>
                <a:lnTo>
                  <a:pt x="16494" y="147223"/>
                </a:lnTo>
                <a:lnTo>
                  <a:pt x="16396" y="146994"/>
                </a:lnTo>
                <a:lnTo>
                  <a:pt x="16930" y="146994"/>
                </a:lnTo>
                <a:lnTo>
                  <a:pt x="16128" y="143441"/>
                </a:lnTo>
                <a:lnTo>
                  <a:pt x="16039" y="143043"/>
                </a:lnTo>
                <a:lnTo>
                  <a:pt x="16001" y="142876"/>
                </a:lnTo>
                <a:lnTo>
                  <a:pt x="15781" y="142876"/>
                </a:lnTo>
                <a:lnTo>
                  <a:pt x="15789" y="141940"/>
                </a:lnTo>
                <a:lnTo>
                  <a:pt x="15585" y="141034"/>
                </a:lnTo>
                <a:lnTo>
                  <a:pt x="15798" y="141034"/>
                </a:lnTo>
                <a:lnTo>
                  <a:pt x="15873" y="133153"/>
                </a:lnTo>
                <a:lnTo>
                  <a:pt x="16197" y="131956"/>
                </a:lnTo>
                <a:lnTo>
                  <a:pt x="17301" y="125742"/>
                </a:lnTo>
                <a:lnTo>
                  <a:pt x="17403" y="125169"/>
                </a:lnTo>
                <a:lnTo>
                  <a:pt x="17509" y="124570"/>
                </a:lnTo>
                <a:lnTo>
                  <a:pt x="18555" y="121773"/>
                </a:lnTo>
                <a:lnTo>
                  <a:pt x="20634" y="115647"/>
                </a:lnTo>
                <a:lnTo>
                  <a:pt x="21016" y="115034"/>
                </a:lnTo>
                <a:lnTo>
                  <a:pt x="25319" y="106352"/>
                </a:lnTo>
                <a:lnTo>
                  <a:pt x="25864" y="105719"/>
                </a:lnTo>
                <a:lnTo>
                  <a:pt x="30966" y="98370"/>
                </a:lnTo>
                <a:lnTo>
                  <a:pt x="30839" y="98370"/>
                </a:lnTo>
                <a:lnTo>
                  <a:pt x="30971" y="98234"/>
                </a:lnTo>
                <a:lnTo>
                  <a:pt x="31667" y="97360"/>
                </a:lnTo>
                <a:lnTo>
                  <a:pt x="31818" y="97360"/>
                </a:lnTo>
                <a:lnTo>
                  <a:pt x="39820" y="89107"/>
                </a:lnTo>
                <a:lnTo>
                  <a:pt x="39956" y="89107"/>
                </a:lnTo>
                <a:lnTo>
                  <a:pt x="49989" y="81348"/>
                </a:lnTo>
                <a:lnTo>
                  <a:pt x="55777" y="77969"/>
                </a:lnTo>
                <a:lnTo>
                  <a:pt x="62247" y="74112"/>
                </a:lnTo>
                <a:lnTo>
                  <a:pt x="65883" y="72431"/>
                </a:lnTo>
                <a:lnTo>
                  <a:pt x="75490" y="67873"/>
                </a:lnTo>
                <a:lnTo>
                  <a:pt x="76098" y="67619"/>
                </a:lnTo>
                <a:lnTo>
                  <a:pt x="89873" y="62410"/>
                </a:lnTo>
                <a:lnTo>
                  <a:pt x="89722" y="62410"/>
                </a:lnTo>
                <a:lnTo>
                  <a:pt x="90611" y="62130"/>
                </a:lnTo>
                <a:lnTo>
                  <a:pt x="90840" y="62130"/>
                </a:lnTo>
                <a:lnTo>
                  <a:pt x="121721" y="54410"/>
                </a:lnTo>
                <a:lnTo>
                  <a:pt x="121563" y="54410"/>
                </a:lnTo>
                <a:lnTo>
                  <a:pt x="150736" y="50032"/>
                </a:lnTo>
                <a:lnTo>
                  <a:pt x="150576" y="50032"/>
                </a:lnTo>
                <a:lnTo>
                  <a:pt x="170108" y="48643"/>
                </a:lnTo>
                <a:lnTo>
                  <a:pt x="168908" y="48359"/>
                </a:lnTo>
                <a:lnTo>
                  <a:pt x="196813" y="48359"/>
                </a:lnTo>
                <a:lnTo>
                  <a:pt x="172585" y="32793"/>
                </a:lnTo>
                <a:lnTo>
                  <a:pt x="170407" y="32613"/>
                </a:lnTo>
                <a:close/>
              </a:path>
              <a:path w="325754" h="386714">
                <a:moveTo>
                  <a:pt x="87188" y="156431"/>
                </a:moveTo>
                <a:lnTo>
                  <a:pt x="74562" y="158621"/>
                </a:lnTo>
                <a:lnTo>
                  <a:pt x="68167" y="158621"/>
                </a:lnTo>
                <a:lnTo>
                  <a:pt x="49762" y="158906"/>
                </a:lnTo>
                <a:lnTo>
                  <a:pt x="120862" y="158906"/>
                </a:lnTo>
                <a:lnTo>
                  <a:pt x="123889" y="157307"/>
                </a:lnTo>
                <a:lnTo>
                  <a:pt x="124788" y="156786"/>
                </a:lnTo>
                <a:lnTo>
                  <a:pt x="86226" y="156786"/>
                </a:lnTo>
                <a:lnTo>
                  <a:pt x="87188" y="156431"/>
                </a:lnTo>
                <a:close/>
              </a:path>
              <a:path w="325754" h="386714">
                <a:moveTo>
                  <a:pt x="180099" y="96897"/>
                </a:moveTo>
                <a:lnTo>
                  <a:pt x="133742" y="131683"/>
                </a:lnTo>
                <a:lnTo>
                  <a:pt x="116818" y="142876"/>
                </a:lnTo>
                <a:lnTo>
                  <a:pt x="116639" y="143043"/>
                </a:lnTo>
                <a:lnTo>
                  <a:pt x="100343" y="151651"/>
                </a:lnTo>
                <a:lnTo>
                  <a:pt x="100152" y="151651"/>
                </a:lnTo>
                <a:lnTo>
                  <a:pt x="86226" y="156786"/>
                </a:lnTo>
                <a:lnTo>
                  <a:pt x="87441" y="156431"/>
                </a:lnTo>
                <a:lnTo>
                  <a:pt x="125325" y="156431"/>
                </a:lnTo>
                <a:lnTo>
                  <a:pt x="132552" y="151651"/>
                </a:lnTo>
                <a:lnTo>
                  <a:pt x="100343" y="151651"/>
                </a:lnTo>
                <a:lnTo>
                  <a:pt x="100874" y="151417"/>
                </a:lnTo>
                <a:lnTo>
                  <a:pt x="132906" y="151417"/>
                </a:lnTo>
                <a:lnTo>
                  <a:pt x="142567" y="145028"/>
                </a:lnTo>
                <a:lnTo>
                  <a:pt x="142953" y="144755"/>
                </a:lnTo>
                <a:lnTo>
                  <a:pt x="190361" y="109198"/>
                </a:lnTo>
                <a:lnTo>
                  <a:pt x="191582" y="108063"/>
                </a:lnTo>
                <a:lnTo>
                  <a:pt x="200796" y="97533"/>
                </a:lnTo>
                <a:lnTo>
                  <a:pt x="179543" y="97533"/>
                </a:lnTo>
                <a:lnTo>
                  <a:pt x="179729" y="97360"/>
                </a:lnTo>
                <a:lnTo>
                  <a:pt x="180099" y="96897"/>
                </a:lnTo>
                <a:close/>
              </a:path>
              <a:path w="325754" h="386714">
                <a:moveTo>
                  <a:pt x="125325" y="156431"/>
                </a:moveTo>
                <a:lnTo>
                  <a:pt x="87441" y="156431"/>
                </a:lnTo>
                <a:lnTo>
                  <a:pt x="86126" y="156786"/>
                </a:lnTo>
                <a:lnTo>
                  <a:pt x="124788" y="156786"/>
                </a:lnTo>
                <a:lnTo>
                  <a:pt x="125325" y="156431"/>
                </a:lnTo>
                <a:close/>
              </a:path>
              <a:path w="325754" h="386714">
                <a:moveTo>
                  <a:pt x="22942" y="154807"/>
                </a:moveTo>
                <a:lnTo>
                  <a:pt x="25295" y="155881"/>
                </a:lnTo>
                <a:lnTo>
                  <a:pt x="24214" y="155154"/>
                </a:lnTo>
                <a:lnTo>
                  <a:pt x="22942" y="154807"/>
                </a:lnTo>
                <a:close/>
              </a:path>
              <a:path w="325754" h="386714">
                <a:moveTo>
                  <a:pt x="24214" y="155154"/>
                </a:moveTo>
                <a:lnTo>
                  <a:pt x="25295" y="155881"/>
                </a:lnTo>
                <a:lnTo>
                  <a:pt x="26878" y="155881"/>
                </a:lnTo>
                <a:lnTo>
                  <a:pt x="24214" y="155154"/>
                </a:lnTo>
                <a:close/>
              </a:path>
              <a:path w="325754" h="386714">
                <a:moveTo>
                  <a:pt x="23698" y="154807"/>
                </a:moveTo>
                <a:lnTo>
                  <a:pt x="22942" y="154807"/>
                </a:lnTo>
                <a:lnTo>
                  <a:pt x="24214" y="155154"/>
                </a:lnTo>
                <a:lnTo>
                  <a:pt x="23698" y="154807"/>
                </a:lnTo>
                <a:close/>
              </a:path>
              <a:path w="325754" h="386714">
                <a:moveTo>
                  <a:pt x="18651" y="151417"/>
                </a:moveTo>
                <a:lnTo>
                  <a:pt x="18845" y="151651"/>
                </a:lnTo>
                <a:lnTo>
                  <a:pt x="20747" y="153567"/>
                </a:lnTo>
                <a:lnTo>
                  <a:pt x="19864" y="152232"/>
                </a:lnTo>
                <a:lnTo>
                  <a:pt x="18651" y="151417"/>
                </a:lnTo>
                <a:close/>
              </a:path>
              <a:path w="325754" h="386714">
                <a:moveTo>
                  <a:pt x="19864" y="152232"/>
                </a:moveTo>
                <a:lnTo>
                  <a:pt x="20747" y="153567"/>
                </a:lnTo>
                <a:lnTo>
                  <a:pt x="21851" y="153567"/>
                </a:lnTo>
                <a:lnTo>
                  <a:pt x="19864" y="152232"/>
                </a:lnTo>
                <a:close/>
              </a:path>
              <a:path w="325754" h="386714">
                <a:moveTo>
                  <a:pt x="19325" y="151417"/>
                </a:moveTo>
                <a:lnTo>
                  <a:pt x="18651" y="151417"/>
                </a:lnTo>
                <a:lnTo>
                  <a:pt x="19864" y="152232"/>
                </a:lnTo>
                <a:lnTo>
                  <a:pt x="19325" y="151417"/>
                </a:lnTo>
                <a:close/>
              </a:path>
              <a:path w="325754" h="386714">
                <a:moveTo>
                  <a:pt x="16730" y="147499"/>
                </a:moveTo>
                <a:lnTo>
                  <a:pt x="16719" y="147750"/>
                </a:lnTo>
                <a:lnTo>
                  <a:pt x="17529" y="149647"/>
                </a:lnTo>
                <a:lnTo>
                  <a:pt x="17207" y="148218"/>
                </a:lnTo>
                <a:lnTo>
                  <a:pt x="16730" y="147499"/>
                </a:lnTo>
                <a:close/>
              </a:path>
              <a:path w="325754" h="386714">
                <a:moveTo>
                  <a:pt x="17207" y="148218"/>
                </a:moveTo>
                <a:lnTo>
                  <a:pt x="17529" y="149647"/>
                </a:lnTo>
                <a:lnTo>
                  <a:pt x="18153" y="149647"/>
                </a:lnTo>
                <a:lnTo>
                  <a:pt x="17207" y="148218"/>
                </a:lnTo>
                <a:close/>
              </a:path>
              <a:path w="325754" h="386714">
                <a:moveTo>
                  <a:pt x="16930" y="146994"/>
                </a:moveTo>
                <a:lnTo>
                  <a:pt x="16396" y="146994"/>
                </a:lnTo>
                <a:lnTo>
                  <a:pt x="17207" y="148218"/>
                </a:lnTo>
                <a:lnTo>
                  <a:pt x="17101" y="147750"/>
                </a:lnTo>
                <a:lnTo>
                  <a:pt x="16982" y="147223"/>
                </a:lnTo>
                <a:lnTo>
                  <a:pt x="16930" y="146994"/>
                </a:lnTo>
                <a:close/>
              </a:path>
              <a:path w="325754" h="386714">
                <a:moveTo>
                  <a:pt x="15789" y="141940"/>
                </a:moveTo>
                <a:lnTo>
                  <a:pt x="15781" y="142876"/>
                </a:lnTo>
                <a:lnTo>
                  <a:pt x="16001" y="142876"/>
                </a:lnTo>
                <a:lnTo>
                  <a:pt x="15789" y="141940"/>
                </a:lnTo>
                <a:close/>
              </a:path>
              <a:path w="325754" h="386714">
                <a:moveTo>
                  <a:pt x="15798" y="141034"/>
                </a:moveTo>
                <a:lnTo>
                  <a:pt x="15585" y="141034"/>
                </a:lnTo>
                <a:lnTo>
                  <a:pt x="15789" y="141940"/>
                </a:lnTo>
                <a:lnTo>
                  <a:pt x="15798" y="141034"/>
                </a:lnTo>
                <a:close/>
              </a:path>
              <a:path w="325754" h="386714">
                <a:moveTo>
                  <a:pt x="31060" y="98234"/>
                </a:moveTo>
                <a:lnTo>
                  <a:pt x="30839" y="98370"/>
                </a:lnTo>
                <a:lnTo>
                  <a:pt x="30966" y="98370"/>
                </a:lnTo>
                <a:lnTo>
                  <a:pt x="31060" y="98234"/>
                </a:lnTo>
                <a:close/>
              </a:path>
              <a:path w="325754" h="386714">
                <a:moveTo>
                  <a:pt x="31818" y="97360"/>
                </a:moveTo>
                <a:lnTo>
                  <a:pt x="31667" y="97360"/>
                </a:lnTo>
                <a:lnTo>
                  <a:pt x="31547" y="97533"/>
                </a:lnTo>
                <a:lnTo>
                  <a:pt x="31818" y="97360"/>
                </a:lnTo>
                <a:close/>
              </a:path>
              <a:path w="325754" h="386714">
                <a:moveTo>
                  <a:pt x="201789" y="96399"/>
                </a:moveTo>
                <a:lnTo>
                  <a:pt x="180764" y="96399"/>
                </a:lnTo>
                <a:lnTo>
                  <a:pt x="179694" y="97360"/>
                </a:lnTo>
                <a:lnTo>
                  <a:pt x="179543" y="97533"/>
                </a:lnTo>
                <a:lnTo>
                  <a:pt x="200796" y="97533"/>
                </a:lnTo>
                <a:lnTo>
                  <a:pt x="201789" y="96399"/>
                </a:lnTo>
                <a:close/>
              </a:path>
              <a:path w="325754" h="386714">
                <a:moveTo>
                  <a:pt x="180764" y="96399"/>
                </a:moveTo>
                <a:lnTo>
                  <a:pt x="180099" y="96897"/>
                </a:lnTo>
                <a:lnTo>
                  <a:pt x="179694" y="97360"/>
                </a:lnTo>
                <a:lnTo>
                  <a:pt x="180764" y="96399"/>
                </a:lnTo>
                <a:close/>
              </a:path>
              <a:path w="325754" h="386714">
                <a:moveTo>
                  <a:pt x="208267" y="85676"/>
                </a:moveTo>
                <a:lnTo>
                  <a:pt x="189913" y="85676"/>
                </a:lnTo>
                <a:lnTo>
                  <a:pt x="189417" y="86244"/>
                </a:lnTo>
                <a:lnTo>
                  <a:pt x="189024" y="86917"/>
                </a:lnTo>
                <a:lnTo>
                  <a:pt x="188828" y="86917"/>
                </a:lnTo>
                <a:lnTo>
                  <a:pt x="180099" y="96897"/>
                </a:lnTo>
                <a:lnTo>
                  <a:pt x="180764" y="96399"/>
                </a:lnTo>
                <a:lnTo>
                  <a:pt x="201789" y="96399"/>
                </a:lnTo>
                <a:lnTo>
                  <a:pt x="201952" y="96212"/>
                </a:lnTo>
                <a:lnTo>
                  <a:pt x="202841" y="94979"/>
                </a:lnTo>
                <a:lnTo>
                  <a:pt x="207544" y="86917"/>
                </a:lnTo>
                <a:lnTo>
                  <a:pt x="189024" y="86917"/>
                </a:lnTo>
                <a:lnTo>
                  <a:pt x="189506" y="86244"/>
                </a:lnTo>
                <a:lnTo>
                  <a:pt x="207936" y="86244"/>
                </a:lnTo>
                <a:lnTo>
                  <a:pt x="208267" y="85676"/>
                </a:lnTo>
                <a:close/>
              </a:path>
              <a:path w="325754" h="386714">
                <a:moveTo>
                  <a:pt x="39956" y="89107"/>
                </a:moveTo>
                <a:lnTo>
                  <a:pt x="39820" y="89107"/>
                </a:lnTo>
                <a:lnTo>
                  <a:pt x="39414" y="89526"/>
                </a:lnTo>
                <a:lnTo>
                  <a:pt x="39956" y="89107"/>
                </a:lnTo>
                <a:close/>
              </a:path>
              <a:path w="325754" h="386714">
                <a:moveTo>
                  <a:pt x="197474" y="72431"/>
                </a:moveTo>
                <a:lnTo>
                  <a:pt x="189417" y="86244"/>
                </a:lnTo>
                <a:lnTo>
                  <a:pt x="189913" y="85676"/>
                </a:lnTo>
                <a:lnTo>
                  <a:pt x="208267" y="85676"/>
                </a:lnTo>
                <a:lnTo>
                  <a:pt x="208508" y="85263"/>
                </a:lnTo>
                <a:lnTo>
                  <a:pt x="207981" y="84566"/>
                </a:lnTo>
                <a:lnTo>
                  <a:pt x="205649" y="81894"/>
                </a:lnTo>
                <a:lnTo>
                  <a:pt x="197474" y="72431"/>
                </a:lnTo>
                <a:close/>
              </a:path>
              <a:path w="325754" h="386714">
                <a:moveTo>
                  <a:pt x="205209" y="56916"/>
                </a:moveTo>
                <a:lnTo>
                  <a:pt x="199577" y="68691"/>
                </a:lnTo>
                <a:lnTo>
                  <a:pt x="199395" y="69138"/>
                </a:lnTo>
                <a:lnTo>
                  <a:pt x="197474" y="72431"/>
                </a:lnTo>
                <a:lnTo>
                  <a:pt x="205649" y="81894"/>
                </a:lnTo>
                <a:lnTo>
                  <a:pt x="207981" y="84566"/>
                </a:lnTo>
                <a:lnTo>
                  <a:pt x="208508" y="85263"/>
                </a:lnTo>
                <a:lnTo>
                  <a:pt x="213204" y="77212"/>
                </a:lnTo>
                <a:lnTo>
                  <a:pt x="213518" y="76617"/>
                </a:lnTo>
                <a:lnTo>
                  <a:pt x="216622" y="70128"/>
                </a:lnTo>
                <a:lnTo>
                  <a:pt x="205209" y="56916"/>
                </a:lnTo>
                <a:close/>
              </a:path>
              <a:path w="325754" h="386714">
                <a:moveTo>
                  <a:pt x="176315" y="51446"/>
                </a:moveTo>
                <a:lnTo>
                  <a:pt x="188520" y="62410"/>
                </a:lnTo>
                <a:lnTo>
                  <a:pt x="189509" y="63210"/>
                </a:lnTo>
                <a:lnTo>
                  <a:pt x="197474" y="72431"/>
                </a:lnTo>
                <a:lnTo>
                  <a:pt x="199395" y="69138"/>
                </a:lnTo>
                <a:lnTo>
                  <a:pt x="199577" y="68691"/>
                </a:lnTo>
                <a:lnTo>
                  <a:pt x="205209" y="56916"/>
                </a:lnTo>
                <a:lnTo>
                  <a:pt x="201615" y="52755"/>
                </a:lnTo>
                <a:lnTo>
                  <a:pt x="200906" y="52035"/>
                </a:lnTo>
                <a:lnTo>
                  <a:pt x="200712" y="51861"/>
                </a:lnTo>
                <a:lnTo>
                  <a:pt x="177035" y="51861"/>
                </a:lnTo>
                <a:lnTo>
                  <a:pt x="176315" y="51446"/>
                </a:lnTo>
                <a:close/>
              </a:path>
              <a:path w="325754" h="386714">
                <a:moveTo>
                  <a:pt x="274128" y="0"/>
                </a:moveTo>
                <a:lnTo>
                  <a:pt x="271872" y="0"/>
                </a:lnTo>
                <a:lnTo>
                  <a:pt x="270712" y="215"/>
                </a:lnTo>
                <a:lnTo>
                  <a:pt x="270857" y="215"/>
                </a:lnTo>
                <a:lnTo>
                  <a:pt x="247359" y="9626"/>
                </a:lnTo>
                <a:lnTo>
                  <a:pt x="215893" y="34734"/>
                </a:lnTo>
                <a:lnTo>
                  <a:pt x="205209" y="56916"/>
                </a:lnTo>
                <a:lnTo>
                  <a:pt x="216622" y="70128"/>
                </a:lnTo>
                <a:lnTo>
                  <a:pt x="229815" y="42547"/>
                </a:lnTo>
                <a:lnTo>
                  <a:pt x="232244" y="38740"/>
                </a:lnTo>
                <a:lnTo>
                  <a:pt x="232337" y="38591"/>
                </a:lnTo>
                <a:lnTo>
                  <a:pt x="232425" y="38449"/>
                </a:lnTo>
                <a:lnTo>
                  <a:pt x="232148" y="38449"/>
                </a:lnTo>
                <a:lnTo>
                  <a:pt x="232615" y="37995"/>
                </a:lnTo>
                <a:lnTo>
                  <a:pt x="232695" y="37770"/>
                </a:lnTo>
                <a:lnTo>
                  <a:pt x="233368" y="36935"/>
                </a:lnTo>
                <a:lnTo>
                  <a:pt x="233709" y="36935"/>
                </a:lnTo>
                <a:lnTo>
                  <a:pt x="237188" y="33562"/>
                </a:lnTo>
                <a:lnTo>
                  <a:pt x="236983" y="33562"/>
                </a:lnTo>
                <a:lnTo>
                  <a:pt x="237615" y="33147"/>
                </a:lnTo>
                <a:lnTo>
                  <a:pt x="237941" y="32793"/>
                </a:lnTo>
                <a:lnTo>
                  <a:pt x="238166" y="32613"/>
                </a:lnTo>
                <a:lnTo>
                  <a:pt x="238431" y="32613"/>
                </a:lnTo>
                <a:lnTo>
                  <a:pt x="244197" y="28836"/>
                </a:lnTo>
                <a:lnTo>
                  <a:pt x="244045" y="28836"/>
                </a:lnTo>
                <a:lnTo>
                  <a:pt x="244575" y="28588"/>
                </a:lnTo>
                <a:lnTo>
                  <a:pt x="245038" y="28285"/>
                </a:lnTo>
                <a:lnTo>
                  <a:pt x="245224" y="28285"/>
                </a:lnTo>
                <a:lnTo>
                  <a:pt x="253755" y="24297"/>
                </a:lnTo>
                <a:lnTo>
                  <a:pt x="276924" y="15013"/>
                </a:lnTo>
                <a:lnTo>
                  <a:pt x="280979" y="7020"/>
                </a:lnTo>
                <a:lnTo>
                  <a:pt x="280789" y="5998"/>
                </a:lnTo>
                <a:lnTo>
                  <a:pt x="275146" y="215"/>
                </a:lnTo>
                <a:lnTo>
                  <a:pt x="274128" y="0"/>
                </a:lnTo>
                <a:close/>
              </a:path>
              <a:path w="325754" h="386714">
                <a:moveTo>
                  <a:pt x="90611" y="62130"/>
                </a:moveTo>
                <a:lnTo>
                  <a:pt x="89722" y="62410"/>
                </a:lnTo>
                <a:lnTo>
                  <a:pt x="89873" y="62410"/>
                </a:lnTo>
                <a:lnTo>
                  <a:pt x="90611" y="62130"/>
                </a:lnTo>
                <a:close/>
              </a:path>
              <a:path w="325754" h="386714">
                <a:moveTo>
                  <a:pt x="90840" y="62130"/>
                </a:moveTo>
                <a:lnTo>
                  <a:pt x="90611" y="62130"/>
                </a:lnTo>
                <a:lnTo>
                  <a:pt x="89873" y="62410"/>
                </a:lnTo>
                <a:lnTo>
                  <a:pt x="89722" y="62410"/>
                </a:lnTo>
                <a:lnTo>
                  <a:pt x="90840" y="62130"/>
                </a:lnTo>
                <a:close/>
              </a:path>
              <a:path w="325754" h="386714">
                <a:moveTo>
                  <a:pt x="175680" y="50876"/>
                </a:moveTo>
                <a:lnTo>
                  <a:pt x="176315" y="51446"/>
                </a:lnTo>
                <a:lnTo>
                  <a:pt x="177035" y="51861"/>
                </a:lnTo>
                <a:lnTo>
                  <a:pt x="175680" y="50876"/>
                </a:lnTo>
                <a:close/>
              </a:path>
              <a:path w="325754" h="386714">
                <a:moveTo>
                  <a:pt x="199615" y="50876"/>
                </a:moveTo>
                <a:lnTo>
                  <a:pt x="175680" y="50876"/>
                </a:lnTo>
                <a:lnTo>
                  <a:pt x="177035" y="51861"/>
                </a:lnTo>
                <a:lnTo>
                  <a:pt x="200712" y="51861"/>
                </a:lnTo>
                <a:lnTo>
                  <a:pt x="199615" y="50876"/>
                </a:lnTo>
                <a:close/>
              </a:path>
              <a:path w="325754" h="386714">
                <a:moveTo>
                  <a:pt x="172386" y="49182"/>
                </a:moveTo>
                <a:lnTo>
                  <a:pt x="176315" y="51446"/>
                </a:lnTo>
                <a:lnTo>
                  <a:pt x="175680" y="50876"/>
                </a:lnTo>
                <a:lnTo>
                  <a:pt x="199615" y="50876"/>
                </a:lnTo>
                <a:lnTo>
                  <a:pt x="198028" y="49449"/>
                </a:lnTo>
                <a:lnTo>
                  <a:pt x="173515" y="49449"/>
                </a:lnTo>
                <a:lnTo>
                  <a:pt x="172386" y="49182"/>
                </a:lnTo>
                <a:close/>
              </a:path>
              <a:path w="325754" h="386714">
                <a:moveTo>
                  <a:pt x="171488" y="48643"/>
                </a:moveTo>
                <a:lnTo>
                  <a:pt x="172386" y="49182"/>
                </a:lnTo>
                <a:lnTo>
                  <a:pt x="173515" y="49449"/>
                </a:lnTo>
                <a:lnTo>
                  <a:pt x="171488" y="48643"/>
                </a:lnTo>
                <a:close/>
              </a:path>
              <a:path w="325754" h="386714">
                <a:moveTo>
                  <a:pt x="196813" y="48359"/>
                </a:moveTo>
                <a:lnTo>
                  <a:pt x="168908" y="48359"/>
                </a:lnTo>
                <a:lnTo>
                  <a:pt x="172364" y="48643"/>
                </a:lnTo>
                <a:lnTo>
                  <a:pt x="171488" y="48643"/>
                </a:lnTo>
                <a:lnTo>
                  <a:pt x="173515" y="49449"/>
                </a:lnTo>
                <a:lnTo>
                  <a:pt x="198028" y="49449"/>
                </a:lnTo>
                <a:lnTo>
                  <a:pt x="196813" y="48359"/>
                </a:lnTo>
                <a:close/>
              </a:path>
              <a:path w="325754" h="386714">
                <a:moveTo>
                  <a:pt x="168908" y="48359"/>
                </a:moveTo>
                <a:lnTo>
                  <a:pt x="172386" y="49182"/>
                </a:lnTo>
                <a:lnTo>
                  <a:pt x="171450" y="48643"/>
                </a:lnTo>
                <a:lnTo>
                  <a:pt x="172364" y="48643"/>
                </a:lnTo>
                <a:lnTo>
                  <a:pt x="168908" y="48359"/>
                </a:lnTo>
                <a:close/>
              </a:path>
              <a:path w="325754" h="386714">
                <a:moveTo>
                  <a:pt x="233368" y="36935"/>
                </a:moveTo>
                <a:lnTo>
                  <a:pt x="232148" y="38449"/>
                </a:lnTo>
                <a:lnTo>
                  <a:pt x="232425" y="38449"/>
                </a:lnTo>
                <a:lnTo>
                  <a:pt x="233368" y="36935"/>
                </a:lnTo>
                <a:close/>
              </a:path>
              <a:path w="325754" h="386714">
                <a:moveTo>
                  <a:pt x="233709" y="36935"/>
                </a:moveTo>
                <a:lnTo>
                  <a:pt x="233368" y="36935"/>
                </a:lnTo>
                <a:lnTo>
                  <a:pt x="232848" y="37770"/>
                </a:lnTo>
                <a:lnTo>
                  <a:pt x="233709" y="36935"/>
                </a:lnTo>
                <a:close/>
              </a:path>
              <a:path w="325754" h="386714">
                <a:moveTo>
                  <a:pt x="237615" y="33147"/>
                </a:moveTo>
                <a:lnTo>
                  <a:pt x="236983" y="33562"/>
                </a:lnTo>
                <a:lnTo>
                  <a:pt x="237188" y="33562"/>
                </a:lnTo>
                <a:lnTo>
                  <a:pt x="237615" y="33147"/>
                </a:lnTo>
                <a:close/>
              </a:path>
              <a:path w="325754" h="386714">
                <a:moveTo>
                  <a:pt x="238431" y="32613"/>
                </a:moveTo>
                <a:lnTo>
                  <a:pt x="238166" y="32613"/>
                </a:lnTo>
                <a:lnTo>
                  <a:pt x="237615" y="33147"/>
                </a:lnTo>
                <a:lnTo>
                  <a:pt x="238431" y="32613"/>
                </a:lnTo>
                <a:close/>
              </a:path>
              <a:path w="325754" h="386714">
                <a:moveTo>
                  <a:pt x="244575" y="28588"/>
                </a:moveTo>
                <a:lnTo>
                  <a:pt x="244045" y="28836"/>
                </a:lnTo>
                <a:lnTo>
                  <a:pt x="244197" y="28836"/>
                </a:lnTo>
                <a:lnTo>
                  <a:pt x="244575" y="28588"/>
                </a:lnTo>
                <a:close/>
              </a:path>
              <a:path w="325754" h="386714">
                <a:moveTo>
                  <a:pt x="245224" y="28285"/>
                </a:moveTo>
                <a:lnTo>
                  <a:pt x="245038" y="28285"/>
                </a:lnTo>
                <a:lnTo>
                  <a:pt x="244575" y="28588"/>
                </a:lnTo>
                <a:lnTo>
                  <a:pt x="245224" y="2828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097326" y="4713183"/>
            <a:ext cx="93980" cy="259715"/>
          </a:xfrm>
          <a:custGeom>
            <a:avLst/>
            <a:gdLst/>
            <a:ahLst/>
            <a:cxnLst/>
            <a:rect l="l" t="t" r="r" b="b"/>
            <a:pathLst>
              <a:path w="93980" h="259714">
                <a:moveTo>
                  <a:pt x="86052" y="0"/>
                </a:moveTo>
                <a:lnTo>
                  <a:pt x="84588" y="0"/>
                </a:lnTo>
                <a:lnTo>
                  <a:pt x="82444" y="576"/>
                </a:lnTo>
                <a:lnTo>
                  <a:pt x="52788" y="47959"/>
                </a:lnTo>
                <a:lnTo>
                  <a:pt x="32877" y="89722"/>
                </a:lnTo>
                <a:lnTo>
                  <a:pt x="25779" y="127867"/>
                </a:lnTo>
                <a:lnTo>
                  <a:pt x="25185" y="154177"/>
                </a:lnTo>
                <a:lnTo>
                  <a:pt x="23460" y="174277"/>
                </a:lnTo>
                <a:lnTo>
                  <a:pt x="16525" y="201493"/>
                </a:lnTo>
                <a:lnTo>
                  <a:pt x="5" y="249737"/>
                </a:lnTo>
                <a:lnTo>
                  <a:pt x="0" y="252884"/>
                </a:lnTo>
                <a:lnTo>
                  <a:pt x="6730" y="259373"/>
                </a:lnTo>
                <a:lnTo>
                  <a:pt x="8970" y="259373"/>
                </a:lnTo>
                <a:lnTo>
                  <a:pt x="31658" y="206677"/>
                </a:lnTo>
                <a:lnTo>
                  <a:pt x="41117" y="155629"/>
                </a:lnTo>
                <a:lnTo>
                  <a:pt x="41780" y="127867"/>
                </a:lnTo>
                <a:lnTo>
                  <a:pt x="41854" y="126893"/>
                </a:lnTo>
                <a:lnTo>
                  <a:pt x="43247" y="112822"/>
                </a:lnTo>
                <a:lnTo>
                  <a:pt x="43310" y="112185"/>
                </a:lnTo>
                <a:lnTo>
                  <a:pt x="43375" y="111526"/>
                </a:lnTo>
                <a:lnTo>
                  <a:pt x="43913" y="109951"/>
                </a:lnTo>
                <a:lnTo>
                  <a:pt x="47990" y="94863"/>
                </a:lnTo>
                <a:lnTo>
                  <a:pt x="49788" y="90690"/>
                </a:lnTo>
                <a:lnTo>
                  <a:pt x="55750" y="76260"/>
                </a:lnTo>
                <a:lnTo>
                  <a:pt x="59058" y="70152"/>
                </a:lnTo>
                <a:lnTo>
                  <a:pt x="66748" y="55778"/>
                </a:lnTo>
                <a:lnTo>
                  <a:pt x="92998" y="11148"/>
                </a:lnTo>
                <a:lnTo>
                  <a:pt x="93341" y="10165"/>
                </a:lnTo>
                <a:lnTo>
                  <a:pt x="93634" y="8065"/>
                </a:lnTo>
                <a:lnTo>
                  <a:pt x="93574" y="7026"/>
                </a:lnTo>
                <a:lnTo>
                  <a:pt x="87726" y="234"/>
                </a:lnTo>
                <a:lnTo>
                  <a:pt x="86052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187676" y="5026558"/>
            <a:ext cx="170033" cy="327031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1288367" y="7580459"/>
            <a:ext cx="450850" cy="26670"/>
          </a:xfrm>
          <a:custGeom>
            <a:avLst/>
            <a:gdLst/>
            <a:ahLst/>
            <a:cxnLst/>
            <a:rect l="l" t="t" r="r" b="b"/>
            <a:pathLst>
              <a:path w="450850" h="26670">
                <a:moveTo>
                  <a:pt x="8483" y="3498"/>
                </a:moveTo>
                <a:lnTo>
                  <a:pt x="7147" y="3498"/>
                </a:lnTo>
                <a:lnTo>
                  <a:pt x="5087" y="4003"/>
                </a:lnTo>
                <a:lnTo>
                  <a:pt x="0" y="12390"/>
                </a:lnTo>
                <a:lnTo>
                  <a:pt x="435" y="14169"/>
                </a:lnTo>
                <a:lnTo>
                  <a:pt x="504" y="14448"/>
                </a:lnTo>
                <a:lnTo>
                  <a:pt x="54502" y="25594"/>
                </a:lnTo>
                <a:lnTo>
                  <a:pt x="82697" y="26468"/>
                </a:lnTo>
                <a:lnTo>
                  <a:pt x="341875" y="26468"/>
                </a:lnTo>
                <a:lnTo>
                  <a:pt x="393971" y="23795"/>
                </a:lnTo>
                <a:lnTo>
                  <a:pt x="444968" y="15711"/>
                </a:lnTo>
                <a:lnTo>
                  <a:pt x="450123" y="10474"/>
                </a:lnTo>
                <a:lnTo>
                  <a:pt x="82993" y="10474"/>
                </a:lnTo>
                <a:lnTo>
                  <a:pt x="56573" y="9650"/>
                </a:lnTo>
                <a:lnTo>
                  <a:pt x="55791" y="9650"/>
                </a:lnTo>
                <a:lnTo>
                  <a:pt x="31923" y="7089"/>
                </a:lnTo>
                <a:lnTo>
                  <a:pt x="8483" y="3498"/>
                </a:lnTo>
                <a:close/>
              </a:path>
              <a:path w="450850" h="26670">
                <a:moveTo>
                  <a:pt x="443086" y="0"/>
                </a:moveTo>
                <a:lnTo>
                  <a:pt x="441977" y="0"/>
                </a:lnTo>
                <a:lnTo>
                  <a:pt x="418057" y="4442"/>
                </a:lnTo>
                <a:lnTo>
                  <a:pt x="416358" y="4739"/>
                </a:lnTo>
                <a:lnTo>
                  <a:pt x="391902" y="7932"/>
                </a:lnTo>
                <a:lnTo>
                  <a:pt x="366909" y="9842"/>
                </a:lnTo>
                <a:lnTo>
                  <a:pt x="341471" y="10474"/>
                </a:lnTo>
                <a:lnTo>
                  <a:pt x="450123" y="10474"/>
                </a:lnTo>
                <a:lnTo>
                  <a:pt x="450257" y="9842"/>
                </a:lnTo>
                <a:lnTo>
                  <a:pt x="450304" y="6464"/>
                </a:lnTo>
                <a:lnTo>
                  <a:pt x="450161" y="5697"/>
                </a:lnTo>
                <a:lnTo>
                  <a:pt x="450132" y="5539"/>
                </a:lnTo>
                <a:lnTo>
                  <a:pt x="449812" y="4739"/>
                </a:lnTo>
                <a:lnTo>
                  <a:pt x="449694" y="4442"/>
                </a:lnTo>
                <a:lnTo>
                  <a:pt x="449375" y="4003"/>
                </a:lnTo>
                <a:lnTo>
                  <a:pt x="448590" y="2795"/>
                </a:lnTo>
                <a:lnTo>
                  <a:pt x="447864" y="2051"/>
                </a:lnTo>
                <a:lnTo>
                  <a:pt x="446116" y="850"/>
                </a:lnTo>
                <a:lnTo>
                  <a:pt x="445160" y="440"/>
                </a:lnTo>
                <a:lnTo>
                  <a:pt x="443086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67722" y="7570092"/>
            <a:ext cx="405765" cy="44450"/>
          </a:xfrm>
          <a:custGeom>
            <a:avLst/>
            <a:gdLst/>
            <a:ahLst/>
            <a:cxnLst/>
            <a:rect l="l" t="t" r="r" b="b"/>
            <a:pathLst>
              <a:path w="405764" h="44450">
                <a:moveTo>
                  <a:pt x="9140" y="0"/>
                </a:moveTo>
                <a:lnTo>
                  <a:pt x="6884" y="0"/>
                </a:lnTo>
                <a:lnTo>
                  <a:pt x="5723" y="215"/>
                </a:lnTo>
                <a:lnTo>
                  <a:pt x="5869" y="215"/>
                </a:lnTo>
                <a:lnTo>
                  <a:pt x="4028" y="952"/>
                </a:lnTo>
                <a:lnTo>
                  <a:pt x="0" y="6824"/>
                </a:lnTo>
                <a:lnTo>
                  <a:pt x="60" y="9406"/>
                </a:lnTo>
                <a:lnTo>
                  <a:pt x="51168" y="26410"/>
                </a:lnTo>
                <a:lnTo>
                  <a:pt x="129551" y="26410"/>
                </a:lnTo>
                <a:lnTo>
                  <a:pt x="344762" y="33465"/>
                </a:lnTo>
                <a:lnTo>
                  <a:pt x="342098" y="33465"/>
                </a:lnTo>
                <a:lnTo>
                  <a:pt x="363311" y="35910"/>
                </a:lnTo>
                <a:lnTo>
                  <a:pt x="363061" y="35910"/>
                </a:lnTo>
                <a:lnTo>
                  <a:pt x="396596" y="43850"/>
                </a:lnTo>
                <a:lnTo>
                  <a:pt x="397474" y="43850"/>
                </a:lnTo>
                <a:lnTo>
                  <a:pt x="405309" y="35558"/>
                </a:lnTo>
                <a:lnTo>
                  <a:pt x="404971" y="33465"/>
                </a:lnTo>
                <a:lnTo>
                  <a:pt x="366072" y="20185"/>
                </a:lnTo>
                <a:lnTo>
                  <a:pt x="342554" y="17412"/>
                </a:lnTo>
                <a:lnTo>
                  <a:pt x="343232" y="17412"/>
                </a:lnTo>
                <a:lnTo>
                  <a:pt x="130466" y="10436"/>
                </a:lnTo>
                <a:lnTo>
                  <a:pt x="52025" y="10436"/>
                </a:lnTo>
                <a:lnTo>
                  <a:pt x="38342" y="9406"/>
                </a:lnTo>
                <a:lnTo>
                  <a:pt x="36215" y="9406"/>
                </a:lnTo>
                <a:lnTo>
                  <a:pt x="34983" y="9188"/>
                </a:lnTo>
                <a:lnTo>
                  <a:pt x="35438" y="9188"/>
                </a:lnTo>
                <a:lnTo>
                  <a:pt x="23549" y="5842"/>
                </a:lnTo>
                <a:lnTo>
                  <a:pt x="23298" y="5842"/>
                </a:lnTo>
                <a:lnTo>
                  <a:pt x="22816" y="5635"/>
                </a:lnTo>
                <a:lnTo>
                  <a:pt x="22312" y="5494"/>
                </a:lnTo>
                <a:lnTo>
                  <a:pt x="22485" y="5494"/>
                </a:lnTo>
                <a:lnTo>
                  <a:pt x="10158" y="215"/>
                </a:lnTo>
                <a:lnTo>
                  <a:pt x="9140" y="0"/>
                </a:lnTo>
                <a:close/>
              </a:path>
              <a:path w="405764" h="44450">
                <a:moveTo>
                  <a:pt x="35438" y="9188"/>
                </a:moveTo>
                <a:lnTo>
                  <a:pt x="34983" y="9188"/>
                </a:lnTo>
                <a:lnTo>
                  <a:pt x="36215" y="9406"/>
                </a:lnTo>
                <a:lnTo>
                  <a:pt x="35438" y="9188"/>
                </a:lnTo>
                <a:close/>
              </a:path>
              <a:path w="405764" h="44450">
                <a:moveTo>
                  <a:pt x="35438" y="9188"/>
                </a:moveTo>
                <a:lnTo>
                  <a:pt x="36215" y="9406"/>
                </a:lnTo>
                <a:lnTo>
                  <a:pt x="38342" y="9406"/>
                </a:lnTo>
                <a:lnTo>
                  <a:pt x="35438" y="9188"/>
                </a:lnTo>
                <a:close/>
              </a:path>
              <a:path w="405764" h="44450">
                <a:moveTo>
                  <a:pt x="22816" y="5635"/>
                </a:moveTo>
                <a:lnTo>
                  <a:pt x="23298" y="5842"/>
                </a:lnTo>
                <a:lnTo>
                  <a:pt x="23549" y="5842"/>
                </a:lnTo>
                <a:lnTo>
                  <a:pt x="22816" y="5635"/>
                </a:lnTo>
                <a:close/>
              </a:path>
              <a:path w="405764" h="44450">
                <a:moveTo>
                  <a:pt x="22485" y="5494"/>
                </a:moveTo>
                <a:lnTo>
                  <a:pt x="22312" y="5494"/>
                </a:lnTo>
                <a:lnTo>
                  <a:pt x="22816" y="5635"/>
                </a:lnTo>
                <a:lnTo>
                  <a:pt x="22485" y="549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855802" y="7577094"/>
            <a:ext cx="342900" cy="30480"/>
          </a:xfrm>
          <a:custGeom>
            <a:avLst/>
            <a:gdLst/>
            <a:ahLst/>
            <a:cxnLst/>
            <a:rect l="l" t="t" r="r" b="b"/>
            <a:pathLst>
              <a:path w="342900" h="30479">
                <a:moveTo>
                  <a:pt x="163796" y="0"/>
                </a:moveTo>
                <a:lnTo>
                  <a:pt x="71339" y="0"/>
                </a:lnTo>
                <a:lnTo>
                  <a:pt x="57872" y="1736"/>
                </a:lnTo>
                <a:lnTo>
                  <a:pt x="5097" y="14334"/>
                </a:lnTo>
                <a:lnTo>
                  <a:pt x="0" y="21706"/>
                </a:lnTo>
                <a:lnTo>
                  <a:pt x="80" y="22865"/>
                </a:lnTo>
                <a:lnTo>
                  <a:pt x="7937" y="29899"/>
                </a:lnTo>
                <a:lnTo>
                  <a:pt x="8776" y="29899"/>
                </a:lnTo>
                <a:lnTo>
                  <a:pt x="36911" y="22865"/>
                </a:lnTo>
                <a:lnTo>
                  <a:pt x="59814" y="17660"/>
                </a:lnTo>
                <a:lnTo>
                  <a:pt x="59487" y="17660"/>
                </a:lnTo>
                <a:lnTo>
                  <a:pt x="72002" y="16041"/>
                </a:lnTo>
                <a:lnTo>
                  <a:pt x="342678" y="16041"/>
                </a:lnTo>
                <a:lnTo>
                  <a:pt x="342682" y="13321"/>
                </a:lnTo>
                <a:lnTo>
                  <a:pt x="289034" y="3850"/>
                </a:lnTo>
                <a:lnTo>
                  <a:pt x="235736" y="1736"/>
                </a:lnTo>
                <a:lnTo>
                  <a:pt x="236783" y="1736"/>
                </a:lnTo>
                <a:lnTo>
                  <a:pt x="163796" y="0"/>
                </a:lnTo>
                <a:close/>
              </a:path>
              <a:path w="342900" h="30479">
                <a:moveTo>
                  <a:pt x="342678" y="16041"/>
                </a:moveTo>
                <a:lnTo>
                  <a:pt x="165453" y="16041"/>
                </a:lnTo>
                <a:lnTo>
                  <a:pt x="233660" y="17660"/>
                </a:lnTo>
                <a:lnTo>
                  <a:pt x="288383" y="19837"/>
                </a:lnTo>
                <a:lnTo>
                  <a:pt x="334242" y="22865"/>
                </a:lnTo>
                <a:lnTo>
                  <a:pt x="336133" y="22865"/>
                </a:lnTo>
                <a:lnTo>
                  <a:pt x="342585" y="16810"/>
                </a:lnTo>
                <a:lnTo>
                  <a:pt x="342678" y="1604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54411" y="7563146"/>
            <a:ext cx="363855" cy="37465"/>
          </a:xfrm>
          <a:custGeom>
            <a:avLst/>
            <a:gdLst/>
            <a:ahLst/>
            <a:cxnLst/>
            <a:rect l="l" t="t" r="r" b="b"/>
            <a:pathLst>
              <a:path w="363854" h="37465">
                <a:moveTo>
                  <a:pt x="335459" y="15974"/>
                </a:moveTo>
                <a:lnTo>
                  <a:pt x="198902" y="15974"/>
                </a:lnTo>
                <a:lnTo>
                  <a:pt x="268045" y="21294"/>
                </a:lnTo>
                <a:lnTo>
                  <a:pt x="267223" y="21294"/>
                </a:lnTo>
                <a:lnTo>
                  <a:pt x="315014" y="27639"/>
                </a:lnTo>
                <a:lnTo>
                  <a:pt x="314858" y="27639"/>
                </a:lnTo>
                <a:lnTo>
                  <a:pt x="354974" y="36892"/>
                </a:lnTo>
                <a:lnTo>
                  <a:pt x="355876" y="36892"/>
                </a:lnTo>
                <a:lnTo>
                  <a:pt x="357968" y="36542"/>
                </a:lnTo>
                <a:lnTo>
                  <a:pt x="363554" y="29933"/>
                </a:lnTo>
                <a:lnTo>
                  <a:pt x="363429" y="27153"/>
                </a:lnTo>
                <a:lnTo>
                  <a:pt x="358470" y="21294"/>
                </a:lnTo>
                <a:lnTo>
                  <a:pt x="335459" y="15974"/>
                </a:lnTo>
                <a:close/>
              </a:path>
              <a:path w="363854" h="37465">
                <a:moveTo>
                  <a:pt x="199815" y="0"/>
                </a:moveTo>
                <a:lnTo>
                  <a:pt x="99557" y="0"/>
                </a:lnTo>
                <a:lnTo>
                  <a:pt x="75016" y="1817"/>
                </a:lnTo>
                <a:lnTo>
                  <a:pt x="75407" y="1817"/>
                </a:lnTo>
                <a:lnTo>
                  <a:pt x="43042" y="7070"/>
                </a:lnTo>
                <a:lnTo>
                  <a:pt x="5507" y="14222"/>
                </a:lnTo>
                <a:lnTo>
                  <a:pt x="0" y="21294"/>
                </a:lnTo>
                <a:lnTo>
                  <a:pt x="106" y="22936"/>
                </a:lnTo>
                <a:lnTo>
                  <a:pt x="5622" y="29596"/>
                </a:lnTo>
                <a:lnTo>
                  <a:pt x="5873" y="29596"/>
                </a:lnTo>
                <a:lnTo>
                  <a:pt x="7502" y="29933"/>
                </a:lnTo>
                <a:lnTo>
                  <a:pt x="8500" y="29933"/>
                </a:lnTo>
                <a:lnTo>
                  <a:pt x="45234" y="22936"/>
                </a:lnTo>
                <a:lnTo>
                  <a:pt x="45105" y="22936"/>
                </a:lnTo>
                <a:lnTo>
                  <a:pt x="77473" y="17692"/>
                </a:lnTo>
                <a:lnTo>
                  <a:pt x="77278" y="17692"/>
                </a:lnTo>
                <a:lnTo>
                  <a:pt x="100498" y="15974"/>
                </a:lnTo>
                <a:lnTo>
                  <a:pt x="335459" y="15974"/>
                </a:lnTo>
                <a:lnTo>
                  <a:pt x="317865" y="11912"/>
                </a:lnTo>
                <a:lnTo>
                  <a:pt x="317120" y="11776"/>
                </a:lnTo>
                <a:lnTo>
                  <a:pt x="268027" y="5259"/>
                </a:lnTo>
                <a:lnTo>
                  <a:pt x="199815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444134" y="7577032"/>
            <a:ext cx="878205" cy="44450"/>
          </a:xfrm>
          <a:custGeom>
            <a:avLst/>
            <a:gdLst/>
            <a:ahLst/>
            <a:cxnLst/>
            <a:rect l="l" t="t" r="r" b="b"/>
            <a:pathLst>
              <a:path w="878204" h="44450">
                <a:moveTo>
                  <a:pt x="741730" y="0"/>
                </a:moveTo>
                <a:lnTo>
                  <a:pt x="63632" y="0"/>
                </a:lnTo>
                <a:lnTo>
                  <a:pt x="61323" y="346"/>
                </a:lnTo>
                <a:lnTo>
                  <a:pt x="3178" y="29382"/>
                </a:lnTo>
                <a:lnTo>
                  <a:pt x="0" y="35755"/>
                </a:lnTo>
                <a:lnTo>
                  <a:pt x="267" y="37859"/>
                </a:lnTo>
                <a:lnTo>
                  <a:pt x="7251" y="43865"/>
                </a:lnTo>
                <a:lnTo>
                  <a:pt x="8023" y="43865"/>
                </a:lnTo>
                <a:lnTo>
                  <a:pt x="10126" y="43597"/>
                </a:lnTo>
                <a:lnTo>
                  <a:pt x="11113" y="43267"/>
                </a:lnTo>
                <a:lnTo>
                  <a:pt x="36103" y="28990"/>
                </a:lnTo>
                <a:lnTo>
                  <a:pt x="55022" y="19112"/>
                </a:lnTo>
                <a:lnTo>
                  <a:pt x="54731" y="19112"/>
                </a:lnTo>
                <a:lnTo>
                  <a:pt x="56080" y="18559"/>
                </a:lnTo>
                <a:lnTo>
                  <a:pt x="56528" y="18559"/>
                </a:lnTo>
                <a:lnTo>
                  <a:pt x="64876" y="15993"/>
                </a:lnTo>
                <a:lnTo>
                  <a:pt x="63675" y="15993"/>
                </a:lnTo>
                <a:lnTo>
                  <a:pt x="66028" y="15638"/>
                </a:lnTo>
                <a:lnTo>
                  <a:pt x="875010" y="15638"/>
                </a:lnTo>
                <a:lnTo>
                  <a:pt x="874604" y="15269"/>
                </a:lnTo>
                <a:lnTo>
                  <a:pt x="873839" y="14808"/>
                </a:lnTo>
                <a:lnTo>
                  <a:pt x="850993" y="6554"/>
                </a:lnTo>
                <a:lnTo>
                  <a:pt x="849532" y="6176"/>
                </a:lnTo>
                <a:lnTo>
                  <a:pt x="833023" y="3571"/>
                </a:lnTo>
                <a:lnTo>
                  <a:pt x="810879" y="3571"/>
                </a:lnTo>
                <a:lnTo>
                  <a:pt x="785176" y="1742"/>
                </a:lnTo>
                <a:lnTo>
                  <a:pt x="741730" y="0"/>
                </a:lnTo>
                <a:close/>
              </a:path>
              <a:path w="878204" h="44450">
                <a:moveTo>
                  <a:pt x="845576" y="21605"/>
                </a:moveTo>
                <a:lnTo>
                  <a:pt x="868727" y="29935"/>
                </a:lnTo>
                <a:lnTo>
                  <a:pt x="871040" y="29935"/>
                </a:lnTo>
                <a:lnTo>
                  <a:pt x="878016" y="21977"/>
                </a:lnTo>
                <a:lnTo>
                  <a:pt x="847037" y="21977"/>
                </a:lnTo>
                <a:lnTo>
                  <a:pt x="845576" y="21605"/>
                </a:lnTo>
                <a:close/>
              </a:path>
              <a:path w="878204" h="44450">
                <a:moveTo>
                  <a:pt x="875010" y="15638"/>
                </a:moveTo>
                <a:lnTo>
                  <a:pt x="66028" y="15638"/>
                </a:lnTo>
                <a:lnTo>
                  <a:pt x="64876" y="15993"/>
                </a:lnTo>
                <a:lnTo>
                  <a:pt x="741250" y="15993"/>
                </a:lnTo>
                <a:lnTo>
                  <a:pt x="784463" y="17722"/>
                </a:lnTo>
                <a:lnTo>
                  <a:pt x="808971" y="19471"/>
                </a:lnTo>
                <a:lnTo>
                  <a:pt x="831157" y="19471"/>
                </a:lnTo>
                <a:lnTo>
                  <a:pt x="847037" y="21977"/>
                </a:lnTo>
                <a:lnTo>
                  <a:pt x="846610" y="21977"/>
                </a:lnTo>
                <a:lnTo>
                  <a:pt x="845576" y="21605"/>
                </a:lnTo>
                <a:lnTo>
                  <a:pt x="877998" y="21605"/>
                </a:lnTo>
                <a:lnTo>
                  <a:pt x="877944" y="20460"/>
                </a:lnTo>
                <a:lnTo>
                  <a:pt x="877699" y="19471"/>
                </a:lnTo>
                <a:lnTo>
                  <a:pt x="876881" y="17722"/>
                </a:lnTo>
                <a:lnTo>
                  <a:pt x="876791" y="17532"/>
                </a:lnTo>
                <a:lnTo>
                  <a:pt x="876173" y="16696"/>
                </a:lnTo>
                <a:lnTo>
                  <a:pt x="875010" y="15638"/>
                </a:lnTo>
                <a:close/>
              </a:path>
              <a:path w="878204" h="44450">
                <a:moveTo>
                  <a:pt x="877998" y="21605"/>
                </a:moveTo>
                <a:lnTo>
                  <a:pt x="845576" y="21605"/>
                </a:lnTo>
                <a:lnTo>
                  <a:pt x="847037" y="21977"/>
                </a:lnTo>
                <a:lnTo>
                  <a:pt x="878016" y="21977"/>
                </a:lnTo>
                <a:lnTo>
                  <a:pt x="877998" y="21605"/>
                </a:lnTo>
                <a:close/>
              </a:path>
              <a:path w="878204" h="44450">
                <a:moveTo>
                  <a:pt x="56080" y="18559"/>
                </a:moveTo>
                <a:lnTo>
                  <a:pt x="54731" y="19112"/>
                </a:lnTo>
                <a:lnTo>
                  <a:pt x="55438" y="18895"/>
                </a:lnTo>
                <a:lnTo>
                  <a:pt x="56080" y="18559"/>
                </a:lnTo>
                <a:close/>
              </a:path>
              <a:path w="878204" h="44450">
                <a:moveTo>
                  <a:pt x="55438" y="18895"/>
                </a:moveTo>
                <a:lnTo>
                  <a:pt x="54731" y="19112"/>
                </a:lnTo>
                <a:lnTo>
                  <a:pt x="55022" y="19112"/>
                </a:lnTo>
                <a:lnTo>
                  <a:pt x="55438" y="18895"/>
                </a:lnTo>
                <a:close/>
              </a:path>
              <a:path w="878204" h="44450">
                <a:moveTo>
                  <a:pt x="56528" y="18559"/>
                </a:moveTo>
                <a:lnTo>
                  <a:pt x="56080" y="18559"/>
                </a:lnTo>
                <a:lnTo>
                  <a:pt x="55438" y="18895"/>
                </a:lnTo>
                <a:lnTo>
                  <a:pt x="56528" y="18559"/>
                </a:lnTo>
                <a:close/>
              </a:path>
              <a:path w="878204" h="44450">
                <a:moveTo>
                  <a:pt x="66028" y="15638"/>
                </a:moveTo>
                <a:lnTo>
                  <a:pt x="63675" y="15993"/>
                </a:lnTo>
                <a:lnTo>
                  <a:pt x="64876" y="15993"/>
                </a:lnTo>
                <a:lnTo>
                  <a:pt x="66028" y="1563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25046" y="7549375"/>
            <a:ext cx="433070" cy="47625"/>
          </a:xfrm>
          <a:custGeom>
            <a:avLst/>
            <a:gdLst/>
            <a:ahLst/>
            <a:cxnLst/>
            <a:rect l="l" t="t" r="r" b="b"/>
            <a:pathLst>
              <a:path w="433070" h="47625">
                <a:moveTo>
                  <a:pt x="379736" y="0"/>
                </a:moveTo>
                <a:lnTo>
                  <a:pt x="77173" y="0"/>
                </a:lnTo>
                <a:lnTo>
                  <a:pt x="67218" y="854"/>
                </a:lnTo>
                <a:lnTo>
                  <a:pt x="28360" y="16581"/>
                </a:lnTo>
                <a:lnTo>
                  <a:pt x="0" y="39504"/>
                </a:lnTo>
                <a:lnTo>
                  <a:pt x="377" y="41591"/>
                </a:lnTo>
                <a:lnTo>
                  <a:pt x="5535" y="46808"/>
                </a:lnTo>
                <a:lnTo>
                  <a:pt x="5748" y="46808"/>
                </a:lnTo>
                <a:lnTo>
                  <a:pt x="7476" y="47184"/>
                </a:lnTo>
                <a:lnTo>
                  <a:pt x="8435" y="47184"/>
                </a:lnTo>
                <a:lnTo>
                  <a:pt x="10521" y="46808"/>
                </a:lnTo>
                <a:lnTo>
                  <a:pt x="11489" y="46427"/>
                </a:lnTo>
                <a:lnTo>
                  <a:pt x="36602" y="30288"/>
                </a:lnTo>
                <a:lnTo>
                  <a:pt x="47626" y="24034"/>
                </a:lnTo>
                <a:lnTo>
                  <a:pt x="47494" y="24034"/>
                </a:lnTo>
                <a:lnTo>
                  <a:pt x="47978" y="23834"/>
                </a:lnTo>
                <a:lnTo>
                  <a:pt x="48389" y="23601"/>
                </a:lnTo>
                <a:lnTo>
                  <a:pt x="48543" y="23601"/>
                </a:lnTo>
                <a:lnTo>
                  <a:pt x="58446" y="19514"/>
                </a:lnTo>
                <a:lnTo>
                  <a:pt x="58238" y="19514"/>
                </a:lnTo>
                <a:lnTo>
                  <a:pt x="58644" y="19379"/>
                </a:lnTo>
                <a:lnTo>
                  <a:pt x="58775" y="19379"/>
                </a:lnTo>
                <a:lnTo>
                  <a:pt x="69023" y="16791"/>
                </a:lnTo>
                <a:lnTo>
                  <a:pt x="68585" y="16791"/>
                </a:lnTo>
                <a:lnTo>
                  <a:pt x="69858" y="16581"/>
                </a:lnTo>
                <a:lnTo>
                  <a:pt x="71056" y="16581"/>
                </a:lnTo>
                <a:lnTo>
                  <a:pt x="79706" y="15843"/>
                </a:lnTo>
                <a:lnTo>
                  <a:pt x="430515" y="15843"/>
                </a:lnTo>
                <a:lnTo>
                  <a:pt x="429712" y="15114"/>
                </a:lnTo>
                <a:lnTo>
                  <a:pt x="428820" y="14578"/>
                </a:lnTo>
                <a:lnTo>
                  <a:pt x="398715" y="3794"/>
                </a:lnTo>
                <a:lnTo>
                  <a:pt x="397549" y="3472"/>
                </a:lnTo>
                <a:lnTo>
                  <a:pt x="379736" y="0"/>
                </a:lnTo>
                <a:close/>
              </a:path>
              <a:path w="433070" h="47625">
                <a:moveTo>
                  <a:pt x="393320" y="18850"/>
                </a:moveTo>
                <a:lnTo>
                  <a:pt x="423852" y="29787"/>
                </a:lnTo>
                <a:lnTo>
                  <a:pt x="426162" y="29787"/>
                </a:lnTo>
                <a:lnTo>
                  <a:pt x="432800" y="24034"/>
                </a:lnTo>
                <a:lnTo>
                  <a:pt x="432871" y="23834"/>
                </a:lnTo>
                <a:lnTo>
                  <a:pt x="432955" y="23601"/>
                </a:lnTo>
                <a:lnTo>
                  <a:pt x="433061" y="20300"/>
                </a:lnTo>
                <a:lnTo>
                  <a:pt x="432864" y="19514"/>
                </a:lnTo>
                <a:lnTo>
                  <a:pt x="432830" y="19379"/>
                </a:lnTo>
                <a:lnTo>
                  <a:pt x="395230" y="19379"/>
                </a:lnTo>
                <a:lnTo>
                  <a:pt x="393320" y="18850"/>
                </a:lnTo>
                <a:close/>
              </a:path>
              <a:path w="433070" h="47625">
                <a:moveTo>
                  <a:pt x="47978" y="23834"/>
                </a:moveTo>
                <a:lnTo>
                  <a:pt x="47494" y="24034"/>
                </a:lnTo>
                <a:lnTo>
                  <a:pt x="47626" y="24034"/>
                </a:lnTo>
                <a:lnTo>
                  <a:pt x="47978" y="23834"/>
                </a:lnTo>
                <a:close/>
              </a:path>
              <a:path w="433070" h="47625">
                <a:moveTo>
                  <a:pt x="48543" y="23601"/>
                </a:moveTo>
                <a:lnTo>
                  <a:pt x="48389" y="23601"/>
                </a:lnTo>
                <a:lnTo>
                  <a:pt x="47978" y="23834"/>
                </a:lnTo>
                <a:lnTo>
                  <a:pt x="48543" y="23601"/>
                </a:lnTo>
                <a:close/>
              </a:path>
              <a:path w="433070" h="47625">
                <a:moveTo>
                  <a:pt x="58775" y="19379"/>
                </a:moveTo>
                <a:lnTo>
                  <a:pt x="58644" y="19379"/>
                </a:lnTo>
                <a:lnTo>
                  <a:pt x="58238" y="19514"/>
                </a:lnTo>
                <a:lnTo>
                  <a:pt x="58775" y="19379"/>
                </a:lnTo>
                <a:close/>
              </a:path>
              <a:path w="433070" h="47625">
                <a:moveTo>
                  <a:pt x="58775" y="19379"/>
                </a:moveTo>
                <a:lnTo>
                  <a:pt x="58238" y="19514"/>
                </a:lnTo>
                <a:lnTo>
                  <a:pt x="58446" y="19514"/>
                </a:lnTo>
                <a:lnTo>
                  <a:pt x="58775" y="19379"/>
                </a:lnTo>
                <a:close/>
              </a:path>
              <a:path w="433070" h="47625">
                <a:moveTo>
                  <a:pt x="430515" y="15843"/>
                </a:moveTo>
                <a:lnTo>
                  <a:pt x="377434" y="15843"/>
                </a:lnTo>
                <a:lnTo>
                  <a:pt x="395541" y="19379"/>
                </a:lnTo>
                <a:lnTo>
                  <a:pt x="394796" y="19379"/>
                </a:lnTo>
                <a:lnTo>
                  <a:pt x="393320" y="18850"/>
                </a:lnTo>
                <a:lnTo>
                  <a:pt x="432600" y="18850"/>
                </a:lnTo>
                <a:lnTo>
                  <a:pt x="431902" y="17374"/>
                </a:lnTo>
                <a:lnTo>
                  <a:pt x="431314" y="16581"/>
                </a:lnTo>
                <a:lnTo>
                  <a:pt x="430515" y="15843"/>
                </a:lnTo>
                <a:close/>
              </a:path>
              <a:path w="433070" h="47625">
                <a:moveTo>
                  <a:pt x="432600" y="18850"/>
                </a:moveTo>
                <a:lnTo>
                  <a:pt x="393320" y="18850"/>
                </a:lnTo>
                <a:lnTo>
                  <a:pt x="395230" y="19379"/>
                </a:lnTo>
                <a:lnTo>
                  <a:pt x="432849" y="19379"/>
                </a:lnTo>
                <a:lnTo>
                  <a:pt x="432600" y="18850"/>
                </a:lnTo>
                <a:close/>
              </a:path>
              <a:path w="433070" h="47625">
                <a:moveTo>
                  <a:pt x="69858" y="16581"/>
                </a:moveTo>
                <a:lnTo>
                  <a:pt x="68585" y="16791"/>
                </a:lnTo>
                <a:lnTo>
                  <a:pt x="69023" y="16791"/>
                </a:lnTo>
                <a:lnTo>
                  <a:pt x="69858" y="16581"/>
                </a:lnTo>
                <a:close/>
              </a:path>
              <a:path w="433070" h="47625">
                <a:moveTo>
                  <a:pt x="71056" y="16581"/>
                </a:moveTo>
                <a:lnTo>
                  <a:pt x="69858" y="16581"/>
                </a:lnTo>
                <a:lnTo>
                  <a:pt x="69023" y="16791"/>
                </a:lnTo>
                <a:lnTo>
                  <a:pt x="68585" y="16791"/>
                </a:lnTo>
                <a:lnTo>
                  <a:pt x="71056" y="1658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512219" y="7577149"/>
            <a:ext cx="419734" cy="36830"/>
          </a:xfrm>
          <a:custGeom>
            <a:avLst/>
            <a:gdLst/>
            <a:ahLst/>
            <a:cxnLst/>
            <a:rect l="l" t="t" r="r" b="b"/>
            <a:pathLst>
              <a:path w="419734" h="36829">
                <a:moveTo>
                  <a:pt x="230940" y="0"/>
                </a:moveTo>
                <a:lnTo>
                  <a:pt x="81279" y="0"/>
                </a:lnTo>
                <a:lnTo>
                  <a:pt x="66508" y="2604"/>
                </a:lnTo>
                <a:lnTo>
                  <a:pt x="4487" y="21445"/>
                </a:lnTo>
                <a:lnTo>
                  <a:pt x="0" y="30126"/>
                </a:lnTo>
                <a:lnTo>
                  <a:pt x="663" y="32194"/>
                </a:lnTo>
                <a:lnTo>
                  <a:pt x="6821" y="36785"/>
                </a:lnTo>
                <a:lnTo>
                  <a:pt x="8990" y="36785"/>
                </a:lnTo>
                <a:lnTo>
                  <a:pt x="43066" y="26029"/>
                </a:lnTo>
                <a:lnTo>
                  <a:pt x="69445" y="18361"/>
                </a:lnTo>
                <a:lnTo>
                  <a:pt x="69288" y="18361"/>
                </a:lnTo>
                <a:lnTo>
                  <a:pt x="70128" y="18163"/>
                </a:lnTo>
                <a:lnTo>
                  <a:pt x="70409" y="18163"/>
                </a:lnTo>
                <a:lnTo>
                  <a:pt x="83355" y="15875"/>
                </a:lnTo>
                <a:lnTo>
                  <a:pt x="385569" y="15875"/>
                </a:lnTo>
                <a:lnTo>
                  <a:pt x="365213" y="12110"/>
                </a:lnTo>
                <a:lnTo>
                  <a:pt x="311066" y="5128"/>
                </a:lnTo>
                <a:lnTo>
                  <a:pt x="269359" y="1215"/>
                </a:lnTo>
                <a:lnTo>
                  <a:pt x="269880" y="1215"/>
                </a:lnTo>
                <a:lnTo>
                  <a:pt x="230940" y="0"/>
                </a:lnTo>
                <a:close/>
              </a:path>
              <a:path w="419734" h="36829">
                <a:moveTo>
                  <a:pt x="385569" y="15875"/>
                </a:moveTo>
                <a:lnTo>
                  <a:pt x="226858" y="15875"/>
                </a:lnTo>
                <a:lnTo>
                  <a:pt x="268362" y="17176"/>
                </a:lnTo>
                <a:lnTo>
                  <a:pt x="268191" y="17176"/>
                </a:lnTo>
                <a:lnTo>
                  <a:pt x="309600" y="21060"/>
                </a:lnTo>
                <a:lnTo>
                  <a:pt x="363105" y="27973"/>
                </a:lnTo>
                <a:lnTo>
                  <a:pt x="410697" y="36785"/>
                </a:lnTo>
                <a:lnTo>
                  <a:pt x="411672" y="36785"/>
                </a:lnTo>
                <a:lnTo>
                  <a:pt x="419166" y="29143"/>
                </a:lnTo>
                <a:lnTo>
                  <a:pt x="419125" y="27973"/>
                </a:lnTo>
                <a:lnTo>
                  <a:pt x="413609" y="21060"/>
                </a:lnTo>
                <a:lnTo>
                  <a:pt x="385569" y="15875"/>
                </a:lnTo>
                <a:close/>
              </a:path>
              <a:path w="419734" h="36829">
                <a:moveTo>
                  <a:pt x="70128" y="18163"/>
                </a:moveTo>
                <a:lnTo>
                  <a:pt x="69288" y="18361"/>
                </a:lnTo>
                <a:lnTo>
                  <a:pt x="69445" y="18361"/>
                </a:lnTo>
                <a:lnTo>
                  <a:pt x="70128" y="18163"/>
                </a:lnTo>
                <a:close/>
              </a:path>
              <a:path w="419734" h="36829">
                <a:moveTo>
                  <a:pt x="70409" y="18163"/>
                </a:moveTo>
                <a:lnTo>
                  <a:pt x="70128" y="18163"/>
                </a:lnTo>
                <a:lnTo>
                  <a:pt x="69445" y="18361"/>
                </a:lnTo>
                <a:lnTo>
                  <a:pt x="69288" y="18361"/>
                </a:lnTo>
                <a:lnTo>
                  <a:pt x="70409" y="1816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151719" y="7542274"/>
            <a:ext cx="367030" cy="36830"/>
          </a:xfrm>
          <a:custGeom>
            <a:avLst/>
            <a:gdLst/>
            <a:ahLst/>
            <a:cxnLst/>
            <a:rect l="l" t="t" r="r" b="b"/>
            <a:pathLst>
              <a:path w="367029" h="36829">
                <a:moveTo>
                  <a:pt x="322637" y="22948"/>
                </a:moveTo>
                <a:lnTo>
                  <a:pt x="329914" y="25858"/>
                </a:lnTo>
                <a:lnTo>
                  <a:pt x="342582" y="31962"/>
                </a:lnTo>
                <a:lnTo>
                  <a:pt x="357536" y="36785"/>
                </a:lnTo>
                <a:lnTo>
                  <a:pt x="360503" y="36785"/>
                </a:lnTo>
                <a:lnTo>
                  <a:pt x="361683" y="36450"/>
                </a:lnTo>
                <a:lnTo>
                  <a:pt x="366918" y="30295"/>
                </a:lnTo>
                <a:lnTo>
                  <a:pt x="366867" y="27148"/>
                </a:lnTo>
                <a:lnTo>
                  <a:pt x="364584" y="23117"/>
                </a:lnTo>
                <a:lnTo>
                  <a:pt x="323424" y="23117"/>
                </a:lnTo>
                <a:lnTo>
                  <a:pt x="322637" y="22948"/>
                </a:lnTo>
                <a:close/>
              </a:path>
              <a:path w="367029" h="36829">
                <a:moveTo>
                  <a:pt x="178390" y="0"/>
                </a:moveTo>
                <a:lnTo>
                  <a:pt x="37492" y="0"/>
                </a:lnTo>
                <a:lnTo>
                  <a:pt x="35640" y="217"/>
                </a:lnTo>
                <a:lnTo>
                  <a:pt x="2015" y="19909"/>
                </a:lnTo>
                <a:lnTo>
                  <a:pt x="0" y="26741"/>
                </a:lnTo>
                <a:lnTo>
                  <a:pt x="631" y="28765"/>
                </a:lnTo>
                <a:lnTo>
                  <a:pt x="6444" y="33323"/>
                </a:lnTo>
                <a:lnTo>
                  <a:pt x="9316" y="33323"/>
                </a:lnTo>
                <a:lnTo>
                  <a:pt x="11341" y="32693"/>
                </a:lnTo>
                <a:lnTo>
                  <a:pt x="12037" y="32313"/>
                </a:lnTo>
                <a:lnTo>
                  <a:pt x="12535" y="31962"/>
                </a:lnTo>
                <a:lnTo>
                  <a:pt x="23338" y="22948"/>
                </a:lnTo>
                <a:lnTo>
                  <a:pt x="24758" y="22071"/>
                </a:lnTo>
                <a:lnTo>
                  <a:pt x="31073" y="17952"/>
                </a:lnTo>
                <a:lnTo>
                  <a:pt x="30220" y="17952"/>
                </a:lnTo>
                <a:lnTo>
                  <a:pt x="32679" y="16892"/>
                </a:lnTo>
                <a:lnTo>
                  <a:pt x="34665" y="16892"/>
                </a:lnTo>
                <a:lnTo>
                  <a:pt x="38434" y="15993"/>
                </a:lnTo>
                <a:lnTo>
                  <a:pt x="37492" y="15993"/>
                </a:lnTo>
                <a:lnTo>
                  <a:pt x="39344" y="15775"/>
                </a:lnTo>
                <a:lnTo>
                  <a:pt x="345832" y="15775"/>
                </a:lnTo>
                <a:lnTo>
                  <a:pt x="336392" y="11217"/>
                </a:lnTo>
                <a:lnTo>
                  <a:pt x="279749" y="1766"/>
                </a:lnTo>
                <a:lnTo>
                  <a:pt x="280952" y="1766"/>
                </a:lnTo>
                <a:lnTo>
                  <a:pt x="178390" y="0"/>
                </a:lnTo>
                <a:close/>
              </a:path>
              <a:path w="367029" h="36829">
                <a:moveTo>
                  <a:pt x="345832" y="15775"/>
                </a:moveTo>
                <a:lnTo>
                  <a:pt x="39344" y="15775"/>
                </a:lnTo>
                <a:lnTo>
                  <a:pt x="38434" y="15993"/>
                </a:lnTo>
                <a:lnTo>
                  <a:pt x="178114" y="15993"/>
                </a:lnTo>
                <a:lnTo>
                  <a:pt x="278905" y="17729"/>
                </a:lnTo>
                <a:lnTo>
                  <a:pt x="278625" y="17729"/>
                </a:lnTo>
                <a:lnTo>
                  <a:pt x="312658" y="20742"/>
                </a:lnTo>
                <a:lnTo>
                  <a:pt x="312375" y="20742"/>
                </a:lnTo>
                <a:lnTo>
                  <a:pt x="323424" y="23117"/>
                </a:lnTo>
                <a:lnTo>
                  <a:pt x="322829" y="22948"/>
                </a:lnTo>
                <a:lnTo>
                  <a:pt x="364385" y="22948"/>
                </a:lnTo>
                <a:lnTo>
                  <a:pt x="363354" y="22071"/>
                </a:lnTo>
                <a:lnTo>
                  <a:pt x="362446" y="21564"/>
                </a:lnTo>
                <a:lnTo>
                  <a:pt x="349236" y="17301"/>
                </a:lnTo>
                <a:lnTo>
                  <a:pt x="348990" y="17301"/>
                </a:lnTo>
                <a:lnTo>
                  <a:pt x="348495" y="17061"/>
                </a:lnTo>
                <a:lnTo>
                  <a:pt x="347969" y="16892"/>
                </a:lnTo>
                <a:lnTo>
                  <a:pt x="348144" y="16892"/>
                </a:lnTo>
                <a:lnTo>
                  <a:pt x="345832" y="15775"/>
                </a:lnTo>
                <a:close/>
              </a:path>
              <a:path w="367029" h="36829">
                <a:moveTo>
                  <a:pt x="364385" y="22948"/>
                </a:moveTo>
                <a:lnTo>
                  <a:pt x="322829" y="22948"/>
                </a:lnTo>
                <a:lnTo>
                  <a:pt x="323390" y="23117"/>
                </a:lnTo>
                <a:lnTo>
                  <a:pt x="364584" y="23117"/>
                </a:lnTo>
                <a:lnTo>
                  <a:pt x="364385" y="22948"/>
                </a:lnTo>
                <a:close/>
              </a:path>
              <a:path w="367029" h="36829">
                <a:moveTo>
                  <a:pt x="32699" y="16892"/>
                </a:moveTo>
                <a:lnTo>
                  <a:pt x="30220" y="17952"/>
                </a:lnTo>
                <a:lnTo>
                  <a:pt x="31157" y="17729"/>
                </a:lnTo>
                <a:lnTo>
                  <a:pt x="31415" y="17729"/>
                </a:lnTo>
                <a:lnTo>
                  <a:pt x="32699" y="16892"/>
                </a:lnTo>
                <a:close/>
              </a:path>
              <a:path w="367029" h="36829">
                <a:moveTo>
                  <a:pt x="31415" y="17729"/>
                </a:moveTo>
                <a:lnTo>
                  <a:pt x="31157" y="17729"/>
                </a:lnTo>
                <a:lnTo>
                  <a:pt x="30220" y="17952"/>
                </a:lnTo>
                <a:lnTo>
                  <a:pt x="31073" y="17952"/>
                </a:lnTo>
                <a:lnTo>
                  <a:pt x="31415" y="17729"/>
                </a:lnTo>
                <a:close/>
              </a:path>
              <a:path w="367029" h="36829">
                <a:moveTo>
                  <a:pt x="34665" y="16892"/>
                </a:moveTo>
                <a:lnTo>
                  <a:pt x="32699" y="16892"/>
                </a:lnTo>
                <a:lnTo>
                  <a:pt x="31415" y="17729"/>
                </a:lnTo>
                <a:lnTo>
                  <a:pt x="31157" y="17729"/>
                </a:lnTo>
                <a:lnTo>
                  <a:pt x="34665" y="16892"/>
                </a:lnTo>
                <a:close/>
              </a:path>
              <a:path w="367029" h="36829">
                <a:moveTo>
                  <a:pt x="348495" y="17061"/>
                </a:moveTo>
                <a:lnTo>
                  <a:pt x="348990" y="17301"/>
                </a:lnTo>
                <a:lnTo>
                  <a:pt x="349236" y="17301"/>
                </a:lnTo>
                <a:lnTo>
                  <a:pt x="348495" y="17061"/>
                </a:lnTo>
                <a:close/>
              </a:path>
              <a:path w="367029" h="36829">
                <a:moveTo>
                  <a:pt x="348144" y="16892"/>
                </a:moveTo>
                <a:lnTo>
                  <a:pt x="347969" y="16892"/>
                </a:lnTo>
                <a:lnTo>
                  <a:pt x="348495" y="17061"/>
                </a:lnTo>
                <a:lnTo>
                  <a:pt x="348144" y="16892"/>
                </a:lnTo>
                <a:close/>
              </a:path>
              <a:path w="367029" h="36829">
                <a:moveTo>
                  <a:pt x="39344" y="15775"/>
                </a:moveTo>
                <a:lnTo>
                  <a:pt x="37492" y="15993"/>
                </a:lnTo>
                <a:lnTo>
                  <a:pt x="38434" y="15993"/>
                </a:lnTo>
                <a:lnTo>
                  <a:pt x="39344" y="1577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04441" y="7587414"/>
            <a:ext cx="488950" cy="47625"/>
          </a:xfrm>
          <a:custGeom>
            <a:avLst/>
            <a:gdLst/>
            <a:ahLst/>
            <a:cxnLst/>
            <a:rect l="l" t="t" r="r" b="b"/>
            <a:pathLst>
              <a:path w="488950" h="47625">
                <a:moveTo>
                  <a:pt x="481209" y="0"/>
                </a:moveTo>
                <a:lnTo>
                  <a:pt x="480071" y="0"/>
                </a:lnTo>
                <a:lnTo>
                  <a:pt x="459941" y="4357"/>
                </a:lnTo>
                <a:lnTo>
                  <a:pt x="457846" y="4785"/>
                </a:lnTo>
                <a:lnTo>
                  <a:pt x="436953" y="7948"/>
                </a:lnTo>
                <a:lnTo>
                  <a:pt x="415502" y="9846"/>
                </a:lnTo>
                <a:lnTo>
                  <a:pt x="391468" y="10534"/>
                </a:lnTo>
                <a:lnTo>
                  <a:pt x="31344" y="10534"/>
                </a:lnTo>
                <a:lnTo>
                  <a:pt x="26348" y="11184"/>
                </a:lnTo>
                <a:lnTo>
                  <a:pt x="0" y="38807"/>
                </a:lnTo>
                <a:lnTo>
                  <a:pt x="1" y="39847"/>
                </a:lnTo>
                <a:lnTo>
                  <a:pt x="7538" y="47369"/>
                </a:lnTo>
                <a:lnTo>
                  <a:pt x="8572" y="47369"/>
                </a:lnTo>
                <a:lnTo>
                  <a:pt x="20656" y="34551"/>
                </a:lnTo>
                <a:lnTo>
                  <a:pt x="21212" y="33996"/>
                </a:lnTo>
                <a:lnTo>
                  <a:pt x="21656" y="33329"/>
                </a:lnTo>
                <a:lnTo>
                  <a:pt x="21877" y="33329"/>
                </a:lnTo>
                <a:lnTo>
                  <a:pt x="26778" y="28425"/>
                </a:lnTo>
                <a:lnTo>
                  <a:pt x="25972" y="28425"/>
                </a:lnTo>
                <a:lnTo>
                  <a:pt x="28476" y="26725"/>
                </a:lnTo>
                <a:lnTo>
                  <a:pt x="29601" y="26725"/>
                </a:lnTo>
                <a:lnTo>
                  <a:pt x="30533" y="26471"/>
                </a:lnTo>
                <a:lnTo>
                  <a:pt x="393641" y="26471"/>
                </a:lnTo>
                <a:lnTo>
                  <a:pt x="416922" y="25783"/>
                </a:lnTo>
                <a:lnTo>
                  <a:pt x="460854" y="20511"/>
                </a:lnTo>
                <a:lnTo>
                  <a:pt x="488784" y="8423"/>
                </a:lnTo>
                <a:lnTo>
                  <a:pt x="488766" y="7383"/>
                </a:lnTo>
                <a:lnTo>
                  <a:pt x="483198" y="360"/>
                </a:lnTo>
                <a:lnTo>
                  <a:pt x="481209" y="0"/>
                </a:lnTo>
                <a:close/>
              </a:path>
              <a:path w="488950" h="47625">
                <a:moveTo>
                  <a:pt x="21212" y="33996"/>
                </a:moveTo>
                <a:lnTo>
                  <a:pt x="20656" y="34551"/>
                </a:lnTo>
                <a:lnTo>
                  <a:pt x="20841" y="34551"/>
                </a:lnTo>
                <a:lnTo>
                  <a:pt x="21212" y="33996"/>
                </a:lnTo>
                <a:close/>
              </a:path>
              <a:path w="488950" h="47625">
                <a:moveTo>
                  <a:pt x="21877" y="33329"/>
                </a:moveTo>
                <a:lnTo>
                  <a:pt x="21656" y="33329"/>
                </a:lnTo>
                <a:lnTo>
                  <a:pt x="21212" y="33996"/>
                </a:lnTo>
                <a:lnTo>
                  <a:pt x="21877" y="33329"/>
                </a:lnTo>
                <a:close/>
              </a:path>
              <a:path w="488950" h="47625">
                <a:moveTo>
                  <a:pt x="28298" y="26904"/>
                </a:moveTo>
                <a:lnTo>
                  <a:pt x="28001" y="27048"/>
                </a:lnTo>
                <a:lnTo>
                  <a:pt x="25972" y="28425"/>
                </a:lnTo>
                <a:lnTo>
                  <a:pt x="27382" y="27821"/>
                </a:lnTo>
                <a:lnTo>
                  <a:pt x="28298" y="26904"/>
                </a:lnTo>
                <a:close/>
              </a:path>
              <a:path w="488950" h="47625">
                <a:moveTo>
                  <a:pt x="27382" y="27821"/>
                </a:moveTo>
                <a:lnTo>
                  <a:pt x="25972" y="28425"/>
                </a:lnTo>
                <a:lnTo>
                  <a:pt x="26778" y="28425"/>
                </a:lnTo>
                <a:lnTo>
                  <a:pt x="27382" y="27821"/>
                </a:lnTo>
                <a:close/>
              </a:path>
              <a:path w="488950" h="47625">
                <a:moveTo>
                  <a:pt x="29601" y="26725"/>
                </a:moveTo>
                <a:lnTo>
                  <a:pt x="28476" y="26725"/>
                </a:lnTo>
                <a:lnTo>
                  <a:pt x="27382" y="27821"/>
                </a:lnTo>
                <a:lnTo>
                  <a:pt x="29187" y="27048"/>
                </a:lnTo>
                <a:lnTo>
                  <a:pt x="28417" y="27048"/>
                </a:lnTo>
                <a:lnTo>
                  <a:pt x="29601" y="26725"/>
                </a:lnTo>
                <a:close/>
              </a:path>
              <a:path w="488950" h="47625">
                <a:moveTo>
                  <a:pt x="30533" y="26471"/>
                </a:moveTo>
                <a:lnTo>
                  <a:pt x="28417" y="27048"/>
                </a:lnTo>
                <a:lnTo>
                  <a:pt x="29524" y="26904"/>
                </a:lnTo>
                <a:lnTo>
                  <a:pt x="30533" y="26471"/>
                </a:lnTo>
                <a:close/>
              </a:path>
              <a:path w="488950" h="47625">
                <a:moveTo>
                  <a:pt x="29524" y="26904"/>
                </a:moveTo>
                <a:lnTo>
                  <a:pt x="28417" y="27048"/>
                </a:lnTo>
                <a:lnTo>
                  <a:pt x="29187" y="27048"/>
                </a:lnTo>
                <a:lnTo>
                  <a:pt x="29524" y="26904"/>
                </a:lnTo>
                <a:close/>
              </a:path>
              <a:path w="488950" h="47625">
                <a:moveTo>
                  <a:pt x="32838" y="26471"/>
                </a:moveTo>
                <a:lnTo>
                  <a:pt x="30533" y="26471"/>
                </a:lnTo>
                <a:lnTo>
                  <a:pt x="29524" y="26904"/>
                </a:lnTo>
                <a:lnTo>
                  <a:pt x="32838" y="2647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87357" y="7604912"/>
            <a:ext cx="318770" cy="43815"/>
          </a:xfrm>
          <a:custGeom>
            <a:avLst/>
            <a:gdLst/>
            <a:ahLst/>
            <a:cxnLst/>
            <a:rect l="l" t="t" r="r" b="b"/>
            <a:pathLst>
              <a:path w="318770" h="43815">
                <a:moveTo>
                  <a:pt x="250625" y="0"/>
                </a:moveTo>
                <a:lnTo>
                  <a:pt x="24332" y="0"/>
                </a:lnTo>
                <a:lnTo>
                  <a:pt x="18141" y="868"/>
                </a:lnTo>
                <a:lnTo>
                  <a:pt x="2035" y="19970"/>
                </a:lnTo>
                <a:lnTo>
                  <a:pt x="1944" y="20433"/>
                </a:lnTo>
                <a:lnTo>
                  <a:pt x="1849" y="20974"/>
                </a:lnTo>
                <a:lnTo>
                  <a:pt x="0" y="35783"/>
                </a:lnTo>
                <a:lnTo>
                  <a:pt x="74" y="36821"/>
                </a:lnTo>
                <a:lnTo>
                  <a:pt x="8126" y="43789"/>
                </a:lnTo>
                <a:lnTo>
                  <a:pt x="8891" y="43789"/>
                </a:lnTo>
                <a:lnTo>
                  <a:pt x="17392" y="25596"/>
                </a:lnTo>
                <a:lnTo>
                  <a:pt x="17457" y="25081"/>
                </a:lnTo>
                <a:lnTo>
                  <a:pt x="17584" y="23691"/>
                </a:lnTo>
                <a:lnTo>
                  <a:pt x="17633" y="23364"/>
                </a:lnTo>
                <a:lnTo>
                  <a:pt x="17729" y="22870"/>
                </a:lnTo>
                <a:lnTo>
                  <a:pt x="18156" y="21555"/>
                </a:lnTo>
                <a:lnTo>
                  <a:pt x="18456" y="20433"/>
                </a:lnTo>
                <a:lnTo>
                  <a:pt x="17908" y="20433"/>
                </a:lnTo>
                <a:lnTo>
                  <a:pt x="18244" y="19970"/>
                </a:lnTo>
                <a:lnTo>
                  <a:pt x="18233" y="19751"/>
                </a:lnTo>
                <a:lnTo>
                  <a:pt x="18843" y="18473"/>
                </a:lnTo>
                <a:lnTo>
                  <a:pt x="18376" y="18473"/>
                </a:lnTo>
                <a:lnTo>
                  <a:pt x="21058" y="16092"/>
                </a:lnTo>
                <a:lnTo>
                  <a:pt x="22190" y="16092"/>
                </a:lnTo>
                <a:lnTo>
                  <a:pt x="22708" y="15918"/>
                </a:lnTo>
                <a:lnTo>
                  <a:pt x="318060" y="15918"/>
                </a:lnTo>
                <a:lnTo>
                  <a:pt x="270909" y="619"/>
                </a:lnTo>
                <a:lnTo>
                  <a:pt x="271743" y="619"/>
                </a:lnTo>
                <a:lnTo>
                  <a:pt x="250625" y="0"/>
                </a:lnTo>
                <a:close/>
              </a:path>
              <a:path w="318770" h="43815">
                <a:moveTo>
                  <a:pt x="298556" y="21343"/>
                </a:moveTo>
                <a:lnTo>
                  <a:pt x="307812" y="25971"/>
                </a:lnTo>
                <a:lnTo>
                  <a:pt x="308890" y="26267"/>
                </a:lnTo>
                <a:lnTo>
                  <a:pt x="311963" y="26267"/>
                </a:lnTo>
                <a:lnTo>
                  <a:pt x="317776" y="21555"/>
                </a:lnTo>
                <a:lnTo>
                  <a:pt x="299436" y="21555"/>
                </a:lnTo>
                <a:lnTo>
                  <a:pt x="298556" y="21343"/>
                </a:lnTo>
                <a:close/>
              </a:path>
              <a:path w="318770" h="43815">
                <a:moveTo>
                  <a:pt x="297847" y="20974"/>
                </a:moveTo>
                <a:lnTo>
                  <a:pt x="298556" y="21343"/>
                </a:lnTo>
                <a:lnTo>
                  <a:pt x="299436" y="21555"/>
                </a:lnTo>
                <a:lnTo>
                  <a:pt x="297847" y="20974"/>
                </a:lnTo>
                <a:close/>
              </a:path>
              <a:path w="318770" h="43815">
                <a:moveTo>
                  <a:pt x="318066" y="20974"/>
                </a:moveTo>
                <a:lnTo>
                  <a:pt x="297847" y="20974"/>
                </a:lnTo>
                <a:lnTo>
                  <a:pt x="299436" y="21555"/>
                </a:lnTo>
                <a:lnTo>
                  <a:pt x="317776" y="21555"/>
                </a:lnTo>
                <a:lnTo>
                  <a:pt x="318066" y="20974"/>
                </a:lnTo>
                <a:close/>
              </a:path>
              <a:path w="318770" h="43815">
                <a:moveTo>
                  <a:pt x="318060" y="15918"/>
                </a:moveTo>
                <a:lnTo>
                  <a:pt x="247861" y="15918"/>
                </a:lnTo>
                <a:lnTo>
                  <a:pt x="278612" y="16822"/>
                </a:lnTo>
                <a:lnTo>
                  <a:pt x="271920" y="16822"/>
                </a:lnTo>
                <a:lnTo>
                  <a:pt x="286976" y="18473"/>
                </a:lnTo>
                <a:lnTo>
                  <a:pt x="286688" y="18473"/>
                </a:lnTo>
                <a:lnTo>
                  <a:pt x="298556" y="21343"/>
                </a:lnTo>
                <a:lnTo>
                  <a:pt x="297818" y="20974"/>
                </a:lnTo>
                <a:lnTo>
                  <a:pt x="318066" y="20974"/>
                </a:lnTo>
                <a:lnTo>
                  <a:pt x="318215" y="20433"/>
                </a:lnTo>
                <a:lnTo>
                  <a:pt x="318341" y="19970"/>
                </a:lnTo>
                <a:lnTo>
                  <a:pt x="318361" y="16822"/>
                </a:lnTo>
                <a:lnTo>
                  <a:pt x="318118" y="16092"/>
                </a:lnTo>
                <a:lnTo>
                  <a:pt x="318060" y="15918"/>
                </a:lnTo>
                <a:close/>
              </a:path>
              <a:path w="318770" h="43815">
                <a:moveTo>
                  <a:pt x="18777" y="19235"/>
                </a:moveTo>
                <a:lnTo>
                  <a:pt x="18403" y="19751"/>
                </a:lnTo>
                <a:lnTo>
                  <a:pt x="18129" y="19970"/>
                </a:lnTo>
                <a:lnTo>
                  <a:pt x="17908" y="20433"/>
                </a:lnTo>
                <a:lnTo>
                  <a:pt x="18456" y="20433"/>
                </a:lnTo>
                <a:lnTo>
                  <a:pt x="18777" y="19235"/>
                </a:lnTo>
                <a:close/>
              </a:path>
              <a:path w="318770" h="43815">
                <a:moveTo>
                  <a:pt x="19089" y="18071"/>
                </a:moveTo>
                <a:lnTo>
                  <a:pt x="18843" y="18473"/>
                </a:lnTo>
                <a:lnTo>
                  <a:pt x="18233" y="19751"/>
                </a:lnTo>
                <a:lnTo>
                  <a:pt x="18129" y="19970"/>
                </a:lnTo>
                <a:lnTo>
                  <a:pt x="18403" y="19751"/>
                </a:lnTo>
                <a:lnTo>
                  <a:pt x="18777" y="19235"/>
                </a:lnTo>
                <a:lnTo>
                  <a:pt x="18981" y="18473"/>
                </a:lnTo>
                <a:lnTo>
                  <a:pt x="19089" y="18071"/>
                </a:lnTo>
                <a:close/>
              </a:path>
              <a:path w="318770" h="43815">
                <a:moveTo>
                  <a:pt x="20023" y="17518"/>
                </a:moveTo>
                <a:lnTo>
                  <a:pt x="19500" y="17810"/>
                </a:lnTo>
                <a:lnTo>
                  <a:pt x="19089" y="18071"/>
                </a:lnTo>
                <a:lnTo>
                  <a:pt x="18777" y="19235"/>
                </a:lnTo>
                <a:lnTo>
                  <a:pt x="20023" y="17518"/>
                </a:lnTo>
                <a:close/>
              </a:path>
              <a:path w="318770" h="43815">
                <a:moveTo>
                  <a:pt x="19159" y="17810"/>
                </a:moveTo>
                <a:lnTo>
                  <a:pt x="18829" y="18071"/>
                </a:lnTo>
                <a:lnTo>
                  <a:pt x="18376" y="18473"/>
                </a:lnTo>
                <a:lnTo>
                  <a:pt x="19034" y="18071"/>
                </a:lnTo>
                <a:lnTo>
                  <a:pt x="19159" y="17810"/>
                </a:lnTo>
                <a:close/>
              </a:path>
              <a:path w="318770" h="43815">
                <a:moveTo>
                  <a:pt x="19034" y="18071"/>
                </a:moveTo>
                <a:lnTo>
                  <a:pt x="18315" y="18473"/>
                </a:lnTo>
                <a:lnTo>
                  <a:pt x="18843" y="18473"/>
                </a:lnTo>
                <a:lnTo>
                  <a:pt x="19034" y="18071"/>
                </a:lnTo>
                <a:close/>
              </a:path>
              <a:path w="318770" h="43815">
                <a:moveTo>
                  <a:pt x="21058" y="16092"/>
                </a:moveTo>
                <a:lnTo>
                  <a:pt x="19452" y="17518"/>
                </a:lnTo>
                <a:lnTo>
                  <a:pt x="19159" y="17810"/>
                </a:lnTo>
                <a:lnTo>
                  <a:pt x="19089" y="18071"/>
                </a:lnTo>
                <a:lnTo>
                  <a:pt x="19500" y="17810"/>
                </a:lnTo>
                <a:lnTo>
                  <a:pt x="20023" y="17518"/>
                </a:lnTo>
                <a:lnTo>
                  <a:pt x="21058" y="16092"/>
                </a:lnTo>
                <a:close/>
              </a:path>
              <a:path w="318770" h="43815">
                <a:moveTo>
                  <a:pt x="22190" y="16092"/>
                </a:moveTo>
                <a:lnTo>
                  <a:pt x="21058" y="16092"/>
                </a:lnTo>
                <a:lnTo>
                  <a:pt x="20023" y="17518"/>
                </a:lnTo>
                <a:lnTo>
                  <a:pt x="21268" y="16822"/>
                </a:lnTo>
                <a:lnTo>
                  <a:pt x="20016" y="16822"/>
                </a:lnTo>
                <a:lnTo>
                  <a:pt x="22190" y="16092"/>
                </a:lnTo>
                <a:close/>
              </a:path>
              <a:path w="318770" h="43815">
                <a:moveTo>
                  <a:pt x="22885" y="15918"/>
                </a:moveTo>
                <a:lnTo>
                  <a:pt x="22708" y="15918"/>
                </a:lnTo>
                <a:lnTo>
                  <a:pt x="20016" y="16822"/>
                </a:lnTo>
                <a:lnTo>
                  <a:pt x="21268" y="16822"/>
                </a:lnTo>
                <a:lnTo>
                  <a:pt x="22885" y="15918"/>
                </a:lnTo>
                <a:close/>
              </a:path>
              <a:path w="318770" h="43815">
                <a:moveTo>
                  <a:pt x="25984" y="15918"/>
                </a:moveTo>
                <a:lnTo>
                  <a:pt x="22885" y="15918"/>
                </a:lnTo>
                <a:lnTo>
                  <a:pt x="21268" y="16822"/>
                </a:lnTo>
                <a:lnTo>
                  <a:pt x="19530" y="16822"/>
                </a:lnTo>
                <a:lnTo>
                  <a:pt x="25984" y="15918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919342" y="7696613"/>
            <a:ext cx="602515" cy="73533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124384" y="7747533"/>
            <a:ext cx="434356" cy="508000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439962" y="8776539"/>
            <a:ext cx="158115" cy="278765"/>
          </a:xfrm>
          <a:custGeom>
            <a:avLst/>
            <a:gdLst/>
            <a:ahLst/>
            <a:cxnLst/>
            <a:rect l="l" t="t" r="r" b="b"/>
            <a:pathLst>
              <a:path w="158115" h="278765">
                <a:moveTo>
                  <a:pt x="156686" y="40088"/>
                </a:moveTo>
                <a:lnTo>
                  <a:pt x="149857" y="40088"/>
                </a:lnTo>
                <a:lnTo>
                  <a:pt x="148497" y="41403"/>
                </a:lnTo>
                <a:lnTo>
                  <a:pt x="148175" y="41603"/>
                </a:lnTo>
                <a:lnTo>
                  <a:pt x="141162" y="51537"/>
                </a:lnTo>
                <a:lnTo>
                  <a:pt x="141317" y="55170"/>
                </a:lnTo>
                <a:lnTo>
                  <a:pt x="141328" y="55852"/>
                </a:lnTo>
                <a:lnTo>
                  <a:pt x="140691" y="82925"/>
                </a:lnTo>
                <a:lnTo>
                  <a:pt x="140631" y="84711"/>
                </a:lnTo>
                <a:lnTo>
                  <a:pt x="136822" y="148174"/>
                </a:lnTo>
                <a:lnTo>
                  <a:pt x="134512" y="184377"/>
                </a:lnTo>
                <a:lnTo>
                  <a:pt x="133829" y="214081"/>
                </a:lnTo>
                <a:lnTo>
                  <a:pt x="134032" y="252937"/>
                </a:lnTo>
                <a:lnTo>
                  <a:pt x="149312" y="278329"/>
                </a:lnTo>
                <a:lnTo>
                  <a:pt x="150148" y="278329"/>
                </a:lnTo>
                <a:lnTo>
                  <a:pt x="158085" y="270135"/>
                </a:lnTo>
                <a:lnTo>
                  <a:pt x="157773" y="268037"/>
                </a:lnTo>
                <a:lnTo>
                  <a:pt x="157422" y="267058"/>
                </a:lnTo>
                <a:lnTo>
                  <a:pt x="152123" y="258220"/>
                </a:lnTo>
                <a:lnTo>
                  <a:pt x="151668" y="258220"/>
                </a:lnTo>
                <a:lnTo>
                  <a:pt x="150733" y="255901"/>
                </a:lnTo>
                <a:lnTo>
                  <a:pt x="151133" y="255901"/>
                </a:lnTo>
                <a:lnTo>
                  <a:pt x="150034" y="251138"/>
                </a:lnTo>
                <a:lnTo>
                  <a:pt x="149824" y="251138"/>
                </a:lnTo>
                <a:lnTo>
                  <a:pt x="149824" y="250228"/>
                </a:lnTo>
                <a:lnTo>
                  <a:pt x="149619" y="249340"/>
                </a:lnTo>
                <a:lnTo>
                  <a:pt x="149824" y="249340"/>
                </a:lnTo>
                <a:lnTo>
                  <a:pt x="149830" y="214081"/>
                </a:lnTo>
                <a:lnTo>
                  <a:pt x="150497" y="185083"/>
                </a:lnTo>
                <a:lnTo>
                  <a:pt x="152166" y="159101"/>
                </a:lnTo>
                <a:lnTo>
                  <a:pt x="156650" y="84711"/>
                </a:lnTo>
                <a:lnTo>
                  <a:pt x="157329" y="55852"/>
                </a:lnTo>
                <a:lnTo>
                  <a:pt x="157328" y="55170"/>
                </a:lnTo>
                <a:lnTo>
                  <a:pt x="156788" y="42481"/>
                </a:lnTo>
                <a:lnTo>
                  <a:pt x="156686" y="40088"/>
                </a:lnTo>
                <a:close/>
              </a:path>
              <a:path w="158115" h="278765">
                <a:moveTo>
                  <a:pt x="150733" y="255901"/>
                </a:moveTo>
                <a:lnTo>
                  <a:pt x="151668" y="258220"/>
                </a:lnTo>
                <a:lnTo>
                  <a:pt x="151383" y="256985"/>
                </a:lnTo>
                <a:lnTo>
                  <a:pt x="150733" y="255901"/>
                </a:lnTo>
                <a:close/>
              </a:path>
              <a:path w="158115" h="278765">
                <a:moveTo>
                  <a:pt x="151383" y="256985"/>
                </a:moveTo>
                <a:lnTo>
                  <a:pt x="151668" y="258220"/>
                </a:lnTo>
                <a:lnTo>
                  <a:pt x="152123" y="258220"/>
                </a:lnTo>
                <a:lnTo>
                  <a:pt x="151383" y="256985"/>
                </a:lnTo>
                <a:close/>
              </a:path>
              <a:path w="158115" h="278765">
                <a:moveTo>
                  <a:pt x="151133" y="255901"/>
                </a:moveTo>
                <a:lnTo>
                  <a:pt x="150733" y="255901"/>
                </a:lnTo>
                <a:lnTo>
                  <a:pt x="151383" y="256985"/>
                </a:lnTo>
                <a:lnTo>
                  <a:pt x="151133" y="255901"/>
                </a:lnTo>
                <a:close/>
              </a:path>
              <a:path w="158115" h="278765">
                <a:moveTo>
                  <a:pt x="149824" y="250228"/>
                </a:moveTo>
                <a:lnTo>
                  <a:pt x="149824" y="251138"/>
                </a:lnTo>
                <a:lnTo>
                  <a:pt x="150034" y="251138"/>
                </a:lnTo>
                <a:lnTo>
                  <a:pt x="149824" y="250228"/>
                </a:lnTo>
                <a:close/>
              </a:path>
              <a:path w="158115" h="278765">
                <a:moveTo>
                  <a:pt x="149824" y="249340"/>
                </a:moveTo>
                <a:lnTo>
                  <a:pt x="149619" y="249340"/>
                </a:lnTo>
                <a:lnTo>
                  <a:pt x="149824" y="250228"/>
                </a:lnTo>
                <a:lnTo>
                  <a:pt x="149824" y="249340"/>
                </a:lnTo>
                <a:close/>
              </a:path>
              <a:path w="158115" h="278765">
                <a:moveTo>
                  <a:pt x="24893" y="0"/>
                </a:moveTo>
                <a:lnTo>
                  <a:pt x="23847" y="0"/>
                </a:lnTo>
                <a:lnTo>
                  <a:pt x="15449" y="1677"/>
                </a:lnTo>
                <a:lnTo>
                  <a:pt x="2972" y="30993"/>
                </a:lnTo>
                <a:lnTo>
                  <a:pt x="2923" y="31501"/>
                </a:lnTo>
                <a:lnTo>
                  <a:pt x="2818" y="32595"/>
                </a:lnTo>
                <a:lnTo>
                  <a:pt x="2695" y="34767"/>
                </a:lnTo>
                <a:lnTo>
                  <a:pt x="1358" y="82925"/>
                </a:lnTo>
                <a:lnTo>
                  <a:pt x="120" y="123753"/>
                </a:lnTo>
                <a:lnTo>
                  <a:pt x="0" y="128653"/>
                </a:lnTo>
                <a:lnTo>
                  <a:pt x="1027" y="148174"/>
                </a:lnTo>
                <a:lnTo>
                  <a:pt x="1053" y="148658"/>
                </a:lnTo>
                <a:lnTo>
                  <a:pt x="1173" y="150940"/>
                </a:lnTo>
                <a:lnTo>
                  <a:pt x="15672" y="166616"/>
                </a:lnTo>
                <a:lnTo>
                  <a:pt x="31378" y="166269"/>
                </a:lnTo>
                <a:lnTo>
                  <a:pt x="62036" y="153756"/>
                </a:lnTo>
                <a:lnTo>
                  <a:pt x="17340" y="153756"/>
                </a:lnTo>
                <a:lnTo>
                  <a:pt x="16612" y="151561"/>
                </a:lnTo>
                <a:lnTo>
                  <a:pt x="16111" y="151138"/>
                </a:lnTo>
                <a:lnTo>
                  <a:pt x="14071" y="149514"/>
                </a:lnTo>
                <a:lnTo>
                  <a:pt x="17117" y="149514"/>
                </a:lnTo>
                <a:lnTo>
                  <a:pt x="16019" y="128653"/>
                </a:lnTo>
                <a:lnTo>
                  <a:pt x="15974" y="127810"/>
                </a:lnTo>
                <a:lnTo>
                  <a:pt x="16110" y="124213"/>
                </a:lnTo>
                <a:lnTo>
                  <a:pt x="17308" y="84711"/>
                </a:lnTo>
                <a:lnTo>
                  <a:pt x="18484" y="42481"/>
                </a:lnTo>
                <a:lnTo>
                  <a:pt x="18574" y="39250"/>
                </a:lnTo>
                <a:lnTo>
                  <a:pt x="18698" y="34767"/>
                </a:lnTo>
                <a:lnTo>
                  <a:pt x="18775" y="33775"/>
                </a:lnTo>
                <a:lnTo>
                  <a:pt x="20147" y="19500"/>
                </a:lnTo>
                <a:lnTo>
                  <a:pt x="19729" y="19500"/>
                </a:lnTo>
                <a:lnTo>
                  <a:pt x="20044" y="18308"/>
                </a:lnTo>
                <a:lnTo>
                  <a:pt x="20109" y="18061"/>
                </a:lnTo>
                <a:lnTo>
                  <a:pt x="19083" y="18061"/>
                </a:lnTo>
                <a:lnTo>
                  <a:pt x="21863" y="14725"/>
                </a:lnTo>
                <a:lnTo>
                  <a:pt x="28776" y="14725"/>
                </a:lnTo>
                <a:lnTo>
                  <a:pt x="29706" y="14103"/>
                </a:lnTo>
                <a:lnTo>
                  <a:pt x="30441" y="13366"/>
                </a:lnTo>
                <a:lnTo>
                  <a:pt x="31617" y="11602"/>
                </a:lnTo>
                <a:lnTo>
                  <a:pt x="32014" y="10640"/>
                </a:lnTo>
                <a:lnTo>
                  <a:pt x="32425" y="8561"/>
                </a:lnTo>
                <a:lnTo>
                  <a:pt x="32302" y="6908"/>
                </a:lnTo>
                <a:lnTo>
                  <a:pt x="26967" y="410"/>
                </a:lnTo>
                <a:lnTo>
                  <a:pt x="24893" y="0"/>
                </a:lnTo>
                <a:close/>
              </a:path>
              <a:path w="158115" h="278765">
                <a:moveTo>
                  <a:pt x="16641" y="151561"/>
                </a:moveTo>
                <a:lnTo>
                  <a:pt x="16773" y="152046"/>
                </a:lnTo>
                <a:lnTo>
                  <a:pt x="17340" y="153756"/>
                </a:lnTo>
                <a:lnTo>
                  <a:pt x="17250" y="152046"/>
                </a:lnTo>
                <a:lnTo>
                  <a:pt x="16641" y="151561"/>
                </a:lnTo>
                <a:close/>
              </a:path>
              <a:path w="158115" h="278765">
                <a:moveTo>
                  <a:pt x="17250" y="152046"/>
                </a:moveTo>
                <a:lnTo>
                  <a:pt x="17340" y="153756"/>
                </a:lnTo>
                <a:lnTo>
                  <a:pt x="62036" y="153756"/>
                </a:lnTo>
                <a:lnTo>
                  <a:pt x="63815" y="152552"/>
                </a:lnTo>
                <a:lnTo>
                  <a:pt x="17885" y="152552"/>
                </a:lnTo>
                <a:lnTo>
                  <a:pt x="17753" y="152354"/>
                </a:lnTo>
                <a:lnTo>
                  <a:pt x="17250" y="152046"/>
                </a:lnTo>
                <a:close/>
              </a:path>
              <a:path w="158115" h="278765">
                <a:moveTo>
                  <a:pt x="17192" y="150940"/>
                </a:moveTo>
                <a:lnTo>
                  <a:pt x="17224" y="151561"/>
                </a:lnTo>
                <a:lnTo>
                  <a:pt x="17548" y="152046"/>
                </a:lnTo>
                <a:lnTo>
                  <a:pt x="17637" y="152354"/>
                </a:lnTo>
                <a:lnTo>
                  <a:pt x="17885" y="152552"/>
                </a:lnTo>
                <a:lnTo>
                  <a:pt x="63815" y="152552"/>
                </a:lnTo>
                <a:lnTo>
                  <a:pt x="64108" y="152354"/>
                </a:lnTo>
                <a:lnTo>
                  <a:pt x="65103" y="151561"/>
                </a:lnTo>
                <a:lnTo>
                  <a:pt x="65553" y="151138"/>
                </a:lnTo>
                <a:lnTo>
                  <a:pt x="18339" y="151138"/>
                </a:lnTo>
                <a:lnTo>
                  <a:pt x="17192" y="150940"/>
                </a:lnTo>
                <a:close/>
              </a:path>
              <a:path w="158115" h="278765">
                <a:moveTo>
                  <a:pt x="17224" y="151561"/>
                </a:moveTo>
                <a:lnTo>
                  <a:pt x="17250" y="152046"/>
                </a:lnTo>
                <a:lnTo>
                  <a:pt x="17637" y="152354"/>
                </a:lnTo>
                <a:lnTo>
                  <a:pt x="17548" y="152046"/>
                </a:lnTo>
                <a:lnTo>
                  <a:pt x="17224" y="151561"/>
                </a:lnTo>
                <a:close/>
              </a:path>
              <a:path w="158115" h="278765">
                <a:moveTo>
                  <a:pt x="16008" y="149736"/>
                </a:moveTo>
                <a:lnTo>
                  <a:pt x="16407" y="150940"/>
                </a:lnTo>
                <a:lnTo>
                  <a:pt x="16641" y="151561"/>
                </a:lnTo>
                <a:lnTo>
                  <a:pt x="17250" y="152046"/>
                </a:lnTo>
                <a:lnTo>
                  <a:pt x="17224" y="151561"/>
                </a:lnTo>
                <a:lnTo>
                  <a:pt x="16008" y="149736"/>
                </a:lnTo>
                <a:close/>
              </a:path>
              <a:path w="158115" h="278765">
                <a:moveTo>
                  <a:pt x="14071" y="149514"/>
                </a:moveTo>
                <a:lnTo>
                  <a:pt x="16641" y="151561"/>
                </a:lnTo>
                <a:lnTo>
                  <a:pt x="16472" y="151138"/>
                </a:lnTo>
                <a:lnTo>
                  <a:pt x="16407" y="150940"/>
                </a:lnTo>
                <a:lnTo>
                  <a:pt x="17819" y="150940"/>
                </a:lnTo>
                <a:lnTo>
                  <a:pt x="14071" y="149514"/>
                </a:lnTo>
                <a:close/>
              </a:path>
              <a:path w="158115" h="278765">
                <a:moveTo>
                  <a:pt x="17128" y="149736"/>
                </a:moveTo>
                <a:lnTo>
                  <a:pt x="16008" y="149736"/>
                </a:lnTo>
                <a:lnTo>
                  <a:pt x="17224" y="151561"/>
                </a:lnTo>
                <a:lnTo>
                  <a:pt x="17128" y="149736"/>
                </a:lnTo>
                <a:close/>
              </a:path>
              <a:path w="158115" h="278765">
                <a:moveTo>
                  <a:pt x="17819" y="150940"/>
                </a:moveTo>
                <a:lnTo>
                  <a:pt x="17192" y="150940"/>
                </a:lnTo>
                <a:lnTo>
                  <a:pt x="18339" y="151138"/>
                </a:lnTo>
                <a:lnTo>
                  <a:pt x="17819" y="150940"/>
                </a:lnTo>
                <a:close/>
              </a:path>
              <a:path w="158115" h="278765">
                <a:moveTo>
                  <a:pt x="67045" y="149736"/>
                </a:moveTo>
                <a:lnTo>
                  <a:pt x="56611" y="149736"/>
                </a:lnTo>
                <a:lnTo>
                  <a:pt x="218" y="150940"/>
                </a:lnTo>
                <a:lnTo>
                  <a:pt x="17819" y="150940"/>
                </a:lnTo>
                <a:lnTo>
                  <a:pt x="18339" y="151138"/>
                </a:lnTo>
                <a:lnTo>
                  <a:pt x="65553" y="151138"/>
                </a:lnTo>
                <a:lnTo>
                  <a:pt x="67045" y="149736"/>
                </a:lnTo>
                <a:close/>
              </a:path>
              <a:path w="158115" h="278765">
                <a:moveTo>
                  <a:pt x="17117" y="149514"/>
                </a:moveTo>
                <a:lnTo>
                  <a:pt x="14071" y="149514"/>
                </a:lnTo>
                <a:lnTo>
                  <a:pt x="17819" y="150940"/>
                </a:lnTo>
                <a:lnTo>
                  <a:pt x="16407" y="150940"/>
                </a:lnTo>
                <a:lnTo>
                  <a:pt x="16008" y="149736"/>
                </a:lnTo>
                <a:lnTo>
                  <a:pt x="17128" y="149736"/>
                </a:lnTo>
                <a:lnTo>
                  <a:pt x="17117" y="149514"/>
                </a:lnTo>
                <a:close/>
              </a:path>
              <a:path w="158115" h="278765">
                <a:moveTo>
                  <a:pt x="38685" y="148337"/>
                </a:moveTo>
                <a:lnTo>
                  <a:pt x="27415" y="150940"/>
                </a:lnTo>
                <a:lnTo>
                  <a:pt x="25636" y="150940"/>
                </a:lnTo>
                <a:lnTo>
                  <a:pt x="35508" y="149736"/>
                </a:lnTo>
                <a:lnTo>
                  <a:pt x="67045" y="149736"/>
                </a:lnTo>
                <a:lnTo>
                  <a:pt x="68193" y="148658"/>
                </a:lnTo>
                <a:lnTo>
                  <a:pt x="37960" y="148658"/>
                </a:lnTo>
                <a:lnTo>
                  <a:pt x="38685" y="148337"/>
                </a:lnTo>
                <a:close/>
              </a:path>
              <a:path w="158115" h="278765">
                <a:moveTo>
                  <a:pt x="39392" y="148174"/>
                </a:moveTo>
                <a:lnTo>
                  <a:pt x="38685" y="148337"/>
                </a:lnTo>
                <a:lnTo>
                  <a:pt x="37960" y="148658"/>
                </a:lnTo>
                <a:lnTo>
                  <a:pt x="39392" y="148174"/>
                </a:lnTo>
                <a:close/>
              </a:path>
              <a:path w="158115" h="278765">
                <a:moveTo>
                  <a:pt x="68708" y="148174"/>
                </a:moveTo>
                <a:lnTo>
                  <a:pt x="39392" y="148174"/>
                </a:lnTo>
                <a:lnTo>
                  <a:pt x="37960" y="148658"/>
                </a:lnTo>
                <a:lnTo>
                  <a:pt x="68193" y="148658"/>
                </a:lnTo>
                <a:lnTo>
                  <a:pt x="68708" y="148174"/>
                </a:lnTo>
                <a:close/>
              </a:path>
              <a:path w="158115" h="278765">
                <a:moveTo>
                  <a:pt x="46792" y="144750"/>
                </a:moveTo>
                <a:lnTo>
                  <a:pt x="38685" y="148337"/>
                </a:lnTo>
                <a:lnTo>
                  <a:pt x="39392" y="148174"/>
                </a:lnTo>
                <a:lnTo>
                  <a:pt x="68708" y="148174"/>
                </a:lnTo>
                <a:lnTo>
                  <a:pt x="71917" y="145161"/>
                </a:lnTo>
                <a:lnTo>
                  <a:pt x="46185" y="145161"/>
                </a:lnTo>
                <a:lnTo>
                  <a:pt x="46792" y="144750"/>
                </a:lnTo>
                <a:close/>
              </a:path>
              <a:path w="158115" h="278765">
                <a:moveTo>
                  <a:pt x="47435" y="144466"/>
                </a:moveTo>
                <a:lnTo>
                  <a:pt x="46792" y="144750"/>
                </a:lnTo>
                <a:lnTo>
                  <a:pt x="46185" y="145161"/>
                </a:lnTo>
                <a:lnTo>
                  <a:pt x="47435" y="144466"/>
                </a:lnTo>
                <a:close/>
              </a:path>
              <a:path w="158115" h="278765">
                <a:moveTo>
                  <a:pt x="72656" y="144466"/>
                </a:moveTo>
                <a:lnTo>
                  <a:pt x="47435" y="144466"/>
                </a:lnTo>
                <a:lnTo>
                  <a:pt x="46185" y="145161"/>
                </a:lnTo>
                <a:lnTo>
                  <a:pt x="71917" y="145161"/>
                </a:lnTo>
                <a:lnTo>
                  <a:pt x="72656" y="144466"/>
                </a:lnTo>
                <a:close/>
              </a:path>
              <a:path w="158115" h="278765">
                <a:moveTo>
                  <a:pt x="77476" y="139108"/>
                </a:moveTo>
                <a:lnTo>
                  <a:pt x="55147" y="139108"/>
                </a:lnTo>
                <a:lnTo>
                  <a:pt x="54610" y="139471"/>
                </a:lnTo>
                <a:lnTo>
                  <a:pt x="54151" y="139901"/>
                </a:lnTo>
                <a:lnTo>
                  <a:pt x="53972" y="139901"/>
                </a:lnTo>
                <a:lnTo>
                  <a:pt x="46792" y="144750"/>
                </a:lnTo>
                <a:lnTo>
                  <a:pt x="47435" y="144466"/>
                </a:lnTo>
                <a:lnTo>
                  <a:pt x="72656" y="144466"/>
                </a:lnTo>
                <a:lnTo>
                  <a:pt x="73554" y="143623"/>
                </a:lnTo>
                <a:lnTo>
                  <a:pt x="74158" y="142990"/>
                </a:lnTo>
                <a:lnTo>
                  <a:pt x="76798" y="139901"/>
                </a:lnTo>
                <a:lnTo>
                  <a:pt x="54151" y="139901"/>
                </a:lnTo>
                <a:lnTo>
                  <a:pt x="54692" y="139471"/>
                </a:lnTo>
                <a:lnTo>
                  <a:pt x="77166" y="139471"/>
                </a:lnTo>
                <a:lnTo>
                  <a:pt x="77476" y="139108"/>
                </a:lnTo>
                <a:close/>
              </a:path>
              <a:path w="158115" h="278765">
                <a:moveTo>
                  <a:pt x="146730" y="25958"/>
                </a:moveTo>
                <a:lnTo>
                  <a:pt x="145812" y="25958"/>
                </a:lnTo>
                <a:lnTo>
                  <a:pt x="142143" y="26596"/>
                </a:lnTo>
                <a:lnTo>
                  <a:pt x="92986" y="93521"/>
                </a:lnTo>
                <a:lnTo>
                  <a:pt x="78044" y="113819"/>
                </a:lnTo>
                <a:lnTo>
                  <a:pt x="65367" y="128653"/>
                </a:lnTo>
                <a:lnTo>
                  <a:pt x="62601" y="131964"/>
                </a:lnTo>
                <a:lnTo>
                  <a:pt x="54610" y="139471"/>
                </a:lnTo>
                <a:lnTo>
                  <a:pt x="55147" y="139108"/>
                </a:lnTo>
                <a:lnTo>
                  <a:pt x="77476" y="139108"/>
                </a:lnTo>
                <a:lnTo>
                  <a:pt x="90205" y="124213"/>
                </a:lnTo>
                <a:lnTo>
                  <a:pt x="90561" y="123753"/>
                </a:lnTo>
                <a:lnTo>
                  <a:pt x="105925" y="102930"/>
                </a:lnTo>
                <a:lnTo>
                  <a:pt x="131972" y="64557"/>
                </a:lnTo>
                <a:lnTo>
                  <a:pt x="141162" y="51537"/>
                </a:lnTo>
                <a:lnTo>
                  <a:pt x="140777" y="42481"/>
                </a:lnTo>
                <a:lnTo>
                  <a:pt x="140675" y="40088"/>
                </a:lnTo>
                <a:lnTo>
                  <a:pt x="140495" y="39803"/>
                </a:lnTo>
                <a:lnTo>
                  <a:pt x="140410" y="39464"/>
                </a:lnTo>
                <a:lnTo>
                  <a:pt x="140227" y="39250"/>
                </a:lnTo>
                <a:lnTo>
                  <a:pt x="140357" y="39250"/>
                </a:lnTo>
                <a:lnTo>
                  <a:pt x="139956" y="37645"/>
                </a:lnTo>
                <a:lnTo>
                  <a:pt x="156445" y="37645"/>
                </a:lnTo>
                <a:lnTo>
                  <a:pt x="155341" y="33229"/>
                </a:lnTo>
                <a:lnTo>
                  <a:pt x="148566" y="26281"/>
                </a:lnTo>
                <a:lnTo>
                  <a:pt x="146730" y="25958"/>
                </a:lnTo>
                <a:close/>
              </a:path>
              <a:path w="158115" h="278765">
                <a:moveTo>
                  <a:pt x="140819" y="40882"/>
                </a:moveTo>
                <a:lnTo>
                  <a:pt x="140777" y="42481"/>
                </a:lnTo>
                <a:lnTo>
                  <a:pt x="141162" y="51537"/>
                </a:lnTo>
                <a:lnTo>
                  <a:pt x="147555" y="42481"/>
                </a:lnTo>
                <a:lnTo>
                  <a:pt x="147381" y="42481"/>
                </a:lnTo>
                <a:lnTo>
                  <a:pt x="147651" y="42221"/>
                </a:lnTo>
                <a:lnTo>
                  <a:pt x="145671" y="42221"/>
                </a:lnTo>
                <a:lnTo>
                  <a:pt x="146883" y="41603"/>
                </a:lnTo>
                <a:lnTo>
                  <a:pt x="146328" y="41403"/>
                </a:lnTo>
                <a:lnTo>
                  <a:pt x="140895" y="41403"/>
                </a:lnTo>
                <a:lnTo>
                  <a:pt x="140819" y="40882"/>
                </a:lnTo>
                <a:close/>
              </a:path>
              <a:path w="158115" h="278765">
                <a:moveTo>
                  <a:pt x="147928" y="41952"/>
                </a:moveTo>
                <a:lnTo>
                  <a:pt x="147605" y="42221"/>
                </a:lnTo>
                <a:lnTo>
                  <a:pt x="147381" y="42481"/>
                </a:lnTo>
                <a:lnTo>
                  <a:pt x="147555" y="42481"/>
                </a:lnTo>
                <a:lnTo>
                  <a:pt x="147928" y="41952"/>
                </a:lnTo>
                <a:close/>
              </a:path>
              <a:path w="158115" h="278765">
                <a:moveTo>
                  <a:pt x="146883" y="41603"/>
                </a:moveTo>
                <a:lnTo>
                  <a:pt x="145671" y="42221"/>
                </a:lnTo>
                <a:lnTo>
                  <a:pt x="147191" y="41952"/>
                </a:lnTo>
                <a:lnTo>
                  <a:pt x="147852" y="41952"/>
                </a:lnTo>
                <a:lnTo>
                  <a:pt x="146883" y="41603"/>
                </a:lnTo>
                <a:close/>
              </a:path>
              <a:path w="158115" h="278765">
                <a:moveTo>
                  <a:pt x="147835" y="41952"/>
                </a:moveTo>
                <a:lnTo>
                  <a:pt x="147191" y="41952"/>
                </a:lnTo>
                <a:lnTo>
                  <a:pt x="145671" y="42221"/>
                </a:lnTo>
                <a:lnTo>
                  <a:pt x="147605" y="42221"/>
                </a:lnTo>
                <a:lnTo>
                  <a:pt x="147835" y="41952"/>
                </a:lnTo>
                <a:close/>
              </a:path>
              <a:path w="158115" h="278765">
                <a:moveTo>
                  <a:pt x="149857" y="40088"/>
                </a:moveTo>
                <a:lnTo>
                  <a:pt x="146883" y="41603"/>
                </a:lnTo>
                <a:lnTo>
                  <a:pt x="147852" y="41952"/>
                </a:lnTo>
                <a:lnTo>
                  <a:pt x="148307" y="41403"/>
                </a:lnTo>
                <a:lnTo>
                  <a:pt x="148497" y="41403"/>
                </a:lnTo>
                <a:lnTo>
                  <a:pt x="149857" y="40088"/>
                </a:lnTo>
                <a:close/>
              </a:path>
              <a:path w="158115" h="278765">
                <a:moveTo>
                  <a:pt x="148497" y="41403"/>
                </a:moveTo>
                <a:lnTo>
                  <a:pt x="148316" y="41403"/>
                </a:lnTo>
                <a:lnTo>
                  <a:pt x="147835" y="41952"/>
                </a:lnTo>
                <a:lnTo>
                  <a:pt x="148289" y="41603"/>
                </a:lnTo>
                <a:lnTo>
                  <a:pt x="148316" y="41403"/>
                </a:lnTo>
                <a:lnTo>
                  <a:pt x="148497" y="41403"/>
                </a:lnTo>
                <a:close/>
              </a:path>
              <a:path w="158115" h="278765">
                <a:moveTo>
                  <a:pt x="156432" y="37645"/>
                </a:moveTo>
                <a:lnTo>
                  <a:pt x="139956" y="37645"/>
                </a:lnTo>
                <a:lnTo>
                  <a:pt x="140781" y="39250"/>
                </a:lnTo>
                <a:lnTo>
                  <a:pt x="140951" y="39464"/>
                </a:lnTo>
                <a:lnTo>
                  <a:pt x="146883" y="41603"/>
                </a:lnTo>
                <a:lnTo>
                  <a:pt x="149857" y="40088"/>
                </a:lnTo>
                <a:lnTo>
                  <a:pt x="156686" y="40088"/>
                </a:lnTo>
                <a:lnTo>
                  <a:pt x="156651" y="39250"/>
                </a:lnTo>
                <a:lnTo>
                  <a:pt x="156432" y="37645"/>
                </a:lnTo>
                <a:close/>
              </a:path>
              <a:path w="158115" h="278765">
                <a:moveTo>
                  <a:pt x="140699" y="39803"/>
                </a:moveTo>
                <a:lnTo>
                  <a:pt x="140764" y="40882"/>
                </a:lnTo>
                <a:lnTo>
                  <a:pt x="140895" y="41403"/>
                </a:lnTo>
                <a:lnTo>
                  <a:pt x="146328" y="41403"/>
                </a:lnTo>
                <a:lnTo>
                  <a:pt x="144883" y="40882"/>
                </a:lnTo>
                <a:lnTo>
                  <a:pt x="141621" y="40882"/>
                </a:lnTo>
                <a:lnTo>
                  <a:pt x="141483" y="40614"/>
                </a:lnTo>
                <a:lnTo>
                  <a:pt x="140943" y="40088"/>
                </a:lnTo>
                <a:lnTo>
                  <a:pt x="140699" y="39803"/>
                </a:lnTo>
                <a:close/>
              </a:path>
              <a:path w="158115" h="278765">
                <a:moveTo>
                  <a:pt x="140951" y="39464"/>
                </a:moveTo>
                <a:lnTo>
                  <a:pt x="141066" y="39803"/>
                </a:lnTo>
                <a:lnTo>
                  <a:pt x="141213" y="40088"/>
                </a:lnTo>
                <a:lnTo>
                  <a:pt x="141392" y="40614"/>
                </a:lnTo>
                <a:lnTo>
                  <a:pt x="141621" y="40882"/>
                </a:lnTo>
                <a:lnTo>
                  <a:pt x="144883" y="40882"/>
                </a:lnTo>
                <a:lnTo>
                  <a:pt x="140951" y="39464"/>
                </a:lnTo>
                <a:close/>
              </a:path>
              <a:path w="158115" h="278765">
                <a:moveTo>
                  <a:pt x="140410" y="39464"/>
                </a:moveTo>
                <a:lnTo>
                  <a:pt x="140698" y="40614"/>
                </a:lnTo>
                <a:lnTo>
                  <a:pt x="140663" y="39803"/>
                </a:lnTo>
                <a:lnTo>
                  <a:pt x="140410" y="39464"/>
                </a:lnTo>
                <a:close/>
              </a:path>
              <a:path w="158115" h="278765">
                <a:moveTo>
                  <a:pt x="140357" y="39250"/>
                </a:moveTo>
                <a:lnTo>
                  <a:pt x="140410" y="39464"/>
                </a:lnTo>
                <a:lnTo>
                  <a:pt x="141392" y="40614"/>
                </a:lnTo>
                <a:lnTo>
                  <a:pt x="141213" y="40088"/>
                </a:lnTo>
                <a:lnTo>
                  <a:pt x="140892" y="39464"/>
                </a:lnTo>
                <a:lnTo>
                  <a:pt x="140357" y="39250"/>
                </a:lnTo>
                <a:close/>
              </a:path>
              <a:path w="158115" h="278765">
                <a:moveTo>
                  <a:pt x="140357" y="39250"/>
                </a:moveTo>
                <a:lnTo>
                  <a:pt x="140227" y="39250"/>
                </a:lnTo>
                <a:lnTo>
                  <a:pt x="140410" y="39464"/>
                </a:lnTo>
                <a:lnTo>
                  <a:pt x="140357" y="39250"/>
                </a:lnTo>
                <a:close/>
              </a:path>
              <a:path w="158115" h="278765">
                <a:moveTo>
                  <a:pt x="139956" y="37645"/>
                </a:moveTo>
                <a:lnTo>
                  <a:pt x="140357" y="39250"/>
                </a:lnTo>
                <a:lnTo>
                  <a:pt x="140951" y="39464"/>
                </a:lnTo>
                <a:lnTo>
                  <a:pt x="140781" y="39250"/>
                </a:lnTo>
                <a:lnTo>
                  <a:pt x="139956" y="37645"/>
                </a:lnTo>
                <a:close/>
              </a:path>
              <a:path w="158115" h="278765">
                <a:moveTo>
                  <a:pt x="20363" y="17255"/>
                </a:moveTo>
                <a:lnTo>
                  <a:pt x="20109" y="18061"/>
                </a:lnTo>
                <a:lnTo>
                  <a:pt x="19729" y="19500"/>
                </a:lnTo>
                <a:lnTo>
                  <a:pt x="20262" y="18308"/>
                </a:lnTo>
                <a:lnTo>
                  <a:pt x="20363" y="17255"/>
                </a:lnTo>
                <a:close/>
              </a:path>
              <a:path w="158115" h="278765">
                <a:moveTo>
                  <a:pt x="20262" y="18308"/>
                </a:moveTo>
                <a:lnTo>
                  <a:pt x="19729" y="19500"/>
                </a:lnTo>
                <a:lnTo>
                  <a:pt x="20147" y="19500"/>
                </a:lnTo>
                <a:lnTo>
                  <a:pt x="20262" y="18308"/>
                </a:lnTo>
                <a:close/>
              </a:path>
              <a:path w="158115" h="278765">
                <a:moveTo>
                  <a:pt x="21863" y="14725"/>
                </a:moveTo>
                <a:lnTo>
                  <a:pt x="19083" y="18061"/>
                </a:lnTo>
                <a:lnTo>
                  <a:pt x="20259" y="17255"/>
                </a:lnTo>
                <a:lnTo>
                  <a:pt x="19115" y="17255"/>
                </a:lnTo>
                <a:lnTo>
                  <a:pt x="21106" y="16419"/>
                </a:lnTo>
                <a:lnTo>
                  <a:pt x="21863" y="14725"/>
                </a:lnTo>
                <a:close/>
              </a:path>
              <a:path w="158115" h="278765">
                <a:moveTo>
                  <a:pt x="20322" y="17255"/>
                </a:moveTo>
                <a:lnTo>
                  <a:pt x="19083" y="18061"/>
                </a:lnTo>
                <a:lnTo>
                  <a:pt x="20109" y="18061"/>
                </a:lnTo>
                <a:lnTo>
                  <a:pt x="20322" y="17255"/>
                </a:lnTo>
                <a:close/>
              </a:path>
              <a:path w="158115" h="278765">
                <a:moveTo>
                  <a:pt x="25319" y="16014"/>
                </a:moveTo>
                <a:lnTo>
                  <a:pt x="22070" y="16014"/>
                </a:lnTo>
                <a:lnTo>
                  <a:pt x="21479" y="16419"/>
                </a:lnTo>
                <a:lnTo>
                  <a:pt x="19115" y="17255"/>
                </a:lnTo>
                <a:lnTo>
                  <a:pt x="20363" y="17255"/>
                </a:lnTo>
                <a:lnTo>
                  <a:pt x="20286" y="18061"/>
                </a:lnTo>
                <a:lnTo>
                  <a:pt x="20732" y="17255"/>
                </a:lnTo>
                <a:lnTo>
                  <a:pt x="21106" y="16419"/>
                </a:lnTo>
                <a:lnTo>
                  <a:pt x="19115" y="17255"/>
                </a:lnTo>
                <a:lnTo>
                  <a:pt x="25319" y="16014"/>
                </a:lnTo>
                <a:close/>
              </a:path>
              <a:path w="158115" h="278765">
                <a:moveTo>
                  <a:pt x="22070" y="16014"/>
                </a:moveTo>
                <a:lnTo>
                  <a:pt x="21106" y="16419"/>
                </a:lnTo>
                <a:lnTo>
                  <a:pt x="20732" y="17255"/>
                </a:lnTo>
                <a:lnTo>
                  <a:pt x="20259" y="17255"/>
                </a:lnTo>
                <a:lnTo>
                  <a:pt x="22070" y="16014"/>
                </a:lnTo>
                <a:close/>
              </a:path>
              <a:path w="158115" h="278765">
                <a:moveTo>
                  <a:pt x="28776" y="14725"/>
                </a:moveTo>
                <a:lnTo>
                  <a:pt x="21863" y="14725"/>
                </a:lnTo>
                <a:lnTo>
                  <a:pt x="21106" y="16419"/>
                </a:lnTo>
                <a:lnTo>
                  <a:pt x="22070" y="16014"/>
                </a:lnTo>
                <a:lnTo>
                  <a:pt x="25319" y="16014"/>
                </a:lnTo>
                <a:lnTo>
                  <a:pt x="26983" y="15681"/>
                </a:lnTo>
                <a:lnTo>
                  <a:pt x="27944" y="15283"/>
                </a:lnTo>
                <a:lnTo>
                  <a:pt x="28776" y="1472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58173" y="8812178"/>
            <a:ext cx="719172" cy="373776"/>
          </a:xfrm>
          <a:prstGeom prst="rect">
            <a:avLst/>
          </a:prstGeom>
        </p:spPr>
      </p:pic>
      <p:sp>
        <p:nvSpPr>
          <p:cNvPr id="62" name="object 62"/>
          <p:cNvSpPr/>
          <p:nvPr/>
        </p:nvSpPr>
        <p:spPr>
          <a:xfrm>
            <a:off x="1813852" y="8745715"/>
            <a:ext cx="128270" cy="370205"/>
          </a:xfrm>
          <a:custGeom>
            <a:avLst/>
            <a:gdLst/>
            <a:ahLst/>
            <a:cxnLst/>
            <a:rect l="l" t="t" r="r" b="b"/>
            <a:pathLst>
              <a:path w="128269" h="370204">
                <a:moveTo>
                  <a:pt x="29705" y="323113"/>
                </a:moveTo>
                <a:lnTo>
                  <a:pt x="24180" y="315302"/>
                </a:lnTo>
                <a:lnTo>
                  <a:pt x="24180" y="314921"/>
                </a:lnTo>
                <a:lnTo>
                  <a:pt x="24180" y="201193"/>
                </a:lnTo>
                <a:lnTo>
                  <a:pt x="21450" y="97815"/>
                </a:lnTo>
                <a:lnTo>
                  <a:pt x="20993" y="85051"/>
                </a:lnTo>
                <a:lnTo>
                  <a:pt x="18732" y="24142"/>
                </a:lnTo>
                <a:lnTo>
                  <a:pt x="18719" y="17526"/>
                </a:lnTo>
                <a:lnTo>
                  <a:pt x="17729" y="40703"/>
                </a:lnTo>
                <a:lnTo>
                  <a:pt x="18707" y="17526"/>
                </a:lnTo>
                <a:lnTo>
                  <a:pt x="18719" y="14947"/>
                </a:lnTo>
                <a:lnTo>
                  <a:pt x="11785" y="8001"/>
                </a:lnTo>
                <a:lnTo>
                  <a:pt x="9664" y="8001"/>
                </a:lnTo>
                <a:lnTo>
                  <a:pt x="2717" y="14947"/>
                </a:lnTo>
                <a:lnTo>
                  <a:pt x="2717" y="17526"/>
                </a:lnTo>
                <a:lnTo>
                  <a:pt x="2438" y="23571"/>
                </a:lnTo>
                <a:lnTo>
                  <a:pt x="1371" y="49403"/>
                </a:lnTo>
                <a:lnTo>
                  <a:pt x="0" y="76720"/>
                </a:lnTo>
                <a:lnTo>
                  <a:pt x="101" y="78803"/>
                </a:lnTo>
                <a:lnTo>
                  <a:pt x="812" y="80810"/>
                </a:lnTo>
                <a:lnTo>
                  <a:pt x="1231" y="81495"/>
                </a:lnTo>
                <a:lnTo>
                  <a:pt x="1346" y="81699"/>
                </a:lnTo>
                <a:lnTo>
                  <a:pt x="2768" y="83273"/>
                </a:lnTo>
                <a:lnTo>
                  <a:pt x="3606" y="83883"/>
                </a:lnTo>
                <a:lnTo>
                  <a:pt x="4965" y="84531"/>
                </a:lnTo>
                <a:lnTo>
                  <a:pt x="5435" y="97307"/>
                </a:lnTo>
                <a:lnTo>
                  <a:pt x="8178" y="201193"/>
                </a:lnTo>
                <a:lnTo>
                  <a:pt x="8267" y="356704"/>
                </a:lnTo>
                <a:lnTo>
                  <a:pt x="8394" y="364286"/>
                </a:lnTo>
                <a:lnTo>
                  <a:pt x="15125" y="370205"/>
                </a:lnTo>
                <a:lnTo>
                  <a:pt x="17246" y="370205"/>
                </a:lnTo>
                <a:lnTo>
                  <a:pt x="24180" y="363270"/>
                </a:lnTo>
                <a:lnTo>
                  <a:pt x="24180" y="358470"/>
                </a:lnTo>
                <a:lnTo>
                  <a:pt x="24371" y="357835"/>
                </a:lnTo>
                <a:lnTo>
                  <a:pt x="29705" y="323113"/>
                </a:lnTo>
                <a:close/>
              </a:path>
              <a:path w="128269" h="370204">
                <a:moveTo>
                  <a:pt x="128041" y="309613"/>
                </a:moveTo>
                <a:lnTo>
                  <a:pt x="120827" y="296608"/>
                </a:lnTo>
                <a:lnTo>
                  <a:pt x="120523" y="295465"/>
                </a:lnTo>
                <a:lnTo>
                  <a:pt x="118325" y="287413"/>
                </a:lnTo>
                <a:lnTo>
                  <a:pt x="118224" y="287045"/>
                </a:lnTo>
                <a:lnTo>
                  <a:pt x="118135" y="286689"/>
                </a:lnTo>
                <a:lnTo>
                  <a:pt x="110109" y="241007"/>
                </a:lnTo>
                <a:lnTo>
                  <a:pt x="99275" y="168033"/>
                </a:lnTo>
                <a:lnTo>
                  <a:pt x="92532" y="76339"/>
                </a:lnTo>
                <a:lnTo>
                  <a:pt x="88582" y="15862"/>
                </a:lnTo>
                <a:lnTo>
                  <a:pt x="88493" y="14605"/>
                </a:lnTo>
                <a:lnTo>
                  <a:pt x="84112" y="1879"/>
                </a:lnTo>
                <a:lnTo>
                  <a:pt x="84112" y="13131"/>
                </a:lnTo>
                <a:lnTo>
                  <a:pt x="84048" y="13449"/>
                </a:lnTo>
                <a:lnTo>
                  <a:pt x="83527" y="14605"/>
                </a:lnTo>
                <a:lnTo>
                  <a:pt x="83985" y="13449"/>
                </a:lnTo>
                <a:lnTo>
                  <a:pt x="84112" y="13131"/>
                </a:lnTo>
                <a:lnTo>
                  <a:pt x="84112" y="1879"/>
                </a:lnTo>
                <a:lnTo>
                  <a:pt x="83375" y="1270"/>
                </a:lnTo>
                <a:lnTo>
                  <a:pt x="81635" y="317"/>
                </a:lnTo>
                <a:lnTo>
                  <a:pt x="80645" y="0"/>
                </a:lnTo>
                <a:lnTo>
                  <a:pt x="76936" y="0"/>
                </a:lnTo>
                <a:lnTo>
                  <a:pt x="72453" y="2692"/>
                </a:lnTo>
                <a:lnTo>
                  <a:pt x="72453" y="14465"/>
                </a:lnTo>
                <a:lnTo>
                  <a:pt x="72453" y="14605"/>
                </a:lnTo>
                <a:lnTo>
                  <a:pt x="72110" y="13449"/>
                </a:lnTo>
                <a:lnTo>
                  <a:pt x="72453" y="14465"/>
                </a:lnTo>
                <a:lnTo>
                  <a:pt x="72453" y="2692"/>
                </a:lnTo>
                <a:lnTo>
                  <a:pt x="56045" y="81610"/>
                </a:lnTo>
                <a:lnTo>
                  <a:pt x="49212" y="137617"/>
                </a:lnTo>
                <a:lnTo>
                  <a:pt x="41071" y="205498"/>
                </a:lnTo>
                <a:lnTo>
                  <a:pt x="35433" y="243611"/>
                </a:lnTo>
                <a:lnTo>
                  <a:pt x="43370" y="251802"/>
                </a:lnTo>
                <a:lnTo>
                  <a:pt x="44208" y="251802"/>
                </a:lnTo>
                <a:lnTo>
                  <a:pt x="56845" y="208229"/>
                </a:lnTo>
                <a:lnTo>
                  <a:pt x="65087" y="139534"/>
                </a:lnTo>
                <a:lnTo>
                  <a:pt x="71882" y="83820"/>
                </a:lnTo>
                <a:lnTo>
                  <a:pt x="75476" y="60820"/>
                </a:lnTo>
                <a:lnTo>
                  <a:pt x="76415" y="75234"/>
                </a:lnTo>
                <a:lnTo>
                  <a:pt x="83210" y="167627"/>
                </a:lnTo>
                <a:lnTo>
                  <a:pt x="83235" y="168033"/>
                </a:lnTo>
                <a:lnTo>
                  <a:pt x="83362" y="169621"/>
                </a:lnTo>
                <a:lnTo>
                  <a:pt x="88138" y="207810"/>
                </a:lnTo>
                <a:lnTo>
                  <a:pt x="88188" y="208229"/>
                </a:lnTo>
                <a:lnTo>
                  <a:pt x="95580" y="250786"/>
                </a:lnTo>
                <a:lnTo>
                  <a:pt x="102539" y="290195"/>
                </a:lnTo>
                <a:lnTo>
                  <a:pt x="119646" y="317347"/>
                </a:lnTo>
                <a:lnTo>
                  <a:pt x="120586" y="317347"/>
                </a:lnTo>
                <a:lnTo>
                  <a:pt x="122199" y="316979"/>
                </a:lnTo>
                <a:lnTo>
                  <a:pt x="122478" y="316979"/>
                </a:lnTo>
                <a:lnTo>
                  <a:pt x="127673" y="311696"/>
                </a:lnTo>
                <a:lnTo>
                  <a:pt x="128041" y="309613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085680" y="8806135"/>
            <a:ext cx="293370" cy="250825"/>
          </a:xfrm>
          <a:custGeom>
            <a:avLst/>
            <a:gdLst/>
            <a:ahLst/>
            <a:cxnLst/>
            <a:rect l="l" t="t" r="r" b="b"/>
            <a:pathLst>
              <a:path w="293369" h="250825">
                <a:moveTo>
                  <a:pt x="92969" y="0"/>
                </a:moveTo>
                <a:lnTo>
                  <a:pt x="89350" y="0"/>
                </a:lnTo>
                <a:lnTo>
                  <a:pt x="80579" y="1181"/>
                </a:lnTo>
                <a:lnTo>
                  <a:pt x="47240" y="49944"/>
                </a:lnTo>
                <a:lnTo>
                  <a:pt x="22322" y="110802"/>
                </a:lnTo>
                <a:lnTo>
                  <a:pt x="4199" y="181706"/>
                </a:lnTo>
                <a:lnTo>
                  <a:pt x="0" y="226752"/>
                </a:lnTo>
                <a:lnTo>
                  <a:pt x="89" y="231276"/>
                </a:lnTo>
                <a:lnTo>
                  <a:pt x="170" y="231717"/>
                </a:lnTo>
                <a:lnTo>
                  <a:pt x="269" y="232059"/>
                </a:lnTo>
                <a:lnTo>
                  <a:pt x="320" y="232234"/>
                </a:lnTo>
                <a:lnTo>
                  <a:pt x="56591" y="250713"/>
                </a:lnTo>
                <a:lnTo>
                  <a:pt x="88686" y="250031"/>
                </a:lnTo>
                <a:lnTo>
                  <a:pt x="106241" y="248678"/>
                </a:lnTo>
                <a:lnTo>
                  <a:pt x="107082" y="248678"/>
                </a:lnTo>
                <a:lnTo>
                  <a:pt x="128929" y="245503"/>
                </a:lnTo>
                <a:lnTo>
                  <a:pt x="129057" y="245503"/>
                </a:lnTo>
                <a:lnTo>
                  <a:pt x="176660" y="234726"/>
                </a:lnTo>
                <a:lnTo>
                  <a:pt x="56637" y="234726"/>
                </a:lnTo>
                <a:lnTo>
                  <a:pt x="34097" y="234106"/>
                </a:lnTo>
                <a:lnTo>
                  <a:pt x="32209" y="234106"/>
                </a:lnTo>
                <a:lnTo>
                  <a:pt x="25372" y="233201"/>
                </a:lnTo>
                <a:lnTo>
                  <a:pt x="24149" y="233201"/>
                </a:lnTo>
                <a:lnTo>
                  <a:pt x="23019" y="232936"/>
                </a:lnTo>
                <a:lnTo>
                  <a:pt x="23371" y="232936"/>
                </a:lnTo>
                <a:lnTo>
                  <a:pt x="20797" y="232059"/>
                </a:lnTo>
                <a:lnTo>
                  <a:pt x="19466" y="232059"/>
                </a:lnTo>
                <a:lnTo>
                  <a:pt x="18812" y="231717"/>
                </a:lnTo>
                <a:lnTo>
                  <a:pt x="17361" y="231717"/>
                </a:lnTo>
                <a:lnTo>
                  <a:pt x="17183" y="231276"/>
                </a:lnTo>
                <a:lnTo>
                  <a:pt x="16685" y="230757"/>
                </a:lnTo>
                <a:lnTo>
                  <a:pt x="14942" y="228401"/>
                </a:lnTo>
                <a:lnTo>
                  <a:pt x="15660" y="228401"/>
                </a:lnTo>
                <a:lnTo>
                  <a:pt x="15357" y="226752"/>
                </a:lnTo>
                <a:lnTo>
                  <a:pt x="15999" y="226752"/>
                </a:lnTo>
                <a:lnTo>
                  <a:pt x="16148" y="219298"/>
                </a:lnTo>
                <a:lnTo>
                  <a:pt x="16270" y="213248"/>
                </a:lnTo>
                <a:lnTo>
                  <a:pt x="19895" y="184906"/>
                </a:lnTo>
                <a:lnTo>
                  <a:pt x="19970" y="184323"/>
                </a:lnTo>
                <a:lnTo>
                  <a:pt x="20062" y="183979"/>
                </a:lnTo>
                <a:lnTo>
                  <a:pt x="26889" y="150489"/>
                </a:lnTo>
                <a:lnTo>
                  <a:pt x="26961" y="150138"/>
                </a:lnTo>
                <a:lnTo>
                  <a:pt x="27044" y="149732"/>
                </a:lnTo>
                <a:lnTo>
                  <a:pt x="28064" y="146545"/>
                </a:lnTo>
                <a:lnTo>
                  <a:pt x="37277" y="116519"/>
                </a:lnTo>
                <a:lnTo>
                  <a:pt x="37350" y="116283"/>
                </a:lnTo>
                <a:lnTo>
                  <a:pt x="37437" y="115999"/>
                </a:lnTo>
                <a:lnTo>
                  <a:pt x="39254" y="111310"/>
                </a:lnTo>
                <a:lnTo>
                  <a:pt x="49564" y="84421"/>
                </a:lnTo>
                <a:lnTo>
                  <a:pt x="61517" y="57186"/>
                </a:lnTo>
                <a:lnTo>
                  <a:pt x="61596" y="57007"/>
                </a:lnTo>
                <a:lnTo>
                  <a:pt x="61697" y="56777"/>
                </a:lnTo>
                <a:lnTo>
                  <a:pt x="73114" y="34305"/>
                </a:lnTo>
                <a:lnTo>
                  <a:pt x="74743" y="31694"/>
                </a:lnTo>
                <a:lnTo>
                  <a:pt x="81785" y="20190"/>
                </a:lnTo>
                <a:lnTo>
                  <a:pt x="81242" y="20190"/>
                </a:lnTo>
                <a:lnTo>
                  <a:pt x="83002" y="18181"/>
                </a:lnTo>
                <a:lnTo>
                  <a:pt x="83738" y="18181"/>
                </a:lnTo>
                <a:lnTo>
                  <a:pt x="85277" y="16941"/>
                </a:lnTo>
                <a:lnTo>
                  <a:pt x="83437" y="16941"/>
                </a:lnTo>
                <a:lnTo>
                  <a:pt x="87388" y="15242"/>
                </a:lnTo>
                <a:lnTo>
                  <a:pt x="131707" y="15242"/>
                </a:lnTo>
                <a:lnTo>
                  <a:pt x="120895" y="9598"/>
                </a:lnTo>
                <a:lnTo>
                  <a:pt x="106080" y="3050"/>
                </a:lnTo>
                <a:lnTo>
                  <a:pt x="104578" y="2566"/>
                </a:lnTo>
                <a:lnTo>
                  <a:pt x="92969" y="0"/>
                </a:lnTo>
                <a:close/>
              </a:path>
              <a:path w="293369" h="250825">
                <a:moveTo>
                  <a:pt x="267596" y="192006"/>
                </a:moveTo>
                <a:lnTo>
                  <a:pt x="247066" y="198945"/>
                </a:lnTo>
                <a:lnTo>
                  <a:pt x="172403" y="219298"/>
                </a:lnTo>
                <a:lnTo>
                  <a:pt x="125521" y="229901"/>
                </a:lnTo>
                <a:lnTo>
                  <a:pt x="125093" y="229901"/>
                </a:lnTo>
                <a:lnTo>
                  <a:pt x="106059" y="232667"/>
                </a:lnTo>
                <a:lnTo>
                  <a:pt x="105789" y="232667"/>
                </a:lnTo>
                <a:lnTo>
                  <a:pt x="87259" y="234106"/>
                </a:lnTo>
                <a:lnTo>
                  <a:pt x="84819" y="234106"/>
                </a:lnTo>
                <a:lnTo>
                  <a:pt x="55653" y="234726"/>
                </a:lnTo>
                <a:lnTo>
                  <a:pt x="176660" y="234726"/>
                </a:lnTo>
                <a:lnTo>
                  <a:pt x="252235" y="214101"/>
                </a:lnTo>
                <a:lnTo>
                  <a:pt x="289948" y="198006"/>
                </a:lnTo>
                <a:lnTo>
                  <a:pt x="293149" y="192727"/>
                </a:lnTo>
                <a:lnTo>
                  <a:pt x="293145" y="192335"/>
                </a:lnTo>
                <a:lnTo>
                  <a:pt x="266995" y="192335"/>
                </a:lnTo>
                <a:lnTo>
                  <a:pt x="267596" y="192006"/>
                </a:lnTo>
                <a:close/>
              </a:path>
              <a:path w="293369" h="250825">
                <a:moveTo>
                  <a:pt x="23371" y="232936"/>
                </a:moveTo>
                <a:lnTo>
                  <a:pt x="23019" y="232936"/>
                </a:lnTo>
                <a:lnTo>
                  <a:pt x="24149" y="233201"/>
                </a:lnTo>
                <a:lnTo>
                  <a:pt x="23371" y="232936"/>
                </a:lnTo>
                <a:close/>
              </a:path>
              <a:path w="293369" h="250825">
                <a:moveTo>
                  <a:pt x="23371" y="232936"/>
                </a:moveTo>
                <a:lnTo>
                  <a:pt x="24149" y="233201"/>
                </a:lnTo>
                <a:lnTo>
                  <a:pt x="25372" y="233201"/>
                </a:lnTo>
                <a:lnTo>
                  <a:pt x="23371" y="232936"/>
                </a:lnTo>
                <a:close/>
              </a:path>
              <a:path w="293369" h="250825">
                <a:moveTo>
                  <a:pt x="16974" y="230757"/>
                </a:moveTo>
                <a:lnTo>
                  <a:pt x="19466" y="232059"/>
                </a:lnTo>
                <a:lnTo>
                  <a:pt x="18497" y="231276"/>
                </a:lnTo>
                <a:lnTo>
                  <a:pt x="16974" y="230757"/>
                </a:lnTo>
                <a:close/>
              </a:path>
              <a:path w="293369" h="250825">
                <a:moveTo>
                  <a:pt x="18497" y="231276"/>
                </a:moveTo>
                <a:lnTo>
                  <a:pt x="19466" y="232059"/>
                </a:lnTo>
                <a:lnTo>
                  <a:pt x="20797" y="232059"/>
                </a:lnTo>
                <a:lnTo>
                  <a:pt x="18497" y="231276"/>
                </a:lnTo>
                <a:close/>
              </a:path>
              <a:path w="293369" h="250825">
                <a:moveTo>
                  <a:pt x="16974" y="230757"/>
                </a:moveTo>
                <a:lnTo>
                  <a:pt x="17069" y="231276"/>
                </a:lnTo>
                <a:lnTo>
                  <a:pt x="17396" y="231717"/>
                </a:lnTo>
                <a:lnTo>
                  <a:pt x="18812" y="231717"/>
                </a:lnTo>
                <a:lnTo>
                  <a:pt x="16974" y="230757"/>
                </a:lnTo>
                <a:close/>
              </a:path>
              <a:path w="293369" h="250825">
                <a:moveTo>
                  <a:pt x="16023" y="228401"/>
                </a:moveTo>
                <a:lnTo>
                  <a:pt x="15950" y="229216"/>
                </a:lnTo>
                <a:lnTo>
                  <a:pt x="16797" y="229901"/>
                </a:lnTo>
                <a:lnTo>
                  <a:pt x="16052" y="229901"/>
                </a:lnTo>
                <a:lnTo>
                  <a:pt x="17069" y="231276"/>
                </a:lnTo>
                <a:lnTo>
                  <a:pt x="16974" y="230757"/>
                </a:lnTo>
                <a:lnTo>
                  <a:pt x="16628" y="229901"/>
                </a:lnTo>
                <a:lnTo>
                  <a:pt x="16797" y="229901"/>
                </a:lnTo>
                <a:lnTo>
                  <a:pt x="15950" y="229216"/>
                </a:lnTo>
                <a:lnTo>
                  <a:pt x="16352" y="229216"/>
                </a:lnTo>
                <a:lnTo>
                  <a:pt x="16023" y="228401"/>
                </a:lnTo>
                <a:close/>
              </a:path>
              <a:path w="293369" h="250825">
                <a:moveTo>
                  <a:pt x="16797" y="229901"/>
                </a:moveTo>
                <a:lnTo>
                  <a:pt x="16628" y="229901"/>
                </a:lnTo>
                <a:lnTo>
                  <a:pt x="16974" y="230757"/>
                </a:lnTo>
                <a:lnTo>
                  <a:pt x="18497" y="231276"/>
                </a:lnTo>
                <a:lnTo>
                  <a:pt x="16797" y="229901"/>
                </a:lnTo>
                <a:close/>
              </a:path>
              <a:path w="293369" h="250825">
                <a:moveTo>
                  <a:pt x="14942" y="228401"/>
                </a:moveTo>
                <a:lnTo>
                  <a:pt x="16052" y="229901"/>
                </a:lnTo>
                <a:lnTo>
                  <a:pt x="15810" y="229216"/>
                </a:lnTo>
                <a:lnTo>
                  <a:pt x="15786" y="229084"/>
                </a:lnTo>
                <a:lnTo>
                  <a:pt x="14942" y="228401"/>
                </a:lnTo>
                <a:close/>
              </a:path>
              <a:path w="293369" h="250825">
                <a:moveTo>
                  <a:pt x="15786" y="229084"/>
                </a:moveTo>
                <a:lnTo>
                  <a:pt x="15810" y="229216"/>
                </a:lnTo>
                <a:lnTo>
                  <a:pt x="15936" y="229901"/>
                </a:lnTo>
                <a:lnTo>
                  <a:pt x="15950" y="229216"/>
                </a:lnTo>
                <a:lnTo>
                  <a:pt x="15786" y="229084"/>
                </a:lnTo>
                <a:close/>
              </a:path>
              <a:path w="293369" h="250825">
                <a:moveTo>
                  <a:pt x="15357" y="226752"/>
                </a:moveTo>
                <a:lnTo>
                  <a:pt x="15636" y="228268"/>
                </a:lnTo>
                <a:lnTo>
                  <a:pt x="15660" y="228401"/>
                </a:lnTo>
                <a:lnTo>
                  <a:pt x="15786" y="229084"/>
                </a:lnTo>
                <a:lnTo>
                  <a:pt x="15950" y="229216"/>
                </a:lnTo>
                <a:lnTo>
                  <a:pt x="15969" y="228268"/>
                </a:lnTo>
                <a:lnTo>
                  <a:pt x="15357" y="226752"/>
                </a:lnTo>
                <a:close/>
              </a:path>
              <a:path w="293369" h="250825">
                <a:moveTo>
                  <a:pt x="15660" y="228401"/>
                </a:moveTo>
                <a:lnTo>
                  <a:pt x="14942" y="228401"/>
                </a:lnTo>
                <a:lnTo>
                  <a:pt x="15786" y="229084"/>
                </a:lnTo>
                <a:lnTo>
                  <a:pt x="15660" y="228401"/>
                </a:lnTo>
                <a:close/>
              </a:path>
              <a:path w="293369" h="250825">
                <a:moveTo>
                  <a:pt x="15999" y="226752"/>
                </a:moveTo>
                <a:lnTo>
                  <a:pt x="15357" y="226752"/>
                </a:lnTo>
                <a:lnTo>
                  <a:pt x="15969" y="228268"/>
                </a:lnTo>
                <a:lnTo>
                  <a:pt x="15999" y="226752"/>
                </a:lnTo>
                <a:close/>
              </a:path>
              <a:path w="293369" h="250825">
                <a:moveTo>
                  <a:pt x="268271" y="191777"/>
                </a:moveTo>
                <a:lnTo>
                  <a:pt x="267596" y="192006"/>
                </a:lnTo>
                <a:lnTo>
                  <a:pt x="266995" y="192335"/>
                </a:lnTo>
                <a:lnTo>
                  <a:pt x="268271" y="191777"/>
                </a:lnTo>
                <a:close/>
              </a:path>
              <a:path w="293369" h="250825">
                <a:moveTo>
                  <a:pt x="293139" y="191777"/>
                </a:moveTo>
                <a:lnTo>
                  <a:pt x="268271" y="191777"/>
                </a:lnTo>
                <a:lnTo>
                  <a:pt x="266995" y="192335"/>
                </a:lnTo>
                <a:lnTo>
                  <a:pt x="293145" y="192335"/>
                </a:lnTo>
                <a:lnTo>
                  <a:pt x="293139" y="191777"/>
                </a:lnTo>
                <a:close/>
              </a:path>
              <a:path w="293369" h="250825">
                <a:moveTo>
                  <a:pt x="286876" y="183667"/>
                </a:moveTo>
                <a:lnTo>
                  <a:pt x="283258" y="183667"/>
                </a:lnTo>
                <a:lnTo>
                  <a:pt x="282265" y="183979"/>
                </a:lnTo>
                <a:lnTo>
                  <a:pt x="267596" y="192006"/>
                </a:lnTo>
                <a:lnTo>
                  <a:pt x="268271" y="191777"/>
                </a:lnTo>
                <a:lnTo>
                  <a:pt x="293139" y="191777"/>
                </a:lnTo>
                <a:lnTo>
                  <a:pt x="288438" y="184124"/>
                </a:lnTo>
                <a:lnTo>
                  <a:pt x="286876" y="183667"/>
                </a:lnTo>
                <a:close/>
              </a:path>
              <a:path w="293369" h="250825">
                <a:moveTo>
                  <a:pt x="100329" y="18004"/>
                </a:moveTo>
                <a:lnTo>
                  <a:pt x="113665" y="23875"/>
                </a:lnTo>
                <a:lnTo>
                  <a:pt x="145847" y="40660"/>
                </a:lnTo>
                <a:lnTo>
                  <a:pt x="147103" y="41027"/>
                </a:lnTo>
                <a:lnTo>
                  <a:pt x="149992" y="41027"/>
                </a:lnTo>
                <a:lnTo>
                  <a:pt x="152015" y="40391"/>
                </a:lnTo>
                <a:lnTo>
                  <a:pt x="156553" y="31694"/>
                </a:lnTo>
                <a:lnTo>
                  <a:pt x="155917" y="29672"/>
                </a:lnTo>
                <a:lnTo>
                  <a:pt x="155418" y="28759"/>
                </a:lnTo>
                <a:lnTo>
                  <a:pt x="154056" y="27133"/>
                </a:lnTo>
                <a:lnTo>
                  <a:pt x="153287" y="26516"/>
                </a:lnTo>
                <a:lnTo>
                  <a:pt x="137337" y="18181"/>
                </a:lnTo>
                <a:lnTo>
                  <a:pt x="101133" y="18181"/>
                </a:lnTo>
                <a:lnTo>
                  <a:pt x="100329" y="18004"/>
                </a:lnTo>
                <a:close/>
              </a:path>
              <a:path w="293369" h="250825">
                <a:moveTo>
                  <a:pt x="83015" y="18181"/>
                </a:moveTo>
                <a:lnTo>
                  <a:pt x="81242" y="20190"/>
                </a:lnTo>
                <a:lnTo>
                  <a:pt x="82313" y="19328"/>
                </a:lnTo>
                <a:lnTo>
                  <a:pt x="83015" y="18181"/>
                </a:lnTo>
                <a:close/>
              </a:path>
              <a:path w="293369" h="250825">
                <a:moveTo>
                  <a:pt x="82313" y="19328"/>
                </a:moveTo>
                <a:lnTo>
                  <a:pt x="81242" y="20190"/>
                </a:lnTo>
                <a:lnTo>
                  <a:pt x="81785" y="20190"/>
                </a:lnTo>
                <a:lnTo>
                  <a:pt x="82313" y="19328"/>
                </a:lnTo>
                <a:close/>
              </a:path>
              <a:path w="293369" h="250825">
                <a:moveTo>
                  <a:pt x="83738" y="18181"/>
                </a:moveTo>
                <a:lnTo>
                  <a:pt x="83015" y="18181"/>
                </a:lnTo>
                <a:lnTo>
                  <a:pt x="82313" y="19328"/>
                </a:lnTo>
                <a:lnTo>
                  <a:pt x="83738" y="18181"/>
                </a:lnTo>
                <a:close/>
              </a:path>
              <a:path w="293369" h="250825">
                <a:moveTo>
                  <a:pt x="99632" y="17697"/>
                </a:moveTo>
                <a:lnTo>
                  <a:pt x="100329" y="18004"/>
                </a:lnTo>
                <a:lnTo>
                  <a:pt x="101133" y="18181"/>
                </a:lnTo>
                <a:lnTo>
                  <a:pt x="99632" y="17697"/>
                </a:lnTo>
                <a:close/>
              </a:path>
              <a:path w="293369" h="250825">
                <a:moveTo>
                  <a:pt x="136410" y="17697"/>
                </a:moveTo>
                <a:lnTo>
                  <a:pt x="99632" y="17697"/>
                </a:lnTo>
                <a:lnTo>
                  <a:pt x="101133" y="18181"/>
                </a:lnTo>
                <a:lnTo>
                  <a:pt x="137337" y="18181"/>
                </a:lnTo>
                <a:lnTo>
                  <a:pt x="136410" y="17697"/>
                </a:lnTo>
                <a:close/>
              </a:path>
              <a:path w="293369" h="250825">
                <a:moveTo>
                  <a:pt x="132656" y="15737"/>
                </a:moveTo>
                <a:lnTo>
                  <a:pt x="92314" y="15737"/>
                </a:lnTo>
                <a:lnTo>
                  <a:pt x="90899" y="15929"/>
                </a:lnTo>
                <a:lnTo>
                  <a:pt x="100329" y="18004"/>
                </a:lnTo>
                <a:lnTo>
                  <a:pt x="99632" y="17697"/>
                </a:lnTo>
                <a:lnTo>
                  <a:pt x="136410" y="17697"/>
                </a:lnTo>
                <a:lnTo>
                  <a:pt x="132656" y="15737"/>
                </a:lnTo>
                <a:close/>
              </a:path>
              <a:path w="293369" h="250825">
                <a:moveTo>
                  <a:pt x="87388" y="15242"/>
                </a:moveTo>
                <a:lnTo>
                  <a:pt x="83437" y="16941"/>
                </a:lnTo>
                <a:lnTo>
                  <a:pt x="85650" y="16641"/>
                </a:lnTo>
                <a:lnTo>
                  <a:pt x="87388" y="15242"/>
                </a:lnTo>
                <a:close/>
              </a:path>
              <a:path w="293369" h="250825">
                <a:moveTo>
                  <a:pt x="85650" y="16641"/>
                </a:moveTo>
                <a:lnTo>
                  <a:pt x="83437" y="16941"/>
                </a:lnTo>
                <a:lnTo>
                  <a:pt x="85277" y="16941"/>
                </a:lnTo>
                <a:lnTo>
                  <a:pt x="85650" y="16641"/>
                </a:lnTo>
                <a:close/>
              </a:path>
              <a:path w="293369" h="250825">
                <a:moveTo>
                  <a:pt x="131707" y="15242"/>
                </a:moveTo>
                <a:lnTo>
                  <a:pt x="87388" y="15242"/>
                </a:lnTo>
                <a:lnTo>
                  <a:pt x="85650" y="16641"/>
                </a:lnTo>
                <a:lnTo>
                  <a:pt x="90899" y="15929"/>
                </a:lnTo>
                <a:lnTo>
                  <a:pt x="90026" y="15737"/>
                </a:lnTo>
                <a:lnTo>
                  <a:pt x="132656" y="15737"/>
                </a:lnTo>
                <a:lnTo>
                  <a:pt x="131707" y="15242"/>
                </a:lnTo>
                <a:close/>
              </a:path>
              <a:path w="293369" h="250825">
                <a:moveTo>
                  <a:pt x="92314" y="15737"/>
                </a:moveTo>
                <a:lnTo>
                  <a:pt x="90026" y="15737"/>
                </a:lnTo>
                <a:lnTo>
                  <a:pt x="90899" y="15929"/>
                </a:lnTo>
                <a:lnTo>
                  <a:pt x="92314" y="1573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510468" y="8936658"/>
            <a:ext cx="231727" cy="246508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94996" y="9495023"/>
            <a:ext cx="234638" cy="116935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51203" y="9421305"/>
            <a:ext cx="379119" cy="316270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99149" y="9507450"/>
            <a:ext cx="343736" cy="232880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4874882" y="8689314"/>
            <a:ext cx="104775" cy="349250"/>
          </a:xfrm>
          <a:custGeom>
            <a:avLst/>
            <a:gdLst/>
            <a:ahLst/>
            <a:cxnLst/>
            <a:rect l="l" t="t" r="r" b="b"/>
            <a:pathLst>
              <a:path w="104775" h="349250">
                <a:moveTo>
                  <a:pt x="50774" y="197408"/>
                </a:moveTo>
                <a:lnTo>
                  <a:pt x="43929" y="190373"/>
                </a:lnTo>
                <a:lnTo>
                  <a:pt x="41656" y="190373"/>
                </a:lnTo>
                <a:lnTo>
                  <a:pt x="40474" y="190588"/>
                </a:lnTo>
                <a:lnTo>
                  <a:pt x="40640" y="190588"/>
                </a:lnTo>
                <a:lnTo>
                  <a:pt x="38646" y="191427"/>
                </a:lnTo>
                <a:lnTo>
                  <a:pt x="17754" y="240195"/>
                </a:lnTo>
                <a:lnTo>
                  <a:pt x="16205" y="246126"/>
                </a:lnTo>
                <a:lnTo>
                  <a:pt x="17259" y="200545"/>
                </a:lnTo>
                <a:lnTo>
                  <a:pt x="17360" y="196380"/>
                </a:lnTo>
                <a:lnTo>
                  <a:pt x="17475" y="191427"/>
                </a:lnTo>
                <a:lnTo>
                  <a:pt x="17551" y="188671"/>
                </a:lnTo>
                <a:lnTo>
                  <a:pt x="19875" y="143294"/>
                </a:lnTo>
                <a:lnTo>
                  <a:pt x="27419" y="59817"/>
                </a:lnTo>
                <a:lnTo>
                  <a:pt x="28435" y="32219"/>
                </a:lnTo>
                <a:lnTo>
                  <a:pt x="28562" y="28803"/>
                </a:lnTo>
                <a:lnTo>
                  <a:pt x="28663" y="26898"/>
                </a:lnTo>
                <a:lnTo>
                  <a:pt x="28905" y="22745"/>
                </a:lnTo>
                <a:lnTo>
                  <a:pt x="29019" y="20751"/>
                </a:lnTo>
                <a:lnTo>
                  <a:pt x="26200" y="17526"/>
                </a:lnTo>
                <a:lnTo>
                  <a:pt x="26784" y="17970"/>
                </a:lnTo>
                <a:lnTo>
                  <a:pt x="26289" y="17500"/>
                </a:lnTo>
                <a:lnTo>
                  <a:pt x="29057" y="17500"/>
                </a:lnTo>
                <a:lnTo>
                  <a:pt x="29171" y="16916"/>
                </a:lnTo>
                <a:lnTo>
                  <a:pt x="29108" y="17272"/>
                </a:lnTo>
                <a:lnTo>
                  <a:pt x="29235" y="17081"/>
                </a:lnTo>
                <a:lnTo>
                  <a:pt x="29210" y="17526"/>
                </a:lnTo>
                <a:lnTo>
                  <a:pt x="28968" y="17970"/>
                </a:lnTo>
                <a:lnTo>
                  <a:pt x="26784" y="17970"/>
                </a:lnTo>
                <a:lnTo>
                  <a:pt x="26593" y="17970"/>
                </a:lnTo>
                <a:lnTo>
                  <a:pt x="41198" y="32219"/>
                </a:lnTo>
                <a:lnTo>
                  <a:pt x="44323" y="32219"/>
                </a:lnTo>
                <a:lnTo>
                  <a:pt x="50673" y="25895"/>
                </a:lnTo>
                <a:lnTo>
                  <a:pt x="50673" y="22745"/>
                </a:lnTo>
                <a:lnTo>
                  <a:pt x="49999" y="20751"/>
                </a:lnTo>
                <a:lnTo>
                  <a:pt x="49479" y="19837"/>
                </a:lnTo>
                <a:lnTo>
                  <a:pt x="42354" y="11709"/>
                </a:lnTo>
                <a:lnTo>
                  <a:pt x="37706" y="6388"/>
                </a:lnTo>
                <a:lnTo>
                  <a:pt x="36588" y="5334"/>
                </a:lnTo>
                <a:lnTo>
                  <a:pt x="31013" y="1003"/>
                </a:lnTo>
                <a:lnTo>
                  <a:pt x="30213" y="584"/>
                </a:lnTo>
                <a:lnTo>
                  <a:pt x="29540" y="368"/>
                </a:lnTo>
                <a:lnTo>
                  <a:pt x="29540" y="16281"/>
                </a:lnTo>
                <a:lnTo>
                  <a:pt x="29324" y="16738"/>
                </a:lnTo>
                <a:lnTo>
                  <a:pt x="29286" y="16281"/>
                </a:lnTo>
                <a:lnTo>
                  <a:pt x="29540" y="16281"/>
                </a:lnTo>
                <a:lnTo>
                  <a:pt x="29540" y="368"/>
                </a:lnTo>
                <a:lnTo>
                  <a:pt x="28460" y="0"/>
                </a:lnTo>
                <a:lnTo>
                  <a:pt x="23634" y="0"/>
                </a:lnTo>
                <a:lnTo>
                  <a:pt x="12700" y="25895"/>
                </a:lnTo>
                <a:lnTo>
                  <a:pt x="12636" y="26898"/>
                </a:lnTo>
                <a:lnTo>
                  <a:pt x="11455" y="58788"/>
                </a:lnTo>
                <a:lnTo>
                  <a:pt x="7899" y="97955"/>
                </a:lnTo>
                <a:lnTo>
                  <a:pt x="3924" y="142176"/>
                </a:lnTo>
                <a:lnTo>
                  <a:pt x="1536" y="188671"/>
                </a:lnTo>
                <a:lnTo>
                  <a:pt x="63" y="252247"/>
                </a:lnTo>
                <a:lnTo>
                  <a:pt x="0" y="285788"/>
                </a:lnTo>
                <a:lnTo>
                  <a:pt x="152" y="287147"/>
                </a:lnTo>
                <a:lnTo>
                  <a:pt x="7048" y="295490"/>
                </a:lnTo>
                <a:lnTo>
                  <a:pt x="9804" y="295490"/>
                </a:lnTo>
                <a:lnTo>
                  <a:pt x="29730" y="257606"/>
                </a:lnTo>
                <a:lnTo>
                  <a:pt x="32981" y="245122"/>
                </a:lnTo>
                <a:lnTo>
                  <a:pt x="33108" y="244652"/>
                </a:lnTo>
                <a:lnTo>
                  <a:pt x="37884" y="229997"/>
                </a:lnTo>
                <a:lnTo>
                  <a:pt x="37985" y="229666"/>
                </a:lnTo>
                <a:lnTo>
                  <a:pt x="38112" y="229298"/>
                </a:lnTo>
                <a:lnTo>
                  <a:pt x="40271" y="224370"/>
                </a:lnTo>
                <a:lnTo>
                  <a:pt x="50533" y="200545"/>
                </a:lnTo>
                <a:lnTo>
                  <a:pt x="50749" y="199529"/>
                </a:lnTo>
                <a:lnTo>
                  <a:pt x="50774" y="197408"/>
                </a:lnTo>
                <a:close/>
              </a:path>
              <a:path w="104775" h="349250">
                <a:moveTo>
                  <a:pt x="103898" y="333197"/>
                </a:moveTo>
                <a:lnTo>
                  <a:pt x="87820" y="333197"/>
                </a:lnTo>
                <a:lnTo>
                  <a:pt x="87579" y="333197"/>
                </a:lnTo>
                <a:lnTo>
                  <a:pt x="85509" y="339102"/>
                </a:lnTo>
                <a:lnTo>
                  <a:pt x="92151" y="348805"/>
                </a:lnTo>
                <a:lnTo>
                  <a:pt x="94437" y="348805"/>
                </a:lnTo>
                <a:lnTo>
                  <a:pt x="103720" y="334873"/>
                </a:lnTo>
                <a:lnTo>
                  <a:pt x="103898" y="333197"/>
                </a:lnTo>
                <a:close/>
              </a:path>
              <a:path w="104775" h="349250">
                <a:moveTo>
                  <a:pt x="104521" y="327355"/>
                </a:moveTo>
                <a:lnTo>
                  <a:pt x="104482" y="24841"/>
                </a:lnTo>
                <a:lnTo>
                  <a:pt x="103974" y="21018"/>
                </a:lnTo>
                <a:lnTo>
                  <a:pt x="103568" y="17945"/>
                </a:lnTo>
                <a:lnTo>
                  <a:pt x="103276" y="17030"/>
                </a:lnTo>
                <a:lnTo>
                  <a:pt x="102362" y="15328"/>
                </a:lnTo>
                <a:lnTo>
                  <a:pt x="101777" y="14592"/>
                </a:lnTo>
                <a:lnTo>
                  <a:pt x="101358" y="14224"/>
                </a:lnTo>
                <a:lnTo>
                  <a:pt x="101358" y="26428"/>
                </a:lnTo>
                <a:lnTo>
                  <a:pt x="101079" y="26809"/>
                </a:lnTo>
                <a:lnTo>
                  <a:pt x="101117" y="26428"/>
                </a:lnTo>
                <a:lnTo>
                  <a:pt x="100888" y="26949"/>
                </a:lnTo>
                <a:lnTo>
                  <a:pt x="101092" y="26428"/>
                </a:lnTo>
                <a:lnTo>
                  <a:pt x="101155" y="26250"/>
                </a:lnTo>
                <a:lnTo>
                  <a:pt x="101117" y="26428"/>
                </a:lnTo>
                <a:lnTo>
                  <a:pt x="101358" y="26428"/>
                </a:lnTo>
                <a:lnTo>
                  <a:pt x="101358" y="14224"/>
                </a:lnTo>
                <a:lnTo>
                  <a:pt x="100330" y="13309"/>
                </a:lnTo>
                <a:lnTo>
                  <a:pt x="99504" y="12827"/>
                </a:lnTo>
                <a:lnTo>
                  <a:pt x="98882" y="12598"/>
                </a:lnTo>
                <a:lnTo>
                  <a:pt x="98882" y="35737"/>
                </a:lnTo>
                <a:lnTo>
                  <a:pt x="98348" y="42189"/>
                </a:lnTo>
                <a:lnTo>
                  <a:pt x="98310" y="42633"/>
                </a:lnTo>
                <a:lnTo>
                  <a:pt x="98196" y="43967"/>
                </a:lnTo>
                <a:lnTo>
                  <a:pt x="98882" y="35737"/>
                </a:lnTo>
                <a:lnTo>
                  <a:pt x="98882" y="12598"/>
                </a:lnTo>
                <a:lnTo>
                  <a:pt x="97701" y="12141"/>
                </a:lnTo>
                <a:lnTo>
                  <a:pt x="96774" y="11963"/>
                </a:lnTo>
                <a:lnTo>
                  <a:pt x="94792" y="11963"/>
                </a:lnTo>
                <a:lnTo>
                  <a:pt x="82308" y="42189"/>
                </a:lnTo>
                <a:lnTo>
                  <a:pt x="80492" y="55600"/>
                </a:lnTo>
                <a:lnTo>
                  <a:pt x="74612" y="79146"/>
                </a:lnTo>
                <a:lnTo>
                  <a:pt x="66421" y="108635"/>
                </a:lnTo>
                <a:lnTo>
                  <a:pt x="66471" y="110718"/>
                </a:lnTo>
                <a:lnTo>
                  <a:pt x="73291" y="117741"/>
                </a:lnTo>
                <a:lnTo>
                  <a:pt x="74993" y="117741"/>
                </a:lnTo>
                <a:lnTo>
                  <a:pt x="88557" y="88671"/>
                </a:lnTo>
                <a:lnTo>
                  <a:pt x="88493" y="25895"/>
                </a:lnTo>
                <a:lnTo>
                  <a:pt x="87845" y="21018"/>
                </a:lnTo>
                <a:lnTo>
                  <a:pt x="88353" y="24841"/>
                </a:lnTo>
                <a:lnTo>
                  <a:pt x="88557" y="25895"/>
                </a:lnTo>
                <a:lnTo>
                  <a:pt x="88557" y="88671"/>
                </a:lnTo>
                <a:lnTo>
                  <a:pt x="88519" y="326517"/>
                </a:lnTo>
                <a:lnTo>
                  <a:pt x="88011" y="331368"/>
                </a:lnTo>
                <a:lnTo>
                  <a:pt x="87909" y="332270"/>
                </a:lnTo>
                <a:lnTo>
                  <a:pt x="87820" y="333197"/>
                </a:lnTo>
                <a:lnTo>
                  <a:pt x="88023" y="332270"/>
                </a:lnTo>
                <a:lnTo>
                  <a:pt x="104000" y="332270"/>
                </a:lnTo>
                <a:lnTo>
                  <a:pt x="104089" y="331368"/>
                </a:lnTo>
                <a:lnTo>
                  <a:pt x="104521" y="327355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147417" y="8727988"/>
            <a:ext cx="281940" cy="285115"/>
          </a:xfrm>
          <a:custGeom>
            <a:avLst/>
            <a:gdLst/>
            <a:ahLst/>
            <a:cxnLst/>
            <a:rect l="l" t="t" r="r" b="b"/>
            <a:pathLst>
              <a:path w="281939" h="285115">
                <a:moveTo>
                  <a:pt x="69833" y="0"/>
                </a:moveTo>
                <a:lnTo>
                  <a:pt x="65479" y="0"/>
                </a:lnTo>
                <a:lnTo>
                  <a:pt x="61036" y="185"/>
                </a:lnTo>
                <a:lnTo>
                  <a:pt x="22743" y="45007"/>
                </a:lnTo>
                <a:lnTo>
                  <a:pt x="1697" y="88750"/>
                </a:lnTo>
                <a:lnTo>
                  <a:pt x="0" y="104947"/>
                </a:lnTo>
                <a:lnTo>
                  <a:pt x="1073" y="123291"/>
                </a:lnTo>
                <a:lnTo>
                  <a:pt x="10737" y="189334"/>
                </a:lnTo>
                <a:lnTo>
                  <a:pt x="25698" y="240035"/>
                </a:lnTo>
                <a:lnTo>
                  <a:pt x="50076" y="271167"/>
                </a:lnTo>
                <a:lnTo>
                  <a:pt x="114364" y="283566"/>
                </a:lnTo>
                <a:lnTo>
                  <a:pt x="154485" y="284756"/>
                </a:lnTo>
                <a:lnTo>
                  <a:pt x="219888" y="284756"/>
                </a:lnTo>
                <a:lnTo>
                  <a:pt x="246185" y="283169"/>
                </a:lnTo>
                <a:lnTo>
                  <a:pt x="246400" y="283169"/>
                </a:lnTo>
                <a:lnTo>
                  <a:pt x="281452" y="270127"/>
                </a:lnTo>
                <a:lnTo>
                  <a:pt x="281221" y="268782"/>
                </a:lnTo>
                <a:lnTo>
                  <a:pt x="155386" y="268782"/>
                </a:lnTo>
                <a:lnTo>
                  <a:pt x="115861" y="267605"/>
                </a:lnTo>
                <a:lnTo>
                  <a:pt x="115466" y="267605"/>
                </a:lnTo>
                <a:lnTo>
                  <a:pt x="76846" y="264231"/>
                </a:lnTo>
                <a:lnTo>
                  <a:pt x="75879" y="264231"/>
                </a:lnTo>
                <a:lnTo>
                  <a:pt x="75047" y="264097"/>
                </a:lnTo>
                <a:lnTo>
                  <a:pt x="75317" y="264097"/>
                </a:lnTo>
                <a:lnTo>
                  <a:pt x="68886" y="262569"/>
                </a:lnTo>
                <a:lnTo>
                  <a:pt x="67840" y="262569"/>
                </a:lnTo>
                <a:lnTo>
                  <a:pt x="67514" y="262401"/>
                </a:lnTo>
                <a:lnTo>
                  <a:pt x="66613" y="262111"/>
                </a:lnTo>
                <a:lnTo>
                  <a:pt x="66015" y="261887"/>
                </a:lnTo>
                <a:lnTo>
                  <a:pt x="66524" y="261887"/>
                </a:lnTo>
                <a:lnTo>
                  <a:pt x="60780" y="258911"/>
                </a:lnTo>
                <a:lnTo>
                  <a:pt x="60336" y="258911"/>
                </a:lnTo>
                <a:lnTo>
                  <a:pt x="58817" y="257893"/>
                </a:lnTo>
                <a:lnTo>
                  <a:pt x="59146" y="257893"/>
                </a:lnTo>
                <a:lnTo>
                  <a:pt x="53474" y="253044"/>
                </a:lnTo>
                <a:lnTo>
                  <a:pt x="53238" y="253044"/>
                </a:lnTo>
                <a:lnTo>
                  <a:pt x="52866" y="252573"/>
                </a:lnTo>
                <a:lnTo>
                  <a:pt x="52643" y="252426"/>
                </a:lnTo>
                <a:lnTo>
                  <a:pt x="52153" y="251915"/>
                </a:lnTo>
                <a:lnTo>
                  <a:pt x="52348" y="251915"/>
                </a:lnTo>
                <a:lnTo>
                  <a:pt x="45896" y="243730"/>
                </a:lnTo>
                <a:lnTo>
                  <a:pt x="44447" y="240927"/>
                </a:lnTo>
                <a:lnTo>
                  <a:pt x="40093" y="233138"/>
                </a:lnTo>
                <a:lnTo>
                  <a:pt x="37295" y="226068"/>
                </a:lnTo>
                <a:lnTo>
                  <a:pt x="34862" y="220066"/>
                </a:lnTo>
                <a:lnTo>
                  <a:pt x="30474" y="205097"/>
                </a:lnTo>
                <a:lnTo>
                  <a:pt x="30388" y="204807"/>
                </a:lnTo>
                <a:lnTo>
                  <a:pt x="30298" y="204501"/>
                </a:lnTo>
                <a:lnTo>
                  <a:pt x="26576" y="186977"/>
                </a:lnTo>
                <a:lnTo>
                  <a:pt x="26470" y="186481"/>
                </a:lnTo>
                <a:lnTo>
                  <a:pt x="17171" y="123997"/>
                </a:lnTo>
                <a:lnTo>
                  <a:pt x="17066" y="123291"/>
                </a:lnTo>
                <a:lnTo>
                  <a:pt x="16023" y="104947"/>
                </a:lnTo>
                <a:lnTo>
                  <a:pt x="16072" y="103447"/>
                </a:lnTo>
                <a:lnTo>
                  <a:pt x="16916" y="94529"/>
                </a:lnTo>
                <a:lnTo>
                  <a:pt x="16611" y="94529"/>
                </a:lnTo>
                <a:lnTo>
                  <a:pt x="17118" y="92397"/>
                </a:lnTo>
                <a:lnTo>
                  <a:pt x="17438" y="92397"/>
                </a:lnTo>
                <a:lnTo>
                  <a:pt x="24127" y="75145"/>
                </a:lnTo>
                <a:lnTo>
                  <a:pt x="27451" y="69366"/>
                </a:lnTo>
                <a:lnTo>
                  <a:pt x="36704" y="52820"/>
                </a:lnTo>
                <a:lnTo>
                  <a:pt x="57715" y="19831"/>
                </a:lnTo>
                <a:lnTo>
                  <a:pt x="57459" y="19831"/>
                </a:lnTo>
                <a:lnTo>
                  <a:pt x="58623" y="18404"/>
                </a:lnTo>
                <a:lnTo>
                  <a:pt x="58922" y="18404"/>
                </a:lnTo>
                <a:lnTo>
                  <a:pt x="59609" y="17734"/>
                </a:lnTo>
                <a:lnTo>
                  <a:pt x="58639" y="17734"/>
                </a:lnTo>
                <a:lnTo>
                  <a:pt x="61414" y="15974"/>
                </a:lnTo>
                <a:lnTo>
                  <a:pt x="103954" y="15974"/>
                </a:lnTo>
                <a:lnTo>
                  <a:pt x="104193" y="15019"/>
                </a:lnTo>
                <a:lnTo>
                  <a:pt x="79131" y="1598"/>
                </a:lnTo>
                <a:lnTo>
                  <a:pt x="79261" y="1598"/>
                </a:lnTo>
                <a:lnTo>
                  <a:pt x="69833" y="0"/>
                </a:lnTo>
                <a:close/>
              </a:path>
              <a:path w="281939" h="285115">
                <a:moveTo>
                  <a:pt x="274125" y="262401"/>
                </a:moveTo>
                <a:lnTo>
                  <a:pt x="272922" y="262401"/>
                </a:lnTo>
                <a:lnTo>
                  <a:pt x="244350" y="267294"/>
                </a:lnTo>
                <a:lnTo>
                  <a:pt x="243588" y="267294"/>
                </a:lnTo>
                <a:lnTo>
                  <a:pt x="219110" y="268782"/>
                </a:lnTo>
                <a:lnTo>
                  <a:pt x="281221" y="268782"/>
                </a:lnTo>
                <a:lnTo>
                  <a:pt x="281094" y="268037"/>
                </a:lnTo>
                <a:lnTo>
                  <a:pt x="280928" y="267605"/>
                </a:lnTo>
                <a:lnTo>
                  <a:pt x="280809" y="267294"/>
                </a:lnTo>
                <a:lnTo>
                  <a:pt x="276381" y="262953"/>
                </a:lnTo>
                <a:lnTo>
                  <a:pt x="276562" y="262953"/>
                </a:lnTo>
                <a:lnTo>
                  <a:pt x="274125" y="262401"/>
                </a:lnTo>
                <a:close/>
              </a:path>
              <a:path w="281939" h="285115">
                <a:moveTo>
                  <a:pt x="75317" y="264097"/>
                </a:moveTo>
                <a:lnTo>
                  <a:pt x="75047" y="264097"/>
                </a:lnTo>
                <a:lnTo>
                  <a:pt x="75879" y="264231"/>
                </a:lnTo>
                <a:lnTo>
                  <a:pt x="75317" y="264097"/>
                </a:lnTo>
                <a:close/>
              </a:path>
              <a:path w="281939" h="285115">
                <a:moveTo>
                  <a:pt x="75317" y="264097"/>
                </a:moveTo>
                <a:lnTo>
                  <a:pt x="75879" y="264231"/>
                </a:lnTo>
                <a:lnTo>
                  <a:pt x="76846" y="264231"/>
                </a:lnTo>
                <a:lnTo>
                  <a:pt x="75317" y="264097"/>
                </a:lnTo>
                <a:close/>
              </a:path>
              <a:path w="281939" h="285115">
                <a:moveTo>
                  <a:pt x="66955" y="262111"/>
                </a:moveTo>
                <a:lnTo>
                  <a:pt x="67388" y="262401"/>
                </a:lnTo>
                <a:lnTo>
                  <a:pt x="67840" y="262569"/>
                </a:lnTo>
                <a:lnTo>
                  <a:pt x="68886" y="262569"/>
                </a:lnTo>
                <a:lnTo>
                  <a:pt x="66955" y="262111"/>
                </a:lnTo>
                <a:close/>
              </a:path>
              <a:path w="281939" h="285115">
                <a:moveTo>
                  <a:pt x="66015" y="261887"/>
                </a:moveTo>
                <a:lnTo>
                  <a:pt x="67388" y="262401"/>
                </a:lnTo>
                <a:lnTo>
                  <a:pt x="66955" y="262111"/>
                </a:lnTo>
                <a:lnTo>
                  <a:pt x="66015" y="261887"/>
                </a:lnTo>
                <a:close/>
              </a:path>
              <a:path w="281939" h="285115">
                <a:moveTo>
                  <a:pt x="66524" y="261887"/>
                </a:moveTo>
                <a:lnTo>
                  <a:pt x="66015" y="261887"/>
                </a:lnTo>
                <a:lnTo>
                  <a:pt x="66955" y="262111"/>
                </a:lnTo>
                <a:lnTo>
                  <a:pt x="66524" y="261887"/>
                </a:lnTo>
                <a:close/>
              </a:path>
              <a:path w="281939" h="285115">
                <a:moveTo>
                  <a:pt x="58817" y="257893"/>
                </a:moveTo>
                <a:lnTo>
                  <a:pt x="60336" y="258911"/>
                </a:lnTo>
                <a:lnTo>
                  <a:pt x="59652" y="258326"/>
                </a:lnTo>
                <a:lnTo>
                  <a:pt x="58817" y="257893"/>
                </a:lnTo>
                <a:close/>
              </a:path>
              <a:path w="281939" h="285115">
                <a:moveTo>
                  <a:pt x="59652" y="258326"/>
                </a:moveTo>
                <a:lnTo>
                  <a:pt x="60336" y="258911"/>
                </a:lnTo>
                <a:lnTo>
                  <a:pt x="60780" y="258911"/>
                </a:lnTo>
                <a:lnTo>
                  <a:pt x="59652" y="258326"/>
                </a:lnTo>
                <a:close/>
              </a:path>
              <a:path w="281939" h="285115">
                <a:moveTo>
                  <a:pt x="59146" y="257893"/>
                </a:moveTo>
                <a:lnTo>
                  <a:pt x="58817" y="257893"/>
                </a:lnTo>
                <a:lnTo>
                  <a:pt x="59652" y="258326"/>
                </a:lnTo>
                <a:lnTo>
                  <a:pt x="59146" y="257893"/>
                </a:lnTo>
                <a:close/>
              </a:path>
              <a:path w="281939" h="285115">
                <a:moveTo>
                  <a:pt x="52750" y="252426"/>
                </a:moveTo>
                <a:lnTo>
                  <a:pt x="52785" y="252573"/>
                </a:lnTo>
                <a:lnTo>
                  <a:pt x="53238" y="253044"/>
                </a:lnTo>
                <a:lnTo>
                  <a:pt x="53474" y="253044"/>
                </a:lnTo>
                <a:lnTo>
                  <a:pt x="52750" y="252426"/>
                </a:lnTo>
                <a:close/>
              </a:path>
              <a:path w="281939" h="285115">
                <a:moveTo>
                  <a:pt x="52348" y="251915"/>
                </a:moveTo>
                <a:lnTo>
                  <a:pt x="52153" y="251915"/>
                </a:lnTo>
                <a:lnTo>
                  <a:pt x="52750" y="252426"/>
                </a:lnTo>
                <a:lnTo>
                  <a:pt x="52348" y="251915"/>
                </a:lnTo>
                <a:close/>
              </a:path>
              <a:path w="281939" h="285115">
                <a:moveTo>
                  <a:pt x="17118" y="92397"/>
                </a:moveTo>
                <a:lnTo>
                  <a:pt x="16611" y="94529"/>
                </a:lnTo>
                <a:lnTo>
                  <a:pt x="17014" y="93489"/>
                </a:lnTo>
                <a:lnTo>
                  <a:pt x="17118" y="92397"/>
                </a:lnTo>
                <a:close/>
              </a:path>
              <a:path w="281939" h="285115">
                <a:moveTo>
                  <a:pt x="17014" y="93489"/>
                </a:moveTo>
                <a:lnTo>
                  <a:pt x="16611" y="94529"/>
                </a:lnTo>
                <a:lnTo>
                  <a:pt x="16916" y="94529"/>
                </a:lnTo>
                <a:lnTo>
                  <a:pt x="17014" y="93489"/>
                </a:lnTo>
                <a:close/>
              </a:path>
              <a:path w="281939" h="285115">
                <a:moveTo>
                  <a:pt x="17438" y="92397"/>
                </a:moveTo>
                <a:lnTo>
                  <a:pt x="17118" y="92397"/>
                </a:lnTo>
                <a:lnTo>
                  <a:pt x="17014" y="93489"/>
                </a:lnTo>
                <a:lnTo>
                  <a:pt x="17438" y="92397"/>
                </a:lnTo>
                <a:close/>
              </a:path>
              <a:path w="281939" h="285115">
                <a:moveTo>
                  <a:pt x="103954" y="15974"/>
                </a:moveTo>
                <a:lnTo>
                  <a:pt x="68378" y="15974"/>
                </a:lnTo>
                <a:lnTo>
                  <a:pt x="75751" y="17251"/>
                </a:lnTo>
                <a:lnTo>
                  <a:pt x="95471" y="22174"/>
                </a:lnTo>
                <a:lnTo>
                  <a:pt x="96306" y="22174"/>
                </a:lnTo>
                <a:lnTo>
                  <a:pt x="98404" y="21861"/>
                </a:lnTo>
                <a:lnTo>
                  <a:pt x="103904" y="16172"/>
                </a:lnTo>
                <a:lnTo>
                  <a:pt x="103954" y="15974"/>
                </a:lnTo>
                <a:close/>
              </a:path>
              <a:path w="281939" h="285115">
                <a:moveTo>
                  <a:pt x="58623" y="18404"/>
                </a:moveTo>
                <a:lnTo>
                  <a:pt x="57459" y="19831"/>
                </a:lnTo>
                <a:lnTo>
                  <a:pt x="58133" y="19173"/>
                </a:lnTo>
                <a:lnTo>
                  <a:pt x="58623" y="18404"/>
                </a:lnTo>
                <a:close/>
              </a:path>
              <a:path w="281939" h="285115">
                <a:moveTo>
                  <a:pt x="58133" y="19173"/>
                </a:moveTo>
                <a:lnTo>
                  <a:pt x="57459" y="19831"/>
                </a:lnTo>
                <a:lnTo>
                  <a:pt x="57715" y="19831"/>
                </a:lnTo>
                <a:lnTo>
                  <a:pt x="58133" y="19173"/>
                </a:lnTo>
                <a:close/>
              </a:path>
              <a:path w="281939" h="285115">
                <a:moveTo>
                  <a:pt x="58922" y="18404"/>
                </a:moveTo>
                <a:lnTo>
                  <a:pt x="58623" y="18404"/>
                </a:lnTo>
                <a:lnTo>
                  <a:pt x="58133" y="19173"/>
                </a:lnTo>
                <a:lnTo>
                  <a:pt x="58922" y="18404"/>
                </a:lnTo>
                <a:close/>
              </a:path>
              <a:path w="281939" h="285115">
                <a:moveTo>
                  <a:pt x="62668" y="15974"/>
                </a:moveTo>
                <a:lnTo>
                  <a:pt x="61414" y="15974"/>
                </a:lnTo>
                <a:lnTo>
                  <a:pt x="60104" y="17251"/>
                </a:lnTo>
                <a:lnTo>
                  <a:pt x="59400" y="17251"/>
                </a:lnTo>
                <a:lnTo>
                  <a:pt x="58639" y="17734"/>
                </a:lnTo>
                <a:lnTo>
                  <a:pt x="59930" y="17251"/>
                </a:lnTo>
                <a:lnTo>
                  <a:pt x="60104" y="17251"/>
                </a:lnTo>
                <a:lnTo>
                  <a:pt x="61211" y="16172"/>
                </a:lnTo>
                <a:lnTo>
                  <a:pt x="61702" y="16172"/>
                </a:lnTo>
                <a:lnTo>
                  <a:pt x="62668" y="15974"/>
                </a:lnTo>
                <a:close/>
              </a:path>
              <a:path w="281939" h="285115">
                <a:moveTo>
                  <a:pt x="60104" y="17251"/>
                </a:moveTo>
                <a:lnTo>
                  <a:pt x="59930" y="17251"/>
                </a:lnTo>
                <a:lnTo>
                  <a:pt x="58639" y="17734"/>
                </a:lnTo>
                <a:lnTo>
                  <a:pt x="59609" y="17734"/>
                </a:lnTo>
                <a:lnTo>
                  <a:pt x="60104" y="17251"/>
                </a:lnTo>
                <a:close/>
              </a:path>
              <a:path w="281939" h="285115">
                <a:moveTo>
                  <a:pt x="63348" y="15974"/>
                </a:moveTo>
                <a:lnTo>
                  <a:pt x="62668" y="15974"/>
                </a:lnTo>
                <a:lnTo>
                  <a:pt x="61702" y="16172"/>
                </a:lnTo>
                <a:lnTo>
                  <a:pt x="62818" y="16172"/>
                </a:lnTo>
                <a:lnTo>
                  <a:pt x="63348" y="15974"/>
                </a:lnTo>
                <a:close/>
              </a:path>
              <a:path w="281939" h="285115">
                <a:moveTo>
                  <a:pt x="66449" y="15974"/>
                </a:moveTo>
                <a:lnTo>
                  <a:pt x="63348" y="15974"/>
                </a:lnTo>
                <a:lnTo>
                  <a:pt x="62818" y="16172"/>
                </a:lnTo>
                <a:lnTo>
                  <a:pt x="61702" y="16172"/>
                </a:lnTo>
                <a:lnTo>
                  <a:pt x="66449" y="1597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514600" y="8905664"/>
            <a:ext cx="235585" cy="257810"/>
          </a:xfrm>
          <a:custGeom>
            <a:avLst/>
            <a:gdLst/>
            <a:ahLst/>
            <a:cxnLst/>
            <a:rect l="l" t="t" r="r" b="b"/>
            <a:pathLst>
              <a:path w="235585" h="257809">
                <a:moveTo>
                  <a:pt x="158363" y="87202"/>
                </a:moveTo>
                <a:lnTo>
                  <a:pt x="144042" y="97284"/>
                </a:lnTo>
                <a:lnTo>
                  <a:pt x="143362" y="97710"/>
                </a:lnTo>
                <a:lnTo>
                  <a:pt x="148871" y="151866"/>
                </a:lnTo>
                <a:lnTo>
                  <a:pt x="158343" y="210008"/>
                </a:lnTo>
                <a:lnTo>
                  <a:pt x="175221" y="253792"/>
                </a:lnTo>
                <a:lnTo>
                  <a:pt x="181156" y="257729"/>
                </a:lnTo>
                <a:lnTo>
                  <a:pt x="183246" y="257729"/>
                </a:lnTo>
                <a:lnTo>
                  <a:pt x="190191" y="250765"/>
                </a:lnTo>
                <a:lnTo>
                  <a:pt x="190185" y="248645"/>
                </a:lnTo>
                <a:lnTo>
                  <a:pt x="189978" y="247625"/>
                </a:lnTo>
                <a:lnTo>
                  <a:pt x="180400" y="224706"/>
                </a:lnTo>
                <a:lnTo>
                  <a:pt x="180314" y="224499"/>
                </a:lnTo>
                <a:lnTo>
                  <a:pt x="180219" y="224271"/>
                </a:lnTo>
                <a:lnTo>
                  <a:pt x="173706" y="205667"/>
                </a:lnTo>
                <a:lnTo>
                  <a:pt x="169115" y="184261"/>
                </a:lnTo>
                <a:lnTo>
                  <a:pt x="169040" y="183914"/>
                </a:lnTo>
                <a:lnTo>
                  <a:pt x="168964" y="183567"/>
                </a:lnTo>
                <a:lnTo>
                  <a:pt x="164768" y="150055"/>
                </a:lnTo>
                <a:lnTo>
                  <a:pt x="158363" y="87202"/>
                </a:lnTo>
                <a:close/>
              </a:path>
              <a:path w="235585" h="257809">
                <a:moveTo>
                  <a:pt x="113304" y="0"/>
                </a:moveTo>
                <a:lnTo>
                  <a:pt x="108856" y="0"/>
                </a:lnTo>
                <a:lnTo>
                  <a:pt x="99420" y="1426"/>
                </a:lnTo>
                <a:lnTo>
                  <a:pt x="46329" y="32010"/>
                </a:lnTo>
                <a:lnTo>
                  <a:pt x="15965" y="65298"/>
                </a:lnTo>
                <a:lnTo>
                  <a:pt x="656" y="105258"/>
                </a:lnTo>
                <a:lnTo>
                  <a:pt x="0" y="121704"/>
                </a:lnTo>
                <a:lnTo>
                  <a:pt x="112" y="128598"/>
                </a:lnTo>
                <a:lnTo>
                  <a:pt x="10158" y="142812"/>
                </a:lnTo>
                <a:lnTo>
                  <a:pt x="10711" y="142812"/>
                </a:lnTo>
                <a:lnTo>
                  <a:pt x="22067" y="143482"/>
                </a:lnTo>
                <a:lnTo>
                  <a:pt x="23240" y="143482"/>
                </a:lnTo>
                <a:lnTo>
                  <a:pt x="47048" y="140084"/>
                </a:lnTo>
                <a:lnTo>
                  <a:pt x="47878" y="139910"/>
                </a:lnTo>
                <a:lnTo>
                  <a:pt x="75601" y="132902"/>
                </a:lnTo>
                <a:lnTo>
                  <a:pt x="76766" y="132506"/>
                </a:lnTo>
                <a:lnTo>
                  <a:pt x="81643" y="130435"/>
                </a:lnTo>
                <a:lnTo>
                  <a:pt x="16838" y="130435"/>
                </a:lnTo>
                <a:lnTo>
                  <a:pt x="16376" y="129444"/>
                </a:lnTo>
                <a:lnTo>
                  <a:pt x="16294" y="129269"/>
                </a:lnTo>
                <a:lnTo>
                  <a:pt x="11650" y="126851"/>
                </a:lnTo>
                <a:lnTo>
                  <a:pt x="15830" y="126851"/>
                </a:lnTo>
                <a:lnTo>
                  <a:pt x="15751" y="125783"/>
                </a:lnTo>
                <a:lnTo>
                  <a:pt x="15670" y="124842"/>
                </a:lnTo>
                <a:lnTo>
                  <a:pt x="15899" y="124842"/>
                </a:lnTo>
                <a:lnTo>
                  <a:pt x="16459" y="108296"/>
                </a:lnTo>
                <a:lnTo>
                  <a:pt x="16502" y="107044"/>
                </a:lnTo>
                <a:lnTo>
                  <a:pt x="16706" y="106511"/>
                </a:lnTo>
                <a:lnTo>
                  <a:pt x="18783" y="95770"/>
                </a:lnTo>
                <a:lnTo>
                  <a:pt x="20050" y="92732"/>
                </a:lnTo>
                <a:lnTo>
                  <a:pt x="23007" y="84881"/>
                </a:lnTo>
                <a:lnTo>
                  <a:pt x="23509" y="84199"/>
                </a:lnTo>
                <a:lnTo>
                  <a:pt x="29234" y="74165"/>
                </a:lnTo>
                <a:lnTo>
                  <a:pt x="30040" y="73261"/>
                </a:lnTo>
                <a:lnTo>
                  <a:pt x="37542" y="63586"/>
                </a:lnTo>
                <a:lnTo>
                  <a:pt x="42083" y="59047"/>
                </a:lnTo>
                <a:lnTo>
                  <a:pt x="56963" y="43916"/>
                </a:lnTo>
                <a:lnTo>
                  <a:pt x="59727" y="41832"/>
                </a:lnTo>
                <a:lnTo>
                  <a:pt x="75236" y="29691"/>
                </a:lnTo>
                <a:lnTo>
                  <a:pt x="75021" y="29691"/>
                </a:lnTo>
                <a:lnTo>
                  <a:pt x="75675" y="29347"/>
                </a:lnTo>
                <a:lnTo>
                  <a:pt x="76234" y="28910"/>
                </a:lnTo>
                <a:lnTo>
                  <a:pt x="76507" y="28910"/>
                </a:lnTo>
                <a:lnTo>
                  <a:pt x="93642" y="19905"/>
                </a:lnTo>
                <a:lnTo>
                  <a:pt x="93337" y="19905"/>
                </a:lnTo>
                <a:lnTo>
                  <a:pt x="94728" y="19335"/>
                </a:lnTo>
                <a:lnTo>
                  <a:pt x="95207" y="19335"/>
                </a:lnTo>
                <a:lnTo>
                  <a:pt x="101985" y="17269"/>
                </a:lnTo>
                <a:lnTo>
                  <a:pt x="101667" y="17269"/>
                </a:lnTo>
                <a:lnTo>
                  <a:pt x="102939" y="16978"/>
                </a:lnTo>
                <a:lnTo>
                  <a:pt x="103538" y="16978"/>
                </a:lnTo>
                <a:lnTo>
                  <a:pt x="110524" y="15932"/>
                </a:lnTo>
                <a:lnTo>
                  <a:pt x="143616" y="15932"/>
                </a:lnTo>
                <a:lnTo>
                  <a:pt x="142976" y="14894"/>
                </a:lnTo>
                <a:lnTo>
                  <a:pt x="118960" y="161"/>
                </a:lnTo>
                <a:lnTo>
                  <a:pt x="113304" y="0"/>
                </a:lnTo>
                <a:close/>
              </a:path>
              <a:path w="235585" h="257809">
                <a:moveTo>
                  <a:pt x="16294" y="129269"/>
                </a:moveTo>
                <a:lnTo>
                  <a:pt x="16838" y="130435"/>
                </a:lnTo>
                <a:lnTo>
                  <a:pt x="16722" y="129877"/>
                </a:lnTo>
                <a:lnTo>
                  <a:pt x="16631" y="129444"/>
                </a:lnTo>
                <a:lnTo>
                  <a:pt x="16294" y="129269"/>
                </a:lnTo>
                <a:close/>
              </a:path>
              <a:path w="235585" h="257809">
                <a:moveTo>
                  <a:pt x="16284" y="127124"/>
                </a:moveTo>
                <a:lnTo>
                  <a:pt x="16354" y="128116"/>
                </a:lnTo>
                <a:lnTo>
                  <a:pt x="16455" y="128598"/>
                </a:lnTo>
                <a:lnTo>
                  <a:pt x="17463" y="129877"/>
                </a:lnTo>
                <a:lnTo>
                  <a:pt x="16722" y="129877"/>
                </a:lnTo>
                <a:lnTo>
                  <a:pt x="16838" y="130435"/>
                </a:lnTo>
                <a:lnTo>
                  <a:pt x="81643" y="130435"/>
                </a:lnTo>
                <a:lnTo>
                  <a:pt x="82956" y="129877"/>
                </a:lnTo>
                <a:lnTo>
                  <a:pt x="17463" y="129877"/>
                </a:lnTo>
                <a:lnTo>
                  <a:pt x="16631" y="129444"/>
                </a:lnTo>
                <a:lnTo>
                  <a:pt x="83975" y="129444"/>
                </a:lnTo>
                <a:lnTo>
                  <a:pt x="88359" y="127582"/>
                </a:lnTo>
                <a:lnTo>
                  <a:pt x="24063" y="127582"/>
                </a:lnTo>
                <a:lnTo>
                  <a:pt x="16284" y="127124"/>
                </a:lnTo>
                <a:close/>
              </a:path>
              <a:path w="235585" h="257809">
                <a:moveTo>
                  <a:pt x="16455" y="128598"/>
                </a:moveTo>
                <a:lnTo>
                  <a:pt x="16595" y="129269"/>
                </a:lnTo>
                <a:lnTo>
                  <a:pt x="16631" y="129444"/>
                </a:lnTo>
                <a:lnTo>
                  <a:pt x="17463" y="129877"/>
                </a:lnTo>
                <a:lnTo>
                  <a:pt x="16455" y="128598"/>
                </a:lnTo>
                <a:close/>
              </a:path>
              <a:path w="235585" h="257809">
                <a:moveTo>
                  <a:pt x="15293" y="127124"/>
                </a:moveTo>
                <a:lnTo>
                  <a:pt x="16294" y="129269"/>
                </a:lnTo>
                <a:lnTo>
                  <a:pt x="16631" y="129444"/>
                </a:lnTo>
                <a:lnTo>
                  <a:pt x="16455" y="128598"/>
                </a:lnTo>
                <a:lnTo>
                  <a:pt x="15293" y="127124"/>
                </a:lnTo>
                <a:close/>
              </a:path>
              <a:path w="235585" h="257809">
                <a:moveTo>
                  <a:pt x="11650" y="126851"/>
                </a:moveTo>
                <a:lnTo>
                  <a:pt x="16294" y="129269"/>
                </a:lnTo>
                <a:lnTo>
                  <a:pt x="15293" y="127124"/>
                </a:lnTo>
                <a:lnTo>
                  <a:pt x="16284" y="127124"/>
                </a:lnTo>
                <a:lnTo>
                  <a:pt x="11650" y="126851"/>
                </a:lnTo>
                <a:close/>
              </a:path>
              <a:path w="235585" h="257809">
                <a:moveTo>
                  <a:pt x="15867" y="125783"/>
                </a:moveTo>
                <a:lnTo>
                  <a:pt x="15842" y="126851"/>
                </a:lnTo>
                <a:lnTo>
                  <a:pt x="11650" y="126851"/>
                </a:lnTo>
                <a:lnTo>
                  <a:pt x="16284" y="127124"/>
                </a:lnTo>
                <a:lnTo>
                  <a:pt x="15293" y="127124"/>
                </a:lnTo>
                <a:lnTo>
                  <a:pt x="16455" y="128598"/>
                </a:lnTo>
                <a:lnTo>
                  <a:pt x="15955" y="126206"/>
                </a:lnTo>
                <a:lnTo>
                  <a:pt x="15867" y="125783"/>
                </a:lnTo>
                <a:close/>
              </a:path>
              <a:path w="235585" h="257809">
                <a:moveTo>
                  <a:pt x="71103" y="117533"/>
                </a:moveTo>
                <a:lnTo>
                  <a:pt x="43955" y="124407"/>
                </a:lnTo>
                <a:lnTo>
                  <a:pt x="43656" y="124407"/>
                </a:lnTo>
                <a:lnTo>
                  <a:pt x="21405" y="127582"/>
                </a:lnTo>
                <a:lnTo>
                  <a:pt x="88359" y="127582"/>
                </a:lnTo>
                <a:lnTo>
                  <a:pt x="101149" y="122151"/>
                </a:lnTo>
                <a:lnTo>
                  <a:pt x="102038" y="121704"/>
                </a:lnTo>
                <a:lnTo>
                  <a:pt x="108788" y="117784"/>
                </a:lnTo>
                <a:lnTo>
                  <a:pt x="70512" y="117784"/>
                </a:lnTo>
                <a:lnTo>
                  <a:pt x="71103" y="117533"/>
                </a:lnTo>
                <a:close/>
              </a:path>
              <a:path w="235585" h="257809">
                <a:moveTo>
                  <a:pt x="15899" y="124842"/>
                </a:moveTo>
                <a:lnTo>
                  <a:pt x="15670" y="124842"/>
                </a:lnTo>
                <a:lnTo>
                  <a:pt x="15867" y="125783"/>
                </a:lnTo>
                <a:lnTo>
                  <a:pt x="15899" y="124842"/>
                </a:lnTo>
                <a:close/>
              </a:path>
              <a:path w="235585" h="257809">
                <a:moveTo>
                  <a:pt x="71677" y="117388"/>
                </a:moveTo>
                <a:lnTo>
                  <a:pt x="71103" y="117533"/>
                </a:lnTo>
                <a:lnTo>
                  <a:pt x="70512" y="117784"/>
                </a:lnTo>
                <a:lnTo>
                  <a:pt x="71677" y="117388"/>
                </a:lnTo>
                <a:close/>
              </a:path>
              <a:path w="235585" h="257809">
                <a:moveTo>
                  <a:pt x="109470" y="117388"/>
                </a:moveTo>
                <a:lnTo>
                  <a:pt x="71677" y="117388"/>
                </a:lnTo>
                <a:lnTo>
                  <a:pt x="70512" y="117784"/>
                </a:lnTo>
                <a:lnTo>
                  <a:pt x="108788" y="117784"/>
                </a:lnTo>
                <a:lnTo>
                  <a:pt x="109470" y="117388"/>
                </a:lnTo>
                <a:close/>
              </a:path>
              <a:path w="235585" h="257809">
                <a:moveTo>
                  <a:pt x="141510" y="79504"/>
                </a:moveTo>
                <a:lnTo>
                  <a:pt x="135422" y="83827"/>
                </a:lnTo>
                <a:lnTo>
                  <a:pt x="95437" y="107044"/>
                </a:lnTo>
                <a:lnTo>
                  <a:pt x="94895" y="107429"/>
                </a:lnTo>
                <a:lnTo>
                  <a:pt x="94344" y="107678"/>
                </a:lnTo>
                <a:lnTo>
                  <a:pt x="94006" y="107875"/>
                </a:lnTo>
                <a:lnTo>
                  <a:pt x="93846" y="107875"/>
                </a:lnTo>
                <a:lnTo>
                  <a:pt x="71103" y="117533"/>
                </a:lnTo>
                <a:lnTo>
                  <a:pt x="71677" y="117388"/>
                </a:lnTo>
                <a:lnTo>
                  <a:pt x="109470" y="117388"/>
                </a:lnTo>
                <a:lnTo>
                  <a:pt x="125856" y="107875"/>
                </a:lnTo>
                <a:lnTo>
                  <a:pt x="94006" y="107875"/>
                </a:lnTo>
                <a:lnTo>
                  <a:pt x="94398" y="107678"/>
                </a:lnTo>
                <a:lnTo>
                  <a:pt x="126194" y="107678"/>
                </a:lnTo>
                <a:lnTo>
                  <a:pt x="143362" y="97710"/>
                </a:lnTo>
                <a:lnTo>
                  <a:pt x="141510" y="79504"/>
                </a:lnTo>
                <a:close/>
              </a:path>
              <a:path w="235585" h="257809">
                <a:moveTo>
                  <a:pt x="156416" y="69018"/>
                </a:moveTo>
                <a:lnTo>
                  <a:pt x="141510" y="79504"/>
                </a:lnTo>
                <a:lnTo>
                  <a:pt x="143165" y="95770"/>
                </a:lnTo>
                <a:lnTo>
                  <a:pt x="143233" y="96438"/>
                </a:lnTo>
                <a:lnTo>
                  <a:pt x="143298" y="97073"/>
                </a:lnTo>
                <a:lnTo>
                  <a:pt x="143362" y="97710"/>
                </a:lnTo>
                <a:lnTo>
                  <a:pt x="144042" y="97284"/>
                </a:lnTo>
                <a:lnTo>
                  <a:pt x="158363" y="87202"/>
                </a:lnTo>
                <a:lnTo>
                  <a:pt x="157132" y="75109"/>
                </a:lnTo>
                <a:lnTo>
                  <a:pt x="157036" y="74165"/>
                </a:lnTo>
                <a:lnTo>
                  <a:pt x="156924" y="73065"/>
                </a:lnTo>
                <a:lnTo>
                  <a:pt x="156902" y="72851"/>
                </a:lnTo>
                <a:lnTo>
                  <a:pt x="156782" y="71673"/>
                </a:lnTo>
                <a:lnTo>
                  <a:pt x="156695" y="70817"/>
                </a:lnTo>
                <a:lnTo>
                  <a:pt x="156416" y="69018"/>
                </a:lnTo>
                <a:close/>
              </a:path>
              <a:path w="235585" h="257809">
                <a:moveTo>
                  <a:pt x="228088" y="17269"/>
                </a:moveTo>
                <a:lnTo>
                  <a:pt x="226659" y="17269"/>
                </a:lnTo>
                <a:lnTo>
                  <a:pt x="224020" y="17946"/>
                </a:lnTo>
                <a:lnTo>
                  <a:pt x="224291" y="17946"/>
                </a:lnTo>
                <a:lnTo>
                  <a:pt x="223666" y="18246"/>
                </a:lnTo>
                <a:lnTo>
                  <a:pt x="212050" y="26950"/>
                </a:lnTo>
                <a:lnTo>
                  <a:pt x="170591" y="59047"/>
                </a:lnTo>
                <a:lnTo>
                  <a:pt x="156416" y="69018"/>
                </a:lnTo>
                <a:lnTo>
                  <a:pt x="156695" y="70817"/>
                </a:lnTo>
                <a:lnTo>
                  <a:pt x="158020" y="83827"/>
                </a:lnTo>
                <a:lnTo>
                  <a:pt x="158127" y="84881"/>
                </a:lnTo>
                <a:lnTo>
                  <a:pt x="158243" y="86022"/>
                </a:lnTo>
                <a:lnTo>
                  <a:pt x="158363" y="87202"/>
                </a:lnTo>
                <a:lnTo>
                  <a:pt x="180422" y="71673"/>
                </a:lnTo>
                <a:lnTo>
                  <a:pt x="221726" y="39700"/>
                </a:lnTo>
                <a:lnTo>
                  <a:pt x="233262" y="31040"/>
                </a:lnTo>
                <a:lnTo>
                  <a:pt x="233848" y="30386"/>
                </a:lnTo>
                <a:lnTo>
                  <a:pt x="235591" y="24187"/>
                </a:lnTo>
                <a:lnTo>
                  <a:pt x="235099" y="22268"/>
                </a:lnTo>
                <a:lnTo>
                  <a:pt x="230091" y="17616"/>
                </a:lnTo>
                <a:lnTo>
                  <a:pt x="230522" y="17616"/>
                </a:lnTo>
                <a:lnTo>
                  <a:pt x="228088" y="17269"/>
                </a:lnTo>
                <a:close/>
              </a:path>
              <a:path w="235585" h="257809">
                <a:moveTo>
                  <a:pt x="147055" y="23242"/>
                </a:moveTo>
                <a:lnTo>
                  <a:pt x="129485" y="23242"/>
                </a:lnTo>
                <a:lnTo>
                  <a:pt x="130555" y="24978"/>
                </a:lnTo>
                <a:lnTo>
                  <a:pt x="130274" y="24978"/>
                </a:lnTo>
                <a:lnTo>
                  <a:pt x="132415" y="29691"/>
                </a:lnTo>
                <a:lnTo>
                  <a:pt x="132831" y="30386"/>
                </a:lnTo>
                <a:lnTo>
                  <a:pt x="135665" y="40345"/>
                </a:lnTo>
                <a:lnTo>
                  <a:pt x="135876" y="40866"/>
                </a:lnTo>
                <a:lnTo>
                  <a:pt x="140834" y="72851"/>
                </a:lnTo>
                <a:lnTo>
                  <a:pt x="141367" y="78097"/>
                </a:lnTo>
                <a:lnTo>
                  <a:pt x="141483" y="79239"/>
                </a:lnTo>
                <a:lnTo>
                  <a:pt x="141510" y="79504"/>
                </a:lnTo>
                <a:lnTo>
                  <a:pt x="156416" y="69018"/>
                </a:lnTo>
                <a:lnTo>
                  <a:pt x="151684" y="38422"/>
                </a:lnTo>
                <a:lnTo>
                  <a:pt x="151474" y="37454"/>
                </a:lnTo>
                <a:lnTo>
                  <a:pt x="148216" y="26007"/>
                </a:lnTo>
                <a:lnTo>
                  <a:pt x="147838" y="24978"/>
                </a:lnTo>
                <a:lnTo>
                  <a:pt x="130555" y="24978"/>
                </a:lnTo>
                <a:lnTo>
                  <a:pt x="130023" y="24321"/>
                </a:lnTo>
                <a:lnTo>
                  <a:pt x="147546" y="24321"/>
                </a:lnTo>
                <a:lnTo>
                  <a:pt x="147055" y="23242"/>
                </a:lnTo>
                <a:close/>
              </a:path>
              <a:path w="235585" h="257809">
                <a:moveTo>
                  <a:pt x="75675" y="29347"/>
                </a:moveTo>
                <a:lnTo>
                  <a:pt x="75021" y="29691"/>
                </a:lnTo>
                <a:lnTo>
                  <a:pt x="75236" y="29691"/>
                </a:lnTo>
                <a:lnTo>
                  <a:pt x="75675" y="29347"/>
                </a:lnTo>
                <a:close/>
              </a:path>
              <a:path w="235585" h="257809">
                <a:moveTo>
                  <a:pt x="76507" y="28910"/>
                </a:moveTo>
                <a:lnTo>
                  <a:pt x="76234" y="28910"/>
                </a:lnTo>
                <a:lnTo>
                  <a:pt x="75675" y="29347"/>
                </a:lnTo>
                <a:lnTo>
                  <a:pt x="76507" y="28910"/>
                </a:lnTo>
                <a:close/>
              </a:path>
              <a:path w="235585" h="257809">
                <a:moveTo>
                  <a:pt x="129485" y="23242"/>
                </a:moveTo>
                <a:lnTo>
                  <a:pt x="129914" y="24187"/>
                </a:lnTo>
                <a:lnTo>
                  <a:pt x="130555" y="24978"/>
                </a:lnTo>
                <a:lnTo>
                  <a:pt x="129485" y="23242"/>
                </a:lnTo>
                <a:close/>
              </a:path>
              <a:path w="235585" h="257809">
                <a:moveTo>
                  <a:pt x="126675" y="20191"/>
                </a:moveTo>
                <a:lnTo>
                  <a:pt x="129914" y="24187"/>
                </a:lnTo>
                <a:lnTo>
                  <a:pt x="129485" y="23242"/>
                </a:lnTo>
                <a:lnTo>
                  <a:pt x="147055" y="23242"/>
                </a:lnTo>
                <a:lnTo>
                  <a:pt x="145978" y="20873"/>
                </a:lnTo>
                <a:lnTo>
                  <a:pt x="127718" y="20873"/>
                </a:lnTo>
                <a:lnTo>
                  <a:pt x="126675" y="20191"/>
                </a:lnTo>
                <a:close/>
              </a:path>
              <a:path w="235585" h="257809">
                <a:moveTo>
                  <a:pt x="126018" y="19335"/>
                </a:moveTo>
                <a:lnTo>
                  <a:pt x="126264" y="19684"/>
                </a:lnTo>
                <a:lnTo>
                  <a:pt x="126675" y="20191"/>
                </a:lnTo>
                <a:lnTo>
                  <a:pt x="127718" y="20873"/>
                </a:lnTo>
                <a:lnTo>
                  <a:pt x="126018" y="19335"/>
                </a:lnTo>
                <a:close/>
              </a:path>
              <a:path w="235585" h="257809">
                <a:moveTo>
                  <a:pt x="145278" y="19335"/>
                </a:moveTo>
                <a:lnTo>
                  <a:pt x="126018" y="19335"/>
                </a:lnTo>
                <a:lnTo>
                  <a:pt x="127718" y="20873"/>
                </a:lnTo>
                <a:lnTo>
                  <a:pt x="145978" y="20873"/>
                </a:lnTo>
                <a:lnTo>
                  <a:pt x="145278" y="19335"/>
                </a:lnTo>
                <a:close/>
              </a:path>
              <a:path w="235585" h="257809">
                <a:moveTo>
                  <a:pt x="122739" y="17616"/>
                </a:moveTo>
                <a:lnTo>
                  <a:pt x="126675" y="20191"/>
                </a:lnTo>
                <a:lnTo>
                  <a:pt x="125982" y="19335"/>
                </a:lnTo>
                <a:lnTo>
                  <a:pt x="145278" y="19335"/>
                </a:lnTo>
                <a:lnTo>
                  <a:pt x="144646" y="17946"/>
                </a:lnTo>
                <a:lnTo>
                  <a:pt x="123893" y="17946"/>
                </a:lnTo>
                <a:lnTo>
                  <a:pt x="122739" y="17616"/>
                </a:lnTo>
                <a:close/>
              </a:path>
              <a:path w="235585" h="257809">
                <a:moveTo>
                  <a:pt x="94728" y="19335"/>
                </a:moveTo>
                <a:lnTo>
                  <a:pt x="93337" y="19905"/>
                </a:lnTo>
                <a:lnTo>
                  <a:pt x="94064" y="19684"/>
                </a:lnTo>
                <a:lnTo>
                  <a:pt x="94728" y="19335"/>
                </a:lnTo>
                <a:close/>
              </a:path>
              <a:path w="235585" h="257809">
                <a:moveTo>
                  <a:pt x="94064" y="19684"/>
                </a:moveTo>
                <a:lnTo>
                  <a:pt x="93337" y="19905"/>
                </a:lnTo>
                <a:lnTo>
                  <a:pt x="93642" y="19905"/>
                </a:lnTo>
                <a:lnTo>
                  <a:pt x="94064" y="19684"/>
                </a:lnTo>
                <a:close/>
              </a:path>
              <a:path w="235585" h="257809">
                <a:moveTo>
                  <a:pt x="95207" y="19335"/>
                </a:moveTo>
                <a:lnTo>
                  <a:pt x="94728" y="19335"/>
                </a:lnTo>
                <a:lnTo>
                  <a:pt x="94064" y="19684"/>
                </a:lnTo>
                <a:lnTo>
                  <a:pt x="95207" y="19335"/>
                </a:lnTo>
                <a:close/>
              </a:path>
              <a:path w="235585" h="257809">
                <a:moveTo>
                  <a:pt x="121786" y="16978"/>
                </a:moveTo>
                <a:lnTo>
                  <a:pt x="122739" y="17616"/>
                </a:lnTo>
                <a:lnTo>
                  <a:pt x="123893" y="17946"/>
                </a:lnTo>
                <a:lnTo>
                  <a:pt x="121786" y="16978"/>
                </a:lnTo>
                <a:close/>
              </a:path>
              <a:path w="235585" h="257809">
                <a:moveTo>
                  <a:pt x="144206" y="16978"/>
                </a:moveTo>
                <a:lnTo>
                  <a:pt x="121786" y="16978"/>
                </a:lnTo>
                <a:lnTo>
                  <a:pt x="123893" y="17946"/>
                </a:lnTo>
                <a:lnTo>
                  <a:pt x="144646" y="17946"/>
                </a:lnTo>
                <a:lnTo>
                  <a:pt x="144206" y="16978"/>
                </a:lnTo>
                <a:close/>
              </a:path>
              <a:path w="235585" h="257809">
                <a:moveTo>
                  <a:pt x="117062" y="15932"/>
                </a:moveTo>
                <a:lnTo>
                  <a:pt x="116833" y="15932"/>
                </a:lnTo>
                <a:lnTo>
                  <a:pt x="122739" y="17616"/>
                </a:lnTo>
                <a:lnTo>
                  <a:pt x="121762" y="16978"/>
                </a:lnTo>
                <a:lnTo>
                  <a:pt x="144206" y="16978"/>
                </a:lnTo>
                <a:lnTo>
                  <a:pt x="144048" y="16631"/>
                </a:lnTo>
                <a:lnTo>
                  <a:pt x="143849" y="16309"/>
                </a:lnTo>
                <a:lnTo>
                  <a:pt x="143757" y="16160"/>
                </a:lnTo>
                <a:lnTo>
                  <a:pt x="118499" y="16160"/>
                </a:lnTo>
                <a:lnTo>
                  <a:pt x="117062" y="15932"/>
                </a:lnTo>
                <a:close/>
              </a:path>
              <a:path w="235585" h="257809">
                <a:moveTo>
                  <a:pt x="102939" y="16978"/>
                </a:moveTo>
                <a:lnTo>
                  <a:pt x="101667" y="17269"/>
                </a:lnTo>
                <a:lnTo>
                  <a:pt x="101985" y="17269"/>
                </a:lnTo>
                <a:lnTo>
                  <a:pt x="102939" y="16978"/>
                </a:lnTo>
                <a:close/>
              </a:path>
              <a:path w="235585" h="257809">
                <a:moveTo>
                  <a:pt x="103538" y="16978"/>
                </a:moveTo>
                <a:lnTo>
                  <a:pt x="102939" y="16978"/>
                </a:lnTo>
                <a:lnTo>
                  <a:pt x="101985" y="17269"/>
                </a:lnTo>
                <a:lnTo>
                  <a:pt x="101597" y="17269"/>
                </a:lnTo>
                <a:lnTo>
                  <a:pt x="103538" y="16978"/>
                </a:lnTo>
                <a:close/>
              </a:path>
              <a:path w="235585" h="257809">
                <a:moveTo>
                  <a:pt x="116833" y="15932"/>
                </a:moveTo>
                <a:lnTo>
                  <a:pt x="110524" y="15932"/>
                </a:lnTo>
                <a:lnTo>
                  <a:pt x="118499" y="16160"/>
                </a:lnTo>
                <a:lnTo>
                  <a:pt x="117634" y="16160"/>
                </a:lnTo>
                <a:lnTo>
                  <a:pt x="116833" y="15932"/>
                </a:lnTo>
                <a:close/>
              </a:path>
              <a:path w="235585" h="257809">
                <a:moveTo>
                  <a:pt x="143616" y="15932"/>
                </a:moveTo>
                <a:lnTo>
                  <a:pt x="117062" y="15932"/>
                </a:lnTo>
                <a:lnTo>
                  <a:pt x="118499" y="16160"/>
                </a:lnTo>
                <a:lnTo>
                  <a:pt x="143757" y="16160"/>
                </a:lnTo>
                <a:lnTo>
                  <a:pt x="143616" y="15932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598530" y="9484093"/>
            <a:ext cx="294640" cy="112395"/>
          </a:xfrm>
          <a:custGeom>
            <a:avLst/>
            <a:gdLst/>
            <a:ahLst/>
            <a:cxnLst/>
            <a:rect l="l" t="t" r="r" b="b"/>
            <a:pathLst>
              <a:path w="294639" h="112395">
                <a:moveTo>
                  <a:pt x="168351" y="41567"/>
                </a:moveTo>
                <a:lnTo>
                  <a:pt x="167779" y="39535"/>
                </a:lnTo>
                <a:lnTo>
                  <a:pt x="167309" y="38608"/>
                </a:lnTo>
                <a:lnTo>
                  <a:pt x="155244" y="23304"/>
                </a:lnTo>
                <a:lnTo>
                  <a:pt x="153860" y="21551"/>
                </a:lnTo>
                <a:lnTo>
                  <a:pt x="152958" y="20396"/>
                </a:lnTo>
                <a:lnTo>
                  <a:pt x="152209" y="19570"/>
                </a:lnTo>
                <a:lnTo>
                  <a:pt x="151612" y="18961"/>
                </a:lnTo>
                <a:lnTo>
                  <a:pt x="148551" y="15786"/>
                </a:lnTo>
                <a:lnTo>
                  <a:pt x="113449" y="1409"/>
                </a:lnTo>
                <a:lnTo>
                  <a:pt x="115087" y="1409"/>
                </a:lnTo>
                <a:lnTo>
                  <a:pt x="73799" y="0"/>
                </a:lnTo>
                <a:lnTo>
                  <a:pt x="44030" y="0"/>
                </a:lnTo>
                <a:lnTo>
                  <a:pt x="42379" y="177"/>
                </a:lnTo>
                <a:lnTo>
                  <a:pt x="37668" y="1244"/>
                </a:lnTo>
                <a:lnTo>
                  <a:pt x="37668" y="17310"/>
                </a:lnTo>
                <a:lnTo>
                  <a:pt x="35547" y="18135"/>
                </a:lnTo>
                <a:lnTo>
                  <a:pt x="37630" y="17310"/>
                </a:lnTo>
                <a:lnTo>
                  <a:pt x="37668" y="1244"/>
                </a:lnTo>
                <a:lnTo>
                  <a:pt x="2603" y="20751"/>
                </a:lnTo>
                <a:lnTo>
                  <a:pt x="0" y="26339"/>
                </a:lnTo>
                <a:lnTo>
                  <a:pt x="25" y="27381"/>
                </a:lnTo>
                <a:lnTo>
                  <a:pt x="7721" y="34747"/>
                </a:lnTo>
                <a:lnTo>
                  <a:pt x="8648" y="34747"/>
                </a:lnTo>
                <a:lnTo>
                  <a:pt x="10312" y="34378"/>
                </a:lnTo>
                <a:lnTo>
                  <a:pt x="10566" y="34378"/>
                </a:lnTo>
                <a:lnTo>
                  <a:pt x="11785" y="33845"/>
                </a:lnTo>
                <a:lnTo>
                  <a:pt x="25425" y="24295"/>
                </a:lnTo>
                <a:lnTo>
                  <a:pt x="26085" y="23888"/>
                </a:lnTo>
                <a:lnTo>
                  <a:pt x="36220" y="18135"/>
                </a:lnTo>
                <a:lnTo>
                  <a:pt x="36677" y="17868"/>
                </a:lnTo>
                <a:lnTo>
                  <a:pt x="39154" y="17310"/>
                </a:lnTo>
                <a:lnTo>
                  <a:pt x="45021" y="15989"/>
                </a:lnTo>
                <a:lnTo>
                  <a:pt x="73253" y="15989"/>
                </a:lnTo>
                <a:lnTo>
                  <a:pt x="112001" y="17310"/>
                </a:lnTo>
                <a:lnTo>
                  <a:pt x="111594" y="17310"/>
                </a:lnTo>
                <a:lnTo>
                  <a:pt x="125691" y="19405"/>
                </a:lnTo>
                <a:lnTo>
                  <a:pt x="132981" y="22669"/>
                </a:lnTo>
                <a:lnTo>
                  <a:pt x="139522" y="29451"/>
                </a:lnTo>
                <a:lnTo>
                  <a:pt x="140474" y="30403"/>
                </a:lnTo>
                <a:lnTo>
                  <a:pt x="158889" y="50711"/>
                </a:lnTo>
                <a:lnTo>
                  <a:pt x="161518" y="50711"/>
                </a:lnTo>
                <a:lnTo>
                  <a:pt x="163258" y="50215"/>
                </a:lnTo>
                <a:lnTo>
                  <a:pt x="163385" y="50215"/>
                </a:lnTo>
                <a:lnTo>
                  <a:pt x="168313" y="43662"/>
                </a:lnTo>
                <a:lnTo>
                  <a:pt x="168351" y="41567"/>
                </a:lnTo>
                <a:close/>
              </a:path>
              <a:path w="294639" h="112395">
                <a:moveTo>
                  <a:pt x="294017" y="79717"/>
                </a:moveTo>
                <a:lnTo>
                  <a:pt x="286588" y="72085"/>
                </a:lnTo>
                <a:lnTo>
                  <a:pt x="285470" y="72085"/>
                </a:lnTo>
                <a:lnTo>
                  <a:pt x="262788" y="76276"/>
                </a:lnTo>
                <a:lnTo>
                  <a:pt x="262204" y="76276"/>
                </a:lnTo>
                <a:lnTo>
                  <a:pt x="246583" y="77495"/>
                </a:lnTo>
                <a:lnTo>
                  <a:pt x="158343" y="77495"/>
                </a:lnTo>
                <a:lnTo>
                  <a:pt x="149021" y="78066"/>
                </a:lnTo>
                <a:lnTo>
                  <a:pt x="109194" y="98513"/>
                </a:lnTo>
                <a:lnTo>
                  <a:pt x="106883" y="104241"/>
                </a:lnTo>
                <a:lnTo>
                  <a:pt x="106959" y="105270"/>
                </a:lnTo>
                <a:lnTo>
                  <a:pt x="115011" y="112242"/>
                </a:lnTo>
                <a:lnTo>
                  <a:pt x="115773" y="112242"/>
                </a:lnTo>
                <a:lnTo>
                  <a:pt x="117919" y="111658"/>
                </a:lnTo>
                <a:lnTo>
                  <a:pt x="119011" y="111137"/>
                </a:lnTo>
                <a:lnTo>
                  <a:pt x="131864" y="101142"/>
                </a:lnTo>
                <a:lnTo>
                  <a:pt x="134874" y="99301"/>
                </a:lnTo>
                <a:lnTo>
                  <a:pt x="136652" y="98183"/>
                </a:lnTo>
                <a:lnTo>
                  <a:pt x="137083" y="97917"/>
                </a:lnTo>
                <a:lnTo>
                  <a:pt x="138137" y="97510"/>
                </a:lnTo>
                <a:lnTo>
                  <a:pt x="142938" y="95643"/>
                </a:lnTo>
                <a:lnTo>
                  <a:pt x="143306" y="95504"/>
                </a:lnTo>
                <a:lnTo>
                  <a:pt x="144424" y="95275"/>
                </a:lnTo>
                <a:lnTo>
                  <a:pt x="150406" y="94043"/>
                </a:lnTo>
                <a:lnTo>
                  <a:pt x="149999" y="94043"/>
                </a:lnTo>
                <a:lnTo>
                  <a:pt x="159321" y="93472"/>
                </a:lnTo>
                <a:lnTo>
                  <a:pt x="247523" y="93472"/>
                </a:lnTo>
                <a:lnTo>
                  <a:pt x="264871" y="92113"/>
                </a:lnTo>
                <a:lnTo>
                  <a:pt x="265087" y="92113"/>
                </a:lnTo>
                <a:lnTo>
                  <a:pt x="288455" y="87795"/>
                </a:lnTo>
                <a:lnTo>
                  <a:pt x="293992" y="80759"/>
                </a:lnTo>
                <a:lnTo>
                  <a:pt x="294017" y="79717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2" name="object 7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066207" y="9420076"/>
            <a:ext cx="341943" cy="304427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536588" y="9353271"/>
            <a:ext cx="331146" cy="301766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579197" y="9683328"/>
            <a:ext cx="3860224" cy="568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object 3">
            <a:extLst>
              <a:ext uri="{FF2B5EF4-FFF2-40B4-BE49-F238E27FC236}">
                <a16:creationId xmlns:a16="http://schemas.microsoft.com/office/drawing/2014/main" id="{96E1F246-D627-D036-DF45-4E285980A9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254" y="698500"/>
            <a:ext cx="6847992" cy="5019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7DC8902-BA92-84D1-B75A-623B79A60F09}"/>
                  </a:ext>
                </a:extLst>
              </p14:cNvPr>
              <p14:cNvContentPartPr/>
              <p14:nvPr/>
            </p14:nvContentPartPr>
            <p14:xfrm>
              <a:off x="7051260" y="1466280"/>
              <a:ext cx="611640" cy="13428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7DC8902-BA92-84D1-B75A-623B79A60F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5140" y="1460160"/>
                <a:ext cx="623880" cy="135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7CA352BE-9A6D-9AA3-982E-522486CA08D8}"/>
              </a:ext>
            </a:extLst>
          </p:cNvPr>
          <p:cNvGrpSpPr/>
          <p:nvPr/>
        </p:nvGrpSpPr>
        <p:grpSpPr>
          <a:xfrm>
            <a:off x="1246260" y="1625760"/>
            <a:ext cx="5016600" cy="2986200"/>
            <a:chOff x="1246260" y="1625760"/>
            <a:chExt cx="5016600" cy="29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738364F-CCC1-13EF-3863-98DBD4181958}"/>
                    </a:ext>
                  </a:extLst>
                </p14:cNvPr>
                <p14:cNvContentPartPr/>
                <p14:nvPr/>
              </p14:nvContentPartPr>
              <p14:xfrm>
                <a:off x="1246260" y="2013480"/>
                <a:ext cx="83160" cy="323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738364F-CCC1-13EF-3863-98DBD418195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40140" y="2007360"/>
                  <a:ext cx="954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D8110A8-8E4F-17FF-82D8-977976094B5B}"/>
                    </a:ext>
                  </a:extLst>
                </p14:cNvPr>
                <p14:cNvContentPartPr/>
                <p14:nvPr/>
              </p14:nvContentPartPr>
              <p14:xfrm>
                <a:off x="1456140" y="1965960"/>
                <a:ext cx="290520" cy="462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D8110A8-8E4F-17FF-82D8-977976094B5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50020" y="1959840"/>
                  <a:ext cx="3027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8958867-4A13-4264-C1E7-F87FDA1278B9}"/>
                    </a:ext>
                  </a:extLst>
                </p14:cNvPr>
                <p14:cNvContentPartPr/>
                <p14:nvPr/>
              </p14:nvContentPartPr>
              <p14:xfrm>
                <a:off x="1501140" y="1960920"/>
                <a:ext cx="526680" cy="51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8958867-4A13-4264-C1E7-F87FDA1278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95020" y="1954800"/>
                  <a:ext cx="538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7491030-B5FD-A7C9-8B9B-0E231A53B787}"/>
                    </a:ext>
                  </a:extLst>
                </p14:cNvPr>
                <p14:cNvContentPartPr/>
                <p14:nvPr/>
              </p14:nvContentPartPr>
              <p14:xfrm>
                <a:off x="2025300" y="2010960"/>
                <a:ext cx="434880" cy="506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7491030-B5FD-A7C9-8B9B-0E231A53B7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19180" y="2004840"/>
                  <a:ext cx="44712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CB6B4B9-BA26-3642-22B3-225F8E8614F8}"/>
                    </a:ext>
                  </a:extLst>
                </p14:cNvPr>
                <p14:cNvContentPartPr/>
                <p14:nvPr/>
              </p14:nvContentPartPr>
              <p14:xfrm>
                <a:off x="2601300" y="2217240"/>
                <a:ext cx="385200" cy="599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CB6B4B9-BA26-3642-22B3-225F8E8614F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95180" y="2211120"/>
                  <a:ext cx="397440" cy="6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52AADD2-177C-4577-4642-91CAF9869ECD}"/>
                    </a:ext>
                  </a:extLst>
                </p14:cNvPr>
                <p14:cNvContentPartPr/>
                <p14:nvPr/>
              </p14:nvContentPartPr>
              <p14:xfrm>
                <a:off x="3231300" y="2049480"/>
                <a:ext cx="87120" cy="494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52AADD2-177C-4577-4642-91CAF9869E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25180" y="2043360"/>
                  <a:ext cx="9936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48A2B0-6878-FA22-6DD1-89BE569B9E09}"/>
                    </a:ext>
                  </a:extLst>
                </p14:cNvPr>
                <p14:cNvContentPartPr/>
                <p14:nvPr/>
              </p14:nvContentPartPr>
              <p14:xfrm>
                <a:off x="3118260" y="2211480"/>
                <a:ext cx="427320" cy="63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48A2B0-6878-FA22-6DD1-89BE569B9E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12140" y="2205360"/>
                  <a:ext cx="439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921C2A7-30DC-269B-B671-9A55C868EA40}"/>
                    </a:ext>
                  </a:extLst>
                </p14:cNvPr>
                <p14:cNvContentPartPr/>
                <p14:nvPr/>
              </p14:nvContentPartPr>
              <p14:xfrm>
                <a:off x="3607860" y="1625760"/>
                <a:ext cx="556920" cy="1372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921C2A7-30DC-269B-B671-9A55C868EA4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01740" y="1619640"/>
                  <a:ext cx="569160" cy="13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7A84E6-3D43-5623-3B4C-FFF9A7DFF9B1}"/>
                    </a:ext>
                  </a:extLst>
                </p14:cNvPr>
                <p14:cNvContentPartPr/>
                <p14:nvPr/>
              </p14:nvContentPartPr>
              <p14:xfrm>
                <a:off x="5213820" y="1761480"/>
                <a:ext cx="502920" cy="581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7A84E6-3D43-5623-3B4C-FFF9A7DFF9B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07700" y="1755360"/>
                  <a:ext cx="51516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991C46F-A8CC-F283-91D9-25D9E3F28455}"/>
                    </a:ext>
                  </a:extLst>
                </p14:cNvPr>
                <p14:cNvContentPartPr/>
                <p14:nvPr/>
              </p14:nvContentPartPr>
              <p14:xfrm>
                <a:off x="5935620" y="2096280"/>
                <a:ext cx="327240" cy="459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991C46F-A8CC-F283-91D9-25D9E3F2845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929500" y="2090160"/>
                  <a:ext cx="3394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9E356B7-1858-1341-A011-3A9DA16EA9C2}"/>
                    </a:ext>
                  </a:extLst>
                </p14:cNvPr>
                <p14:cNvContentPartPr/>
                <p14:nvPr/>
              </p14:nvContentPartPr>
              <p14:xfrm>
                <a:off x="4680300" y="1841760"/>
                <a:ext cx="172440" cy="516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9E356B7-1858-1341-A011-3A9DA16EA9C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74180" y="1835640"/>
                  <a:ext cx="18468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C86EFF6-D469-38C2-7D34-22D4C420C201}"/>
                    </a:ext>
                  </a:extLst>
                </p14:cNvPr>
                <p14:cNvContentPartPr/>
                <p14:nvPr/>
              </p14:nvContentPartPr>
              <p14:xfrm>
                <a:off x="4866060" y="1937880"/>
                <a:ext cx="147960" cy="483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C86EFF6-D469-38C2-7D34-22D4C420C2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59940" y="1931760"/>
                  <a:ext cx="16020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4302495-7E47-A73E-70A9-3AAFB44AFBC0}"/>
                    </a:ext>
                  </a:extLst>
                </p14:cNvPr>
                <p14:cNvContentPartPr/>
                <p14:nvPr/>
              </p14:nvContentPartPr>
              <p14:xfrm>
                <a:off x="2395740" y="3524400"/>
                <a:ext cx="495000" cy="877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4302495-7E47-A73E-70A9-3AAFB44AFBC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89620" y="3518280"/>
                  <a:ext cx="507240" cy="8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1EB3486-4A61-D56E-8F84-610F2B5F99CD}"/>
                    </a:ext>
                  </a:extLst>
                </p14:cNvPr>
                <p14:cNvContentPartPr/>
                <p14:nvPr/>
              </p14:nvContentPartPr>
              <p14:xfrm>
                <a:off x="2386740" y="3538440"/>
                <a:ext cx="1281960" cy="541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1EB3486-4A61-D56E-8F84-610F2B5F99C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80620" y="3532320"/>
                  <a:ext cx="129420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7111EB5-560E-8FE7-1E1B-4EA2ADDAC894}"/>
                    </a:ext>
                  </a:extLst>
                </p14:cNvPr>
                <p14:cNvContentPartPr/>
                <p14:nvPr/>
              </p14:nvContentPartPr>
              <p14:xfrm>
                <a:off x="4017900" y="3519360"/>
                <a:ext cx="402480" cy="671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7111EB5-560E-8FE7-1E1B-4EA2ADDAC89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11780" y="3513240"/>
                  <a:ext cx="41472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4FE852-C95E-C9F7-51EF-95BD72EBB5F5}"/>
                    </a:ext>
                  </a:extLst>
                </p14:cNvPr>
                <p14:cNvContentPartPr/>
                <p14:nvPr/>
              </p14:nvContentPartPr>
              <p14:xfrm>
                <a:off x="4444140" y="3432240"/>
                <a:ext cx="597600" cy="602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4FE852-C95E-C9F7-51EF-95BD72EBB5F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438020" y="3426120"/>
                  <a:ext cx="60984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28B9959-F5A7-C05F-FCA5-A078FB6270FF}"/>
                    </a:ext>
                  </a:extLst>
                </p14:cNvPr>
                <p14:cNvContentPartPr/>
                <p14:nvPr/>
              </p14:nvContentPartPr>
              <p14:xfrm>
                <a:off x="2616780" y="2707920"/>
                <a:ext cx="3122280" cy="1904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28B9959-F5A7-C05F-FCA5-A078FB6270F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10660" y="2701800"/>
                  <a:ext cx="3134520" cy="1916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141</Words>
  <Application>Microsoft Office PowerPoint</Application>
  <PresentationFormat>Custom</PresentationFormat>
  <Paragraphs>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Aiman</cp:lastModifiedBy>
  <cp:revision>2</cp:revision>
  <dcterms:created xsi:type="dcterms:W3CDTF">2026-01-06T08:40:22Z</dcterms:created>
  <dcterms:modified xsi:type="dcterms:W3CDTF">2026-01-07T09:10:22Z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LastSaved">
    <vt:filetime>2026-01-06T00:00:00Z</vt:filetime>
  </property>
  <property fmtid="{D5CDD505-2E9C-101B-9397-08002B2CF9AE}" pid="4" name="Producer">
    <vt:lpwstr>iOS Version 16.7.12 (Build 20H364) Quartz PDFContext</vt:lpwstr>
  </property>
</Properties>
</file>