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6850" y="539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96850" y="1079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96850" y="1619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96850" y="21590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96850" y="2698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96850" y="3238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96850" y="3778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96850" y="43180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96850" y="4857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96850" y="5397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96850" y="5937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96850" y="64770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196850" y="7016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196850" y="7556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196850" y="8096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196850" y="86360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196850" y="91757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196850" y="971550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196850" y="10255250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 h="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12700">
            <a:solidFill>
              <a:srgbClr val="B7D9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Relationship Id="rId4" Type="http://schemas.openxmlformats.org/officeDocument/2006/relationships/image" Target="../media/image67.jp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6.jpg"/><Relationship Id="rId3" Type="http://schemas.openxmlformats.org/officeDocument/2006/relationships/image" Target="../media/image77.jpg"/><Relationship Id="rId4" Type="http://schemas.openxmlformats.org/officeDocument/2006/relationships/image" Target="../media/image78.jp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8.png"/><Relationship Id="rId15" Type="http://schemas.openxmlformats.org/officeDocument/2006/relationships/image" Target="../media/image89.png"/><Relationship Id="rId16" Type="http://schemas.openxmlformats.org/officeDocument/2006/relationships/image" Target="../media/image90.png"/><Relationship Id="rId17" Type="http://schemas.openxmlformats.org/officeDocument/2006/relationships/image" Target="../media/image91.png"/><Relationship Id="rId18" Type="http://schemas.openxmlformats.org/officeDocument/2006/relationships/image" Target="../media/image92.png"/><Relationship Id="rId19" Type="http://schemas.openxmlformats.org/officeDocument/2006/relationships/image" Target="../media/image93.png"/><Relationship Id="rId20" Type="http://schemas.openxmlformats.org/officeDocument/2006/relationships/image" Target="../media/image94.png"/><Relationship Id="rId21" Type="http://schemas.openxmlformats.org/officeDocument/2006/relationships/image" Target="../media/image95.png"/><Relationship Id="rId22" Type="http://schemas.openxmlformats.org/officeDocument/2006/relationships/image" Target="../media/image96.png"/><Relationship Id="rId23" Type="http://schemas.openxmlformats.org/officeDocument/2006/relationships/image" Target="../media/image97.png"/><Relationship Id="rId24" Type="http://schemas.openxmlformats.org/officeDocument/2006/relationships/image" Target="../media/image98.png"/><Relationship Id="rId25" Type="http://schemas.openxmlformats.org/officeDocument/2006/relationships/image" Target="../media/image99.png"/><Relationship Id="rId26" Type="http://schemas.openxmlformats.org/officeDocument/2006/relationships/image" Target="../media/image100.png"/><Relationship Id="rId27" Type="http://schemas.openxmlformats.org/officeDocument/2006/relationships/image" Target="../media/image101.png"/><Relationship Id="rId28" Type="http://schemas.openxmlformats.org/officeDocument/2006/relationships/image" Target="../media/image102.png"/><Relationship Id="rId29" Type="http://schemas.openxmlformats.org/officeDocument/2006/relationships/image" Target="../media/image103.png"/><Relationship Id="rId30" Type="http://schemas.openxmlformats.org/officeDocument/2006/relationships/image" Target="../media/image104.png"/><Relationship Id="rId31" Type="http://schemas.openxmlformats.org/officeDocument/2006/relationships/image" Target="../media/image105.png"/><Relationship Id="rId32" Type="http://schemas.openxmlformats.org/officeDocument/2006/relationships/image" Target="../media/image106.png"/><Relationship Id="rId33" Type="http://schemas.openxmlformats.org/officeDocument/2006/relationships/image" Target="../media/image107.png"/><Relationship Id="rId34" Type="http://schemas.openxmlformats.org/officeDocument/2006/relationships/image" Target="../media/image10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9.jpg"/><Relationship Id="rId3" Type="http://schemas.openxmlformats.org/officeDocument/2006/relationships/image" Target="../media/image110.jpg"/><Relationship Id="rId4" Type="http://schemas.openxmlformats.org/officeDocument/2006/relationships/image" Target="../media/image111.jp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Relationship Id="rId12" Type="http://schemas.openxmlformats.org/officeDocument/2006/relationships/image" Target="../media/image119.png"/><Relationship Id="rId13" Type="http://schemas.openxmlformats.org/officeDocument/2006/relationships/image" Target="../media/image120.png"/><Relationship Id="rId14" Type="http://schemas.openxmlformats.org/officeDocument/2006/relationships/image" Target="../media/image121.png"/><Relationship Id="rId15" Type="http://schemas.openxmlformats.org/officeDocument/2006/relationships/image" Target="../media/image12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3.jpg"/><Relationship Id="rId3" Type="http://schemas.openxmlformats.org/officeDocument/2006/relationships/image" Target="../media/image124.jpg"/><Relationship Id="rId4" Type="http://schemas.openxmlformats.org/officeDocument/2006/relationships/image" Target="../media/image125.jpg"/><Relationship Id="rId5" Type="http://schemas.openxmlformats.org/officeDocument/2006/relationships/image" Target="../media/image126.jp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Relationship Id="rId9" Type="http://schemas.openxmlformats.org/officeDocument/2006/relationships/image" Target="../media/image130.png"/><Relationship Id="rId10" Type="http://schemas.openxmlformats.org/officeDocument/2006/relationships/image" Target="../media/image131.png"/><Relationship Id="rId11" Type="http://schemas.openxmlformats.org/officeDocument/2006/relationships/image" Target="../media/image132.png"/><Relationship Id="rId12" Type="http://schemas.openxmlformats.org/officeDocument/2006/relationships/image" Target="../media/image133.png"/><Relationship Id="rId13" Type="http://schemas.openxmlformats.org/officeDocument/2006/relationships/image" Target="../media/image134.png"/><Relationship Id="rId14" Type="http://schemas.openxmlformats.org/officeDocument/2006/relationships/image" Target="../media/image135.png"/><Relationship Id="rId15" Type="http://schemas.openxmlformats.org/officeDocument/2006/relationships/image" Target="../media/image136.png"/><Relationship Id="rId16" Type="http://schemas.openxmlformats.org/officeDocument/2006/relationships/image" Target="../media/image137.png"/><Relationship Id="rId17" Type="http://schemas.openxmlformats.org/officeDocument/2006/relationships/image" Target="../media/image138.png"/><Relationship Id="rId18" Type="http://schemas.openxmlformats.org/officeDocument/2006/relationships/image" Target="../media/image139.png"/><Relationship Id="rId19" Type="http://schemas.openxmlformats.org/officeDocument/2006/relationships/image" Target="../media/image140.png"/><Relationship Id="rId20" Type="http://schemas.openxmlformats.org/officeDocument/2006/relationships/image" Target="../media/image141.png"/><Relationship Id="rId21" Type="http://schemas.openxmlformats.org/officeDocument/2006/relationships/image" Target="../media/image142.png"/><Relationship Id="rId22" Type="http://schemas.openxmlformats.org/officeDocument/2006/relationships/image" Target="../media/image143.png"/><Relationship Id="rId23" Type="http://schemas.openxmlformats.org/officeDocument/2006/relationships/image" Target="../media/image144.png"/><Relationship Id="rId24" Type="http://schemas.openxmlformats.org/officeDocument/2006/relationships/image" Target="../media/image145.png"/><Relationship Id="rId25" Type="http://schemas.openxmlformats.org/officeDocument/2006/relationships/image" Target="../media/image146.png"/><Relationship Id="rId26" Type="http://schemas.openxmlformats.org/officeDocument/2006/relationships/image" Target="../media/image147.png"/><Relationship Id="rId27" Type="http://schemas.openxmlformats.org/officeDocument/2006/relationships/image" Target="../media/image148.png"/><Relationship Id="rId28" Type="http://schemas.openxmlformats.org/officeDocument/2006/relationships/image" Target="../media/image149.png"/><Relationship Id="rId29" Type="http://schemas.openxmlformats.org/officeDocument/2006/relationships/image" Target="../media/image150.png"/><Relationship Id="rId30" Type="http://schemas.openxmlformats.org/officeDocument/2006/relationships/image" Target="../media/image151.png"/><Relationship Id="rId31" Type="http://schemas.openxmlformats.org/officeDocument/2006/relationships/image" Target="../media/image152.png"/><Relationship Id="rId32" Type="http://schemas.openxmlformats.org/officeDocument/2006/relationships/image" Target="../media/image153.png"/><Relationship Id="rId33" Type="http://schemas.openxmlformats.org/officeDocument/2006/relationships/image" Target="../media/image154.png"/><Relationship Id="rId34" Type="http://schemas.openxmlformats.org/officeDocument/2006/relationships/image" Target="../media/image155.png"/><Relationship Id="rId35" Type="http://schemas.openxmlformats.org/officeDocument/2006/relationships/image" Target="../media/image156.png"/><Relationship Id="rId36" Type="http://schemas.openxmlformats.org/officeDocument/2006/relationships/image" Target="../media/image157.png"/><Relationship Id="rId37" Type="http://schemas.openxmlformats.org/officeDocument/2006/relationships/image" Target="../media/image158.png"/><Relationship Id="rId38" Type="http://schemas.openxmlformats.org/officeDocument/2006/relationships/image" Target="../media/image159.png"/><Relationship Id="rId39" Type="http://schemas.openxmlformats.org/officeDocument/2006/relationships/image" Target="../media/image160.png"/><Relationship Id="rId40" Type="http://schemas.openxmlformats.org/officeDocument/2006/relationships/image" Target="../media/image161.png"/><Relationship Id="rId41" Type="http://schemas.openxmlformats.org/officeDocument/2006/relationships/image" Target="../media/image162.png"/><Relationship Id="rId42" Type="http://schemas.openxmlformats.org/officeDocument/2006/relationships/image" Target="../media/image163.png"/><Relationship Id="rId43" Type="http://schemas.openxmlformats.org/officeDocument/2006/relationships/image" Target="../media/image164.png"/><Relationship Id="rId44" Type="http://schemas.openxmlformats.org/officeDocument/2006/relationships/image" Target="../media/image165.png"/><Relationship Id="rId45" Type="http://schemas.openxmlformats.org/officeDocument/2006/relationships/image" Target="../media/image166.png"/><Relationship Id="rId46" Type="http://schemas.openxmlformats.org/officeDocument/2006/relationships/image" Target="../media/image167.png"/><Relationship Id="rId47" Type="http://schemas.openxmlformats.org/officeDocument/2006/relationships/image" Target="../media/image168.png"/><Relationship Id="rId48" Type="http://schemas.openxmlformats.org/officeDocument/2006/relationships/image" Target="../media/image169.png"/><Relationship Id="rId49" Type="http://schemas.openxmlformats.org/officeDocument/2006/relationships/image" Target="../media/image17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1.jpg"/><Relationship Id="rId3" Type="http://schemas.openxmlformats.org/officeDocument/2006/relationships/image" Target="../media/image172.jpg"/><Relationship Id="rId4" Type="http://schemas.openxmlformats.org/officeDocument/2006/relationships/image" Target="../media/image173.png"/><Relationship Id="rId5" Type="http://schemas.openxmlformats.org/officeDocument/2006/relationships/image" Target="../media/image174.png"/><Relationship Id="rId6" Type="http://schemas.openxmlformats.org/officeDocument/2006/relationships/image" Target="../media/image175.png"/><Relationship Id="rId7" Type="http://schemas.openxmlformats.org/officeDocument/2006/relationships/image" Target="../media/image176.png"/><Relationship Id="rId8" Type="http://schemas.openxmlformats.org/officeDocument/2006/relationships/image" Target="../media/image177.png"/><Relationship Id="rId9" Type="http://schemas.openxmlformats.org/officeDocument/2006/relationships/image" Target="../media/image178.png"/><Relationship Id="rId10" Type="http://schemas.openxmlformats.org/officeDocument/2006/relationships/image" Target="../media/image179.png"/><Relationship Id="rId11" Type="http://schemas.openxmlformats.org/officeDocument/2006/relationships/image" Target="../media/image180.png"/><Relationship Id="rId12" Type="http://schemas.openxmlformats.org/officeDocument/2006/relationships/image" Target="../media/image181.png"/><Relationship Id="rId13" Type="http://schemas.openxmlformats.org/officeDocument/2006/relationships/image" Target="../media/image182.png"/><Relationship Id="rId14" Type="http://schemas.openxmlformats.org/officeDocument/2006/relationships/image" Target="../media/image183.png"/><Relationship Id="rId15" Type="http://schemas.openxmlformats.org/officeDocument/2006/relationships/image" Target="../media/image184.png"/><Relationship Id="rId16" Type="http://schemas.openxmlformats.org/officeDocument/2006/relationships/image" Target="../media/image185.png"/><Relationship Id="rId17" Type="http://schemas.openxmlformats.org/officeDocument/2006/relationships/image" Target="../media/image186.png"/><Relationship Id="rId18" Type="http://schemas.openxmlformats.org/officeDocument/2006/relationships/image" Target="../media/image187.png"/><Relationship Id="rId19" Type="http://schemas.openxmlformats.org/officeDocument/2006/relationships/image" Target="../media/image188.png"/><Relationship Id="rId20" Type="http://schemas.openxmlformats.org/officeDocument/2006/relationships/image" Target="../media/image189.png"/><Relationship Id="rId21" Type="http://schemas.openxmlformats.org/officeDocument/2006/relationships/image" Target="../media/image190.png"/><Relationship Id="rId22" Type="http://schemas.openxmlformats.org/officeDocument/2006/relationships/image" Target="../media/image191.png"/><Relationship Id="rId23" Type="http://schemas.openxmlformats.org/officeDocument/2006/relationships/image" Target="../media/image192.png"/><Relationship Id="rId24" Type="http://schemas.openxmlformats.org/officeDocument/2006/relationships/image" Target="../media/image193.png"/><Relationship Id="rId25" Type="http://schemas.openxmlformats.org/officeDocument/2006/relationships/image" Target="../media/image194.png"/><Relationship Id="rId26" Type="http://schemas.openxmlformats.org/officeDocument/2006/relationships/image" Target="../media/image195.png"/><Relationship Id="rId27" Type="http://schemas.openxmlformats.org/officeDocument/2006/relationships/image" Target="../media/image196.png"/><Relationship Id="rId28" Type="http://schemas.openxmlformats.org/officeDocument/2006/relationships/image" Target="../media/image197.png"/><Relationship Id="rId29" Type="http://schemas.openxmlformats.org/officeDocument/2006/relationships/image" Target="../media/image198.png"/><Relationship Id="rId30" Type="http://schemas.openxmlformats.org/officeDocument/2006/relationships/image" Target="../media/image199.png"/><Relationship Id="rId31" Type="http://schemas.openxmlformats.org/officeDocument/2006/relationships/image" Target="../media/image200.png"/><Relationship Id="rId32" Type="http://schemas.openxmlformats.org/officeDocument/2006/relationships/image" Target="../media/image201.png"/><Relationship Id="rId33" Type="http://schemas.openxmlformats.org/officeDocument/2006/relationships/image" Target="../media/image202.png"/><Relationship Id="rId34" Type="http://schemas.openxmlformats.org/officeDocument/2006/relationships/image" Target="../media/image203.png"/><Relationship Id="rId35" Type="http://schemas.openxmlformats.org/officeDocument/2006/relationships/image" Target="../media/image204.png"/><Relationship Id="rId36" Type="http://schemas.openxmlformats.org/officeDocument/2006/relationships/image" Target="../media/image205.png"/><Relationship Id="rId37" Type="http://schemas.openxmlformats.org/officeDocument/2006/relationships/image" Target="../media/image206.png"/><Relationship Id="rId38" Type="http://schemas.openxmlformats.org/officeDocument/2006/relationships/image" Target="../media/image207.png"/><Relationship Id="rId39" Type="http://schemas.openxmlformats.org/officeDocument/2006/relationships/image" Target="../media/image208.png"/><Relationship Id="rId40" Type="http://schemas.openxmlformats.org/officeDocument/2006/relationships/image" Target="../media/image209.png"/><Relationship Id="rId41" Type="http://schemas.openxmlformats.org/officeDocument/2006/relationships/image" Target="../media/image210.png"/><Relationship Id="rId42" Type="http://schemas.openxmlformats.org/officeDocument/2006/relationships/image" Target="../media/image211.png"/><Relationship Id="rId43" Type="http://schemas.openxmlformats.org/officeDocument/2006/relationships/image" Target="../media/image212.png"/><Relationship Id="rId44" Type="http://schemas.openxmlformats.org/officeDocument/2006/relationships/image" Target="../media/image213.png"/><Relationship Id="rId45" Type="http://schemas.openxmlformats.org/officeDocument/2006/relationships/image" Target="../media/image214.png"/><Relationship Id="rId46" Type="http://schemas.openxmlformats.org/officeDocument/2006/relationships/image" Target="../media/image215.png"/><Relationship Id="rId47" Type="http://schemas.openxmlformats.org/officeDocument/2006/relationships/image" Target="../media/image216.png"/><Relationship Id="rId48" Type="http://schemas.openxmlformats.org/officeDocument/2006/relationships/image" Target="../media/image217.png"/><Relationship Id="rId49" Type="http://schemas.openxmlformats.org/officeDocument/2006/relationships/image" Target="../media/image218.png"/><Relationship Id="rId50" Type="http://schemas.openxmlformats.org/officeDocument/2006/relationships/image" Target="../media/image219.png"/><Relationship Id="rId51" Type="http://schemas.openxmlformats.org/officeDocument/2006/relationships/image" Target="../media/image220.png"/><Relationship Id="rId52" Type="http://schemas.openxmlformats.org/officeDocument/2006/relationships/image" Target="../media/image221.png"/><Relationship Id="rId53" Type="http://schemas.openxmlformats.org/officeDocument/2006/relationships/image" Target="../media/image222.png"/><Relationship Id="rId54" Type="http://schemas.openxmlformats.org/officeDocument/2006/relationships/image" Target="../media/image223.png"/><Relationship Id="rId55" Type="http://schemas.openxmlformats.org/officeDocument/2006/relationships/image" Target="../media/image224.png"/><Relationship Id="rId56" Type="http://schemas.openxmlformats.org/officeDocument/2006/relationships/image" Target="../media/image225.png"/><Relationship Id="rId57" Type="http://schemas.openxmlformats.org/officeDocument/2006/relationships/image" Target="../media/image22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7.jpg"/><Relationship Id="rId3" Type="http://schemas.openxmlformats.org/officeDocument/2006/relationships/image" Target="../media/image228.jp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image" Target="../media/image232.png"/><Relationship Id="rId8" Type="http://schemas.openxmlformats.org/officeDocument/2006/relationships/image" Target="../media/image233.png"/><Relationship Id="rId9" Type="http://schemas.openxmlformats.org/officeDocument/2006/relationships/image" Target="../media/image234.png"/><Relationship Id="rId10" Type="http://schemas.openxmlformats.org/officeDocument/2006/relationships/image" Target="../media/image235.png"/><Relationship Id="rId11" Type="http://schemas.openxmlformats.org/officeDocument/2006/relationships/image" Target="../media/image236.png"/><Relationship Id="rId12" Type="http://schemas.openxmlformats.org/officeDocument/2006/relationships/image" Target="../media/image237.png"/><Relationship Id="rId13" Type="http://schemas.openxmlformats.org/officeDocument/2006/relationships/image" Target="../media/image238.png"/><Relationship Id="rId14" Type="http://schemas.openxmlformats.org/officeDocument/2006/relationships/image" Target="../media/image239.png"/><Relationship Id="rId15" Type="http://schemas.openxmlformats.org/officeDocument/2006/relationships/image" Target="../media/image240.png"/><Relationship Id="rId16" Type="http://schemas.openxmlformats.org/officeDocument/2006/relationships/image" Target="../media/image241.png"/><Relationship Id="rId17" Type="http://schemas.openxmlformats.org/officeDocument/2006/relationships/image" Target="../media/image242.png"/><Relationship Id="rId18" Type="http://schemas.openxmlformats.org/officeDocument/2006/relationships/image" Target="../media/image243.png"/><Relationship Id="rId19" Type="http://schemas.openxmlformats.org/officeDocument/2006/relationships/image" Target="../media/image244.png"/><Relationship Id="rId20" Type="http://schemas.openxmlformats.org/officeDocument/2006/relationships/image" Target="../media/image245.png"/><Relationship Id="rId21" Type="http://schemas.openxmlformats.org/officeDocument/2006/relationships/image" Target="../media/image246.png"/><Relationship Id="rId22" Type="http://schemas.openxmlformats.org/officeDocument/2006/relationships/image" Target="../media/image247.png"/><Relationship Id="rId23" Type="http://schemas.openxmlformats.org/officeDocument/2006/relationships/image" Target="../media/image248.png"/><Relationship Id="rId24" Type="http://schemas.openxmlformats.org/officeDocument/2006/relationships/image" Target="../media/image249.png"/><Relationship Id="rId25" Type="http://schemas.openxmlformats.org/officeDocument/2006/relationships/image" Target="../media/image250.png"/><Relationship Id="rId26" Type="http://schemas.openxmlformats.org/officeDocument/2006/relationships/image" Target="../media/image251.png"/><Relationship Id="rId27" Type="http://schemas.openxmlformats.org/officeDocument/2006/relationships/image" Target="../media/image252.png"/><Relationship Id="rId28" Type="http://schemas.openxmlformats.org/officeDocument/2006/relationships/image" Target="../media/image253.png"/><Relationship Id="rId29" Type="http://schemas.openxmlformats.org/officeDocument/2006/relationships/image" Target="../media/image254.png"/><Relationship Id="rId30" Type="http://schemas.openxmlformats.org/officeDocument/2006/relationships/image" Target="../media/image255.png"/><Relationship Id="rId31" Type="http://schemas.openxmlformats.org/officeDocument/2006/relationships/image" Target="../media/image256.png"/><Relationship Id="rId32" Type="http://schemas.openxmlformats.org/officeDocument/2006/relationships/image" Target="../media/image257.png"/><Relationship Id="rId33" Type="http://schemas.openxmlformats.org/officeDocument/2006/relationships/image" Target="../media/image258.png"/><Relationship Id="rId34" Type="http://schemas.openxmlformats.org/officeDocument/2006/relationships/image" Target="../media/image259.png"/><Relationship Id="rId35" Type="http://schemas.openxmlformats.org/officeDocument/2006/relationships/image" Target="../media/image260.png"/><Relationship Id="rId36" Type="http://schemas.openxmlformats.org/officeDocument/2006/relationships/image" Target="../media/image261.png"/><Relationship Id="rId37" Type="http://schemas.openxmlformats.org/officeDocument/2006/relationships/image" Target="../media/image262.png"/><Relationship Id="rId38" Type="http://schemas.openxmlformats.org/officeDocument/2006/relationships/image" Target="../media/image263.png"/><Relationship Id="rId39" Type="http://schemas.openxmlformats.org/officeDocument/2006/relationships/image" Target="../media/image264.png"/><Relationship Id="rId40" Type="http://schemas.openxmlformats.org/officeDocument/2006/relationships/image" Target="../media/image265.png"/><Relationship Id="rId41" Type="http://schemas.openxmlformats.org/officeDocument/2006/relationships/image" Target="../media/image266.png"/><Relationship Id="rId42" Type="http://schemas.openxmlformats.org/officeDocument/2006/relationships/image" Target="../media/image267.png"/><Relationship Id="rId43" Type="http://schemas.openxmlformats.org/officeDocument/2006/relationships/image" Target="../media/image268.png"/><Relationship Id="rId44" Type="http://schemas.openxmlformats.org/officeDocument/2006/relationships/image" Target="../media/image269.png"/><Relationship Id="rId45" Type="http://schemas.openxmlformats.org/officeDocument/2006/relationships/image" Target="../media/image270.png"/><Relationship Id="rId46" Type="http://schemas.openxmlformats.org/officeDocument/2006/relationships/image" Target="../media/image271.png"/><Relationship Id="rId47" Type="http://schemas.openxmlformats.org/officeDocument/2006/relationships/image" Target="../media/image272.png"/><Relationship Id="rId48" Type="http://schemas.openxmlformats.org/officeDocument/2006/relationships/image" Target="../media/image273.png"/><Relationship Id="rId49" Type="http://schemas.openxmlformats.org/officeDocument/2006/relationships/image" Target="../media/image274.png"/><Relationship Id="rId50" Type="http://schemas.openxmlformats.org/officeDocument/2006/relationships/image" Target="../media/image275.png"/><Relationship Id="rId51" Type="http://schemas.openxmlformats.org/officeDocument/2006/relationships/image" Target="../media/image276.png"/><Relationship Id="rId52" Type="http://schemas.openxmlformats.org/officeDocument/2006/relationships/image" Target="../media/image277.png"/><Relationship Id="rId53" Type="http://schemas.openxmlformats.org/officeDocument/2006/relationships/image" Target="../media/image278.png"/><Relationship Id="rId54" Type="http://schemas.openxmlformats.org/officeDocument/2006/relationships/image" Target="../media/image279.png"/><Relationship Id="rId55" Type="http://schemas.openxmlformats.org/officeDocument/2006/relationships/image" Target="../media/image280.png"/><Relationship Id="rId56" Type="http://schemas.openxmlformats.org/officeDocument/2006/relationships/image" Target="../media/image281.png"/><Relationship Id="rId57" Type="http://schemas.openxmlformats.org/officeDocument/2006/relationships/image" Target="../media/image282.png"/><Relationship Id="rId58" Type="http://schemas.openxmlformats.org/officeDocument/2006/relationships/image" Target="../media/image283.png"/><Relationship Id="rId59" Type="http://schemas.openxmlformats.org/officeDocument/2006/relationships/image" Target="../media/image284.png"/><Relationship Id="rId60" Type="http://schemas.openxmlformats.org/officeDocument/2006/relationships/image" Target="../media/image285.png"/><Relationship Id="rId61" Type="http://schemas.openxmlformats.org/officeDocument/2006/relationships/image" Target="../media/image286.png"/><Relationship Id="rId62" Type="http://schemas.openxmlformats.org/officeDocument/2006/relationships/image" Target="../media/image287.png"/><Relationship Id="rId63" Type="http://schemas.openxmlformats.org/officeDocument/2006/relationships/image" Target="../media/image288.png"/><Relationship Id="rId64" Type="http://schemas.openxmlformats.org/officeDocument/2006/relationships/image" Target="../media/image289.png"/><Relationship Id="rId65" Type="http://schemas.openxmlformats.org/officeDocument/2006/relationships/image" Target="../media/image290.png"/><Relationship Id="rId66" Type="http://schemas.openxmlformats.org/officeDocument/2006/relationships/image" Target="../media/image291.png"/><Relationship Id="rId67" Type="http://schemas.openxmlformats.org/officeDocument/2006/relationships/image" Target="../media/image292.png"/><Relationship Id="rId68" Type="http://schemas.openxmlformats.org/officeDocument/2006/relationships/image" Target="../media/image293.png"/><Relationship Id="rId69" Type="http://schemas.openxmlformats.org/officeDocument/2006/relationships/image" Target="../media/image294.png"/><Relationship Id="rId70" Type="http://schemas.openxmlformats.org/officeDocument/2006/relationships/image" Target="../media/image295.png"/><Relationship Id="rId71" Type="http://schemas.openxmlformats.org/officeDocument/2006/relationships/image" Target="../media/image296.png"/><Relationship Id="rId72" Type="http://schemas.openxmlformats.org/officeDocument/2006/relationships/image" Target="../media/image297.png"/><Relationship Id="rId73" Type="http://schemas.openxmlformats.org/officeDocument/2006/relationships/image" Target="../media/image298.png"/><Relationship Id="rId74" Type="http://schemas.openxmlformats.org/officeDocument/2006/relationships/image" Target="../media/image299.png"/><Relationship Id="rId75" Type="http://schemas.openxmlformats.org/officeDocument/2006/relationships/image" Target="../media/image30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1.jpg"/><Relationship Id="rId3" Type="http://schemas.openxmlformats.org/officeDocument/2006/relationships/image" Target="../media/image302.png"/><Relationship Id="rId4" Type="http://schemas.openxmlformats.org/officeDocument/2006/relationships/image" Target="../media/image303.png"/><Relationship Id="rId5" Type="http://schemas.openxmlformats.org/officeDocument/2006/relationships/image" Target="../media/image304.png"/><Relationship Id="rId6" Type="http://schemas.openxmlformats.org/officeDocument/2006/relationships/image" Target="../media/image305.png"/><Relationship Id="rId7" Type="http://schemas.openxmlformats.org/officeDocument/2006/relationships/image" Target="../media/image306.png"/><Relationship Id="rId8" Type="http://schemas.openxmlformats.org/officeDocument/2006/relationships/image" Target="../media/image307.png"/><Relationship Id="rId9" Type="http://schemas.openxmlformats.org/officeDocument/2006/relationships/image" Target="../media/image308.png"/><Relationship Id="rId10" Type="http://schemas.openxmlformats.org/officeDocument/2006/relationships/image" Target="../media/image309.png"/><Relationship Id="rId11" Type="http://schemas.openxmlformats.org/officeDocument/2006/relationships/image" Target="../media/image310.png"/><Relationship Id="rId12" Type="http://schemas.openxmlformats.org/officeDocument/2006/relationships/image" Target="../media/image311.png"/><Relationship Id="rId13" Type="http://schemas.openxmlformats.org/officeDocument/2006/relationships/image" Target="../media/image312.png"/><Relationship Id="rId14" Type="http://schemas.openxmlformats.org/officeDocument/2006/relationships/image" Target="../media/image313.png"/><Relationship Id="rId15" Type="http://schemas.openxmlformats.org/officeDocument/2006/relationships/image" Target="../media/image314.png"/><Relationship Id="rId16" Type="http://schemas.openxmlformats.org/officeDocument/2006/relationships/image" Target="../media/image315.png"/><Relationship Id="rId17" Type="http://schemas.openxmlformats.org/officeDocument/2006/relationships/image" Target="../media/image316.png"/><Relationship Id="rId18" Type="http://schemas.openxmlformats.org/officeDocument/2006/relationships/image" Target="../media/image317.png"/><Relationship Id="rId19" Type="http://schemas.openxmlformats.org/officeDocument/2006/relationships/image" Target="../media/image318.png"/><Relationship Id="rId20" Type="http://schemas.openxmlformats.org/officeDocument/2006/relationships/image" Target="../media/image319.png"/><Relationship Id="rId21" Type="http://schemas.openxmlformats.org/officeDocument/2006/relationships/image" Target="../media/image320.png"/><Relationship Id="rId22" Type="http://schemas.openxmlformats.org/officeDocument/2006/relationships/image" Target="../media/image321.png"/><Relationship Id="rId23" Type="http://schemas.openxmlformats.org/officeDocument/2006/relationships/image" Target="../media/image322.png"/><Relationship Id="rId24" Type="http://schemas.openxmlformats.org/officeDocument/2006/relationships/image" Target="../media/image323.png"/><Relationship Id="rId25" Type="http://schemas.openxmlformats.org/officeDocument/2006/relationships/image" Target="../media/image324.png"/><Relationship Id="rId26" Type="http://schemas.openxmlformats.org/officeDocument/2006/relationships/image" Target="../media/image325.png"/><Relationship Id="rId27" Type="http://schemas.openxmlformats.org/officeDocument/2006/relationships/image" Target="../media/image326.png"/><Relationship Id="rId28" Type="http://schemas.openxmlformats.org/officeDocument/2006/relationships/image" Target="../media/image327.png"/><Relationship Id="rId29" Type="http://schemas.openxmlformats.org/officeDocument/2006/relationships/image" Target="../media/image328.png"/><Relationship Id="rId30" Type="http://schemas.openxmlformats.org/officeDocument/2006/relationships/image" Target="../media/image329.png"/><Relationship Id="rId31" Type="http://schemas.openxmlformats.org/officeDocument/2006/relationships/image" Target="../media/image330.png"/><Relationship Id="rId32" Type="http://schemas.openxmlformats.org/officeDocument/2006/relationships/image" Target="../media/image331.png"/><Relationship Id="rId33" Type="http://schemas.openxmlformats.org/officeDocument/2006/relationships/image" Target="../media/image332.png"/><Relationship Id="rId34" Type="http://schemas.openxmlformats.org/officeDocument/2006/relationships/image" Target="../media/image333.png"/><Relationship Id="rId35" Type="http://schemas.openxmlformats.org/officeDocument/2006/relationships/image" Target="../media/image334.png"/><Relationship Id="rId36" Type="http://schemas.openxmlformats.org/officeDocument/2006/relationships/image" Target="../media/image335.png"/><Relationship Id="rId37" Type="http://schemas.openxmlformats.org/officeDocument/2006/relationships/image" Target="../media/image336.png"/><Relationship Id="rId38" Type="http://schemas.openxmlformats.org/officeDocument/2006/relationships/image" Target="../media/image337.png"/><Relationship Id="rId39" Type="http://schemas.openxmlformats.org/officeDocument/2006/relationships/image" Target="../media/image338.png"/><Relationship Id="rId40" Type="http://schemas.openxmlformats.org/officeDocument/2006/relationships/image" Target="../media/image339.png"/><Relationship Id="rId41" Type="http://schemas.openxmlformats.org/officeDocument/2006/relationships/image" Target="../media/image340.png"/><Relationship Id="rId42" Type="http://schemas.openxmlformats.org/officeDocument/2006/relationships/image" Target="../media/image341.png"/><Relationship Id="rId43" Type="http://schemas.openxmlformats.org/officeDocument/2006/relationships/image" Target="../media/image342.png"/><Relationship Id="rId44" Type="http://schemas.openxmlformats.org/officeDocument/2006/relationships/image" Target="../media/image343.png"/><Relationship Id="rId45" Type="http://schemas.openxmlformats.org/officeDocument/2006/relationships/image" Target="../media/image344.png"/><Relationship Id="rId46" Type="http://schemas.openxmlformats.org/officeDocument/2006/relationships/image" Target="../media/image345.png"/><Relationship Id="rId47" Type="http://schemas.openxmlformats.org/officeDocument/2006/relationships/image" Target="../media/image346.png"/><Relationship Id="rId48" Type="http://schemas.openxmlformats.org/officeDocument/2006/relationships/image" Target="../media/image347.png"/><Relationship Id="rId49" Type="http://schemas.openxmlformats.org/officeDocument/2006/relationships/image" Target="../media/image348.png"/><Relationship Id="rId50" Type="http://schemas.openxmlformats.org/officeDocument/2006/relationships/image" Target="../media/image349.png"/><Relationship Id="rId51" Type="http://schemas.openxmlformats.org/officeDocument/2006/relationships/image" Target="../media/image350.png"/><Relationship Id="rId52" Type="http://schemas.openxmlformats.org/officeDocument/2006/relationships/image" Target="../media/image351.png"/><Relationship Id="rId53" Type="http://schemas.openxmlformats.org/officeDocument/2006/relationships/image" Target="../media/image352.png"/><Relationship Id="rId54" Type="http://schemas.openxmlformats.org/officeDocument/2006/relationships/image" Target="../media/image353.png"/><Relationship Id="rId55" Type="http://schemas.openxmlformats.org/officeDocument/2006/relationships/image" Target="../media/image354.png"/><Relationship Id="rId56" Type="http://schemas.openxmlformats.org/officeDocument/2006/relationships/image" Target="../media/image355.png"/><Relationship Id="rId57" Type="http://schemas.openxmlformats.org/officeDocument/2006/relationships/image" Target="../media/image356.png"/><Relationship Id="rId58" Type="http://schemas.openxmlformats.org/officeDocument/2006/relationships/image" Target="../media/image357.png"/><Relationship Id="rId59" Type="http://schemas.openxmlformats.org/officeDocument/2006/relationships/image" Target="../media/image358.png"/><Relationship Id="rId60" Type="http://schemas.openxmlformats.org/officeDocument/2006/relationships/image" Target="../media/image359.png"/><Relationship Id="rId61" Type="http://schemas.openxmlformats.org/officeDocument/2006/relationships/image" Target="../media/image360.png"/><Relationship Id="rId62" Type="http://schemas.openxmlformats.org/officeDocument/2006/relationships/image" Target="../media/image361.png"/><Relationship Id="rId63" Type="http://schemas.openxmlformats.org/officeDocument/2006/relationships/image" Target="../media/image362.png"/><Relationship Id="rId64" Type="http://schemas.openxmlformats.org/officeDocument/2006/relationships/image" Target="../media/image363.png"/><Relationship Id="rId65" Type="http://schemas.openxmlformats.org/officeDocument/2006/relationships/image" Target="../media/image364.png"/><Relationship Id="rId66" Type="http://schemas.openxmlformats.org/officeDocument/2006/relationships/image" Target="../media/image365.png"/><Relationship Id="rId67" Type="http://schemas.openxmlformats.org/officeDocument/2006/relationships/image" Target="../media/image366.png"/><Relationship Id="rId68" Type="http://schemas.openxmlformats.org/officeDocument/2006/relationships/image" Target="../media/image367.png"/><Relationship Id="rId69" Type="http://schemas.openxmlformats.org/officeDocument/2006/relationships/image" Target="../media/image368.png"/><Relationship Id="rId70" Type="http://schemas.openxmlformats.org/officeDocument/2006/relationships/image" Target="../media/image369.png"/><Relationship Id="rId71" Type="http://schemas.openxmlformats.org/officeDocument/2006/relationships/image" Target="../media/image370.png"/><Relationship Id="rId72" Type="http://schemas.openxmlformats.org/officeDocument/2006/relationships/image" Target="../media/image371.png"/><Relationship Id="rId73" Type="http://schemas.openxmlformats.org/officeDocument/2006/relationships/image" Target="../media/image372.png"/><Relationship Id="rId74" Type="http://schemas.openxmlformats.org/officeDocument/2006/relationships/image" Target="../media/image373.png"/><Relationship Id="rId75" Type="http://schemas.openxmlformats.org/officeDocument/2006/relationships/image" Target="../media/image374.png"/><Relationship Id="rId76" Type="http://schemas.openxmlformats.org/officeDocument/2006/relationships/image" Target="../media/image375.png"/><Relationship Id="rId77" Type="http://schemas.openxmlformats.org/officeDocument/2006/relationships/image" Target="../media/image376.png"/><Relationship Id="rId78" Type="http://schemas.openxmlformats.org/officeDocument/2006/relationships/image" Target="../media/image377.png"/><Relationship Id="rId79" Type="http://schemas.openxmlformats.org/officeDocument/2006/relationships/image" Target="../media/image378.png"/><Relationship Id="rId80" Type="http://schemas.openxmlformats.org/officeDocument/2006/relationships/image" Target="../media/image379.png"/><Relationship Id="rId81" Type="http://schemas.openxmlformats.org/officeDocument/2006/relationships/image" Target="../media/image380.png"/><Relationship Id="rId82" Type="http://schemas.openxmlformats.org/officeDocument/2006/relationships/image" Target="../media/image381.png"/><Relationship Id="rId83" Type="http://schemas.openxmlformats.org/officeDocument/2006/relationships/image" Target="../media/image382.png"/><Relationship Id="rId84" Type="http://schemas.openxmlformats.org/officeDocument/2006/relationships/image" Target="../media/image383.png"/><Relationship Id="rId85" Type="http://schemas.openxmlformats.org/officeDocument/2006/relationships/image" Target="../media/image384.png"/><Relationship Id="rId86" Type="http://schemas.openxmlformats.org/officeDocument/2006/relationships/image" Target="../media/image385.png"/><Relationship Id="rId87" Type="http://schemas.openxmlformats.org/officeDocument/2006/relationships/image" Target="../media/image386.png"/><Relationship Id="rId88" Type="http://schemas.openxmlformats.org/officeDocument/2006/relationships/image" Target="../media/image387.png"/><Relationship Id="rId89" Type="http://schemas.openxmlformats.org/officeDocument/2006/relationships/image" Target="../media/image388.png"/><Relationship Id="rId90" Type="http://schemas.openxmlformats.org/officeDocument/2006/relationships/image" Target="../media/image389.png"/><Relationship Id="rId91" Type="http://schemas.openxmlformats.org/officeDocument/2006/relationships/image" Target="../media/image390.png"/><Relationship Id="rId92" Type="http://schemas.openxmlformats.org/officeDocument/2006/relationships/image" Target="../media/image391.png"/><Relationship Id="rId93" Type="http://schemas.openxmlformats.org/officeDocument/2006/relationships/image" Target="../media/image392.png"/><Relationship Id="rId94" Type="http://schemas.openxmlformats.org/officeDocument/2006/relationships/image" Target="../media/image39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4.jpg"/><Relationship Id="rId3" Type="http://schemas.openxmlformats.org/officeDocument/2006/relationships/image" Target="../media/image395.jp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Relationship Id="rId11" Type="http://schemas.openxmlformats.org/officeDocument/2006/relationships/image" Target="../media/image403.png"/><Relationship Id="rId12" Type="http://schemas.openxmlformats.org/officeDocument/2006/relationships/image" Target="../media/image404.png"/><Relationship Id="rId13" Type="http://schemas.openxmlformats.org/officeDocument/2006/relationships/image" Target="../media/image405.png"/><Relationship Id="rId14" Type="http://schemas.openxmlformats.org/officeDocument/2006/relationships/image" Target="../media/image406.png"/><Relationship Id="rId15" Type="http://schemas.openxmlformats.org/officeDocument/2006/relationships/image" Target="../media/image407.png"/><Relationship Id="rId16" Type="http://schemas.openxmlformats.org/officeDocument/2006/relationships/image" Target="../media/image408.png"/><Relationship Id="rId17" Type="http://schemas.openxmlformats.org/officeDocument/2006/relationships/image" Target="../media/image409.png"/><Relationship Id="rId18" Type="http://schemas.openxmlformats.org/officeDocument/2006/relationships/image" Target="../media/image410.png"/><Relationship Id="rId19" Type="http://schemas.openxmlformats.org/officeDocument/2006/relationships/image" Target="../media/image411.png"/><Relationship Id="rId20" Type="http://schemas.openxmlformats.org/officeDocument/2006/relationships/image" Target="../media/image412.png"/><Relationship Id="rId21" Type="http://schemas.openxmlformats.org/officeDocument/2006/relationships/image" Target="../media/image413.png"/><Relationship Id="rId22" Type="http://schemas.openxmlformats.org/officeDocument/2006/relationships/image" Target="../media/image414.png"/><Relationship Id="rId23" Type="http://schemas.openxmlformats.org/officeDocument/2006/relationships/image" Target="../media/image415.png"/><Relationship Id="rId24" Type="http://schemas.openxmlformats.org/officeDocument/2006/relationships/image" Target="../media/image416.png"/><Relationship Id="rId25" Type="http://schemas.openxmlformats.org/officeDocument/2006/relationships/image" Target="../media/image417.png"/><Relationship Id="rId26" Type="http://schemas.openxmlformats.org/officeDocument/2006/relationships/image" Target="../media/image418.png"/><Relationship Id="rId27" Type="http://schemas.openxmlformats.org/officeDocument/2006/relationships/image" Target="../media/image419.png"/><Relationship Id="rId28" Type="http://schemas.openxmlformats.org/officeDocument/2006/relationships/image" Target="../media/image420.png"/><Relationship Id="rId29" Type="http://schemas.openxmlformats.org/officeDocument/2006/relationships/image" Target="../media/image421.png"/><Relationship Id="rId30" Type="http://schemas.openxmlformats.org/officeDocument/2006/relationships/image" Target="../media/image422.png"/><Relationship Id="rId31" Type="http://schemas.openxmlformats.org/officeDocument/2006/relationships/image" Target="../media/image423.png"/><Relationship Id="rId32" Type="http://schemas.openxmlformats.org/officeDocument/2006/relationships/image" Target="../media/image424.png"/><Relationship Id="rId33" Type="http://schemas.openxmlformats.org/officeDocument/2006/relationships/image" Target="../media/image425.png"/><Relationship Id="rId34" Type="http://schemas.openxmlformats.org/officeDocument/2006/relationships/image" Target="../media/image426.png"/><Relationship Id="rId35" Type="http://schemas.openxmlformats.org/officeDocument/2006/relationships/image" Target="../media/image427.png"/><Relationship Id="rId36" Type="http://schemas.openxmlformats.org/officeDocument/2006/relationships/image" Target="../media/image428.png"/><Relationship Id="rId37" Type="http://schemas.openxmlformats.org/officeDocument/2006/relationships/image" Target="../media/image429.png"/><Relationship Id="rId38" Type="http://schemas.openxmlformats.org/officeDocument/2006/relationships/image" Target="../media/image430.png"/><Relationship Id="rId39" Type="http://schemas.openxmlformats.org/officeDocument/2006/relationships/image" Target="../media/image431.png"/><Relationship Id="rId40" Type="http://schemas.openxmlformats.org/officeDocument/2006/relationships/image" Target="../media/image432.png"/><Relationship Id="rId41" Type="http://schemas.openxmlformats.org/officeDocument/2006/relationships/image" Target="../media/image433.png"/><Relationship Id="rId42" Type="http://schemas.openxmlformats.org/officeDocument/2006/relationships/image" Target="../media/image434.png"/><Relationship Id="rId43" Type="http://schemas.openxmlformats.org/officeDocument/2006/relationships/image" Target="../media/image435.png"/><Relationship Id="rId44" Type="http://schemas.openxmlformats.org/officeDocument/2006/relationships/image" Target="../media/image436.png"/><Relationship Id="rId45" Type="http://schemas.openxmlformats.org/officeDocument/2006/relationships/image" Target="../media/image437.png"/><Relationship Id="rId46" Type="http://schemas.openxmlformats.org/officeDocument/2006/relationships/image" Target="../media/image438.png"/><Relationship Id="rId47" Type="http://schemas.openxmlformats.org/officeDocument/2006/relationships/image" Target="../media/image439.png"/><Relationship Id="rId48" Type="http://schemas.openxmlformats.org/officeDocument/2006/relationships/image" Target="../media/image440.png"/><Relationship Id="rId49" Type="http://schemas.openxmlformats.org/officeDocument/2006/relationships/image" Target="../media/image441.png"/><Relationship Id="rId50" Type="http://schemas.openxmlformats.org/officeDocument/2006/relationships/image" Target="../media/image44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3.png"/><Relationship Id="rId3" Type="http://schemas.openxmlformats.org/officeDocument/2006/relationships/image" Target="../media/image444.png"/><Relationship Id="rId4" Type="http://schemas.openxmlformats.org/officeDocument/2006/relationships/image" Target="../media/image445.png"/><Relationship Id="rId5" Type="http://schemas.openxmlformats.org/officeDocument/2006/relationships/image" Target="../media/image446.png"/><Relationship Id="rId6" Type="http://schemas.openxmlformats.org/officeDocument/2006/relationships/image" Target="../media/image447.png"/><Relationship Id="rId7" Type="http://schemas.openxmlformats.org/officeDocument/2006/relationships/image" Target="../media/image448.png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51.png"/><Relationship Id="rId11" Type="http://schemas.openxmlformats.org/officeDocument/2006/relationships/image" Target="../media/image452.png"/><Relationship Id="rId12" Type="http://schemas.openxmlformats.org/officeDocument/2006/relationships/image" Target="../media/image453.png"/><Relationship Id="rId13" Type="http://schemas.openxmlformats.org/officeDocument/2006/relationships/image" Target="../media/image454.png"/><Relationship Id="rId14" Type="http://schemas.openxmlformats.org/officeDocument/2006/relationships/image" Target="../media/image455.png"/><Relationship Id="rId15" Type="http://schemas.openxmlformats.org/officeDocument/2006/relationships/image" Target="../media/image456.png"/><Relationship Id="rId16" Type="http://schemas.openxmlformats.org/officeDocument/2006/relationships/image" Target="../media/image457.png"/><Relationship Id="rId17" Type="http://schemas.openxmlformats.org/officeDocument/2006/relationships/image" Target="../media/image458.png"/><Relationship Id="rId18" Type="http://schemas.openxmlformats.org/officeDocument/2006/relationships/image" Target="../media/image459.png"/><Relationship Id="rId19" Type="http://schemas.openxmlformats.org/officeDocument/2006/relationships/image" Target="../media/image460.png"/><Relationship Id="rId20" Type="http://schemas.openxmlformats.org/officeDocument/2006/relationships/image" Target="../media/image461.png"/><Relationship Id="rId21" Type="http://schemas.openxmlformats.org/officeDocument/2006/relationships/image" Target="../media/image462.png"/><Relationship Id="rId22" Type="http://schemas.openxmlformats.org/officeDocument/2006/relationships/image" Target="../media/image463.png"/><Relationship Id="rId23" Type="http://schemas.openxmlformats.org/officeDocument/2006/relationships/image" Target="../media/image464.png"/><Relationship Id="rId24" Type="http://schemas.openxmlformats.org/officeDocument/2006/relationships/image" Target="../media/image465.png"/><Relationship Id="rId25" Type="http://schemas.openxmlformats.org/officeDocument/2006/relationships/image" Target="../media/image466.png"/><Relationship Id="rId26" Type="http://schemas.openxmlformats.org/officeDocument/2006/relationships/image" Target="../media/image467.png"/><Relationship Id="rId27" Type="http://schemas.openxmlformats.org/officeDocument/2006/relationships/image" Target="../media/image468.png"/><Relationship Id="rId28" Type="http://schemas.openxmlformats.org/officeDocument/2006/relationships/image" Target="../media/image469.png"/><Relationship Id="rId29" Type="http://schemas.openxmlformats.org/officeDocument/2006/relationships/image" Target="../media/image470.png"/><Relationship Id="rId30" Type="http://schemas.openxmlformats.org/officeDocument/2006/relationships/image" Target="../media/image471.png"/><Relationship Id="rId31" Type="http://schemas.openxmlformats.org/officeDocument/2006/relationships/image" Target="../media/image472.png"/><Relationship Id="rId32" Type="http://schemas.openxmlformats.org/officeDocument/2006/relationships/image" Target="../media/image473.png"/><Relationship Id="rId33" Type="http://schemas.openxmlformats.org/officeDocument/2006/relationships/image" Target="../media/image474.png"/><Relationship Id="rId34" Type="http://schemas.openxmlformats.org/officeDocument/2006/relationships/image" Target="../media/image475.png"/><Relationship Id="rId35" Type="http://schemas.openxmlformats.org/officeDocument/2006/relationships/image" Target="../media/image476.png"/><Relationship Id="rId36" Type="http://schemas.openxmlformats.org/officeDocument/2006/relationships/image" Target="../media/image477.png"/><Relationship Id="rId37" Type="http://schemas.openxmlformats.org/officeDocument/2006/relationships/image" Target="../media/image478.png"/><Relationship Id="rId38" Type="http://schemas.openxmlformats.org/officeDocument/2006/relationships/image" Target="../media/image479.png"/><Relationship Id="rId39" Type="http://schemas.openxmlformats.org/officeDocument/2006/relationships/image" Target="../media/image480.png"/><Relationship Id="rId40" Type="http://schemas.openxmlformats.org/officeDocument/2006/relationships/image" Target="../media/image481.png"/><Relationship Id="rId41" Type="http://schemas.openxmlformats.org/officeDocument/2006/relationships/image" Target="../media/image482.png"/><Relationship Id="rId42" Type="http://schemas.openxmlformats.org/officeDocument/2006/relationships/image" Target="../media/image483.png"/><Relationship Id="rId43" Type="http://schemas.openxmlformats.org/officeDocument/2006/relationships/image" Target="../media/image484.png"/><Relationship Id="rId44" Type="http://schemas.openxmlformats.org/officeDocument/2006/relationships/image" Target="../media/image485.png"/><Relationship Id="rId45" Type="http://schemas.openxmlformats.org/officeDocument/2006/relationships/image" Target="../media/image486.png"/><Relationship Id="rId46" Type="http://schemas.openxmlformats.org/officeDocument/2006/relationships/image" Target="../media/image487.png"/><Relationship Id="rId47" Type="http://schemas.openxmlformats.org/officeDocument/2006/relationships/image" Target="../media/image488.png"/><Relationship Id="rId48" Type="http://schemas.openxmlformats.org/officeDocument/2006/relationships/image" Target="../media/image489.png"/><Relationship Id="rId49" Type="http://schemas.openxmlformats.org/officeDocument/2006/relationships/image" Target="../media/image490.png"/><Relationship Id="rId50" Type="http://schemas.openxmlformats.org/officeDocument/2006/relationships/image" Target="../media/image491.png"/><Relationship Id="rId51" Type="http://schemas.openxmlformats.org/officeDocument/2006/relationships/image" Target="../media/image492.png"/><Relationship Id="rId52" Type="http://schemas.openxmlformats.org/officeDocument/2006/relationships/image" Target="../media/image493.png"/><Relationship Id="rId53" Type="http://schemas.openxmlformats.org/officeDocument/2006/relationships/image" Target="../media/image494.png"/><Relationship Id="rId54" Type="http://schemas.openxmlformats.org/officeDocument/2006/relationships/image" Target="../media/image49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6.jpg"/><Relationship Id="rId3" Type="http://schemas.openxmlformats.org/officeDocument/2006/relationships/image" Target="../media/image497.jpg"/><Relationship Id="rId4" Type="http://schemas.openxmlformats.org/officeDocument/2006/relationships/image" Target="../media/image498.jpg"/><Relationship Id="rId5" Type="http://schemas.openxmlformats.org/officeDocument/2006/relationships/image" Target="../media/image499.png"/><Relationship Id="rId6" Type="http://schemas.openxmlformats.org/officeDocument/2006/relationships/image" Target="../media/image500.png"/><Relationship Id="rId7" Type="http://schemas.openxmlformats.org/officeDocument/2006/relationships/image" Target="../media/image501.png"/><Relationship Id="rId8" Type="http://schemas.openxmlformats.org/officeDocument/2006/relationships/image" Target="../media/image502.png"/><Relationship Id="rId9" Type="http://schemas.openxmlformats.org/officeDocument/2006/relationships/image" Target="../media/image503.png"/><Relationship Id="rId10" Type="http://schemas.openxmlformats.org/officeDocument/2006/relationships/image" Target="../media/image504.png"/><Relationship Id="rId11" Type="http://schemas.openxmlformats.org/officeDocument/2006/relationships/image" Target="../media/image505.png"/><Relationship Id="rId12" Type="http://schemas.openxmlformats.org/officeDocument/2006/relationships/image" Target="../media/image506.png"/><Relationship Id="rId13" Type="http://schemas.openxmlformats.org/officeDocument/2006/relationships/image" Target="../media/image507.png"/><Relationship Id="rId14" Type="http://schemas.openxmlformats.org/officeDocument/2006/relationships/image" Target="../media/image508.png"/><Relationship Id="rId15" Type="http://schemas.openxmlformats.org/officeDocument/2006/relationships/image" Target="../media/image509.png"/><Relationship Id="rId16" Type="http://schemas.openxmlformats.org/officeDocument/2006/relationships/image" Target="../media/image510.png"/><Relationship Id="rId17" Type="http://schemas.openxmlformats.org/officeDocument/2006/relationships/image" Target="../media/image511.png"/><Relationship Id="rId18" Type="http://schemas.openxmlformats.org/officeDocument/2006/relationships/image" Target="../media/image512.png"/><Relationship Id="rId19" Type="http://schemas.openxmlformats.org/officeDocument/2006/relationships/image" Target="../media/image513.png"/><Relationship Id="rId20" Type="http://schemas.openxmlformats.org/officeDocument/2006/relationships/image" Target="../media/image514.png"/><Relationship Id="rId21" Type="http://schemas.openxmlformats.org/officeDocument/2006/relationships/image" Target="../media/image515.png"/><Relationship Id="rId22" Type="http://schemas.openxmlformats.org/officeDocument/2006/relationships/image" Target="../media/image516.png"/><Relationship Id="rId23" Type="http://schemas.openxmlformats.org/officeDocument/2006/relationships/image" Target="../media/image517.png"/><Relationship Id="rId24" Type="http://schemas.openxmlformats.org/officeDocument/2006/relationships/image" Target="../media/image518.png"/><Relationship Id="rId25" Type="http://schemas.openxmlformats.org/officeDocument/2006/relationships/image" Target="../media/image519.png"/><Relationship Id="rId26" Type="http://schemas.openxmlformats.org/officeDocument/2006/relationships/image" Target="../media/image520.png"/><Relationship Id="rId27" Type="http://schemas.openxmlformats.org/officeDocument/2006/relationships/image" Target="../media/image521.png"/><Relationship Id="rId28" Type="http://schemas.openxmlformats.org/officeDocument/2006/relationships/image" Target="../media/image522.png"/><Relationship Id="rId29" Type="http://schemas.openxmlformats.org/officeDocument/2006/relationships/image" Target="../media/image523.png"/><Relationship Id="rId30" Type="http://schemas.openxmlformats.org/officeDocument/2006/relationships/image" Target="../media/image524.png"/><Relationship Id="rId31" Type="http://schemas.openxmlformats.org/officeDocument/2006/relationships/image" Target="../media/image525.png"/><Relationship Id="rId32" Type="http://schemas.openxmlformats.org/officeDocument/2006/relationships/image" Target="../media/image526.png"/><Relationship Id="rId33" Type="http://schemas.openxmlformats.org/officeDocument/2006/relationships/image" Target="../media/image527.png"/><Relationship Id="rId34" Type="http://schemas.openxmlformats.org/officeDocument/2006/relationships/image" Target="../media/image52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9.jpg"/><Relationship Id="rId3" Type="http://schemas.openxmlformats.org/officeDocument/2006/relationships/image" Target="../media/image530.jpg"/><Relationship Id="rId4" Type="http://schemas.openxmlformats.org/officeDocument/2006/relationships/image" Target="../media/image531.jpg"/><Relationship Id="rId5" Type="http://schemas.openxmlformats.org/officeDocument/2006/relationships/image" Target="../media/image532.jpg"/><Relationship Id="rId6" Type="http://schemas.openxmlformats.org/officeDocument/2006/relationships/image" Target="../media/image533.png"/><Relationship Id="rId7" Type="http://schemas.openxmlformats.org/officeDocument/2006/relationships/image" Target="../media/image534.png"/><Relationship Id="rId8" Type="http://schemas.openxmlformats.org/officeDocument/2006/relationships/image" Target="../media/image535.png"/><Relationship Id="rId9" Type="http://schemas.openxmlformats.org/officeDocument/2006/relationships/image" Target="../media/image536.png"/><Relationship Id="rId10" Type="http://schemas.openxmlformats.org/officeDocument/2006/relationships/image" Target="../media/image537.png"/><Relationship Id="rId11" Type="http://schemas.openxmlformats.org/officeDocument/2006/relationships/image" Target="../media/image538.png"/><Relationship Id="rId12" Type="http://schemas.openxmlformats.org/officeDocument/2006/relationships/image" Target="../media/image539.png"/><Relationship Id="rId13" Type="http://schemas.openxmlformats.org/officeDocument/2006/relationships/image" Target="../media/image540.png"/><Relationship Id="rId14" Type="http://schemas.openxmlformats.org/officeDocument/2006/relationships/image" Target="../media/image541.png"/><Relationship Id="rId15" Type="http://schemas.openxmlformats.org/officeDocument/2006/relationships/image" Target="../media/image542.png"/><Relationship Id="rId16" Type="http://schemas.openxmlformats.org/officeDocument/2006/relationships/image" Target="../media/image54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869" y="8421114"/>
            <a:ext cx="5208446" cy="174482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8951" y="148920"/>
            <a:ext cx="1049147" cy="39391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6940" y="1200523"/>
            <a:ext cx="457438" cy="3429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9982" y="1364825"/>
            <a:ext cx="298851" cy="1929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09456" y="1314395"/>
            <a:ext cx="56197" cy="6593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0552" y="1481583"/>
            <a:ext cx="61521" cy="60731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1438656" y="1232445"/>
            <a:ext cx="150495" cy="364490"/>
          </a:xfrm>
          <a:custGeom>
            <a:avLst/>
            <a:gdLst/>
            <a:ahLst/>
            <a:cxnLst/>
            <a:rect l="l" t="t" r="r" b="b"/>
            <a:pathLst>
              <a:path w="150494" h="364490">
                <a:moveTo>
                  <a:pt x="150368" y="237451"/>
                </a:moveTo>
                <a:lnTo>
                  <a:pt x="141960" y="229654"/>
                </a:lnTo>
                <a:lnTo>
                  <a:pt x="140195" y="229654"/>
                </a:lnTo>
                <a:lnTo>
                  <a:pt x="120510" y="234937"/>
                </a:lnTo>
                <a:lnTo>
                  <a:pt x="119583" y="226898"/>
                </a:lnTo>
                <a:lnTo>
                  <a:pt x="113677" y="192443"/>
                </a:lnTo>
                <a:lnTo>
                  <a:pt x="105854" y="156794"/>
                </a:lnTo>
                <a:lnTo>
                  <a:pt x="102895" y="144259"/>
                </a:lnTo>
                <a:lnTo>
                  <a:pt x="102895" y="238861"/>
                </a:lnTo>
                <a:lnTo>
                  <a:pt x="99301" y="239547"/>
                </a:lnTo>
                <a:lnTo>
                  <a:pt x="98856" y="239547"/>
                </a:lnTo>
                <a:lnTo>
                  <a:pt x="79717" y="241363"/>
                </a:lnTo>
                <a:lnTo>
                  <a:pt x="38214" y="241363"/>
                </a:lnTo>
                <a:lnTo>
                  <a:pt x="40868" y="211226"/>
                </a:lnTo>
                <a:lnTo>
                  <a:pt x="45745" y="157175"/>
                </a:lnTo>
                <a:lnTo>
                  <a:pt x="50126" y="105079"/>
                </a:lnTo>
                <a:lnTo>
                  <a:pt x="53517" y="61988"/>
                </a:lnTo>
                <a:lnTo>
                  <a:pt x="55410" y="43357"/>
                </a:lnTo>
                <a:lnTo>
                  <a:pt x="55499" y="42468"/>
                </a:lnTo>
                <a:lnTo>
                  <a:pt x="55689" y="42468"/>
                </a:lnTo>
                <a:lnTo>
                  <a:pt x="58394" y="43357"/>
                </a:lnTo>
                <a:lnTo>
                  <a:pt x="60858" y="43357"/>
                </a:lnTo>
                <a:lnTo>
                  <a:pt x="62611" y="42887"/>
                </a:lnTo>
                <a:lnTo>
                  <a:pt x="63207" y="42595"/>
                </a:lnTo>
                <a:lnTo>
                  <a:pt x="68834" y="69113"/>
                </a:lnTo>
                <a:lnTo>
                  <a:pt x="76174" y="106743"/>
                </a:lnTo>
                <a:lnTo>
                  <a:pt x="82054" y="134162"/>
                </a:lnTo>
                <a:lnTo>
                  <a:pt x="88341" y="160782"/>
                </a:lnTo>
                <a:lnTo>
                  <a:pt x="96050" y="195884"/>
                </a:lnTo>
                <a:lnTo>
                  <a:pt x="101815" y="229463"/>
                </a:lnTo>
                <a:lnTo>
                  <a:pt x="102895" y="238861"/>
                </a:lnTo>
                <a:lnTo>
                  <a:pt x="102895" y="144259"/>
                </a:lnTo>
                <a:lnTo>
                  <a:pt x="99580" y="130213"/>
                </a:lnTo>
                <a:lnTo>
                  <a:pt x="93764" y="103136"/>
                </a:lnTo>
                <a:lnTo>
                  <a:pt x="86448" y="65532"/>
                </a:lnTo>
                <a:lnTo>
                  <a:pt x="79629" y="33426"/>
                </a:lnTo>
                <a:lnTo>
                  <a:pt x="79502" y="32905"/>
                </a:lnTo>
                <a:lnTo>
                  <a:pt x="75615" y="18796"/>
                </a:lnTo>
                <a:lnTo>
                  <a:pt x="75171" y="13423"/>
                </a:lnTo>
                <a:lnTo>
                  <a:pt x="75107" y="12877"/>
                </a:lnTo>
                <a:lnTo>
                  <a:pt x="75044" y="12217"/>
                </a:lnTo>
                <a:lnTo>
                  <a:pt x="75247" y="10998"/>
                </a:lnTo>
                <a:lnTo>
                  <a:pt x="75526" y="9321"/>
                </a:lnTo>
                <a:lnTo>
                  <a:pt x="66979" y="0"/>
                </a:lnTo>
                <a:lnTo>
                  <a:pt x="65595" y="0"/>
                </a:lnTo>
                <a:lnTo>
                  <a:pt x="57594" y="7620"/>
                </a:lnTo>
                <a:lnTo>
                  <a:pt x="56718" y="7251"/>
                </a:lnTo>
                <a:lnTo>
                  <a:pt x="56603" y="32956"/>
                </a:lnTo>
                <a:lnTo>
                  <a:pt x="56527" y="33286"/>
                </a:lnTo>
                <a:lnTo>
                  <a:pt x="56388" y="33680"/>
                </a:lnTo>
                <a:lnTo>
                  <a:pt x="56286" y="34607"/>
                </a:lnTo>
                <a:lnTo>
                  <a:pt x="56362" y="33680"/>
                </a:lnTo>
                <a:lnTo>
                  <a:pt x="56426" y="33286"/>
                </a:lnTo>
                <a:lnTo>
                  <a:pt x="56603" y="32956"/>
                </a:lnTo>
                <a:lnTo>
                  <a:pt x="56603" y="7239"/>
                </a:lnTo>
                <a:lnTo>
                  <a:pt x="55714" y="7061"/>
                </a:lnTo>
                <a:lnTo>
                  <a:pt x="55714" y="40322"/>
                </a:lnTo>
                <a:lnTo>
                  <a:pt x="55638" y="41097"/>
                </a:lnTo>
                <a:lnTo>
                  <a:pt x="55562" y="41884"/>
                </a:lnTo>
                <a:lnTo>
                  <a:pt x="55499" y="42367"/>
                </a:lnTo>
                <a:lnTo>
                  <a:pt x="55714" y="40322"/>
                </a:lnTo>
                <a:lnTo>
                  <a:pt x="55714" y="7061"/>
                </a:lnTo>
                <a:lnTo>
                  <a:pt x="54394" y="6794"/>
                </a:lnTo>
                <a:lnTo>
                  <a:pt x="50558" y="6794"/>
                </a:lnTo>
                <a:lnTo>
                  <a:pt x="35623" y="60375"/>
                </a:lnTo>
                <a:lnTo>
                  <a:pt x="32219" y="103619"/>
                </a:lnTo>
                <a:lnTo>
                  <a:pt x="29210" y="139446"/>
                </a:lnTo>
                <a:lnTo>
                  <a:pt x="29210" y="348208"/>
                </a:lnTo>
                <a:lnTo>
                  <a:pt x="28460" y="346671"/>
                </a:lnTo>
                <a:lnTo>
                  <a:pt x="28689" y="347116"/>
                </a:lnTo>
                <a:lnTo>
                  <a:pt x="29210" y="348208"/>
                </a:lnTo>
                <a:lnTo>
                  <a:pt x="29210" y="139446"/>
                </a:lnTo>
                <a:lnTo>
                  <a:pt x="27851" y="155613"/>
                </a:lnTo>
                <a:lnTo>
                  <a:pt x="22974" y="209638"/>
                </a:lnTo>
                <a:lnTo>
                  <a:pt x="20180" y="241363"/>
                </a:lnTo>
                <a:lnTo>
                  <a:pt x="19812" y="241363"/>
                </a:lnTo>
                <a:lnTo>
                  <a:pt x="11557" y="241884"/>
                </a:lnTo>
                <a:lnTo>
                  <a:pt x="11836" y="241884"/>
                </a:lnTo>
                <a:lnTo>
                  <a:pt x="6769" y="242519"/>
                </a:lnTo>
                <a:lnTo>
                  <a:pt x="5664" y="242887"/>
                </a:lnTo>
                <a:lnTo>
                  <a:pt x="0" y="251218"/>
                </a:lnTo>
                <a:lnTo>
                  <a:pt x="304" y="253580"/>
                </a:lnTo>
                <a:lnTo>
                  <a:pt x="5803" y="259765"/>
                </a:lnTo>
                <a:lnTo>
                  <a:pt x="6032" y="259765"/>
                </a:lnTo>
                <a:lnTo>
                  <a:pt x="7835" y="260261"/>
                </a:lnTo>
                <a:lnTo>
                  <a:pt x="9690" y="260261"/>
                </a:lnTo>
                <a:lnTo>
                  <a:pt x="13652" y="259765"/>
                </a:lnTo>
                <a:lnTo>
                  <a:pt x="18529" y="259461"/>
                </a:lnTo>
                <a:lnTo>
                  <a:pt x="15684" y="287896"/>
                </a:lnTo>
                <a:lnTo>
                  <a:pt x="13258" y="313677"/>
                </a:lnTo>
                <a:lnTo>
                  <a:pt x="13195" y="315366"/>
                </a:lnTo>
                <a:lnTo>
                  <a:pt x="12738" y="331787"/>
                </a:lnTo>
                <a:lnTo>
                  <a:pt x="12801" y="348335"/>
                </a:lnTo>
                <a:lnTo>
                  <a:pt x="22809" y="363905"/>
                </a:lnTo>
                <a:lnTo>
                  <a:pt x="24853" y="363905"/>
                </a:lnTo>
                <a:lnTo>
                  <a:pt x="27419" y="363423"/>
                </a:lnTo>
                <a:lnTo>
                  <a:pt x="27076" y="363423"/>
                </a:lnTo>
                <a:lnTo>
                  <a:pt x="27571" y="363258"/>
                </a:lnTo>
                <a:lnTo>
                  <a:pt x="39408" y="352933"/>
                </a:lnTo>
                <a:lnTo>
                  <a:pt x="39408" y="352310"/>
                </a:lnTo>
                <a:lnTo>
                  <a:pt x="39408" y="350583"/>
                </a:lnTo>
                <a:lnTo>
                  <a:pt x="32334" y="342684"/>
                </a:lnTo>
                <a:lnTo>
                  <a:pt x="30695" y="342684"/>
                </a:lnTo>
                <a:lnTo>
                  <a:pt x="30734" y="347116"/>
                </a:lnTo>
                <a:lnTo>
                  <a:pt x="30695" y="346671"/>
                </a:lnTo>
                <a:lnTo>
                  <a:pt x="30695" y="342684"/>
                </a:lnTo>
                <a:lnTo>
                  <a:pt x="30708" y="331787"/>
                </a:lnTo>
                <a:lnTo>
                  <a:pt x="31165" y="315366"/>
                </a:lnTo>
                <a:lnTo>
                  <a:pt x="31242" y="314274"/>
                </a:lnTo>
                <a:lnTo>
                  <a:pt x="33566" y="289636"/>
                </a:lnTo>
                <a:lnTo>
                  <a:pt x="36588" y="259295"/>
                </a:lnTo>
                <a:lnTo>
                  <a:pt x="81000" y="259295"/>
                </a:lnTo>
                <a:lnTo>
                  <a:pt x="101854" y="257302"/>
                </a:lnTo>
                <a:lnTo>
                  <a:pt x="102082" y="257302"/>
                </a:lnTo>
                <a:lnTo>
                  <a:pt x="104965" y="256755"/>
                </a:lnTo>
                <a:lnTo>
                  <a:pt x="106222" y="267677"/>
                </a:lnTo>
                <a:lnTo>
                  <a:pt x="114706" y="308533"/>
                </a:lnTo>
                <a:lnTo>
                  <a:pt x="125742" y="315595"/>
                </a:lnTo>
                <a:lnTo>
                  <a:pt x="128816" y="315595"/>
                </a:lnTo>
                <a:lnTo>
                  <a:pt x="146456" y="302514"/>
                </a:lnTo>
                <a:lnTo>
                  <a:pt x="146545" y="301726"/>
                </a:lnTo>
                <a:lnTo>
                  <a:pt x="146443" y="300520"/>
                </a:lnTo>
                <a:lnTo>
                  <a:pt x="145935" y="298754"/>
                </a:lnTo>
                <a:lnTo>
                  <a:pt x="145821" y="298348"/>
                </a:lnTo>
                <a:lnTo>
                  <a:pt x="145618" y="297903"/>
                </a:lnTo>
                <a:lnTo>
                  <a:pt x="145249" y="297192"/>
                </a:lnTo>
                <a:lnTo>
                  <a:pt x="145034" y="296926"/>
                </a:lnTo>
                <a:lnTo>
                  <a:pt x="143764" y="295338"/>
                </a:lnTo>
                <a:lnTo>
                  <a:pt x="142862" y="294589"/>
                </a:lnTo>
                <a:lnTo>
                  <a:pt x="140779" y="293433"/>
                </a:lnTo>
                <a:lnTo>
                  <a:pt x="139661" y="293077"/>
                </a:lnTo>
                <a:lnTo>
                  <a:pt x="138201" y="292925"/>
                </a:lnTo>
                <a:lnTo>
                  <a:pt x="136131" y="292925"/>
                </a:lnTo>
                <a:lnTo>
                  <a:pt x="133845" y="293585"/>
                </a:lnTo>
                <a:lnTo>
                  <a:pt x="132816" y="294119"/>
                </a:lnTo>
                <a:lnTo>
                  <a:pt x="129997" y="296379"/>
                </a:lnTo>
                <a:lnTo>
                  <a:pt x="129540" y="296760"/>
                </a:lnTo>
                <a:lnTo>
                  <a:pt x="129590" y="296926"/>
                </a:lnTo>
                <a:lnTo>
                  <a:pt x="130098" y="297103"/>
                </a:lnTo>
                <a:lnTo>
                  <a:pt x="130429" y="297192"/>
                </a:lnTo>
                <a:lnTo>
                  <a:pt x="129794" y="297484"/>
                </a:lnTo>
                <a:lnTo>
                  <a:pt x="129692" y="297192"/>
                </a:lnTo>
                <a:lnTo>
                  <a:pt x="129667" y="299212"/>
                </a:lnTo>
                <a:lnTo>
                  <a:pt x="129082" y="298348"/>
                </a:lnTo>
                <a:lnTo>
                  <a:pt x="129362" y="298754"/>
                </a:lnTo>
                <a:lnTo>
                  <a:pt x="129667" y="299212"/>
                </a:lnTo>
                <a:lnTo>
                  <a:pt x="129667" y="297192"/>
                </a:lnTo>
                <a:lnTo>
                  <a:pt x="128879" y="297319"/>
                </a:lnTo>
                <a:lnTo>
                  <a:pt x="128879" y="297903"/>
                </a:lnTo>
                <a:lnTo>
                  <a:pt x="127914" y="298348"/>
                </a:lnTo>
                <a:lnTo>
                  <a:pt x="127012" y="298754"/>
                </a:lnTo>
                <a:lnTo>
                  <a:pt x="127533" y="298348"/>
                </a:lnTo>
                <a:lnTo>
                  <a:pt x="127660" y="298234"/>
                </a:lnTo>
                <a:lnTo>
                  <a:pt x="128066" y="297903"/>
                </a:lnTo>
                <a:lnTo>
                  <a:pt x="128879" y="297903"/>
                </a:lnTo>
                <a:lnTo>
                  <a:pt x="128879" y="297319"/>
                </a:lnTo>
                <a:lnTo>
                  <a:pt x="128955" y="297192"/>
                </a:lnTo>
                <a:lnTo>
                  <a:pt x="129501" y="296760"/>
                </a:lnTo>
                <a:lnTo>
                  <a:pt x="129387" y="296379"/>
                </a:lnTo>
                <a:lnTo>
                  <a:pt x="129235" y="295338"/>
                </a:lnTo>
                <a:lnTo>
                  <a:pt x="127863" y="289153"/>
                </a:lnTo>
                <a:lnTo>
                  <a:pt x="127774" y="288734"/>
                </a:lnTo>
                <a:lnTo>
                  <a:pt x="126009" y="278549"/>
                </a:lnTo>
                <a:lnTo>
                  <a:pt x="126009" y="297408"/>
                </a:lnTo>
                <a:lnTo>
                  <a:pt x="124815" y="297192"/>
                </a:lnTo>
                <a:lnTo>
                  <a:pt x="125590" y="297192"/>
                </a:lnTo>
                <a:lnTo>
                  <a:pt x="126009" y="297408"/>
                </a:lnTo>
                <a:lnTo>
                  <a:pt x="126009" y="278549"/>
                </a:lnTo>
                <a:lnTo>
                  <a:pt x="125945" y="278180"/>
                </a:lnTo>
                <a:lnTo>
                  <a:pt x="124040" y="265341"/>
                </a:lnTo>
                <a:lnTo>
                  <a:pt x="122618" y="252996"/>
                </a:lnTo>
                <a:lnTo>
                  <a:pt x="144868" y="247002"/>
                </a:lnTo>
                <a:lnTo>
                  <a:pt x="145910" y="246481"/>
                </a:lnTo>
                <a:lnTo>
                  <a:pt x="150317" y="239547"/>
                </a:lnTo>
                <a:lnTo>
                  <a:pt x="150368" y="237451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29837" y="1231544"/>
            <a:ext cx="956656" cy="37633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95494" y="1223754"/>
            <a:ext cx="352645" cy="41688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52773" y="1258426"/>
            <a:ext cx="1300667" cy="54606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205403" y="1396715"/>
            <a:ext cx="856010" cy="391111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6131109" y="1553432"/>
            <a:ext cx="30480" cy="29845"/>
          </a:xfrm>
          <a:custGeom>
            <a:avLst/>
            <a:gdLst/>
            <a:ahLst/>
            <a:cxnLst/>
            <a:rect l="l" t="t" r="r" b="b"/>
            <a:pathLst>
              <a:path w="30479" h="29844">
                <a:moveTo>
                  <a:pt x="13483" y="6019"/>
                </a:moveTo>
                <a:lnTo>
                  <a:pt x="12774" y="6019"/>
                </a:lnTo>
                <a:lnTo>
                  <a:pt x="13581" y="6316"/>
                </a:lnTo>
                <a:lnTo>
                  <a:pt x="7866" y="6316"/>
                </a:lnTo>
                <a:lnTo>
                  <a:pt x="2487" y="11416"/>
                </a:lnTo>
                <a:lnTo>
                  <a:pt x="1980" y="12688"/>
                </a:lnTo>
                <a:lnTo>
                  <a:pt x="1863" y="16407"/>
                </a:lnTo>
                <a:lnTo>
                  <a:pt x="1991" y="16935"/>
                </a:lnTo>
                <a:lnTo>
                  <a:pt x="2057" y="17210"/>
                </a:lnTo>
                <a:lnTo>
                  <a:pt x="16065" y="29721"/>
                </a:lnTo>
                <a:lnTo>
                  <a:pt x="18282" y="29721"/>
                </a:lnTo>
                <a:lnTo>
                  <a:pt x="19319" y="29518"/>
                </a:lnTo>
                <a:lnTo>
                  <a:pt x="23782" y="27758"/>
                </a:lnTo>
                <a:lnTo>
                  <a:pt x="19992" y="27758"/>
                </a:lnTo>
                <a:lnTo>
                  <a:pt x="22175" y="27077"/>
                </a:lnTo>
                <a:lnTo>
                  <a:pt x="28559" y="20970"/>
                </a:lnTo>
                <a:lnTo>
                  <a:pt x="28640" y="20648"/>
                </a:lnTo>
                <a:lnTo>
                  <a:pt x="28764" y="20153"/>
                </a:lnTo>
                <a:lnTo>
                  <a:pt x="28876" y="19704"/>
                </a:lnTo>
                <a:lnTo>
                  <a:pt x="17172" y="19704"/>
                </a:lnTo>
                <a:lnTo>
                  <a:pt x="17095" y="18738"/>
                </a:lnTo>
                <a:lnTo>
                  <a:pt x="16009" y="18738"/>
                </a:lnTo>
                <a:lnTo>
                  <a:pt x="16577" y="18016"/>
                </a:lnTo>
                <a:lnTo>
                  <a:pt x="14051" y="18016"/>
                </a:lnTo>
                <a:lnTo>
                  <a:pt x="15419" y="17578"/>
                </a:lnTo>
                <a:lnTo>
                  <a:pt x="10891" y="17578"/>
                </a:lnTo>
                <a:lnTo>
                  <a:pt x="11326" y="15838"/>
                </a:lnTo>
                <a:lnTo>
                  <a:pt x="11436" y="15398"/>
                </a:lnTo>
                <a:lnTo>
                  <a:pt x="11529" y="15027"/>
                </a:lnTo>
                <a:lnTo>
                  <a:pt x="11603" y="11069"/>
                </a:lnTo>
                <a:lnTo>
                  <a:pt x="12552" y="11069"/>
                </a:lnTo>
                <a:lnTo>
                  <a:pt x="10334" y="9813"/>
                </a:lnTo>
                <a:lnTo>
                  <a:pt x="12543" y="9813"/>
                </a:lnTo>
                <a:lnTo>
                  <a:pt x="12636" y="8968"/>
                </a:lnTo>
                <a:lnTo>
                  <a:pt x="12759" y="7891"/>
                </a:lnTo>
                <a:lnTo>
                  <a:pt x="12847" y="7546"/>
                </a:lnTo>
                <a:lnTo>
                  <a:pt x="13070" y="6842"/>
                </a:lnTo>
                <a:lnTo>
                  <a:pt x="13124" y="6671"/>
                </a:lnTo>
                <a:lnTo>
                  <a:pt x="13483" y="6019"/>
                </a:lnTo>
                <a:close/>
              </a:path>
              <a:path w="30479" h="29844">
                <a:moveTo>
                  <a:pt x="20722" y="0"/>
                </a:moveTo>
                <a:lnTo>
                  <a:pt x="13273" y="0"/>
                </a:lnTo>
                <a:lnTo>
                  <a:pt x="11987" y="201"/>
                </a:lnTo>
                <a:lnTo>
                  <a:pt x="12181" y="201"/>
                </a:lnTo>
                <a:lnTo>
                  <a:pt x="10585" y="713"/>
                </a:lnTo>
                <a:lnTo>
                  <a:pt x="328" y="13400"/>
                </a:lnTo>
                <a:lnTo>
                  <a:pt x="207" y="13702"/>
                </a:lnTo>
                <a:lnTo>
                  <a:pt x="147" y="13851"/>
                </a:lnTo>
                <a:lnTo>
                  <a:pt x="77" y="14155"/>
                </a:lnTo>
                <a:lnTo>
                  <a:pt x="0" y="18016"/>
                </a:lnTo>
                <a:lnTo>
                  <a:pt x="306" y="19306"/>
                </a:lnTo>
                <a:lnTo>
                  <a:pt x="8742" y="27758"/>
                </a:lnTo>
                <a:lnTo>
                  <a:pt x="11524" y="27758"/>
                </a:lnTo>
                <a:lnTo>
                  <a:pt x="3823" y="20648"/>
                </a:lnTo>
                <a:lnTo>
                  <a:pt x="3135" y="19704"/>
                </a:lnTo>
                <a:lnTo>
                  <a:pt x="2154" y="17578"/>
                </a:lnTo>
                <a:lnTo>
                  <a:pt x="1863" y="16407"/>
                </a:lnTo>
                <a:lnTo>
                  <a:pt x="1980" y="12688"/>
                </a:lnTo>
                <a:lnTo>
                  <a:pt x="2159" y="12307"/>
                </a:lnTo>
                <a:lnTo>
                  <a:pt x="2772" y="10638"/>
                </a:lnTo>
                <a:lnTo>
                  <a:pt x="7866" y="6316"/>
                </a:lnTo>
                <a:lnTo>
                  <a:pt x="7646" y="6316"/>
                </a:lnTo>
                <a:lnTo>
                  <a:pt x="8881" y="6019"/>
                </a:lnTo>
                <a:lnTo>
                  <a:pt x="13483" y="6019"/>
                </a:lnTo>
                <a:lnTo>
                  <a:pt x="14253" y="4620"/>
                </a:lnTo>
                <a:lnTo>
                  <a:pt x="15024" y="3691"/>
                </a:lnTo>
                <a:lnTo>
                  <a:pt x="16885" y="2204"/>
                </a:lnTo>
                <a:lnTo>
                  <a:pt x="17921" y="1666"/>
                </a:lnTo>
                <a:lnTo>
                  <a:pt x="19643" y="1167"/>
                </a:lnTo>
                <a:lnTo>
                  <a:pt x="23739" y="1167"/>
                </a:lnTo>
                <a:lnTo>
                  <a:pt x="19658" y="713"/>
                </a:lnTo>
                <a:lnTo>
                  <a:pt x="23125" y="713"/>
                </a:lnTo>
                <a:lnTo>
                  <a:pt x="21802" y="201"/>
                </a:lnTo>
                <a:lnTo>
                  <a:pt x="20722" y="0"/>
                </a:lnTo>
                <a:close/>
              </a:path>
              <a:path w="30479" h="29844">
                <a:moveTo>
                  <a:pt x="28411" y="21663"/>
                </a:moveTo>
                <a:lnTo>
                  <a:pt x="28178" y="21961"/>
                </a:lnTo>
                <a:lnTo>
                  <a:pt x="26942" y="23721"/>
                </a:lnTo>
                <a:lnTo>
                  <a:pt x="26214" y="24446"/>
                </a:lnTo>
                <a:lnTo>
                  <a:pt x="22987" y="26681"/>
                </a:lnTo>
                <a:lnTo>
                  <a:pt x="22175" y="27077"/>
                </a:lnTo>
                <a:lnTo>
                  <a:pt x="19992" y="27758"/>
                </a:lnTo>
                <a:lnTo>
                  <a:pt x="23796" y="27758"/>
                </a:lnTo>
                <a:lnTo>
                  <a:pt x="28311" y="21961"/>
                </a:lnTo>
                <a:lnTo>
                  <a:pt x="28411" y="21663"/>
                </a:lnTo>
                <a:close/>
              </a:path>
              <a:path w="30479" h="29844">
                <a:moveTo>
                  <a:pt x="18150" y="17210"/>
                </a:moveTo>
                <a:lnTo>
                  <a:pt x="17037" y="18016"/>
                </a:lnTo>
                <a:lnTo>
                  <a:pt x="17095" y="18738"/>
                </a:lnTo>
                <a:lnTo>
                  <a:pt x="17172" y="19704"/>
                </a:lnTo>
                <a:lnTo>
                  <a:pt x="17312" y="19306"/>
                </a:lnTo>
                <a:lnTo>
                  <a:pt x="18150" y="17210"/>
                </a:lnTo>
                <a:close/>
              </a:path>
              <a:path w="30479" h="29844">
                <a:moveTo>
                  <a:pt x="29497" y="16407"/>
                </a:moveTo>
                <a:lnTo>
                  <a:pt x="19275" y="16407"/>
                </a:lnTo>
                <a:lnTo>
                  <a:pt x="18150" y="17210"/>
                </a:lnTo>
                <a:lnTo>
                  <a:pt x="17153" y="19704"/>
                </a:lnTo>
                <a:lnTo>
                  <a:pt x="28876" y="19704"/>
                </a:lnTo>
                <a:lnTo>
                  <a:pt x="29299" y="18016"/>
                </a:lnTo>
                <a:lnTo>
                  <a:pt x="19691" y="18016"/>
                </a:lnTo>
                <a:lnTo>
                  <a:pt x="18387" y="17210"/>
                </a:lnTo>
                <a:lnTo>
                  <a:pt x="29398" y="17210"/>
                </a:lnTo>
                <a:lnTo>
                  <a:pt x="29497" y="16407"/>
                </a:lnTo>
                <a:close/>
              </a:path>
              <a:path w="30479" h="29844">
                <a:moveTo>
                  <a:pt x="17002" y="17578"/>
                </a:moveTo>
                <a:lnTo>
                  <a:pt x="16577" y="18016"/>
                </a:lnTo>
                <a:lnTo>
                  <a:pt x="16009" y="18738"/>
                </a:lnTo>
                <a:lnTo>
                  <a:pt x="17021" y="18016"/>
                </a:lnTo>
                <a:lnTo>
                  <a:pt x="17002" y="17578"/>
                </a:lnTo>
                <a:close/>
              </a:path>
              <a:path w="30479" h="29844">
                <a:moveTo>
                  <a:pt x="17037" y="18016"/>
                </a:moveTo>
                <a:lnTo>
                  <a:pt x="16009" y="18738"/>
                </a:lnTo>
                <a:lnTo>
                  <a:pt x="17095" y="18738"/>
                </a:lnTo>
                <a:lnTo>
                  <a:pt x="17037" y="18016"/>
                </a:lnTo>
                <a:close/>
              </a:path>
              <a:path w="30479" h="29844">
                <a:moveTo>
                  <a:pt x="17425" y="16935"/>
                </a:moveTo>
                <a:lnTo>
                  <a:pt x="14051" y="18016"/>
                </a:lnTo>
                <a:lnTo>
                  <a:pt x="16577" y="18016"/>
                </a:lnTo>
                <a:lnTo>
                  <a:pt x="16921" y="17578"/>
                </a:lnTo>
                <a:lnTo>
                  <a:pt x="16972" y="17210"/>
                </a:lnTo>
                <a:lnTo>
                  <a:pt x="17209" y="17210"/>
                </a:lnTo>
                <a:lnTo>
                  <a:pt x="17425" y="16935"/>
                </a:lnTo>
                <a:close/>
              </a:path>
              <a:path w="30479" h="29844">
                <a:moveTo>
                  <a:pt x="19024" y="15027"/>
                </a:moveTo>
                <a:lnTo>
                  <a:pt x="18813" y="15166"/>
                </a:lnTo>
                <a:lnTo>
                  <a:pt x="17209" y="17210"/>
                </a:lnTo>
                <a:lnTo>
                  <a:pt x="17002" y="17578"/>
                </a:lnTo>
                <a:lnTo>
                  <a:pt x="17037" y="18016"/>
                </a:lnTo>
                <a:lnTo>
                  <a:pt x="18150" y="17210"/>
                </a:lnTo>
                <a:lnTo>
                  <a:pt x="18387" y="17210"/>
                </a:lnTo>
                <a:lnTo>
                  <a:pt x="17942" y="16935"/>
                </a:lnTo>
                <a:lnTo>
                  <a:pt x="18260" y="16935"/>
                </a:lnTo>
                <a:lnTo>
                  <a:pt x="18699" y="15838"/>
                </a:lnTo>
                <a:lnTo>
                  <a:pt x="18784" y="15625"/>
                </a:lnTo>
                <a:lnTo>
                  <a:pt x="18875" y="15398"/>
                </a:lnTo>
                <a:lnTo>
                  <a:pt x="18968" y="15166"/>
                </a:lnTo>
                <a:lnTo>
                  <a:pt x="19024" y="15027"/>
                </a:lnTo>
                <a:close/>
              </a:path>
              <a:path w="30479" h="29844">
                <a:moveTo>
                  <a:pt x="29398" y="17210"/>
                </a:moveTo>
                <a:lnTo>
                  <a:pt x="18387" y="17210"/>
                </a:lnTo>
                <a:lnTo>
                  <a:pt x="19691" y="18016"/>
                </a:lnTo>
                <a:lnTo>
                  <a:pt x="29299" y="18016"/>
                </a:lnTo>
                <a:lnTo>
                  <a:pt x="29398" y="17210"/>
                </a:lnTo>
                <a:close/>
              </a:path>
              <a:path w="30479" h="29844">
                <a:moveTo>
                  <a:pt x="25118" y="1666"/>
                </a:moveTo>
                <a:lnTo>
                  <a:pt x="24910" y="1666"/>
                </a:lnTo>
                <a:lnTo>
                  <a:pt x="26474" y="3088"/>
                </a:lnTo>
                <a:lnTo>
                  <a:pt x="27137" y="3964"/>
                </a:lnTo>
                <a:lnTo>
                  <a:pt x="29299" y="18016"/>
                </a:lnTo>
                <a:lnTo>
                  <a:pt x="29521" y="17578"/>
                </a:lnTo>
                <a:lnTo>
                  <a:pt x="29825" y="16407"/>
                </a:lnTo>
                <a:lnTo>
                  <a:pt x="29914" y="15838"/>
                </a:lnTo>
                <a:lnTo>
                  <a:pt x="30039" y="15027"/>
                </a:lnTo>
                <a:lnTo>
                  <a:pt x="30141" y="7296"/>
                </a:lnTo>
                <a:lnTo>
                  <a:pt x="30010" y="6842"/>
                </a:lnTo>
                <a:lnTo>
                  <a:pt x="29960" y="6671"/>
                </a:lnTo>
                <a:lnTo>
                  <a:pt x="29858" y="6316"/>
                </a:lnTo>
                <a:lnTo>
                  <a:pt x="29320" y="5280"/>
                </a:lnTo>
                <a:lnTo>
                  <a:pt x="27832" y="3420"/>
                </a:lnTo>
                <a:lnTo>
                  <a:pt x="26939" y="2668"/>
                </a:lnTo>
                <a:lnTo>
                  <a:pt x="25118" y="1666"/>
                </a:lnTo>
                <a:close/>
              </a:path>
              <a:path w="30479" h="29844">
                <a:moveTo>
                  <a:pt x="11603" y="15166"/>
                </a:moveTo>
                <a:lnTo>
                  <a:pt x="11436" y="15398"/>
                </a:lnTo>
                <a:lnTo>
                  <a:pt x="11052" y="16935"/>
                </a:lnTo>
                <a:lnTo>
                  <a:pt x="10983" y="17210"/>
                </a:lnTo>
                <a:lnTo>
                  <a:pt x="10891" y="17578"/>
                </a:lnTo>
                <a:lnTo>
                  <a:pt x="12410" y="15838"/>
                </a:lnTo>
                <a:lnTo>
                  <a:pt x="11603" y="15838"/>
                </a:lnTo>
                <a:lnTo>
                  <a:pt x="11603" y="15166"/>
                </a:lnTo>
                <a:close/>
              </a:path>
              <a:path w="30479" h="29844">
                <a:moveTo>
                  <a:pt x="13726" y="14329"/>
                </a:moveTo>
                <a:lnTo>
                  <a:pt x="10891" y="17578"/>
                </a:lnTo>
                <a:lnTo>
                  <a:pt x="15419" y="17578"/>
                </a:lnTo>
                <a:lnTo>
                  <a:pt x="16568" y="17210"/>
                </a:lnTo>
                <a:lnTo>
                  <a:pt x="16972" y="17210"/>
                </a:lnTo>
                <a:lnTo>
                  <a:pt x="16908" y="16407"/>
                </a:lnTo>
                <a:lnTo>
                  <a:pt x="17088" y="16407"/>
                </a:lnTo>
                <a:lnTo>
                  <a:pt x="13726" y="14329"/>
                </a:lnTo>
                <a:close/>
              </a:path>
              <a:path w="30479" h="29844">
                <a:moveTo>
                  <a:pt x="17209" y="17210"/>
                </a:moveTo>
                <a:lnTo>
                  <a:pt x="16972" y="17210"/>
                </a:lnTo>
                <a:lnTo>
                  <a:pt x="17002" y="17578"/>
                </a:lnTo>
                <a:lnTo>
                  <a:pt x="17209" y="17210"/>
                </a:lnTo>
                <a:close/>
              </a:path>
              <a:path w="30479" h="29844">
                <a:moveTo>
                  <a:pt x="16667" y="13400"/>
                </a:moveTo>
                <a:lnTo>
                  <a:pt x="16728" y="14155"/>
                </a:lnTo>
                <a:lnTo>
                  <a:pt x="16846" y="15625"/>
                </a:lnTo>
                <a:lnTo>
                  <a:pt x="16972" y="17210"/>
                </a:lnTo>
                <a:lnTo>
                  <a:pt x="16568" y="17210"/>
                </a:lnTo>
                <a:lnTo>
                  <a:pt x="17425" y="16935"/>
                </a:lnTo>
                <a:lnTo>
                  <a:pt x="17942" y="16935"/>
                </a:lnTo>
                <a:lnTo>
                  <a:pt x="17088" y="16407"/>
                </a:lnTo>
                <a:lnTo>
                  <a:pt x="17840" y="16407"/>
                </a:lnTo>
                <a:lnTo>
                  <a:pt x="19086" y="14818"/>
                </a:lnTo>
                <a:lnTo>
                  <a:pt x="29554" y="14818"/>
                </a:lnTo>
                <a:lnTo>
                  <a:pt x="29545" y="14155"/>
                </a:lnTo>
                <a:lnTo>
                  <a:pt x="18001" y="14155"/>
                </a:lnTo>
                <a:lnTo>
                  <a:pt x="16667" y="13400"/>
                </a:lnTo>
                <a:close/>
              </a:path>
              <a:path w="30479" h="29844">
                <a:moveTo>
                  <a:pt x="18260" y="16935"/>
                </a:moveTo>
                <a:lnTo>
                  <a:pt x="17942" y="16935"/>
                </a:lnTo>
                <a:lnTo>
                  <a:pt x="18387" y="17210"/>
                </a:lnTo>
                <a:lnTo>
                  <a:pt x="18260" y="16935"/>
                </a:lnTo>
                <a:close/>
              </a:path>
              <a:path w="30479" h="29844">
                <a:moveTo>
                  <a:pt x="18535" y="16935"/>
                </a:moveTo>
                <a:lnTo>
                  <a:pt x="18260" y="16935"/>
                </a:lnTo>
                <a:lnTo>
                  <a:pt x="18150" y="17210"/>
                </a:lnTo>
                <a:lnTo>
                  <a:pt x="18535" y="16935"/>
                </a:lnTo>
                <a:close/>
              </a:path>
              <a:path w="30479" h="29844">
                <a:moveTo>
                  <a:pt x="17840" y="16407"/>
                </a:moveTo>
                <a:lnTo>
                  <a:pt x="17088" y="16407"/>
                </a:lnTo>
                <a:lnTo>
                  <a:pt x="17942" y="16935"/>
                </a:lnTo>
                <a:lnTo>
                  <a:pt x="17425" y="16935"/>
                </a:lnTo>
                <a:lnTo>
                  <a:pt x="17840" y="16407"/>
                </a:lnTo>
                <a:close/>
              </a:path>
              <a:path w="30479" h="29844">
                <a:moveTo>
                  <a:pt x="29554" y="14818"/>
                </a:moveTo>
                <a:lnTo>
                  <a:pt x="19107" y="14818"/>
                </a:lnTo>
                <a:lnTo>
                  <a:pt x="18260" y="16935"/>
                </a:lnTo>
                <a:lnTo>
                  <a:pt x="17425" y="16935"/>
                </a:lnTo>
                <a:lnTo>
                  <a:pt x="19074" y="16407"/>
                </a:lnTo>
                <a:lnTo>
                  <a:pt x="29497" y="16407"/>
                </a:lnTo>
                <a:lnTo>
                  <a:pt x="29554" y="14818"/>
                </a:lnTo>
                <a:close/>
              </a:path>
              <a:path w="30479" h="29844">
                <a:moveTo>
                  <a:pt x="19275" y="16407"/>
                </a:moveTo>
                <a:lnTo>
                  <a:pt x="19074" y="16407"/>
                </a:lnTo>
                <a:lnTo>
                  <a:pt x="17425" y="16935"/>
                </a:lnTo>
                <a:lnTo>
                  <a:pt x="18535" y="16935"/>
                </a:lnTo>
                <a:lnTo>
                  <a:pt x="19275" y="16407"/>
                </a:lnTo>
                <a:close/>
              </a:path>
              <a:path w="30479" h="29844">
                <a:moveTo>
                  <a:pt x="20301" y="11416"/>
                </a:moveTo>
                <a:lnTo>
                  <a:pt x="16269" y="11416"/>
                </a:lnTo>
                <a:lnTo>
                  <a:pt x="13726" y="14329"/>
                </a:lnTo>
                <a:lnTo>
                  <a:pt x="17088" y="16407"/>
                </a:lnTo>
                <a:lnTo>
                  <a:pt x="16908" y="16407"/>
                </a:lnTo>
                <a:lnTo>
                  <a:pt x="16798" y="15027"/>
                </a:lnTo>
                <a:lnTo>
                  <a:pt x="16691" y="13702"/>
                </a:lnTo>
                <a:lnTo>
                  <a:pt x="16667" y="13400"/>
                </a:lnTo>
                <a:lnTo>
                  <a:pt x="15411" y="12688"/>
                </a:lnTo>
                <a:lnTo>
                  <a:pt x="16610" y="12688"/>
                </a:lnTo>
                <a:lnTo>
                  <a:pt x="16531" y="11705"/>
                </a:lnTo>
                <a:lnTo>
                  <a:pt x="20615" y="11705"/>
                </a:lnTo>
                <a:lnTo>
                  <a:pt x="20301" y="11416"/>
                </a:lnTo>
                <a:close/>
              </a:path>
              <a:path w="30479" h="29844">
                <a:moveTo>
                  <a:pt x="12237" y="14329"/>
                </a:moveTo>
                <a:lnTo>
                  <a:pt x="11702" y="15027"/>
                </a:lnTo>
                <a:lnTo>
                  <a:pt x="11603" y="15838"/>
                </a:lnTo>
                <a:lnTo>
                  <a:pt x="12410" y="15838"/>
                </a:lnTo>
                <a:lnTo>
                  <a:pt x="12996" y="15166"/>
                </a:lnTo>
                <a:lnTo>
                  <a:pt x="13117" y="15027"/>
                </a:lnTo>
                <a:lnTo>
                  <a:pt x="12567" y="15027"/>
                </a:lnTo>
                <a:lnTo>
                  <a:pt x="12517" y="14818"/>
                </a:lnTo>
                <a:lnTo>
                  <a:pt x="12237" y="14329"/>
                </a:lnTo>
                <a:close/>
              </a:path>
              <a:path w="30479" h="29844">
                <a:moveTo>
                  <a:pt x="12712" y="13702"/>
                </a:moveTo>
                <a:lnTo>
                  <a:pt x="12585" y="15027"/>
                </a:lnTo>
                <a:lnTo>
                  <a:pt x="13117" y="15027"/>
                </a:lnTo>
                <a:lnTo>
                  <a:pt x="13726" y="14329"/>
                </a:lnTo>
                <a:lnTo>
                  <a:pt x="12712" y="13702"/>
                </a:lnTo>
                <a:close/>
              </a:path>
              <a:path w="30479" h="29844">
                <a:moveTo>
                  <a:pt x="11607" y="13070"/>
                </a:moveTo>
                <a:lnTo>
                  <a:pt x="11603" y="14818"/>
                </a:lnTo>
                <a:lnTo>
                  <a:pt x="11743" y="14329"/>
                </a:lnTo>
                <a:lnTo>
                  <a:pt x="11772" y="13400"/>
                </a:lnTo>
                <a:lnTo>
                  <a:pt x="11607" y="13070"/>
                </a:lnTo>
                <a:close/>
              </a:path>
              <a:path w="30479" h="29844">
                <a:moveTo>
                  <a:pt x="11923" y="13702"/>
                </a:moveTo>
                <a:lnTo>
                  <a:pt x="11847" y="13851"/>
                </a:lnTo>
                <a:lnTo>
                  <a:pt x="11728" y="14818"/>
                </a:lnTo>
                <a:lnTo>
                  <a:pt x="12204" y="14329"/>
                </a:lnTo>
                <a:lnTo>
                  <a:pt x="12150" y="14155"/>
                </a:lnTo>
                <a:lnTo>
                  <a:pt x="11998" y="13851"/>
                </a:lnTo>
                <a:lnTo>
                  <a:pt x="11923" y="13702"/>
                </a:lnTo>
                <a:close/>
              </a:path>
              <a:path w="30479" h="29844">
                <a:moveTo>
                  <a:pt x="12361" y="14155"/>
                </a:moveTo>
                <a:lnTo>
                  <a:pt x="12237" y="14329"/>
                </a:lnTo>
                <a:lnTo>
                  <a:pt x="12481" y="14818"/>
                </a:lnTo>
                <a:lnTo>
                  <a:pt x="12361" y="14155"/>
                </a:lnTo>
                <a:close/>
              </a:path>
              <a:path w="30479" h="29844">
                <a:moveTo>
                  <a:pt x="12204" y="13070"/>
                </a:moveTo>
                <a:lnTo>
                  <a:pt x="12010" y="13400"/>
                </a:lnTo>
                <a:lnTo>
                  <a:pt x="11998" y="13851"/>
                </a:lnTo>
                <a:lnTo>
                  <a:pt x="12150" y="14155"/>
                </a:lnTo>
                <a:lnTo>
                  <a:pt x="12237" y="14329"/>
                </a:lnTo>
                <a:lnTo>
                  <a:pt x="12204" y="13070"/>
                </a:lnTo>
                <a:close/>
              </a:path>
              <a:path w="30479" h="29844">
                <a:moveTo>
                  <a:pt x="13695" y="12307"/>
                </a:moveTo>
                <a:lnTo>
                  <a:pt x="12879" y="13400"/>
                </a:lnTo>
                <a:lnTo>
                  <a:pt x="12712" y="13702"/>
                </a:lnTo>
                <a:lnTo>
                  <a:pt x="13726" y="14329"/>
                </a:lnTo>
                <a:lnTo>
                  <a:pt x="15158" y="12688"/>
                </a:lnTo>
                <a:lnTo>
                  <a:pt x="15370" y="12688"/>
                </a:lnTo>
                <a:lnTo>
                  <a:pt x="13695" y="12307"/>
                </a:lnTo>
                <a:close/>
              </a:path>
              <a:path w="30479" h="29844">
                <a:moveTo>
                  <a:pt x="12223" y="13400"/>
                </a:moveTo>
                <a:lnTo>
                  <a:pt x="12254" y="13702"/>
                </a:lnTo>
                <a:lnTo>
                  <a:pt x="12361" y="14155"/>
                </a:lnTo>
                <a:lnTo>
                  <a:pt x="12546" y="13851"/>
                </a:lnTo>
                <a:lnTo>
                  <a:pt x="12654" y="13702"/>
                </a:lnTo>
                <a:lnTo>
                  <a:pt x="12223" y="13400"/>
                </a:lnTo>
                <a:close/>
              </a:path>
              <a:path w="30479" h="29844">
                <a:moveTo>
                  <a:pt x="16631" y="11871"/>
                </a:moveTo>
                <a:lnTo>
                  <a:pt x="16667" y="13400"/>
                </a:lnTo>
                <a:lnTo>
                  <a:pt x="18001" y="14155"/>
                </a:lnTo>
                <a:lnTo>
                  <a:pt x="16631" y="11871"/>
                </a:lnTo>
                <a:close/>
              </a:path>
              <a:path w="30479" h="29844">
                <a:moveTo>
                  <a:pt x="20615" y="11705"/>
                </a:moveTo>
                <a:lnTo>
                  <a:pt x="16531" y="11705"/>
                </a:lnTo>
                <a:lnTo>
                  <a:pt x="18001" y="14155"/>
                </a:lnTo>
                <a:lnTo>
                  <a:pt x="23359" y="14155"/>
                </a:lnTo>
                <a:lnTo>
                  <a:pt x="17479" y="13070"/>
                </a:lnTo>
                <a:lnTo>
                  <a:pt x="22094" y="13070"/>
                </a:lnTo>
                <a:lnTo>
                  <a:pt x="20615" y="11705"/>
                </a:lnTo>
                <a:close/>
              </a:path>
              <a:path w="30479" h="29844">
                <a:moveTo>
                  <a:pt x="22094" y="13070"/>
                </a:moveTo>
                <a:lnTo>
                  <a:pt x="17479" y="13070"/>
                </a:lnTo>
                <a:lnTo>
                  <a:pt x="23359" y="14155"/>
                </a:lnTo>
                <a:lnTo>
                  <a:pt x="22941" y="13851"/>
                </a:lnTo>
                <a:lnTo>
                  <a:pt x="22094" y="13070"/>
                </a:lnTo>
                <a:close/>
              </a:path>
              <a:path w="30479" h="29844">
                <a:moveTo>
                  <a:pt x="28315" y="6316"/>
                </a:moveTo>
                <a:lnTo>
                  <a:pt x="13581" y="6316"/>
                </a:lnTo>
                <a:lnTo>
                  <a:pt x="15009" y="6842"/>
                </a:lnTo>
                <a:lnTo>
                  <a:pt x="15749" y="7296"/>
                </a:lnTo>
                <a:lnTo>
                  <a:pt x="16106" y="7546"/>
                </a:lnTo>
                <a:lnTo>
                  <a:pt x="23271" y="14155"/>
                </a:lnTo>
                <a:lnTo>
                  <a:pt x="29545" y="14155"/>
                </a:lnTo>
                <a:lnTo>
                  <a:pt x="28930" y="7546"/>
                </a:lnTo>
                <a:lnTo>
                  <a:pt x="28315" y="6316"/>
                </a:lnTo>
                <a:close/>
              </a:path>
              <a:path w="30479" h="29844">
                <a:moveTo>
                  <a:pt x="11715" y="11416"/>
                </a:moveTo>
                <a:lnTo>
                  <a:pt x="11689" y="13070"/>
                </a:lnTo>
                <a:lnTo>
                  <a:pt x="12223" y="13400"/>
                </a:lnTo>
                <a:lnTo>
                  <a:pt x="11772" y="13400"/>
                </a:lnTo>
                <a:lnTo>
                  <a:pt x="11923" y="13702"/>
                </a:lnTo>
                <a:lnTo>
                  <a:pt x="12010" y="13400"/>
                </a:lnTo>
                <a:lnTo>
                  <a:pt x="12223" y="13400"/>
                </a:lnTo>
                <a:lnTo>
                  <a:pt x="11689" y="13070"/>
                </a:lnTo>
                <a:lnTo>
                  <a:pt x="12105" y="13070"/>
                </a:lnTo>
                <a:lnTo>
                  <a:pt x="12015" y="12688"/>
                </a:lnTo>
                <a:lnTo>
                  <a:pt x="11925" y="12307"/>
                </a:lnTo>
                <a:lnTo>
                  <a:pt x="11822" y="11871"/>
                </a:lnTo>
                <a:lnTo>
                  <a:pt x="11715" y="11416"/>
                </a:lnTo>
                <a:close/>
              </a:path>
              <a:path w="30479" h="29844">
                <a:moveTo>
                  <a:pt x="12774" y="6019"/>
                </a:moveTo>
                <a:lnTo>
                  <a:pt x="8881" y="6019"/>
                </a:lnTo>
                <a:lnTo>
                  <a:pt x="7646" y="6316"/>
                </a:lnTo>
                <a:lnTo>
                  <a:pt x="13319" y="6316"/>
                </a:lnTo>
                <a:lnTo>
                  <a:pt x="13124" y="6671"/>
                </a:lnTo>
                <a:lnTo>
                  <a:pt x="12926" y="7296"/>
                </a:lnTo>
                <a:lnTo>
                  <a:pt x="12847" y="7546"/>
                </a:lnTo>
                <a:lnTo>
                  <a:pt x="12759" y="7891"/>
                </a:lnTo>
                <a:lnTo>
                  <a:pt x="12636" y="8968"/>
                </a:lnTo>
                <a:lnTo>
                  <a:pt x="12543" y="9813"/>
                </a:lnTo>
                <a:lnTo>
                  <a:pt x="12451" y="10638"/>
                </a:lnTo>
                <a:lnTo>
                  <a:pt x="12344" y="12307"/>
                </a:lnTo>
                <a:lnTo>
                  <a:pt x="12223" y="13400"/>
                </a:lnTo>
                <a:lnTo>
                  <a:pt x="12712" y="13702"/>
                </a:lnTo>
                <a:lnTo>
                  <a:pt x="12879" y="13400"/>
                </a:lnTo>
                <a:lnTo>
                  <a:pt x="13695" y="12307"/>
                </a:lnTo>
                <a:lnTo>
                  <a:pt x="13968" y="11871"/>
                </a:lnTo>
                <a:lnTo>
                  <a:pt x="12552" y="11069"/>
                </a:lnTo>
                <a:lnTo>
                  <a:pt x="13978" y="11069"/>
                </a:lnTo>
                <a:lnTo>
                  <a:pt x="15104" y="10289"/>
                </a:lnTo>
                <a:lnTo>
                  <a:pt x="17041" y="10289"/>
                </a:lnTo>
                <a:lnTo>
                  <a:pt x="18564" y="9813"/>
                </a:lnTo>
                <a:lnTo>
                  <a:pt x="16106" y="7546"/>
                </a:lnTo>
                <a:lnTo>
                  <a:pt x="15749" y="7296"/>
                </a:lnTo>
                <a:lnTo>
                  <a:pt x="15009" y="6842"/>
                </a:lnTo>
                <a:lnTo>
                  <a:pt x="12774" y="6019"/>
                </a:lnTo>
                <a:close/>
              </a:path>
              <a:path w="30479" h="29844">
                <a:moveTo>
                  <a:pt x="15411" y="12688"/>
                </a:moveTo>
                <a:lnTo>
                  <a:pt x="16667" y="13400"/>
                </a:lnTo>
                <a:lnTo>
                  <a:pt x="16641" y="13070"/>
                </a:lnTo>
                <a:lnTo>
                  <a:pt x="17479" y="13070"/>
                </a:lnTo>
                <a:lnTo>
                  <a:pt x="15411" y="12688"/>
                </a:lnTo>
                <a:close/>
              </a:path>
              <a:path w="30479" h="29844">
                <a:moveTo>
                  <a:pt x="12543" y="9813"/>
                </a:moveTo>
                <a:lnTo>
                  <a:pt x="10334" y="9813"/>
                </a:lnTo>
                <a:lnTo>
                  <a:pt x="12552" y="11069"/>
                </a:lnTo>
                <a:lnTo>
                  <a:pt x="11633" y="11069"/>
                </a:lnTo>
                <a:lnTo>
                  <a:pt x="11715" y="11416"/>
                </a:lnTo>
                <a:lnTo>
                  <a:pt x="11822" y="11871"/>
                </a:lnTo>
                <a:lnTo>
                  <a:pt x="11925" y="12307"/>
                </a:lnTo>
                <a:lnTo>
                  <a:pt x="12015" y="12688"/>
                </a:lnTo>
                <a:lnTo>
                  <a:pt x="12105" y="13070"/>
                </a:lnTo>
                <a:lnTo>
                  <a:pt x="12215" y="12688"/>
                </a:lnTo>
                <a:lnTo>
                  <a:pt x="12333" y="11705"/>
                </a:lnTo>
                <a:lnTo>
                  <a:pt x="12451" y="10638"/>
                </a:lnTo>
                <a:lnTo>
                  <a:pt x="12543" y="9813"/>
                </a:lnTo>
                <a:close/>
              </a:path>
              <a:path w="30479" h="29844">
                <a:moveTo>
                  <a:pt x="16610" y="12688"/>
                </a:moveTo>
                <a:lnTo>
                  <a:pt x="15411" y="12688"/>
                </a:lnTo>
                <a:lnTo>
                  <a:pt x="17479" y="13070"/>
                </a:lnTo>
                <a:lnTo>
                  <a:pt x="16641" y="13070"/>
                </a:lnTo>
                <a:lnTo>
                  <a:pt x="16610" y="12688"/>
                </a:lnTo>
                <a:close/>
              </a:path>
              <a:path w="30479" h="29844">
                <a:moveTo>
                  <a:pt x="16269" y="11416"/>
                </a:moveTo>
                <a:lnTo>
                  <a:pt x="13695" y="12307"/>
                </a:lnTo>
                <a:lnTo>
                  <a:pt x="15370" y="12688"/>
                </a:lnTo>
                <a:lnTo>
                  <a:pt x="14397" y="12114"/>
                </a:lnTo>
                <a:lnTo>
                  <a:pt x="15659" y="12114"/>
                </a:lnTo>
                <a:lnTo>
                  <a:pt x="16269" y="11416"/>
                </a:lnTo>
                <a:close/>
              </a:path>
              <a:path w="30479" h="29844">
                <a:moveTo>
                  <a:pt x="15659" y="12114"/>
                </a:moveTo>
                <a:lnTo>
                  <a:pt x="14397" y="12114"/>
                </a:lnTo>
                <a:lnTo>
                  <a:pt x="15411" y="12688"/>
                </a:lnTo>
                <a:lnTo>
                  <a:pt x="15158" y="12688"/>
                </a:lnTo>
                <a:lnTo>
                  <a:pt x="15659" y="12114"/>
                </a:lnTo>
                <a:close/>
              </a:path>
              <a:path w="30479" h="29844">
                <a:moveTo>
                  <a:pt x="18564" y="9813"/>
                </a:moveTo>
                <a:lnTo>
                  <a:pt x="14544" y="11069"/>
                </a:lnTo>
                <a:lnTo>
                  <a:pt x="14087" y="11705"/>
                </a:lnTo>
                <a:lnTo>
                  <a:pt x="13968" y="11871"/>
                </a:lnTo>
                <a:lnTo>
                  <a:pt x="14397" y="12114"/>
                </a:lnTo>
                <a:lnTo>
                  <a:pt x="13816" y="12114"/>
                </a:lnTo>
                <a:lnTo>
                  <a:pt x="13695" y="12307"/>
                </a:lnTo>
                <a:lnTo>
                  <a:pt x="14253" y="12114"/>
                </a:lnTo>
                <a:lnTo>
                  <a:pt x="14397" y="12114"/>
                </a:lnTo>
                <a:lnTo>
                  <a:pt x="13968" y="11871"/>
                </a:lnTo>
                <a:lnTo>
                  <a:pt x="14954" y="11871"/>
                </a:lnTo>
                <a:lnTo>
                  <a:pt x="16269" y="11416"/>
                </a:lnTo>
                <a:lnTo>
                  <a:pt x="20301" y="11416"/>
                </a:lnTo>
                <a:lnTo>
                  <a:pt x="18564" y="9813"/>
                </a:lnTo>
                <a:close/>
              </a:path>
              <a:path w="30479" h="29844">
                <a:moveTo>
                  <a:pt x="13978" y="11069"/>
                </a:moveTo>
                <a:lnTo>
                  <a:pt x="12552" y="11069"/>
                </a:lnTo>
                <a:lnTo>
                  <a:pt x="13968" y="11871"/>
                </a:lnTo>
                <a:lnTo>
                  <a:pt x="14295" y="11416"/>
                </a:lnTo>
                <a:lnTo>
                  <a:pt x="13478" y="11416"/>
                </a:lnTo>
                <a:lnTo>
                  <a:pt x="13978" y="11069"/>
                </a:lnTo>
                <a:close/>
              </a:path>
              <a:path w="30479" h="29844">
                <a:moveTo>
                  <a:pt x="15104" y="10289"/>
                </a:moveTo>
                <a:lnTo>
                  <a:pt x="13478" y="11416"/>
                </a:lnTo>
                <a:lnTo>
                  <a:pt x="14544" y="11069"/>
                </a:lnTo>
                <a:lnTo>
                  <a:pt x="15104" y="10289"/>
                </a:lnTo>
                <a:close/>
              </a:path>
              <a:path w="30479" h="29844">
                <a:moveTo>
                  <a:pt x="14544" y="11069"/>
                </a:moveTo>
                <a:lnTo>
                  <a:pt x="13435" y="11416"/>
                </a:lnTo>
                <a:lnTo>
                  <a:pt x="14295" y="11416"/>
                </a:lnTo>
                <a:lnTo>
                  <a:pt x="14544" y="11069"/>
                </a:lnTo>
                <a:close/>
              </a:path>
              <a:path w="30479" h="29844">
                <a:moveTo>
                  <a:pt x="17041" y="10289"/>
                </a:moveTo>
                <a:lnTo>
                  <a:pt x="15104" y="10289"/>
                </a:lnTo>
                <a:lnTo>
                  <a:pt x="14544" y="11069"/>
                </a:lnTo>
                <a:lnTo>
                  <a:pt x="17041" y="10289"/>
                </a:lnTo>
                <a:close/>
              </a:path>
              <a:path w="30479" h="29844">
                <a:moveTo>
                  <a:pt x="23739" y="1167"/>
                </a:moveTo>
                <a:lnTo>
                  <a:pt x="19643" y="1167"/>
                </a:lnTo>
                <a:lnTo>
                  <a:pt x="17921" y="1666"/>
                </a:lnTo>
                <a:lnTo>
                  <a:pt x="16885" y="2204"/>
                </a:lnTo>
                <a:lnTo>
                  <a:pt x="15024" y="3691"/>
                </a:lnTo>
                <a:lnTo>
                  <a:pt x="14253" y="4620"/>
                </a:lnTo>
                <a:lnTo>
                  <a:pt x="13319" y="6316"/>
                </a:lnTo>
                <a:lnTo>
                  <a:pt x="28315" y="6316"/>
                </a:lnTo>
                <a:lnTo>
                  <a:pt x="27137" y="3964"/>
                </a:lnTo>
                <a:lnTo>
                  <a:pt x="26474" y="3088"/>
                </a:lnTo>
                <a:lnTo>
                  <a:pt x="24910" y="1666"/>
                </a:lnTo>
                <a:lnTo>
                  <a:pt x="25313" y="1666"/>
                </a:lnTo>
                <a:lnTo>
                  <a:pt x="23739" y="1167"/>
                </a:lnTo>
                <a:close/>
              </a:path>
              <a:path w="30479" h="29844">
                <a:moveTo>
                  <a:pt x="24143" y="1167"/>
                </a:moveTo>
                <a:lnTo>
                  <a:pt x="23739" y="1167"/>
                </a:lnTo>
                <a:lnTo>
                  <a:pt x="25313" y="1666"/>
                </a:lnTo>
                <a:lnTo>
                  <a:pt x="24953" y="1666"/>
                </a:lnTo>
                <a:lnTo>
                  <a:pt x="24143" y="1167"/>
                </a:lnTo>
                <a:close/>
              </a:path>
              <a:path w="30479" h="29844">
                <a:moveTo>
                  <a:pt x="23612" y="713"/>
                </a:moveTo>
                <a:lnTo>
                  <a:pt x="23125" y="713"/>
                </a:lnTo>
                <a:lnTo>
                  <a:pt x="24296" y="1167"/>
                </a:lnTo>
                <a:lnTo>
                  <a:pt x="18282" y="1167"/>
                </a:lnTo>
                <a:lnTo>
                  <a:pt x="23612" y="713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 descr=""/>
          <p:cNvGrpSpPr/>
          <p:nvPr/>
        </p:nvGrpSpPr>
        <p:grpSpPr>
          <a:xfrm>
            <a:off x="1468492" y="2443910"/>
            <a:ext cx="434340" cy="187325"/>
            <a:chOff x="1468492" y="2443910"/>
            <a:chExt cx="434340" cy="187325"/>
          </a:xfrm>
        </p:grpSpPr>
        <p:sp>
          <p:nvSpPr>
            <p:cNvPr id="15" name="object 15" descr=""/>
            <p:cNvSpPr/>
            <p:nvPr/>
          </p:nvSpPr>
          <p:spPr>
            <a:xfrm>
              <a:off x="1468492" y="2451520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5" h="18414">
                  <a:moveTo>
                    <a:pt x="10170" y="0"/>
                  </a:moveTo>
                  <a:lnTo>
                    <a:pt x="7788" y="0"/>
                  </a:lnTo>
                  <a:lnTo>
                    <a:pt x="6643" y="227"/>
                  </a:lnTo>
                  <a:lnTo>
                    <a:pt x="0" y="7788"/>
                  </a:lnTo>
                  <a:lnTo>
                    <a:pt x="0" y="10170"/>
                  </a:lnTo>
                  <a:lnTo>
                    <a:pt x="7788" y="17959"/>
                  </a:lnTo>
                  <a:lnTo>
                    <a:pt x="10170" y="17959"/>
                  </a:lnTo>
                  <a:lnTo>
                    <a:pt x="17961" y="8980"/>
                  </a:lnTo>
                  <a:lnTo>
                    <a:pt x="17959" y="7788"/>
                  </a:lnTo>
                  <a:lnTo>
                    <a:pt x="10170" y="0"/>
                  </a:lnTo>
                  <a:close/>
                </a:path>
              </a:pathLst>
            </a:custGeom>
            <a:solidFill>
              <a:srgbClr val="FF0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68492" y="2443910"/>
              <a:ext cx="433901" cy="187256"/>
            </a:xfrm>
            <a:prstGeom prst="rect">
              <a:avLst/>
            </a:prstGeom>
          </p:spPr>
        </p:pic>
      </p:grpSp>
      <p:pic>
        <p:nvPicPr>
          <p:cNvPr id="17" name="object 1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27731" y="2221980"/>
            <a:ext cx="1743909" cy="985693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309783" y="2268776"/>
            <a:ext cx="330793" cy="358919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898618" y="2333824"/>
            <a:ext cx="866043" cy="312888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2090579" y="3034731"/>
            <a:ext cx="22860" cy="41275"/>
          </a:xfrm>
          <a:custGeom>
            <a:avLst/>
            <a:gdLst/>
            <a:ahLst/>
            <a:cxnLst/>
            <a:rect l="l" t="t" r="r" b="b"/>
            <a:pathLst>
              <a:path w="22860" h="41275">
                <a:moveTo>
                  <a:pt x="12844" y="0"/>
                </a:moveTo>
                <a:lnTo>
                  <a:pt x="10463" y="0"/>
                </a:lnTo>
                <a:lnTo>
                  <a:pt x="9317" y="227"/>
                </a:lnTo>
                <a:lnTo>
                  <a:pt x="359" y="10170"/>
                </a:lnTo>
                <a:lnTo>
                  <a:pt x="305" y="10328"/>
                </a:lnTo>
                <a:lnTo>
                  <a:pt x="84" y="11315"/>
                </a:lnTo>
                <a:lnTo>
                  <a:pt x="0" y="16967"/>
                </a:lnTo>
                <a:lnTo>
                  <a:pt x="375" y="19364"/>
                </a:lnTo>
                <a:lnTo>
                  <a:pt x="12129" y="40802"/>
                </a:lnTo>
                <a:lnTo>
                  <a:pt x="15450" y="40802"/>
                </a:lnTo>
                <a:lnTo>
                  <a:pt x="22749" y="30274"/>
                </a:lnTo>
                <a:lnTo>
                  <a:pt x="18474" y="16967"/>
                </a:lnTo>
                <a:lnTo>
                  <a:pt x="16368" y="16967"/>
                </a:lnTo>
                <a:lnTo>
                  <a:pt x="16576" y="16758"/>
                </a:lnTo>
                <a:lnTo>
                  <a:pt x="16615" y="16615"/>
                </a:lnTo>
                <a:lnTo>
                  <a:pt x="17453" y="15424"/>
                </a:lnTo>
                <a:lnTo>
                  <a:pt x="17562" y="14486"/>
                </a:lnTo>
                <a:lnTo>
                  <a:pt x="17609" y="14274"/>
                </a:lnTo>
                <a:lnTo>
                  <a:pt x="17478" y="13867"/>
                </a:lnTo>
                <a:lnTo>
                  <a:pt x="17700" y="13867"/>
                </a:lnTo>
                <a:lnTo>
                  <a:pt x="17909" y="12933"/>
                </a:lnTo>
                <a:lnTo>
                  <a:pt x="19736" y="12933"/>
                </a:lnTo>
                <a:lnTo>
                  <a:pt x="20279" y="11620"/>
                </a:lnTo>
                <a:lnTo>
                  <a:pt x="20405" y="11315"/>
                </a:lnTo>
                <a:lnTo>
                  <a:pt x="20602" y="10328"/>
                </a:lnTo>
                <a:lnTo>
                  <a:pt x="20634" y="7788"/>
                </a:lnTo>
                <a:lnTo>
                  <a:pt x="20435" y="6790"/>
                </a:lnTo>
                <a:lnTo>
                  <a:pt x="13989" y="227"/>
                </a:lnTo>
                <a:lnTo>
                  <a:pt x="12844" y="0"/>
                </a:lnTo>
                <a:close/>
              </a:path>
              <a:path w="22860" h="41275">
                <a:moveTo>
                  <a:pt x="17192" y="16142"/>
                </a:moveTo>
                <a:lnTo>
                  <a:pt x="16719" y="16615"/>
                </a:lnTo>
                <a:lnTo>
                  <a:pt x="16515" y="16758"/>
                </a:lnTo>
                <a:lnTo>
                  <a:pt x="16368" y="16967"/>
                </a:lnTo>
                <a:lnTo>
                  <a:pt x="18474" y="16967"/>
                </a:lnTo>
                <a:lnTo>
                  <a:pt x="18407" y="16758"/>
                </a:lnTo>
                <a:lnTo>
                  <a:pt x="17054" y="16758"/>
                </a:lnTo>
                <a:lnTo>
                  <a:pt x="17121" y="16615"/>
                </a:lnTo>
                <a:lnTo>
                  <a:pt x="17192" y="16142"/>
                </a:lnTo>
                <a:close/>
              </a:path>
              <a:path w="22860" h="41275">
                <a:moveTo>
                  <a:pt x="17722" y="15424"/>
                </a:moveTo>
                <a:lnTo>
                  <a:pt x="17583" y="15635"/>
                </a:lnTo>
                <a:lnTo>
                  <a:pt x="17344" y="16142"/>
                </a:lnTo>
                <a:lnTo>
                  <a:pt x="17086" y="16615"/>
                </a:lnTo>
                <a:lnTo>
                  <a:pt x="17054" y="16758"/>
                </a:lnTo>
                <a:lnTo>
                  <a:pt x="18407" y="16758"/>
                </a:lnTo>
                <a:lnTo>
                  <a:pt x="18361" y="16615"/>
                </a:lnTo>
                <a:lnTo>
                  <a:pt x="17909" y="16615"/>
                </a:lnTo>
                <a:lnTo>
                  <a:pt x="17789" y="15853"/>
                </a:lnTo>
                <a:lnTo>
                  <a:pt x="17722" y="15424"/>
                </a:lnTo>
                <a:close/>
              </a:path>
              <a:path w="22860" h="41275">
                <a:moveTo>
                  <a:pt x="17256" y="15853"/>
                </a:moveTo>
                <a:lnTo>
                  <a:pt x="16948" y="16142"/>
                </a:lnTo>
                <a:lnTo>
                  <a:pt x="16615" y="16615"/>
                </a:lnTo>
                <a:lnTo>
                  <a:pt x="17192" y="16142"/>
                </a:lnTo>
                <a:lnTo>
                  <a:pt x="17256" y="15853"/>
                </a:lnTo>
                <a:close/>
              </a:path>
              <a:path w="22860" h="41275">
                <a:moveTo>
                  <a:pt x="17480" y="15853"/>
                </a:moveTo>
                <a:lnTo>
                  <a:pt x="17192" y="16142"/>
                </a:lnTo>
                <a:lnTo>
                  <a:pt x="17086" y="16615"/>
                </a:lnTo>
                <a:lnTo>
                  <a:pt x="17480" y="15853"/>
                </a:lnTo>
                <a:close/>
              </a:path>
              <a:path w="22860" h="41275">
                <a:moveTo>
                  <a:pt x="17978" y="15424"/>
                </a:moveTo>
                <a:lnTo>
                  <a:pt x="17909" y="16615"/>
                </a:lnTo>
                <a:lnTo>
                  <a:pt x="18361" y="16615"/>
                </a:lnTo>
                <a:lnTo>
                  <a:pt x="18209" y="16142"/>
                </a:lnTo>
                <a:lnTo>
                  <a:pt x="18116" y="15853"/>
                </a:lnTo>
                <a:lnTo>
                  <a:pt x="18046" y="15635"/>
                </a:lnTo>
                <a:lnTo>
                  <a:pt x="17978" y="15424"/>
                </a:lnTo>
                <a:close/>
              </a:path>
              <a:path w="22860" h="41275">
                <a:moveTo>
                  <a:pt x="17677" y="14486"/>
                </a:moveTo>
                <a:lnTo>
                  <a:pt x="17606" y="15207"/>
                </a:lnTo>
                <a:lnTo>
                  <a:pt x="17352" y="15424"/>
                </a:lnTo>
                <a:lnTo>
                  <a:pt x="17305" y="15635"/>
                </a:lnTo>
                <a:lnTo>
                  <a:pt x="17192" y="16142"/>
                </a:lnTo>
                <a:lnTo>
                  <a:pt x="17698" y="15635"/>
                </a:lnTo>
                <a:lnTo>
                  <a:pt x="17677" y="14486"/>
                </a:lnTo>
                <a:close/>
              </a:path>
              <a:path w="22860" h="41275">
                <a:moveTo>
                  <a:pt x="17909" y="14777"/>
                </a:moveTo>
                <a:lnTo>
                  <a:pt x="17688" y="15207"/>
                </a:lnTo>
                <a:lnTo>
                  <a:pt x="17755" y="15635"/>
                </a:lnTo>
                <a:lnTo>
                  <a:pt x="17909" y="15424"/>
                </a:lnTo>
                <a:lnTo>
                  <a:pt x="17909" y="14777"/>
                </a:lnTo>
                <a:close/>
              </a:path>
              <a:path w="22860" h="41275">
                <a:moveTo>
                  <a:pt x="17909" y="12933"/>
                </a:moveTo>
                <a:lnTo>
                  <a:pt x="17778" y="13516"/>
                </a:lnTo>
                <a:lnTo>
                  <a:pt x="17770" y="14777"/>
                </a:lnTo>
                <a:lnTo>
                  <a:pt x="17909" y="15207"/>
                </a:lnTo>
                <a:lnTo>
                  <a:pt x="17401" y="15207"/>
                </a:lnTo>
                <a:lnTo>
                  <a:pt x="17352" y="15424"/>
                </a:lnTo>
                <a:lnTo>
                  <a:pt x="17606" y="15207"/>
                </a:lnTo>
                <a:lnTo>
                  <a:pt x="17621" y="14777"/>
                </a:lnTo>
                <a:lnTo>
                  <a:pt x="17909" y="14777"/>
                </a:lnTo>
                <a:lnTo>
                  <a:pt x="17909" y="12933"/>
                </a:lnTo>
                <a:close/>
              </a:path>
              <a:path w="22860" h="41275">
                <a:moveTo>
                  <a:pt x="18845" y="14486"/>
                </a:moveTo>
                <a:lnTo>
                  <a:pt x="18123" y="14486"/>
                </a:lnTo>
                <a:lnTo>
                  <a:pt x="17909" y="14777"/>
                </a:lnTo>
                <a:lnTo>
                  <a:pt x="17978" y="15424"/>
                </a:lnTo>
                <a:lnTo>
                  <a:pt x="18125" y="15207"/>
                </a:lnTo>
                <a:lnTo>
                  <a:pt x="18845" y="14486"/>
                </a:lnTo>
                <a:close/>
              </a:path>
              <a:path w="22860" h="41275">
                <a:moveTo>
                  <a:pt x="17987" y="14777"/>
                </a:moveTo>
                <a:lnTo>
                  <a:pt x="17606" y="15207"/>
                </a:lnTo>
                <a:lnTo>
                  <a:pt x="17784" y="15207"/>
                </a:lnTo>
                <a:lnTo>
                  <a:pt x="17987" y="14777"/>
                </a:lnTo>
                <a:close/>
              </a:path>
              <a:path w="22860" h="41275">
                <a:moveTo>
                  <a:pt x="19736" y="12933"/>
                </a:moveTo>
                <a:lnTo>
                  <a:pt x="17909" y="12933"/>
                </a:lnTo>
                <a:lnTo>
                  <a:pt x="17909" y="14777"/>
                </a:lnTo>
                <a:lnTo>
                  <a:pt x="18113" y="14486"/>
                </a:lnTo>
                <a:lnTo>
                  <a:pt x="18845" y="14486"/>
                </a:lnTo>
                <a:lnTo>
                  <a:pt x="19495" y="13516"/>
                </a:lnTo>
                <a:lnTo>
                  <a:pt x="19736" y="12933"/>
                </a:lnTo>
                <a:close/>
              </a:path>
              <a:path w="22860" h="41275">
                <a:moveTo>
                  <a:pt x="17700" y="13867"/>
                </a:moveTo>
                <a:lnTo>
                  <a:pt x="17478" y="13867"/>
                </a:lnTo>
                <a:lnTo>
                  <a:pt x="17609" y="14274"/>
                </a:lnTo>
                <a:lnTo>
                  <a:pt x="17700" y="13867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350240" y="3036063"/>
            <a:ext cx="852755" cy="15739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433734" y="2887201"/>
            <a:ext cx="531925" cy="345752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151529" y="2973878"/>
            <a:ext cx="461198" cy="284157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907442" y="3041724"/>
            <a:ext cx="148580" cy="151458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278423" y="2936092"/>
            <a:ext cx="956367" cy="251329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466611" y="2885106"/>
            <a:ext cx="218808" cy="301028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880851" y="2868202"/>
            <a:ext cx="623350" cy="353877"/>
          </a:xfrm>
          <a:prstGeom prst="rect">
            <a:avLst/>
          </a:prstGeom>
        </p:spPr>
      </p:pic>
      <p:sp>
        <p:nvSpPr>
          <p:cNvPr id="28" name="object 28" descr=""/>
          <p:cNvSpPr/>
          <p:nvPr/>
        </p:nvSpPr>
        <p:spPr>
          <a:xfrm>
            <a:off x="2092820" y="3627879"/>
            <a:ext cx="127000" cy="38735"/>
          </a:xfrm>
          <a:custGeom>
            <a:avLst/>
            <a:gdLst/>
            <a:ahLst/>
            <a:cxnLst/>
            <a:rect l="l" t="t" r="r" b="b"/>
            <a:pathLst>
              <a:path w="127000" h="38735">
                <a:moveTo>
                  <a:pt x="113215" y="20326"/>
                </a:moveTo>
                <a:lnTo>
                  <a:pt x="7618" y="20326"/>
                </a:lnTo>
                <a:lnTo>
                  <a:pt x="6644" y="20520"/>
                </a:lnTo>
                <a:lnTo>
                  <a:pt x="0" y="28082"/>
                </a:lnTo>
                <a:lnTo>
                  <a:pt x="0" y="30463"/>
                </a:lnTo>
                <a:lnTo>
                  <a:pt x="7802" y="38254"/>
                </a:lnTo>
                <a:lnTo>
                  <a:pt x="17696" y="38254"/>
                </a:lnTo>
                <a:lnTo>
                  <a:pt x="33331" y="36833"/>
                </a:lnTo>
                <a:lnTo>
                  <a:pt x="34749" y="36588"/>
                </a:lnTo>
                <a:lnTo>
                  <a:pt x="75597" y="26149"/>
                </a:lnTo>
                <a:lnTo>
                  <a:pt x="75432" y="26149"/>
                </a:lnTo>
                <a:lnTo>
                  <a:pt x="113215" y="20326"/>
                </a:lnTo>
                <a:close/>
              </a:path>
              <a:path w="127000" h="38735">
                <a:moveTo>
                  <a:pt x="30988" y="19007"/>
                </a:moveTo>
                <a:lnTo>
                  <a:pt x="16474" y="20326"/>
                </a:lnTo>
                <a:lnTo>
                  <a:pt x="113392" y="20326"/>
                </a:lnTo>
                <a:lnTo>
                  <a:pt x="115785" y="19644"/>
                </a:lnTo>
                <a:lnTo>
                  <a:pt x="116851" y="19187"/>
                </a:lnTo>
                <a:lnTo>
                  <a:pt x="30286" y="19187"/>
                </a:lnTo>
                <a:lnTo>
                  <a:pt x="30988" y="19007"/>
                </a:lnTo>
                <a:close/>
              </a:path>
              <a:path w="127000" h="38735">
                <a:moveTo>
                  <a:pt x="109767" y="2678"/>
                </a:moveTo>
                <a:lnTo>
                  <a:pt x="72678" y="8397"/>
                </a:lnTo>
                <a:lnTo>
                  <a:pt x="71837" y="8568"/>
                </a:lnTo>
                <a:lnTo>
                  <a:pt x="30286" y="19187"/>
                </a:lnTo>
                <a:lnTo>
                  <a:pt x="31328" y="19007"/>
                </a:lnTo>
                <a:lnTo>
                  <a:pt x="117271" y="19007"/>
                </a:lnTo>
                <a:lnTo>
                  <a:pt x="126894" y="10045"/>
                </a:lnTo>
                <a:lnTo>
                  <a:pt x="126866" y="7664"/>
                </a:lnTo>
                <a:lnTo>
                  <a:pt x="126624" y="6522"/>
                </a:lnTo>
                <a:lnTo>
                  <a:pt x="125686" y="4333"/>
                </a:lnTo>
                <a:lnTo>
                  <a:pt x="125025" y="3370"/>
                </a:lnTo>
                <a:lnTo>
                  <a:pt x="124780" y="3131"/>
                </a:lnTo>
                <a:lnTo>
                  <a:pt x="108709" y="3131"/>
                </a:lnTo>
                <a:lnTo>
                  <a:pt x="109767" y="2678"/>
                </a:lnTo>
                <a:close/>
              </a:path>
              <a:path w="127000" h="38735">
                <a:moveTo>
                  <a:pt x="117271" y="19007"/>
                </a:moveTo>
                <a:lnTo>
                  <a:pt x="31328" y="19007"/>
                </a:lnTo>
                <a:lnTo>
                  <a:pt x="30286" y="19187"/>
                </a:lnTo>
                <a:lnTo>
                  <a:pt x="116851" y="19187"/>
                </a:lnTo>
                <a:lnTo>
                  <a:pt x="117271" y="19007"/>
                </a:lnTo>
                <a:close/>
              </a:path>
              <a:path w="127000" h="38735">
                <a:moveTo>
                  <a:pt x="110901" y="2506"/>
                </a:moveTo>
                <a:lnTo>
                  <a:pt x="109767" y="2678"/>
                </a:lnTo>
                <a:lnTo>
                  <a:pt x="108709" y="3131"/>
                </a:lnTo>
                <a:lnTo>
                  <a:pt x="110901" y="2506"/>
                </a:lnTo>
                <a:close/>
              </a:path>
              <a:path w="127000" h="38735">
                <a:moveTo>
                  <a:pt x="124140" y="2506"/>
                </a:moveTo>
                <a:lnTo>
                  <a:pt x="110901" y="2506"/>
                </a:lnTo>
                <a:lnTo>
                  <a:pt x="108709" y="3131"/>
                </a:lnTo>
                <a:lnTo>
                  <a:pt x="124780" y="3131"/>
                </a:lnTo>
                <a:lnTo>
                  <a:pt x="124140" y="2506"/>
                </a:lnTo>
                <a:close/>
              </a:path>
              <a:path w="127000" h="38735">
                <a:moveTo>
                  <a:pt x="119138" y="0"/>
                </a:moveTo>
                <a:lnTo>
                  <a:pt x="116601" y="0"/>
                </a:lnTo>
                <a:lnTo>
                  <a:pt x="115458" y="242"/>
                </a:lnTo>
                <a:lnTo>
                  <a:pt x="109767" y="2678"/>
                </a:lnTo>
                <a:lnTo>
                  <a:pt x="110901" y="2506"/>
                </a:lnTo>
                <a:lnTo>
                  <a:pt x="124140" y="2506"/>
                </a:lnTo>
                <a:lnTo>
                  <a:pt x="123320" y="1706"/>
                </a:lnTo>
                <a:lnTo>
                  <a:pt x="122341" y="1069"/>
                </a:lnTo>
                <a:lnTo>
                  <a:pt x="120273" y="242"/>
                </a:lnTo>
                <a:lnTo>
                  <a:pt x="120436" y="242"/>
                </a:lnTo>
                <a:lnTo>
                  <a:pt x="119138" y="0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object 29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302333" y="3537425"/>
            <a:ext cx="267054" cy="163752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816060" y="3535614"/>
            <a:ext cx="547315" cy="182201"/>
          </a:xfrm>
          <a:prstGeom prst="rect">
            <a:avLst/>
          </a:prstGeom>
        </p:spPr>
      </p:pic>
      <p:grpSp>
        <p:nvGrpSpPr>
          <p:cNvPr id="31" name="object 31" descr=""/>
          <p:cNvGrpSpPr/>
          <p:nvPr/>
        </p:nvGrpSpPr>
        <p:grpSpPr>
          <a:xfrm>
            <a:off x="3461741" y="3588289"/>
            <a:ext cx="165735" cy="240029"/>
            <a:chOff x="3461741" y="3588289"/>
            <a:chExt cx="165735" cy="240029"/>
          </a:xfrm>
        </p:grpSpPr>
        <p:pic>
          <p:nvPicPr>
            <p:cNvPr id="32" name="object 3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61741" y="3588289"/>
              <a:ext cx="107868" cy="239891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3609403" y="3733092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4" h="18414">
                  <a:moveTo>
                    <a:pt x="10170" y="0"/>
                  </a:moveTo>
                  <a:lnTo>
                    <a:pt x="7788" y="0"/>
                  </a:lnTo>
                  <a:lnTo>
                    <a:pt x="6643" y="228"/>
                  </a:lnTo>
                  <a:lnTo>
                    <a:pt x="0" y="7790"/>
                  </a:lnTo>
                  <a:lnTo>
                    <a:pt x="0" y="10171"/>
                  </a:lnTo>
                  <a:lnTo>
                    <a:pt x="7788" y="17960"/>
                  </a:lnTo>
                  <a:lnTo>
                    <a:pt x="10170" y="17960"/>
                  </a:lnTo>
                  <a:lnTo>
                    <a:pt x="17962" y="8980"/>
                  </a:lnTo>
                  <a:lnTo>
                    <a:pt x="17960" y="7790"/>
                  </a:lnTo>
                  <a:lnTo>
                    <a:pt x="10170" y="0"/>
                  </a:lnTo>
                  <a:close/>
                </a:path>
              </a:pathLst>
            </a:custGeom>
            <a:solidFill>
              <a:srgbClr val="FF009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4" name="object 34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21979" y="3898240"/>
            <a:ext cx="861509" cy="393861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47490" y="3975242"/>
            <a:ext cx="1102515" cy="423151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375286" y="4093805"/>
            <a:ext cx="78550" cy="191411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608024" y="3962830"/>
            <a:ext cx="645314" cy="326389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516194" y="4001968"/>
            <a:ext cx="468435" cy="272855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162417" y="4047876"/>
            <a:ext cx="560351" cy="243362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898106" y="4046871"/>
            <a:ext cx="589041" cy="264417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692692" y="4147413"/>
            <a:ext cx="138991" cy="126460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037321" y="4012493"/>
            <a:ext cx="849155" cy="302922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7050990" y="4016382"/>
            <a:ext cx="188955" cy="277756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478120" y="4484863"/>
            <a:ext cx="1102466" cy="380128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808679" y="4639687"/>
            <a:ext cx="944224" cy="362281"/>
          </a:xfrm>
          <a:prstGeom prst="rect">
            <a:avLst/>
          </a:prstGeom>
        </p:spPr>
      </p:pic>
      <p:grpSp>
        <p:nvGrpSpPr>
          <p:cNvPr id="46" name="object 46" descr=""/>
          <p:cNvGrpSpPr/>
          <p:nvPr/>
        </p:nvGrpSpPr>
        <p:grpSpPr>
          <a:xfrm>
            <a:off x="256100" y="5511010"/>
            <a:ext cx="1511935" cy="946785"/>
            <a:chOff x="256100" y="5511010"/>
            <a:chExt cx="1511935" cy="946785"/>
          </a:xfrm>
        </p:grpSpPr>
        <p:pic>
          <p:nvPicPr>
            <p:cNvPr id="47" name="object 47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343867" y="5550457"/>
              <a:ext cx="423561" cy="354921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56100" y="5511010"/>
              <a:ext cx="1288178" cy="946395"/>
            </a:xfrm>
            <a:prstGeom prst="rect">
              <a:avLst/>
            </a:prstGeom>
          </p:spPr>
        </p:pic>
      </p:grpSp>
      <p:pic>
        <p:nvPicPr>
          <p:cNvPr id="49" name="object 49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887626" y="5630791"/>
            <a:ext cx="769354" cy="299410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860813" y="6280045"/>
            <a:ext cx="612685" cy="163626"/>
          </a:xfrm>
          <a:prstGeom prst="rect">
            <a:avLst/>
          </a:prstGeom>
        </p:spPr>
      </p:pic>
      <p:sp>
        <p:nvSpPr>
          <p:cNvPr id="51" name="object 51" descr=""/>
          <p:cNvSpPr/>
          <p:nvPr/>
        </p:nvSpPr>
        <p:spPr>
          <a:xfrm>
            <a:off x="2548877" y="6330606"/>
            <a:ext cx="47625" cy="101600"/>
          </a:xfrm>
          <a:custGeom>
            <a:avLst/>
            <a:gdLst/>
            <a:ahLst/>
            <a:cxnLst/>
            <a:rect l="l" t="t" r="r" b="b"/>
            <a:pathLst>
              <a:path w="47625" h="101600">
                <a:moveTo>
                  <a:pt x="27901" y="7797"/>
                </a:moveTo>
                <a:lnTo>
                  <a:pt x="20116" y="0"/>
                </a:lnTo>
                <a:lnTo>
                  <a:pt x="17792" y="0"/>
                </a:lnTo>
                <a:lnTo>
                  <a:pt x="17792" y="14198"/>
                </a:lnTo>
                <a:lnTo>
                  <a:pt x="17792" y="14351"/>
                </a:lnTo>
                <a:lnTo>
                  <a:pt x="17792" y="14490"/>
                </a:lnTo>
                <a:lnTo>
                  <a:pt x="17589" y="14719"/>
                </a:lnTo>
                <a:lnTo>
                  <a:pt x="17703" y="14490"/>
                </a:lnTo>
                <a:lnTo>
                  <a:pt x="17792" y="14351"/>
                </a:lnTo>
                <a:lnTo>
                  <a:pt x="17589" y="14351"/>
                </a:lnTo>
                <a:lnTo>
                  <a:pt x="17792" y="14198"/>
                </a:lnTo>
                <a:lnTo>
                  <a:pt x="17792" y="0"/>
                </a:lnTo>
                <a:lnTo>
                  <a:pt x="13843" y="0"/>
                </a:lnTo>
                <a:lnTo>
                  <a:pt x="11544" y="228"/>
                </a:lnTo>
                <a:lnTo>
                  <a:pt x="11823" y="228"/>
                </a:lnTo>
                <a:lnTo>
                  <a:pt x="7353" y="1143"/>
                </a:lnTo>
                <a:lnTo>
                  <a:pt x="0" y="10172"/>
                </a:lnTo>
                <a:lnTo>
                  <a:pt x="88" y="21285"/>
                </a:lnTo>
                <a:lnTo>
                  <a:pt x="12407" y="40182"/>
                </a:lnTo>
                <a:lnTo>
                  <a:pt x="15532" y="40182"/>
                </a:lnTo>
                <a:lnTo>
                  <a:pt x="22809" y="32702"/>
                </a:lnTo>
                <a:lnTo>
                  <a:pt x="22682" y="29171"/>
                </a:lnTo>
                <a:lnTo>
                  <a:pt x="22453" y="28397"/>
                </a:lnTo>
                <a:lnTo>
                  <a:pt x="22339" y="28054"/>
                </a:lnTo>
                <a:lnTo>
                  <a:pt x="19088" y="21983"/>
                </a:lnTo>
                <a:lnTo>
                  <a:pt x="17983" y="19913"/>
                </a:lnTo>
                <a:lnTo>
                  <a:pt x="18516" y="20904"/>
                </a:lnTo>
                <a:lnTo>
                  <a:pt x="18262" y="19913"/>
                </a:lnTo>
                <a:lnTo>
                  <a:pt x="18059" y="19100"/>
                </a:lnTo>
                <a:lnTo>
                  <a:pt x="17792" y="17995"/>
                </a:lnTo>
                <a:lnTo>
                  <a:pt x="17792" y="18554"/>
                </a:lnTo>
                <a:lnTo>
                  <a:pt x="17792" y="17792"/>
                </a:lnTo>
                <a:lnTo>
                  <a:pt x="17513" y="16929"/>
                </a:lnTo>
                <a:lnTo>
                  <a:pt x="17792" y="16929"/>
                </a:lnTo>
                <a:lnTo>
                  <a:pt x="17792" y="17792"/>
                </a:lnTo>
                <a:lnTo>
                  <a:pt x="17792" y="17995"/>
                </a:lnTo>
                <a:lnTo>
                  <a:pt x="19964" y="17995"/>
                </a:lnTo>
                <a:lnTo>
                  <a:pt x="20980" y="17792"/>
                </a:lnTo>
                <a:lnTo>
                  <a:pt x="21120" y="17792"/>
                </a:lnTo>
                <a:lnTo>
                  <a:pt x="23215" y="16929"/>
                </a:lnTo>
                <a:lnTo>
                  <a:pt x="27381" y="12014"/>
                </a:lnTo>
                <a:lnTo>
                  <a:pt x="27673" y="11315"/>
                </a:lnTo>
                <a:lnTo>
                  <a:pt x="27838" y="10502"/>
                </a:lnTo>
                <a:lnTo>
                  <a:pt x="27901" y="7797"/>
                </a:lnTo>
                <a:close/>
              </a:path>
              <a:path w="47625" h="101600">
                <a:moveTo>
                  <a:pt x="47193" y="92417"/>
                </a:moveTo>
                <a:lnTo>
                  <a:pt x="26123" y="80581"/>
                </a:lnTo>
                <a:lnTo>
                  <a:pt x="22796" y="80581"/>
                </a:lnTo>
                <a:lnTo>
                  <a:pt x="11887" y="90017"/>
                </a:lnTo>
                <a:lnTo>
                  <a:pt x="12242" y="92417"/>
                </a:lnTo>
                <a:lnTo>
                  <a:pt x="19875" y="98920"/>
                </a:lnTo>
                <a:lnTo>
                  <a:pt x="21501" y="98920"/>
                </a:lnTo>
                <a:lnTo>
                  <a:pt x="24295" y="98513"/>
                </a:lnTo>
                <a:lnTo>
                  <a:pt x="37680" y="100990"/>
                </a:lnTo>
                <a:lnTo>
                  <a:pt x="38773" y="100990"/>
                </a:lnTo>
                <a:lnTo>
                  <a:pt x="41173" y="100482"/>
                </a:lnTo>
                <a:lnTo>
                  <a:pt x="42252" y="100025"/>
                </a:lnTo>
                <a:lnTo>
                  <a:pt x="44208" y="98679"/>
                </a:lnTo>
                <a:lnTo>
                  <a:pt x="44551" y="98323"/>
                </a:lnTo>
                <a:lnTo>
                  <a:pt x="45034" y="97840"/>
                </a:lnTo>
                <a:lnTo>
                  <a:pt x="46329" y="95834"/>
                </a:lnTo>
                <a:lnTo>
                  <a:pt x="46761" y="94754"/>
                </a:lnTo>
                <a:lnTo>
                  <a:pt x="47193" y="92417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2" name="object 52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2762451" y="6142492"/>
            <a:ext cx="900126" cy="321115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3856697" y="6138057"/>
            <a:ext cx="341348" cy="329655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4338576" y="6099817"/>
            <a:ext cx="1160987" cy="352874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5860520" y="6268713"/>
            <a:ext cx="173739" cy="180176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2739164" y="6788647"/>
            <a:ext cx="285139" cy="153465"/>
          </a:xfrm>
          <a:prstGeom prst="rect">
            <a:avLst/>
          </a:prstGeom>
        </p:spPr>
      </p:pic>
      <p:pic>
        <p:nvPicPr>
          <p:cNvPr id="57" name="object 57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3150467" y="6681999"/>
            <a:ext cx="199428" cy="339413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6168012" y="6186862"/>
            <a:ext cx="1365567" cy="835799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3576533" y="6684427"/>
            <a:ext cx="1079044" cy="325487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4903981" y="6699908"/>
            <a:ext cx="343362" cy="320226"/>
          </a:xfrm>
          <a:prstGeom prst="rect">
            <a:avLst/>
          </a:prstGeom>
        </p:spPr>
      </p:pic>
      <p:pic>
        <p:nvPicPr>
          <p:cNvPr id="61" name="object 61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5404548" y="6840105"/>
            <a:ext cx="774868" cy="387150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249993" y="7185566"/>
            <a:ext cx="907971" cy="452420"/>
          </a:xfrm>
          <a:prstGeom prst="rect">
            <a:avLst/>
          </a:prstGeom>
        </p:spPr>
      </p:pic>
      <p:pic>
        <p:nvPicPr>
          <p:cNvPr id="63" name="object 63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256577" y="7238145"/>
            <a:ext cx="473669" cy="332825"/>
          </a:xfrm>
          <a:prstGeom prst="rect">
            <a:avLst/>
          </a:prstGeom>
        </p:spPr>
      </p:pic>
      <p:pic>
        <p:nvPicPr>
          <p:cNvPr id="64" name="object 64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860580" y="7413384"/>
            <a:ext cx="589395" cy="174724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2669213" y="7241860"/>
            <a:ext cx="900126" cy="321114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3763460" y="7237424"/>
            <a:ext cx="341346" cy="329655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4245338" y="7199184"/>
            <a:ext cx="1160987" cy="352874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5767282" y="7368080"/>
            <a:ext cx="173739" cy="180177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2798897" y="7888015"/>
            <a:ext cx="132167" cy="153465"/>
          </a:xfrm>
          <a:prstGeom prst="rect">
            <a:avLst/>
          </a:prstGeom>
        </p:spPr>
      </p:pic>
      <p:pic>
        <p:nvPicPr>
          <p:cNvPr id="70" name="object 70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3057229" y="7781366"/>
            <a:ext cx="199430" cy="339415"/>
          </a:xfrm>
          <a:prstGeom prst="rect">
            <a:avLst/>
          </a:prstGeom>
        </p:spPr>
      </p:pic>
      <p:pic>
        <p:nvPicPr>
          <p:cNvPr id="71" name="object 71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3483295" y="7783794"/>
            <a:ext cx="1079046" cy="325487"/>
          </a:xfrm>
          <a:prstGeom prst="rect">
            <a:avLst/>
          </a:prstGeom>
        </p:spPr>
      </p:pic>
      <p:pic>
        <p:nvPicPr>
          <p:cNvPr id="72" name="object 72" descr="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4810744" y="7799274"/>
            <a:ext cx="343361" cy="320227"/>
          </a:xfrm>
          <a:prstGeom prst="rect">
            <a:avLst/>
          </a:prstGeom>
        </p:spPr>
      </p:pic>
      <p:pic>
        <p:nvPicPr>
          <p:cNvPr id="73" name="object 73" descr="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5311310" y="7939473"/>
            <a:ext cx="774869" cy="387149"/>
          </a:xfrm>
          <a:prstGeom prst="rect">
            <a:avLst/>
          </a:prstGeom>
        </p:spPr>
      </p:pic>
      <p:grpSp>
        <p:nvGrpSpPr>
          <p:cNvPr id="74" name="object 74" descr=""/>
          <p:cNvGrpSpPr/>
          <p:nvPr/>
        </p:nvGrpSpPr>
        <p:grpSpPr>
          <a:xfrm>
            <a:off x="6145260" y="7220864"/>
            <a:ext cx="1137285" cy="901700"/>
            <a:chOff x="6145260" y="7220864"/>
            <a:chExt cx="1137285" cy="901700"/>
          </a:xfrm>
        </p:grpSpPr>
        <p:pic>
          <p:nvPicPr>
            <p:cNvPr id="75" name="object 75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145260" y="7220864"/>
              <a:ext cx="1099168" cy="901165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7264003" y="8087398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5" h="18415">
                  <a:moveTo>
                    <a:pt x="10171" y="0"/>
                  </a:moveTo>
                  <a:lnTo>
                    <a:pt x="7788" y="0"/>
                  </a:lnTo>
                  <a:lnTo>
                    <a:pt x="6643" y="227"/>
                  </a:lnTo>
                  <a:lnTo>
                    <a:pt x="0" y="7788"/>
                  </a:lnTo>
                  <a:lnTo>
                    <a:pt x="0" y="10170"/>
                  </a:lnTo>
                  <a:lnTo>
                    <a:pt x="7788" y="17959"/>
                  </a:lnTo>
                  <a:lnTo>
                    <a:pt x="10171" y="17959"/>
                  </a:lnTo>
                  <a:lnTo>
                    <a:pt x="17962" y="8978"/>
                  </a:lnTo>
                  <a:lnTo>
                    <a:pt x="17960" y="7788"/>
                  </a:lnTo>
                  <a:lnTo>
                    <a:pt x="10171" y="0"/>
                  </a:lnTo>
                  <a:close/>
                </a:path>
              </a:pathLst>
            </a:custGeom>
            <a:solidFill>
              <a:srgbClr val="C122B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7" name="object 77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2528709" y="7369457"/>
            <a:ext cx="60794" cy="1824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971" y="6290919"/>
            <a:ext cx="2544685" cy="97767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7592" y="6269400"/>
            <a:ext cx="2690068" cy="100906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8883" y="9113596"/>
            <a:ext cx="2907099" cy="90477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8635" y="994319"/>
            <a:ext cx="6649331" cy="224244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8510" y="3911467"/>
            <a:ext cx="500191" cy="386257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205483" y="3938692"/>
            <a:ext cx="4521200" cy="559435"/>
            <a:chOff x="205483" y="3938692"/>
            <a:chExt cx="4521200" cy="559435"/>
          </a:xfrm>
        </p:grpSpPr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3708" y="3938692"/>
              <a:ext cx="318689" cy="3084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83" y="3981799"/>
              <a:ext cx="4521148" cy="516036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7686" y="4968134"/>
            <a:ext cx="3217434" cy="246057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14935" y="4961987"/>
            <a:ext cx="3217435" cy="246057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7771" y="7786170"/>
            <a:ext cx="3217402" cy="246057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874987" y="7780025"/>
            <a:ext cx="3217434" cy="24605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70624" y="5080459"/>
            <a:ext cx="6987540" cy="2219960"/>
            <a:chOff x="270624" y="5080459"/>
            <a:chExt cx="6987540" cy="221996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2617" y="5080459"/>
              <a:ext cx="2235028" cy="2219492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624" y="5083662"/>
              <a:ext cx="4711993" cy="1254568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928" y="8369828"/>
            <a:ext cx="5893536" cy="218580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7907" y="492827"/>
            <a:ext cx="6716387" cy="210021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9231" y="2780761"/>
            <a:ext cx="879357" cy="341679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301692" y="2821030"/>
            <a:ext cx="2577465" cy="941069"/>
            <a:chOff x="1301692" y="2821030"/>
            <a:chExt cx="2577465" cy="941069"/>
          </a:xfrm>
        </p:grpSpPr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46273" y="2821030"/>
              <a:ext cx="1332688" cy="48660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01692" y="2848112"/>
              <a:ext cx="1604261" cy="913799"/>
            </a:xfrm>
            <a:prstGeom prst="rect">
              <a:avLst/>
            </a:prstGeom>
          </p:spPr>
        </p:pic>
      </p:grpSp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5257" y="3538708"/>
            <a:ext cx="64479" cy="79942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09022" y="3550669"/>
            <a:ext cx="450649" cy="18489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71008" y="3393549"/>
            <a:ext cx="740745" cy="497401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56174" y="3592081"/>
            <a:ext cx="146998" cy="142177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4556482" y="3529624"/>
            <a:ext cx="857885" cy="193675"/>
            <a:chOff x="4556482" y="3529624"/>
            <a:chExt cx="857885" cy="193675"/>
          </a:xfrm>
        </p:grpSpPr>
        <p:pic>
          <p:nvPicPr>
            <p:cNvPr id="16" name="object 1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56482" y="3529624"/>
              <a:ext cx="803073" cy="193633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5395810" y="3686781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4" h="18414">
                  <a:moveTo>
                    <a:pt x="10171" y="0"/>
                  </a:moveTo>
                  <a:lnTo>
                    <a:pt x="7790" y="0"/>
                  </a:lnTo>
                  <a:lnTo>
                    <a:pt x="6644" y="227"/>
                  </a:lnTo>
                  <a:lnTo>
                    <a:pt x="0" y="7788"/>
                  </a:lnTo>
                  <a:lnTo>
                    <a:pt x="0" y="10170"/>
                  </a:lnTo>
                  <a:lnTo>
                    <a:pt x="7790" y="17960"/>
                  </a:lnTo>
                  <a:lnTo>
                    <a:pt x="10171" y="17960"/>
                  </a:lnTo>
                  <a:lnTo>
                    <a:pt x="17962" y="8980"/>
                  </a:lnTo>
                  <a:lnTo>
                    <a:pt x="17960" y="7788"/>
                  </a:lnTo>
                  <a:lnTo>
                    <a:pt x="10171" y="0"/>
                  </a:lnTo>
                  <a:close/>
                </a:path>
              </a:pathLst>
            </a:custGeom>
            <a:solidFill>
              <a:srgbClr val="C122B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8" name="object 1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6680" y="4080408"/>
            <a:ext cx="102040" cy="73025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00018" y="3347054"/>
            <a:ext cx="662046" cy="1617101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78976" y="3910757"/>
            <a:ext cx="556849" cy="435082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137826" y="4018330"/>
            <a:ext cx="307601" cy="254224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638009" y="3985397"/>
            <a:ext cx="288145" cy="302327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204930" y="3996960"/>
            <a:ext cx="728776" cy="412503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045615" y="4016537"/>
            <a:ext cx="305823" cy="265938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576947" y="3986167"/>
            <a:ext cx="497738" cy="388649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267394" y="3964954"/>
            <a:ext cx="244523" cy="310276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585484" y="3957492"/>
            <a:ext cx="932381" cy="401857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05319" y="4605463"/>
            <a:ext cx="65532" cy="68025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73814" y="4629391"/>
            <a:ext cx="475990" cy="161963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846473" y="4487270"/>
            <a:ext cx="296880" cy="313618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290888" y="4522085"/>
            <a:ext cx="1353098" cy="312996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3711472" y="4783105"/>
            <a:ext cx="34290" cy="22225"/>
          </a:xfrm>
          <a:custGeom>
            <a:avLst/>
            <a:gdLst/>
            <a:ahLst/>
            <a:cxnLst/>
            <a:rect l="l" t="t" r="r" b="b"/>
            <a:pathLst>
              <a:path w="34289" h="22225">
                <a:moveTo>
                  <a:pt x="10925" y="0"/>
                </a:moveTo>
                <a:lnTo>
                  <a:pt x="7095" y="0"/>
                </a:lnTo>
                <a:lnTo>
                  <a:pt x="5119" y="615"/>
                </a:lnTo>
                <a:lnTo>
                  <a:pt x="0" y="10369"/>
                </a:lnTo>
                <a:lnTo>
                  <a:pt x="707" y="12642"/>
                </a:lnTo>
                <a:lnTo>
                  <a:pt x="18985" y="20808"/>
                </a:lnTo>
                <a:lnTo>
                  <a:pt x="18823" y="20808"/>
                </a:lnTo>
                <a:lnTo>
                  <a:pt x="23934" y="21987"/>
                </a:lnTo>
                <a:lnTo>
                  <a:pt x="24947" y="21987"/>
                </a:lnTo>
                <a:lnTo>
                  <a:pt x="33692" y="12642"/>
                </a:lnTo>
                <a:lnTo>
                  <a:pt x="33314" y="10369"/>
                </a:lnTo>
                <a:lnTo>
                  <a:pt x="28193" y="4620"/>
                </a:lnTo>
                <a:lnTo>
                  <a:pt x="17108" y="4620"/>
                </a:lnTo>
                <a:lnTo>
                  <a:pt x="12028" y="1576"/>
                </a:lnTo>
                <a:lnTo>
                  <a:pt x="14326" y="1576"/>
                </a:lnTo>
                <a:lnTo>
                  <a:pt x="14155" y="1437"/>
                </a:lnTo>
                <a:lnTo>
                  <a:pt x="12045" y="330"/>
                </a:lnTo>
                <a:lnTo>
                  <a:pt x="10925" y="0"/>
                </a:lnTo>
                <a:close/>
              </a:path>
              <a:path w="34289" h="22225">
                <a:moveTo>
                  <a:pt x="12028" y="1576"/>
                </a:moveTo>
                <a:lnTo>
                  <a:pt x="17108" y="4620"/>
                </a:lnTo>
                <a:lnTo>
                  <a:pt x="15063" y="2171"/>
                </a:lnTo>
                <a:lnTo>
                  <a:pt x="14910" y="2171"/>
                </a:lnTo>
                <a:lnTo>
                  <a:pt x="12028" y="1576"/>
                </a:lnTo>
                <a:close/>
              </a:path>
              <a:path w="34289" h="22225">
                <a:moveTo>
                  <a:pt x="15268" y="2171"/>
                </a:moveTo>
                <a:lnTo>
                  <a:pt x="15063" y="2171"/>
                </a:lnTo>
                <a:lnTo>
                  <a:pt x="17108" y="4620"/>
                </a:lnTo>
                <a:lnTo>
                  <a:pt x="28193" y="4620"/>
                </a:lnTo>
                <a:lnTo>
                  <a:pt x="27819" y="4451"/>
                </a:lnTo>
                <a:lnTo>
                  <a:pt x="22218" y="3157"/>
                </a:lnTo>
                <a:lnTo>
                  <a:pt x="21412" y="3008"/>
                </a:lnTo>
                <a:lnTo>
                  <a:pt x="15268" y="2171"/>
                </a:lnTo>
                <a:close/>
              </a:path>
              <a:path w="34289" h="22225">
                <a:moveTo>
                  <a:pt x="14326" y="1576"/>
                </a:moveTo>
                <a:lnTo>
                  <a:pt x="12028" y="1576"/>
                </a:lnTo>
                <a:lnTo>
                  <a:pt x="14910" y="2171"/>
                </a:lnTo>
                <a:lnTo>
                  <a:pt x="15063" y="2171"/>
                </a:lnTo>
                <a:lnTo>
                  <a:pt x="14326" y="1576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599363" y="6526819"/>
            <a:ext cx="2146935" cy="1192530"/>
            <a:chOff x="599363" y="6526819"/>
            <a:chExt cx="2146935" cy="1192530"/>
          </a:xfrm>
        </p:grpSpPr>
        <p:pic>
          <p:nvPicPr>
            <p:cNvPr id="34" name="object 3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99363" y="7354821"/>
              <a:ext cx="241428" cy="168241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77893" y="6526819"/>
              <a:ext cx="2067793" cy="1192383"/>
            </a:xfrm>
            <a:prstGeom prst="rect">
              <a:avLst/>
            </a:prstGeom>
          </p:spPr>
        </p:pic>
      </p:grpSp>
      <p:pic>
        <p:nvPicPr>
          <p:cNvPr id="36" name="object 36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40510" y="7872410"/>
            <a:ext cx="782341" cy="522259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697260" y="8141073"/>
            <a:ext cx="163043" cy="192464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971377" y="7888386"/>
            <a:ext cx="300079" cy="426340"/>
          </a:xfrm>
          <a:prstGeom prst="rect">
            <a:avLst/>
          </a:prstGeom>
        </p:spPr>
      </p:pic>
      <p:sp>
        <p:nvSpPr>
          <p:cNvPr id="39" name="object 39" descr=""/>
          <p:cNvSpPr/>
          <p:nvPr/>
        </p:nvSpPr>
        <p:spPr>
          <a:xfrm>
            <a:off x="2511475" y="7897914"/>
            <a:ext cx="424180" cy="399415"/>
          </a:xfrm>
          <a:custGeom>
            <a:avLst/>
            <a:gdLst/>
            <a:ahLst/>
            <a:cxnLst/>
            <a:rect l="l" t="t" r="r" b="b"/>
            <a:pathLst>
              <a:path w="424180" h="399415">
                <a:moveTo>
                  <a:pt x="365861" y="344893"/>
                </a:moveTo>
                <a:lnTo>
                  <a:pt x="358076" y="337096"/>
                </a:lnTo>
                <a:lnTo>
                  <a:pt x="342544" y="337096"/>
                </a:lnTo>
                <a:lnTo>
                  <a:pt x="287375" y="339839"/>
                </a:lnTo>
                <a:lnTo>
                  <a:pt x="221145" y="347954"/>
                </a:lnTo>
                <a:lnTo>
                  <a:pt x="186867" y="353326"/>
                </a:lnTo>
                <a:lnTo>
                  <a:pt x="157416" y="357339"/>
                </a:lnTo>
                <a:lnTo>
                  <a:pt x="107022" y="364744"/>
                </a:lnTo>
                <a:lnTo>
                  <a:pt x="106692" y="364744"/>
                </a:lnTo>
                <a:lnTo>
                  <a:pt x="89458" y="366014"/>
                </a:lnTo>
                <a:lnTo>
                  <a:pt x="49911" y="368147"/>
                </a:lnTo>
                <a:lnTo>
                  <a:pt x="43078" y="375132"/>
                </a:lnTo>
                <a:lnTo>
                  <a:pt x="43078" y="378980"/>
                </a:lnTo>
                <a:lnTo>
                  <a:pt x="50431" y="385927"/>
                </a:lnTo>
                <a:lnTo>
                  <a:pt x="52705" y="385927"/>
                </a:lnTo>
                <a:lnTo>
                  <a:pt x="59804" y="385279"/>
                </a:lnTo>
                <a:lnTo>
                  <a:pt x="90855" y="383921"/>
                </a:lnTo>
                <a:lnTo>
                  <a:pt x="109004" y="382587"/>
                </a:lnTo>
                <a:lnTo>
                  <a:pt x="109156" y="382587"/>
                </a:lnTo>
                <a:lnTo>
                  <a:pt x="159931" y="375132"/>
                </a:lnTo>
                <a:lnTo>
                  <a:pt x="189661" y="371081"/>
                </a:lnTo>
                <a:lnTo>
                  <a:pt x="223723" y="365734"/>
                </a:lnTo>
                <a:lnTo>
                  <a:pt x="259143" y="361048"/>
                </a:lnTo>
                <a:lnTo>
                  <a:pt x="289039" y="357733"/>
                </a:lnTo>
                <a:lnTo>
                  <a:pt x="317601" y="355739"/>
                </a:lnTo>
                <a:lnTo>
                  <a:pt x="342912" y="355066"/>
                </a:lnTo>
                <a:lnTo>
                  <a:pt x="358063" y="355066"/>
                </a:lnTo>
                <a:lnTo>
                  <a:pt x="359219" y="354838"/>
                </a:lnTo>
                <a:lnTo>
                  <a:pt x="365861" y="347268"/>
                </a:lnTo>
                <a:lnTo>
                  <a:pt x="365861" y="344893"/>
                </a:lnTo>
                <a:close/>
              </a:path>
              <a:path w="424180" h="399415">
                <a:moveTo>
                  <a:pt x="423557" y="7188"/>
                </a:moveTo>
                <a:lnTo>
                  <a:pt x="416509" y="0"/>
                </a:lnTo>
                <a:lnTo>
                  <a:pt x="412242" y="0"/>
                </a:lnTo>
                <a:lnTo>
                  <a:pt x="333971" y="3949"/>
                </a:lnTo>
                <a:lnTo>
                  <a:pt x="269074" y="9359"/>
                </a:lnTo>
                <a:lnTo>
                  <a:pt x="232918" y="14046"/>
                </a:lnTo>
                <a:lnTo>
                  <a:pt x="197319" y="18161"/>
                </a:lnTo>
                <a:lnTo>
                  <a:pt x="197459" y="18161"/>
                </a:lnTo>
                <a:lnTo>
                  <a:pt x="163195" y="24206"/>
                </a:lnTo>
                <a:lnTo>
                  <a:pt x="162496" y="24358"/>
                </a:lnTo>
                <a:lnTo>
                  <a:pt x="131165" y="32537"/>
                </a:lnTo>
                <a:lnTo>
                  <a:pt x="88328" y="46151"/>
                </a:lnTo>
                <a:lnTo>
                  <a:pt x="65493" y="54889"/>
                </a:lnTo>
                <a:lnTo>
                  <a:pt x="63195" y="55880"/>
                </a:lnTo>
                <a:lnTo>
                  <a:pt x="62865" y="52336"/>
                </a:lnTo>
                <a:lnTo>
                  <a:pt x="52768" y="32092"/>
                </a:lnTo>
                <a:lnTo>
                  <a:pt x="51396" y="32092"/>
                </a:lnTo>
                <a:lnTo>
                  <a:pt x="42849" y="41414"/>
                </a:lnTo>
                <a:lnTo>
                  <a:pt x="44564" y="51727"/>
                </a:lnTo>
                <a:lnTo>
                  <a:pt x="44983" y="54063"/>
                </a:lnTo>
                <a:lnTo>
                  <a:pt x="46151" y="66230"/>
                </a:lnTo>
                <a:lnTo>
                  <a:pt x="45808" y="67094"/>
                </a:lnTo>
                <a:lnTo>
                  <a:pt x="45605" y="68237"/>
                </a:lnTo>
                <a:lnTo>
                  <a:pt x="45631" y="70624"/>
                </a:lnTo>
                <a:lnTo>
                  <a:pt x="45872" y="71767"/>
                </a:lnTo>
                <a:lnTo>
                  <a:pt x="46164" y="72466"/>
                </a:lnTo>
                <a:lnTo>
                  <a:pt x="46177" y="85547"/>
                </a:lnTo>
                <a:lnTo>
                  <a:pt x="42303" y="130200"/>
                </a:lnTo>
                <a:lnTo>
                  <a:pt x="36245" y="184746"/>
                </a:lnTo>
                <a:lnTo>
                  <a:pt x="34074" y="209511"/>
                </a:lnTo>
                <a:lnTo>
                  <a:pt x="23520" y="209511"/>
                </a:lnTo>
                <a:lnTo>
                  <a:pt x="20802" y="209778"/>
                </a:lnTo>
                <a:lnTo>
                  <a:pt x="20802" y="226529"/>
                </a:lnTo>
                <a:lnTo>
                  <a:pt x="20624" y="226758"/>
                </a:lnTo>
                <a:lnTo>
                  <a:pt x="20243" y="227012"/>
                </a:lnTo>
                <a:lnTo>
                  <a:pt x="20802" y="226529"/>
                </a:lnTo>
                <a:lnTo>
                  <a:pt x="20802" y="209778"/>
                </a:lnTo>
                <a:lnTo>
                  <a:pt x="14617" y="210350"/>
                </a:lnTo>
                <a:lnTo>
                  <a:pt x="15265" y="210350"/>
                </a:lnTo>
                <a:lnTo>
                  <a:pt x="14097" y="210705"/>
                </a:lnTo>
                <a:lnTo>
                  <a:pt x="2552" y="224002"/>
                </a:lnTo>
                <a:lnTo>
                  <a:pt x="2882" y="226275"/>
                </a:lnTo>
                <a:lnTo>
                  <a:pt x="3327" y="227469"/>
                </a:lnTo>
                <a:lnTo>
                  <a:pt x="4241" y="229019"/>
                </a:lnTo>
                <a:lnTo>
                  <a:pt x="4356" y="229209"/>
                </a:lnTo>
                <a:lnTo>
                  <a:pt x="4483" y="229425"/>
                </a:lnTo>
                <a:lnTo>
                  <a:pt x="10769" y="232879"/>
                </a:lnTo>
                <a:lnTo>
                  <a:pt x="11696" y="232879"/>
                </a:lnTo>
                <a:lnTo>
                  <a:pt x="19634" y="228092"/>
                </a:lnTo>
                <a:lnTo>
                  <a:pt x="18999" y="228092"/>
                </a:lnTo>
                <a:lnTo>
                  <a:pt x="18084" y="228092"/>
                </a:lnTo>
                <a:lnTo>
                  <a:pt x="19126" y="227977"/>
                </a:lnTo>
                <a:lnTo>
                  <a:pt x="19761" y="227914"/>
                </a:lnTo>
                <a:lnTo>
                  <a:pt x="20002" y="227901"/>
                </a:lnTo>
                <a:lnTo>
                  <a:pt x="24371" y="227469"/>
                </a:lnTo>
                <a:lnTo>
                  <a:pt x="32499" y="227469"/>
                </a:lnTo>
                <a:lnTo>
                  <a:pt x="31546" y="238455"/>
                </a:lnTo>
                <a:lnTo>
                  <a:pt x="27520" y="282663"/>
                </a:lnTo>
                <a:lnTo>
                  <a:pt x="23545" y="316496"/>
                </a:lnTo>
                <a:lnTo>
                  <a:pt x="20434" y="336892"/>
                </a:lnTo>
                <a:lnTo>
                  <a:pt x="20434" y="383692"/>
                </a:lnTo>
                <a:lnTo>
                  <a:pt x="19723" y="382651"/>
                </a:lnTo>
                <a:lnTo>
                  <a:pt x="20066" y="383019"/>
                </a:lnTo>
                <a:lnTo>
                  <a:pt x="20434" y="383692"/>
                </a:lnTo>
                <a:lnTo>
                  <a:pt x="20434" y="336892"/>
                </a:lnTo>
                <a:lnTo>
                  <a:pt x="19659" y="341960"/>
                </a:lnTo>
                <a:lnTo>
                  <a:pt x="15074" y="361035"/>
                </a:lnTo>
                <a:lnTo>
                  <a:pt x="12217" y="370814"/>
                </a:lnTo>
                <a:lnTo>
                  <a:pt x="12153" y="371043"/>
                </a:lnTo>
                <a:lnTo>
                  <a:pt x="12090" y="371271"/>
                </a:lnTo>
                <a:lnTo>
                  <a:pt x="11988" y="371614"/>
                </a:lnTo>
                <a:lnTo>
                  <a:pt x="10490" y="376758"/>
                </a:lnTo>
                <a:lnTo>
                  <a:pt x="10490" y="382435"/>
                </a:lnTo>
                <a:lnTo>
                  <a:pt x="10096" y="382651"/>
                </a:lnTo>
                <a:lnTo>
                  <a:pt x="10414" y="382435"/>
                </a:lnTo>
                <a:lnTo>
                  <a:pt x="10490" y="376758"/>
                </a:lnTo>
                <a:lnTo>
                  <a:pt x="10388" y="377050"/>
                </a:lnTo>
                <a:lnTo>
                  <a:pt x="11988" y="371614"/>
                </a:lnTo>
                <a:lnTo>
                  <a:pt x="11988" y="371246"/>
                </a:lnTo>
                <a:lnTo>
                  <a:pt x="10820" y="370814"/>
                </a:lnTo>
                <a:lnTo>
                  <a:pt x="7061" y="370814"/>
                </a:lnTo>
                <a:lnTo>
                  <a:pt x="0" y="381292"/>
                </a:lnTo>
                <a:lnTo>
                  <a:pt x="228" y="382181"/>
                </a:lnTo>
                <a:lnTo>
                  <a:pt x="292" y="382435"/>
                </a:lnTo>
                <a:lnTo>
                  <a:pt x="13233" y="399338"/>
                </a:lnTo>
                <a:lnTo>
                  <a:pt x="15900" y="399338"/>
                </a:lnTo>
                <a:lnTo>
                  <a:pt x="17551" y="398919"/>
                </a:lnTo>
                <a:lnTo>
                  <a:pt x="17716" y="398919"/>
                </a:lnTo>
                <a:lnTo>
                  <a:pt x="26657" y="385064"/>
                </a:lnTo>
                <a:lnTo>
                  <a:pt x="26974" y="384111"/>
                </a:lnTo>
                <a:lnTo>
                  <a:pt x="37122" y="346176"/>
                </a:lnTo>
                <a:lnTo>
                  <a:pt x="45402" y="284429"/>
                </a:lnTo>
                <a:lnTo>
                  <a:pt x="49441" y="240055"/>
                </a:lnTo>
                <a:lnTo>
                  <a:pt x="50558" y="227228"/>
                </a:lnTo>
                <a:lnTo>
                  <a:pt x="57746" y="227012"/>
                </a:lnTo>
                <a:lnTo>
                  <a:pt x="66281" y="226758"/>
                </a:lnTo>
                <a:lnTo>
                  <a:pt x="66509" y="226758"/>
                </a:lnTo>
                <a:lnTo>
                  <a:pt x="68859" y="226529"/>
                </a:lnTo>
                <a:lnTo>
                  <a:pt x="94653" y="224002"/>
                </a:lnTo>
                <a:lnTo>
                  <a:pt x="163766" y="215290"/>
                </a:lnTo>
                <a:lnTo>
                  <a:pt x="217855" y="209270"/>
                </a:lnTo>
                <a:lnTo>
                  <a:pt x="267804" y="205943"/>
                </a:lnTo>
                <a:lnTo>
                  <a:pt x="315061" y="205943"/>
                </a:lnTo>
                <a:lnTo>
                  <a:pt x="316230" y="205701"/>
                </a:lnTo>
                <a:lnTo>
                  <a:pt x="322872" y="198145"/>
                </a:lnTo>
                <a:lnTo>
                  <a:pt x="322872" y="195757"/>
                </a:lnTo>
                <a:lnTo>
                  <a:pt x="315163" y="187998"/>
                </a:lnTo>
                <a:lnTo>
                  <a:pt x="266941" y="187998"/>
                </a:lnTo>
                <a:lnTo>
                  <a:pt x="215277" y="191452"/>
                </a:lnTo>
                <a:lnTo>
                  <a:pt x="215633" y="191452"/>
                </a:lnTo>
                <a:lnTo>
                  <a:pt x="161594" y="197446"/>
                </a:lnTo>
                <a:lnTo>
                  <a:pt x="92430" y="206171"/>
                </a:lnTo>
                <a:lnTo>
                  <a:pt x="65138" y="208838"/>
                </a:lnTo>
                <a:lnTo>
                  <a:pt x="64503" y="208838"/>
                </a:lnTo>
                <a:lnTo>
                  <a:pt x="52133" y="209207"/>
                </a:lnTo>
                <a:lnTo>
                  <a:pt x="54114" y="186524"/>
                </a:lnTo>
                <a:lnTo>
                  <a:pt x="60185" y="131902"/>
                </a:lnTo>
                <a:lnTo>
                  <a:pt x="64211" y="85547"/>
                </a:lnTo>
                <a:lnTo>
                  <a:pt x="64211" y="74980"/>
                </a:lnTo>
                <a:lnTo>
                  <a:pt x="71691" y="71767"/>
                </a:lnTo>
                <a:lnTo>
                  <a:pt x="136169" y="49796"/>
                </a:lnTo>
                <a:lnTo>
                  <a:pt x="200152" y="35928"/>
                </a:lnTo>
                <a:lnTo>
                  <a:pt x="235102" y="31877"/>
                </a:lnTo>
                <a:lnTo>
                  <a:pt x="271043" y="27216"/>
                </a:lnTo>
                <a:lnTo>
                  <a:pt x="335241" y="21869"/>
                </a:lnTo>
                <a:lnTo>
                  <a:pt x="416331" y="17767"/>
                </a:lnTo>
                <a:lnTo>
                  <a:pt x="417461" y="17475"/>
                </a:lnTo>
                <a:lnTo>
                  <a:pt x="423519" y="10731"/>
                </a:lnTo>
                <a:lnTo>
                  <a:pt x="423557" y="7188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0" name="object 40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016884" y="7947794"/>
            <a:ext cx="392477" cy="391160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175755" y="6218820"/>
            <a:ext cx="147864" cy="909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637" y="653749"/>
            <a:ext cx="5597015" cy="155433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683" y="3686760"/>
            <a:ext cx="5740490" cy="273570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0370" y="8171574"/>
            <a:ext cx="1363869" cy="170362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2965" y="60173"/>
            <a:ext cx="1194025" cy="62904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94949" y="318194"/>
            <a:ext cx="158319" cy="19333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24197" y="46657"/>
            <a:ext cx="252265" cy="46216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20607" y="68271"/>
            <a:ext cx="590316" cy="408345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257233" y="2807425"/>
            <a:ext cx="2314575" cy="676910"/>
            <a:chOff x="257233" y="2807425"/>
            <a:chExt cx="2314575" cy="676910"/>
          </a:xfrm>
        </p:grpSpPr>
        <p:sp>
          <p:nvSpPr>
            <p:cNvPr id="10" name="object 10" descr=""/>
            <p:cNvSpPr/>
            <p:nvPr/>
          </p:nvSpPr>
          <p:spPr>
            <a:xfrm>
              <a:off x="1139742" y="2812426"/>
              <a:ext cx="52069" cy="391160"/>
            </a:xfrm>
            <a:custGeom>
              <a:avLst/>
              <a:gdLst/>
              <a:ahLst/>
              <a:cxnLst/>
              <a:rect l="l" t="t" r="r" b="b"/>
              <a:pathLst>
                <a:path w="52069" h="391160">
                  <a:moveTo>
                    <a:pt x="43118" y="0"/>
                  </a:moveTo>
                  <a:lnTo>
                    <a:pt x="41391" y="0"/>
                  </a:lnTo>
                  <a:lnTo>
                    <a:pt x="39079" y="617"/>
                  </a:lnTo>
                  <a:lnTo>
                    <a:pt x="31188" y="38990"/>
                  </a:lnTo>
                  <a:lnTo>
                    <a:pt x="29426" y="66746"/>
                  </a:lnTo>
                  <a:lnTo>
                    <a:pt x="25837" y="99048"/>
                  </a:lnTo>
                  <a:lnTo>
                    <a:pt x="21043" y="139198"/>
                  </a:lnTo>
                  <a:lnTo>
                    <a:pt x="15633" y="183688"/>
                  </a:lnTo>
                  <a:lnTo>
                    <a:pt x="11445" y="222578"/>
                  </a:lnTo>
                  <a:lnTo>
                    <a:pt x="7252" y="258521"/>
                  </a:lnTo>
                  <a:lnTo>
                    <a:pt x="3618" y="288862"/>
                  </a:lnTo>
                  <a:lnTo>
                    <a:pt x="1807" y="311823"/>
                  </a:lnTo>
                  <a:lnTo>
                    <a:pt x="599" y="332404"/>
                  </a:lnTo>
                  <a:lnTo>
                    <a:pt x="0" y="348589"/>
                  </a:lnTo>
                  <a:lnTo>
                    <a:pt x="7" y="361414"/>
                  </a:lnTo>
                  <a:lnTo>
                    <a:pt x="455" y="369469"/>
                  </a:lnTo>
                  <a:lnTo>
                    <a:pt x="551" y="371208"/>
                  </a:lnTo>
                  <a:lnTo>
                    <a:pt x="648" y="372470"/>
                  </a:lnTo>
                  <a:lnTo>
                    <a:pt x="812" y="373532"/>
                  </a:lnTo>
                  <a:lnTo>
                    <a:pt x="876" y="373943"/>
                  </a:lnTo>
                  <a:lnTo>
                    <a:pt x="12875" y="390956"/>
                  </a:lnTo>
                  <a:lnTo>
                    <a:pt x="13753" y="390956"/>
                  </a:lnTo>
                  <a:lnTo>
                    <a:pt x="22768" y="381434"/>
                  </a:lnTo>
                  <a:lnTo>
                    <a:pt x="22523" y="379556"/>
                  </a:lnTo>
                  <a:lnTo>
                    <a:pt x="22148" y="378449"/>
                  </a:lnTo>
                  <a:lnTo>
                    <a:pt x="20000" y="374716"/>
                  </a:lnTo>
                  <a:lnTo>
                    <a:pt x="19623" y="374716"/>
                  </a:lnTo>
                  <a:lnTo>
                    <a:pt x="19425" y="373943"/>
                  </a:lnTo>
                  <a:lnTo>
                    <a:pt x="19141" y="373532"/>
                  </a:lnTo>
                  <a:lnTo>
                    <a:pt x="18708" y="372470"/>
                  </a:lnTo>
                  <a:lnTo>
                    <a:pt x="19046" y="372470"/>
                  </a:lnTo>
                  <a:lnTo>
                    <a:pt x="18721" y="371208"/>
                  </a:lnTo>
                  <a:lnTo>
                    <a:pt x="18544" y="371208"/>
                  </a:lnTo>
                  <a:lnTo>
                    <a:pt x="18494" y="370325"/>
                  </a:lnTo>
                  <a:lnTo>
                    <a:pt x="18274" y="369469"/>
                  </a:lnTo>
                  <a:lnTo>
                    <a:pt x="18447" y="369469"/>
                  </a:lnTo>
                  <a:lnTo>
                    <a:pt x="17999" y="361414"/>
                  </a:lnTo>
                  <a:lnTo>
                    <a:pt x="17976" y="348589"/>
                  </a:lnTo>
                  <a:lnTo>
                    <a:pt x="21499" y="290639"/>
                  </a:lnTo>
                  <a:lnTo>
                    <a:pt x="25092" y="260631"/>
                  </a:lnTo>
                  <a:lnTo>
                    <a:pt x="29298" y="224581"/>
                  </a:lnTo>
                  <a:lnTo>
                    <a:pt x="33480" y="185734"/>
                  </a:lnTo>
                  <a:lnTo>
                    <a:pt x="38878" y="141349"/>
                  </a:lnTo>
                  <a:lnTo>
                    <a:pt x="43683" y="101107"/>
                  </a:lnTo>
                  <a:lnTo>
                    <a:pt x="47317" y="68312"/>
                  </a:lnTo>
                  <a:lnTo>
                    <a:pt x="49120" y="40059"/>
                  </a:lnTo>
                  <a:lnTo>
                    <a:pt x="50281" y="19165"/>
                  </a:lnTo>
                  <a:lnTo>
                    <a:pt x="50319" y="18477"/>
                  </a:lnTo>
                  <a:lnTo>
                    <a:pt x="50479" y="17477"/>
                  </a:lnTo>
                  <a:lnTo>
                    <a:pt x="51608" y="8990"/>
                  </a:lnTo>
                  <a:lnTo>
                    <a:pt x="51534" y="7824"/>
                  </a:lnTo>
                  <a:lnTo>
                    <a:pt x="44917" y="240"/>
                  </a:lnTo>
                  <a:lnTo>
                    <a:pt x="43118" y="0"/>
                  </a:lnTo>
                  <a:close/>
                </a:path>
                <a:path w="52069" h="391160">
                  <a:moveTo>
                    <a:pt x="19319" y="373532"/>
                  </a:moveTo>
                  <a:lnTo>
                    <a:pt x="19309" y="373943"/>
                  </a:lnTo>
                  <a:lnTo>
                    <a:pt x="19623" y="374716"/>
                  </a:lnTo>
                  <a:lnTo>
                    <a:pt x="20000" y="374716"/>
                  </a:lnTo>
                  <a:lnTo>
                    <a:pt x="19319" y="373532"/>
                  </a:lnTo>
                  <a:close/>
                </a:path>
                <a:path w="52069" h="391160">
                  <a:moveTo>
                    <a:pt x="18708" y="372470"/>
                  </a:moveTo>
                  <a:lnTo>
                    <a:pt x="19309" y="373943"/>
                  </a:lnTo>
                  <a:lnTo>
                    <a:pt x="19319" y="373532"/>
                  </a:lnTo>
                  <a:lnTo>
                    <a:pt x="18708" y="372470"/>
                  </a:lnTo>
                  <a:close/>
                </a:path>
                <a:path w="52069" h="391160">
                  <a:moveTo>
                    <a:pt x="19046" y="372470"/>
                  </a:moveTo>
                  <a:lnTo>
                    <a:pt x="18708" y="372470"/>
                  </a:lnTo>
                  <a:lnTo>
                    <a:pt x="19319" y="373532"/>
                  </a:lnTo>
                  <a:lnTo>
                    <a:pt x="19046" y="372470"/>
                  </a:lnTo>
                  <a:close/>
                </a:path>
                <a:path w="52069" h="391160">
                  <a:moveTo>
                    <a:pt x="18494" y="370325"/>
                  </a:moveTo>
                  <a:lnTo>
                    <a:pt x="18544" y="371208"/>
                  </a:lnTo>
                  <a:lnTo>
                    <a:pt x="18721" y="371208"/>
                  </a:lnTo>
                  <a:lnTo>
                    <a:pt x="18494" y="370325"/>
                  </a:lnTo>
                  <a:close/>
                </a:path>
                <a:path w="52069" h="391160">
                  <a:moveTo>
                    <a:pt x="18447" y="369469"/>
                  </a:moveTo>
                  <a:lnTo>
                    <a:pt x="18274" y="369469"/>
                  </a:lnTo>
                  <a:lnTo>
                    <a:pt x="18494" y="370325"/>
                  </a:lnTo>
                  <a:lnTo>
                    <a:pt x="18447" y="369469"/>
                  </a:lnTo>
                  <a:close/>
                </a:path>
              </a:pathLst>
            </a:custGeom>
            <a:solidFill>
              <a:srgbClr val="FF0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7233" y="2807425"/>
              <a:ext cx="2314015" cy="676414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49780" y="7088658"/>
            <a:ext cx="978558" cy="42533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05719" y="7338733"/>
            <a:ext cx="124931" cy="178258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73493" y="7165308"/>
            <a:ext cx="400413" cy="348374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168819" y="7087320"/>
            <a:ext cx="3630295" cy="1028700"/>
            <a:chOff x="168819" y="7087320"/>
            <a:chExt cx="3630295" cy="1028700"/>
          </a:xfrm>
        </p:grpSpPr>
        <p:pic>
          <p:nvPicPr>
            <p:cNvPr id="16" name="object 1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35695" y="7201625"/>
              <a:ext cx="809114" cy="29760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8819" y="7087320"/>
              <a:ext cx="3629795" cy="976863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7748" y="7679728"/>
              <a:ext cx="412769" cy="366919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221517" y="8097856"/>
              <a:ext cx="2018664" cy="18415"/>
            </a:xfrm>
            <a:custGeom>
              <a:avLst/>
              <a:gdLst/>
              <a:ahLst/>
              <a:cxnLst/>
              <a:rect l="l" t="t" r="r" b="b"/>
              <a:pathLst>
                <a:path w="2018664" h="18415">
                  <a:moveTo>
                    <a:pt x="2010361" y="0"/>
                  </a:moveTo>
                  <a:lnTo>
                    <a:pt x="8980" y="0"/>
                  </a:lnTo>
                  <a:lnTo>
                    <a:pt x="6643" y="228"/>
                  </a:lnTo>
                  <a:lnTo>
                    <a:pt x="3472" y="1788"/>
                  </a:lnTo>
                  <a:lnTo>
                    <a:pt x="1139" y="4443"/>
                  </a:lnTo>
                  <a:lnTo>
                    <a:pt x="0" y="7790"/>
                  </a:lnTo>
                  <a:lnTo>
                    <a:pt x="227" y="11316"/>
                  </a:lnTo>
                  <a:lnTo>
                    <a:pt x="1788" y="14488"/>
                  </a:lnTo>
                  <a:lnTo>
                    <a:pt x="4443" y="16821"/>
                  </a:lnTo>
                  <a:lnTo>
                    <a:pt x="6643" y="17733"/>
                  </a:lnTo>
                  <a:lnTo>
                    <a:pt x="8980" y="17961"/>
                  </a:lnTo>
                  <a:lnTo>
                    <a:pt x="2009170" y="17961"/>
                  </a:lnTo>
                  <a:lnTo>
                    <a:pt x="2011507" y="17733"/>
                  </a:lnTo>
                  <a:lnTo>
                    <a:pt x="2014678" y="16172"/>
                  </a:lnTo>
                  <a:lnTo>
                    <a:pt x="2017011" y="13516"/>
                  </a:lnTo>
                  <a:lnTo>
                    <a:pt x="2018150" y="10171"/>
                  </a:lnTo>
                  <a:lnTo>
                    <a:pt x="2017923" y="6643"/>
                  </a:lnTo>
                  <a:lnTo>
                    <a:pt x="2016362" y="3472"/>
                  </a:lnTo>
                  <a:lnTo>
                    <a:pt x="2013706" y="1139"/>
                  </a:lnTo>
                  <a:lnTo>
                    <a:pt x="2010361" y="0"/>
                  </a:lnTo>
                  <a:close/>
                </a:path>
              </a:pathLst>
            </a:custGeom>
            <a:solidFill>
              <a:srgbClr val="C122B9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721" y="2803137"/>
            <a:ext cx="2430781" cy="126228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3679" y="2618247"/>
            <a:ext cx="2067126" cy="195988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9616" y="6121100"/>
            <a:ext cx="2019763" cy="240019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1590" y="6349007"/>
            <a:ext cx="2782031" cy="142116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6919" y="91486"/>
            <a:ext cx="1655563" cy="4402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1734" y="802112"/>
            <a:ext cx="73523" cy="10515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5754" y="742965"/>
            <a:ext cx="880378" cy="36773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01500" y="839255"/>
            <a:ext cx="147691" cy="15154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37045" y="767306"/>
            <a:ext cx="724531" cy="42010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380123" y="926650"/>
            <a:ext cx="131965" cy="9823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77258" y="881228"/>
            <a:ext cx="436129" cy="17329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454859" y="821800"/>
            <a:ext cx="506001" cy="247223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225293" y="800550"/>
            <a:ext cx="823903" cy="39208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302938" y="828358"/>
            <a:ext cx="852724" cy="245226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710132" y="434720"/>
            <a:ext cx="1371282" cy="632343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48658" y="1382287"/>
            <a:ext cx="81331" cy="110617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54229" y="1193316"/>
            <a:ext cx="1174221" cy="566399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003186" y="1334867"/>
            <a:ext cx="173922" cy="220195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440427" y="1321462"/>
            <a:ext cx="1028064" cy="290829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291703" y="2246749"/>
            <a:ext cx="1177290" cy="358775"/>
            <a:chOff x="291703" y="2246749"/>
            <a:chExt cx="1177290" cy="358775"/>
          </a:xfrm>
        </p:grpSpPr>
        <p:sp>
          <p:nvSpPr>
            <p:cNvPr id="22" name="object 22" descr=""/>
            <p:cNvSpPr/>
            <p:nvPr/>
          </p:nvSpPr>
          <p:spPr>
            <a:xfrm>
              <a:off x="581257" y="2254275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5" h="18414">
                  <a:moveTo>
                    <a:pt x="10170" y="0"/>
                  </a:moveTo>
                  <a:lnTo>
                    <a:pt x="7789" y="0"/>
                  </a:lnTo>
                  <a:lnTo>
                    <a:pt x="6643" y="227"/>
                  </a:lnTo>
                  <a:lnTo>
                    <a:pt x="0" y="7788"/>
                  </a:lnTo>
                  <a:lnTo>
                    <a:pt x="0" y="10170"/>
                  </a:lnTo>
                  <a:lnTo>
                    <a:pt x="7789" y="17959"/>
                  </a:lnTo>
                  <a:lnTo>
                    <a:pt x="10170" y="17959"/>
                  </a:lnTo>
                  <a:lnTo>
                    <a:pt x="17962" y="8980"/>
                  </a:lnTo>
                  <a:lnTo>
                    <a:pt x="17960" y="7788"/>
                  </a:lnTo>
                  <a:lnTo>
                    <a:pt x="10170" y="0"/>
                  </a:lnTo>
                  <a:close/>
                </a:path>
              </a:pathLst>
            </a:custGeom>
            <a:solidFill>
              <a:srgbClr val="FF0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91703" y="2246749"/>
              <a:ext cx="1177244" cy="358604"/>
            </a:xfrm>
            <a:prstGeom prst="rect">
              <a:avLst/>
            </a:prstGeom>
          </p:spPr>
        </p:pic>
      </p:grpSp>
      <p:pic>
        <p:nvPicPr>
          <p:cNvPr id="24" name="object 24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23495" y="2265911"/>
            <a:ext cx="527536" cy="383942"/>
          </a:xfrm>
          <a:prstGeom prst="rect">
            <a:avLst/>
          </a:prstGeom>
        </p:spPr>
      </p:pic>
      <p:sp>
        <p:nvSpPr>
          <p:cNvPr id="25" name="object 25" descr=""/>
          <p:cNvSpPr/>
          <p:nvPr/>
        </p:nvSpPr>
        <p:spPr>
          <a:xfrm>
            <a:off x="2494402" y="2297456"/>
            <a:ext cx="88900" cy="366395"/>
          </a:xfrm>
          <a:custGeom>
            <a:avLst/>
            <a:gdLst/>
            <a:ahLst/>
            <a:cxnLst/>
            <a:rect l="l" t="t" r="r" b="b"/>
            <a:pathLst>
              <a:path w="88900" h="366394">
                <a:moveTo>
                  <a:pt x="70048" y="0"/>
                </a:moveTo>
                <a:lnTo>
                  <a:pt x="66197" y="0"/>
                </a:lnTo>
                <a:lnTo>
                  <a:pt x="61810" y="1463"/>
                </a:lnTo>
                <a:lnTo>
                  <a:pt x="54675" y="23399"/>
                </a:lnTo>
                <a:lnTo>
                  <a:pt x="54584" y="24038"/>
                </a:lnTo>
                <a:lnTo>
                  <a:pt x="52073" y="47433"/>
                </a:lnTo>
                <a:lnTo>
                  <a:pt x="48066" y="73666"/>
                </a:lnTo>
                <a:lnTo>
                  <a:pt x="42970" y="104247"/>
                </a:lnTo>
                <a:lnTo>
                  <a:pt x="27985" y="179908"/>
                </a:lnTo>
                <a:lnTo>
                  <a:pt x="12927" y="256327"/>
                </a:lnTo>
                <a:lnTo>
                  <a:pt x="7811" y="287750"/>
                </a:lnTo>
                <a:lnTo>
                  <a:pt x="3384" y="313961"/>
                </a:lnTo>
                <a:lnTo>
                  <a:pt x="822" y="331895"/>
                </a:lnTo>
                <a:lnTo>
                  <a:pt x="749" y="332624"/>
                </a:lnTo>
                <a:lnTo>
                  <a:pt x="16" y="344700"/>
                </a:lnTo>
                <a:lnTo>
                  <a:pt x="0" y="352930"/>
                </a:lnTo>
                <a:lnTo>
                  <a:pt x="435" y="355611"/>
                </a:lnTo>
                <a:lnTo>
                  <a:pt x="461" y="355770"/>
                </a:lnTo>
                <a:lnTo>
                  <a:pt x="8700" y="366217"/>
                </a:lnTo>
                <a:lnTo>
                  <a:pt x="12156" y="366217"/>
                </a:lnTo>
                <a:lnTo>
                  <a:pt x="19342" y="355611"/>
                </a:lnTo>
                <a:lnTo>
                  <a:pt x="18449" y="352930"/>
                </a:lnTo>
                <a:lnTo>
                  <a:pt x="17965" y="352930"/>
                </a:lnTo>
                <a:lnTo>
                  <a:pt x="17504" y="350090"/>
                </a:lnTo>
                <a:lnTo>
                  <a:pt x="17965" y="350090"/>
                </a:lnTo>
                <a:lnTo>
                  <a:pt x="18014" y="344700"/>
                </a:lnTo>
                <a:lnTo>
                  <a:pt x="18636" y="334435"/>
                </a:lnTo>
                <a:lnTo>
                  <a:pt x="18680" y="333710"/>
                </a:lnTo>
                <a:lnTo>
                  <a:pt x="18865" y="332624"/>
                </a:lnTo>
                <a:lnTo>
                  <a:pt x="21135" y="316731"/>
                </a:lnTo>
                <a:lnTo>
                  <a:pt x="25534" y="290689"/>
                </a:lnTo>
                <a:lnTo>
                  <a:pt x="30609" y="259509"/>
                </a:lnTo>
                <a:lnTo>
                  <a:pt x="45609" y="183390"/>
                </a:lnTo>
                <a:lnTo>
                  <a:pt x="60664" y="107360"/>
                </a:lnTo>
                <a:lnTo>
                  <a:pt x="65806" y="76497"/>
                </a:lnTo>
                <a:lnTo>
                  <a:pt x="69884" y="49752"/>
                </a:lnTo>
                <a:lnTo>
                  <a:pt x="72376" y="26609"/>
                </a:lnTo>
                <a:lnTo>
                  <a:pt x="72451" y="25963"/>
                </a:lnTo>
                <a:lnTo>
                  <a:pt x="72577" y="25079"/>
                </a:lnTo>
                <a:lnTo>
                  <a:pt x="72682" y="24344"/>
                </a:lnTo>
                <a:lnTo>
                  <a:pt x="72726" y="24038"/>
                </a:lnTo>
                <a:lnTo>
                  <a:pt x="72817" y="23399"/>
                </a:lnTo>
                <a:lnTo>
                  <a:pt x="67794" y="19216"/>
                </a:lnTo>
                <a:lnTo>
                  <a:pt x="66080" y="18150"/>
                </a:lnTo>
                <a:lnTo>
                  <a:pt x="63291" y="16339"/>
                </a:lnTo>
                <a:lnTo>
                  <a:pt x="70063" y="16339"/>
                </a:lnTo>
                <a:lnTo>
                  <a:pt x="74603" y="10899"/>
                </a:lnTo>
                <a:lnTo>
                  <a:pt x="85876" y="10899"/>
                </a:lnTo>
                <a:lnTo>
                  <a:pt x="79147" y="5292"/>
                </a:lnTo>
                <a:lnTo>
                  <a:pt x="78287" y="4657"/>
                </a:lnTo>
                <a:lnTo>
                  <a:pt x="72315" y="781"/>
                </a:lnTo>
                <a:lnTo>
                  <a:pt x="71502" y="412"/>
                </a:lnTo>
                <a:lnTo>
                  <a:pt x="70048" y="0"/>
                </a:lnTo>
                <a:close/>
              </a:path>
              <a:path w="88900" h="366394">
                <a:moveTo>
                  <a:pt x="17504" y="350090"/>
                </a:moveTo>
                <a:lnTo>
                  <a:pt x="17965" y="352930"/>
                </a:lnTo>
                <a:lnTo>
                  <a:pt x="17965" y="351475"/>
                </a:lnTo>
                <a:lnTo>
                  <a:pt x="17504" y="350090"/>
                </a:lnTo>
                <a:close/>
              </a:path>
              <a:path w="88900" h="366394">
                <a:moveTo>
                  <a:pt x="17965" y="351475"/>
                </a:moveTo>
                <a:lnTo>
                  <a:pt x="17965" y="352930"/>
                </a:lnTo>
                <a:lnTo>
                  <a:pt x="18449" y="352930"/>
                </a:lnTo>
                <a:lnTo>
                  <a:pt x="17965" y="351475"/>
                </a:lnTo>
                <a:close/>
              </a:path>
              <a:path w="88900" h="366394">
                <a:moveTo>
                  <a:pt x="17965" y="350090"/>
                </a:moveTo>
                <a:lnTo>
                  <a:pt x="17504" y="350090"/>
                </a:lnTo>
                <a:lnTo>
                  <a:pt x="17965" y="351475"/>
                </a:lnTo>
                <a:lnTo>
                  <a:pt x="17965" y="350090"/>
                </a:lnTo>
                <a:close/>
              </a:path>
              <a:path w="88900" h="366394">
                <a:moveTo>
                  <a:pt x="85876" y="10899"/>
                </a:moveTo>
                <a:lnTo>
                  <a:pt x="74603" y="10899"/>
                </a:lnTo>
                <a:lnTo>
                  <a:pt x="72944" y="22515"/>
                </a:lnTo>
                <a:lnTo>
                  <a:pt x="72817" y="23399"/>
                </a:lnTo>
                <a:lnTo>
                  <a:pt x="75150" y="25342"/>
                </a:lnTo>
                <a:lnTo>
                  <a:pt x="76380" y="25963"/>
                </a:lnTo>
                <a:lnTo>
                  <a:pt x="78450" y="26609"/>
                </a:lnTo>
                <a:lnTo>
                  <a:pt x="81668" y="26609"/>
                </a:lnTo>
                <a:lnTo>
                  <a:pt x="88819" y="15683"/>
                </a:lnTo>
                <a:lnTo>
                  <a:pt x="88489" y="14561"/>
                </a:lnTo>
                <a:lnTo>
                  <a:pt x="87383" y="12453"/>
                </a:lnTo>
                <a:lnTo>
                  <a:pt x="86648" y="11545"/>
                </a:lnTo>
                <a:lnTo>
                  <a:pt x="85876" y="10899"/>
                </a:lnTo>
                <a:close/>
              </a:path>
              <a:path w="88900" h="366394">
                <a:moveTo>
                  <a:pt x="63291" y="16339"/>
                </a:moveTo>
                <a:lnTo>
                  <a:pt x="66080" y="18150"/>
                </a:lnTo>
                <a:lnTo>
                  <a:pt x="67814" y="19216"/>
                </a:lnTo>
                <a:lnTo>
                  <a:pt x="72817" y="23399"/>
                </a:lnTo>
                <a:lnTo>
                  <a:pt x="73567" y="18150"/>
                </a:lnTo>
                <a:lnTo>
                  <a:pt x="68552" y="18150"/>
                </a:lnTo>
                <a:lnTo>
                  <a:pt x="69411" y="17120"/>
                </a:lnTo>
                <a:lnTo>
                  <a:pt x="63291" y="16339"/>
                </a:lnTo>
                <a:close/>
              </a:path>
              <a:path w="88900" h="366394">
                <a:moveTo>
                  <a:pt x="69411" y="17120"/>
                </a:moveTo>
                <a:lnTo>
                  <a:pt x="68552" y="18150"/>
                </a:lnTo>
                <a:lnTo>
                  <a:pt x="71022" y="17326"/>
                </a:lnTo>
                <a:lnTo>
                  <a:pt x="69411" y="17120"/>
                </a:lnTo>
                <a:close/>
              </a:path>
              <a:path w="88900" h="366394">
                <a:moveTo>
                  <a:pt x="74603" y="10899"/>
                </a:moveTo>
                <a:lnTo>
                  <a:pt x="69411" y="17120"/>
                </a:lnTo>
                <a:lnTo>
                  <a:pt x="71022" y="17326"/>
                </a:lnTo>
                <a:lnTo>
                  <a:pt x="68552" y="18150"/>
                </a:lnTo>
                <a:lnTo>
                  <a:pt x="73567" y="18150"/>
                </a:lnTo>
                <a:lnTo>
                  <a:pt x="74511" y="11545"/>
                </a:lnTo>
                <a:lnTo>
                  <a:pt x="74603" y="10899"/>
                </a:lnTo>
                <a:close/>
              </a:path>
              <a:path w="88900" h="366394">
                <a:moveTo>
                  <a:pt x="70063" y="16339"/>
                </a:moveTo>
                <a:lnTo>
                  <a:pt x="63291" y="16339"/>
                </a:lnTo>
                <a:lnTo>
                  <a:pt x="69411" y="17120"/>
                </a:lnTo>
                <a:lnTo>
                  <a:pt x="70063" y="16339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823052" y="2212091"/>
            <a:ext cx="1179846" cy="435794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98785" y="5463622"/>
            <a:ext cx="945610" cy="426551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329495" y="5505196"/>
            <a:ext cx="481646" cy="411323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146823" y="5526608"/>
            <a:ext cx="596149" cy="355742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005939" y="5565263"/>
            <a:ext cx="212377" cy="317792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89329" y="5545884"/>
            <a:ext cx="679670" cy="419564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4190865" y="5601491"/>
            <a:ext cx="343535" cy="295910"/>
          </a:xfrm>
          <a:custGeom>
            <a:avLst/>
            <a:gdLst/>
            <a:ahLst/>
            <a:cxnLst/>
            <a:rect l="l" t="t" r="r" b="b"/>
            <a:pathLst>
              <a:path w="343535" h="295910">
                <a:moveTo>
                  <a:pt x="234069" y="0"/>
                </a:moveTo>
                <a:lnTo>
                  <a:pt x="227227" y="0"/>
                </a:lnTo>
                <a:lnTo>
                  <a:pt x="226188" y="1270"/>
                </a:lnTo>
                <a:lnTo>
                  <a:pt x="222597" y="3810"/>
                </a:lnTo>
                <a:lnTo>
                  <a:pt x="211720" y="12700"/>
                </a:lnTo>
                <a:lnTo>
                  <a:pt x="211197" y="12700"/>
                </a:lnTo>
                <a:lnTo>
                  <a:pt x="197849" y="25400"/>
                </a:lnTo>
                <a:lnTo>
                  <a:pt x="182707" y="40639"/>
                </a:lnTo>
                <a:lnTo>
                  <a:pt x="163158" y="59689"/>
                </a:lnTo>
                <a:lnTo>
                  <a:pt x="141406" y="81280"/>
                </a:lnTo>
                <a:lnTo>
                  <a:pt x="120205" y="105410"/>
                </a:lnTo>
                <a:lnTo>
                  <a:pt x="97358" y="130810"/>
                </a:lnTo>
                <a:lnTo>
                  <a:pt x="76107" y="154939"/>
                </a:lnTo>
                <a:lnTo>
                  <a:pt x="57552" y="176530"/>
                </a:lnTo>
                <a:lnTo>
                  <a:pt x="40071" y="198120"/>
                </a:lnTo>
                <a:lnTo>
                  <a:pt x="39665" y="198120"/>
                </a:lnTo>
                <a:lnTo>
                  <a:pt x="25419" y="219710"/>
                </a:lnTo>
                <a:lnTo>
                  <a:pt x="25135" y="219710"/>
                </a:lnTo>
                <a:lnTo>
                  <a:pt x="14201" y="237489"/>
                </a:lnTo>
                <a:lnTo>
                  <a:pt x="13869" y="238760"/>
                </a:lnTo>
                <a:lnTo>
                  <a:pt x="6581" y="252730"/>
                </a:lnTo>
                <a:lnTo>
                  <a:pt x="6225" y="254000"/>
                </a:lnTo>
                <a:lnTo>
                  <a:pt x="1438" y="266754"/>
                </a:lnTo>
                <a:lnTo>
                  <a:pt x="121" y="274320"/>
                </a:lnTo>
                <a:lnTo>
                  <a:pt x="0" y="283210"/>
                </a:lnTo>
                <a:lnTo>
                  <a:pt x="461" y="285750"/>
                </a:lnTo>
                <a:lnTo>
                  <a:pt x="1629" y="289560"/>
                </a:lnTo>
                <a:lnTo>
                  <a:pt x="2134" y="289560"/>
                </a:lnTo>
                <a:lnTo>
                  <a:pt x="3475" y="292100"/>
                </a:lnTo>
                <a:lnTo>
                  <a:pt x="4271" y="292100"/>
                </a:lnTo>
                <a:lnTo>
                  <a:pt x="8233" y="294639"/>
                </a:lnTo>
                <a:lnTo>
                  <a:pt x="8821" y="294639"/>
                </a:lnTo>
                <a:lnTo>
                  <a:pt x="10057" y="295910"/>
                </a:lnTo>
                <a:lnTo>
                  <a:pt x="36443" y="295910"/>
                </a:lnTo>
                <a:lnTo>
                  <a:pt x="38154" y="294639"/>
                </a:lnTo>
                <a:lnTo>
                  <a:pt x="55383" y="290830"/>
                </a:lnTo>
                <a:lnTo>
                  <a:pt x="56860" y="289560"/>
                </a:lnTo>
                <a:lnTo>
                  <a:pt x="72007" y="283210"/>
                </a:lnTo>
                <a:lnTo>
                  <a:pt x="17964" y="283210"/>
                </a:lnTo>
                <a:lnTo>
                  <a:pt x="17810" y="281939"/>
                </a:lnTo>
                <a:lnTo>
                  <a:pt x="17712" y="281132"/>
                </a:lnTo>
                <a:lnTo>
                  <a:pt x="16188" y="279147"/>
                </a:lnTo>
                <a:lnTo>
                  <a:pt x="13252" y="278130"/>
                </a:lnTo>
                <a:lnTo>
                  <a:pt x="15407" y="278130"/>
                </a:lnTo>
                <a:lnTo>
                  <a:pt x="14432" y="276860"/>
                </a:lnTo>
                <a:lnTo>
                  <a:pt x="18031" y="276860"/>
                </a:lnTo>
                <a:lnTo>
                  <a:pt x="19168" y="269239"/>
                </a:lnTo>
                <a:lnTo>
                  <a:pt x="19654" y="269239"/>
                </a:lnTo>
                <a:lnTo>
                  <a:pt x="22068" y="262833"/>
                </a:lnTo>
                <a:lnTo>
                  <a:pt x="22644" y="261628"/>
                </a:lnTo>
                <a:lnTo>
                  <a:pt x="22893" y="260643"/>
                </a:lnTo>
                <a:lnTo>
                  <a:pt x="23004" y="260350"/>
                </a:lnTo>
                <a:lnTo>
                  <a:pt x="23256" y="260350"/>
                </a:lnTo>
                <a:lnTo>
                  <a:pt x="29937" y="246380"/>
                </a:lnTo>
                <a:lnTo>
                  <a:pt x="30335" y="246380"/>
                </a:lnTo>
                <a:lnTo>
                  <a:pt x="40539" y="228600"/>
                </a:lnTo>
                <a:lnTo>
                  <a:pt x="41094" y="228600"/>
                </a:lnTo>
                <a:lnTo>
                  <a:pt x="54445" y="208368"/>
                </a:lnTo>
                <a:lnTo>
                  <a:pt x="55041" y="208368"/>
                </a:lnTo>
                <a:lnTo>
                  <a:pt x="71327" y="187960"/>
                </a:lnTo>
                <a:lnTo>
                  <a:pt x="71073" y="187960"/>
                </a:lnTo>
                <a:lnTo>
                  <a:pt x="89580" y="166370"/>
                </a:lnTo>
                <a:lnTo>
                  <a:pt x="110799" y="142239"/>
                </a:lnTo>
                <a:lnTo>
                  <a:pt x="133652" y="116839"/>
                </a:lnTo>
                <a:lnTo>
                  <a:pt x="139350" y="110599"/>
                </a:lnTo>
                <a:lnTo>
                  <a:pt x="141066" y="105410"/>
                </a:lnTo>
                <a:lnTo>
                  <a:pt x="149349" y="88900"/>
                </a:lnTo>
                <a:lnTo>
                  <a:pt x="149750" y="88900"/>
                </a:lnTo>
                <a:lnTo>
                  <a:pt x="164329" y="64770"/>
                </a:lnTo>
                <a:lnTo>
                  <a:pt x="164947" y="63500"/>
                </a:lnTo>
                <a:lnTo>
                  <a:pt x="176143" y="49615"/>
                </a:lnTo>
                <a:lnTo>
                  <a:pt x="176562" y="49615"/>
                </a:lnTo>
                <a:lnTo>
                  <a:pt x="187740" y="36830"/>
                </a:lnTo>
                <a:lnTo>
                  <a:pt x="197928" y="26751"/>
                </a:lnTo>
                <a:lnTo>
                  <a:pt x="198370" y="25400"/>
                </a:lnTo>
                <a:lnTo>
                  <a:pt x="221305" y="5080"/>
                </a:lnTo>
                <a:lnTo>
                  <a:pt x="224948" y="2539"/>
                </a:lnTo>
                <a:lnTo>
                  <a:pt x="236982" y="2539"/>
                </a:lnTo>
                <a:lnTo>
                  <a:pt x="236109" y="1270"/>
                </a:lnTo>
                <a:lnTo>
                  <a:pt x="234069" y="0"/>
                </a:lnTo>
                <a:close/>
              </a:path>
              <a:path w="343535" h="295910">
                <a:moveTo>
                  <a:pt x="17712" y="281132"/>
                </a:moveTo>
                <a:lnTo>
                  <a:pt x="17964" y="283210"/>
                </a:lnTo>
                <a:lnTo>
                  <a:pt x="17964" y="281460"/>
                </a:lnTo>
                <a:lnTo>
                  <a:pt x="17712" y="281132"/>
                </a:lnTo>
                <a:close/>
              </a:path>
              <a:path w="343535" h="295910">
                <a:moveTo>
                  <a:pt x="17964" y="281460"/>
                </a:moveTo>
                <a:lnTo>
                  <a:pt x="17964" y="283210"/>
                </a:lnTo>
                <a:lnTo>
                  <a:pt x="72007" y="283210"/>
                </a:lnTo>
                <a:lnTo>
                  <a:pt x="75036" y="281939"/>
                </a:lnTo>
                <a:lnTo>
                  <a:pt x="18332" y="281939"/>
                </a:lnTo>
                <a:lnTo>
                  <a:pt x="17964" y="281460"/>
                </a:lnTo>
                <a:close/>
              </a:path>
              <a:path w="343535" h="295910">
                <a:moveTo>
                  <a:pt x="18068" y="281132"/>
                </a:moveTo>
                <a:lnTo>
                  <a:pt x="17964" y="281460"/>
                </a:lnTo>
                <a:lnTo>
                  <a:pt x="18332" y="281939"/>
                </a:lnTo>
                <a:lnTo>
                  <a:pt x="18175" y="281460"/>
                </a:lnTo>
                <a:lnTo>
                  <a:pt x="18068" y="281132"/>
                </a:lnTo>
                <a:close/>
              </a:path>
              <a:path w="343535" h="295910">
                <a:moveTo>
                  <a:pt x="50712" y="273050"/>
                </a:moveTo>
                <a:lnTo>
                  <a:pt x="33483" y="278130"/>
                </a:lnTo>
                <a:lnTo>
                  <a:pt x="17964" y="278130"/>
                </a:lnTo>
                <a:lnTo>
                  <a:pt x="18068" y="281132"/>
                </a:lnTo>
                <a:lnTo>
                  <a:pt x="18332" y="281939"/>
                </a:lnTo>
                <a:lnTo>
                  <a:pt x="75036" y="281939"/>
                </a:lnTo>
                <a:lnTo>
                  <a:pt x="78065" y="280670"/>
                </a:lnTo>
                <a:lnTo>
                  <a:pt x="78661" y="279400"/>
                </a:lnTo>
                <a:lnTo>
                  <a:pt x="88070" y="274320"/>
                </a:lnTo>
                <a:lnTo>
                  <a:pt x="49235" y="274320"/>
                </a:lnTo>
                <a:lnTo>
                  <a:pt x="50712" y="273050"/>
                </a:lnTo>
                <a:close/>
              </a:path>
              <a:path w="343535" h="295910">
                <a:moveTo>
                  <a:pt x="17503" y="279400"/>
                </a:moveTo>
                <a:lnTo>
                  <a:pt x="17656" y="280670"/>
                </a:lnTo>
                <a:lnTo>
                  <a:pt x="17712" y="281132"/>
                </a:lnTo>
                <a:lnTo>
                  <a:pt x="17964" y="281460"/>
                </a:lnTo>
                <a:lnTo>
                  <a:pt x="17964" y="280670"/>
                </a:lnTo>
                <a:lnTo>
                  <a:pt x="17503" y="279400"/>
                </a:lnTo>
                <a:close/>
              </a:path>
              <a:path w="343535" h="295910">
                <a:moveTo>
                  <a:pt x="16188" y="279147"/>
                </a:moveTo>
                <a:lnTo>
                  <a:pt x="17712" y="281132"/>
                </a:lnTo>
                <a:lnTo>
                  <a:pt x="17503" y="279400"/>
                </a:lnTo>
                <a:lnTo>
                  <a:pt x="16916" y="279400"/>
                </a:lnTo>
                <a:lnTo>
                  <a:pt x="16188" y="279147"/>
                </a:lnTo>
                <a:close/>
              </a:path>
              <a:path w="343535" h="295910">
                <a:moveTo>
                  <a:pt x="17964" y="276860"/>
                </a:moveTo>
                <a:lnTo>
                  <a:pt x="14432" y="276860"/>
                </a:lnTo>
                <a:lnTo>
                  <a:pt x="16916" y="279400"/>
                </a:lnTo>
                <a:lnTo>
                  <a:pt x="17503" y="279400"/>
                </a:lnTo>
                <a:lnTo>
                  <a:pt x="17917" y="280670"/>
                </a:lnTo>
                <a:lnTo>
                  <a:pt x="17964" y="276860"/>
                </a:lnTo>
                <a:close/>
              </a:path>
              <a:path w="343535" h="295910">
                <a:moveTo>
                  <a:pt x="14874" y="277312"/>
                </a:moveTo>
                <a:lnTo>
                  <a:pt x="15407" y="278130"/>
                </a:lnTo>
                <a:lnTo>
                  <a:pt x="16188" y="279147"/>
                </a:lnTo>
                <a:lnTo>
                  <a:pt x="16916" y="279400"/>
                </a:lnTo>
                <a:lnTo>
                  <a:pt x="14874" y="277312"/>
                </a:lnTo>
                <a:close/>
              </a:path>
              <a:path w="343535" h="295910">
                <a:moveTo>
                  <a:pt x="15407" y="278130"/>
                </a:moveTo>
                <a:lnTo>
                  <a:pt x="13252" y="278130"/>
                </a:lnTo>
                <a:lnTo>
                  <a:pt x="16188" y="279147"/>
                </a:lnTo>
                <a:lnTo>
                  <a:pt x="15407" y="278130"/>
                </a:lnTo>
                <a:close/>
              </a:path>
              <a:path w="343535" h="295910">
                <a:moveTo>
                  <a:pt x="139924" y="226278"/>
                </a:moveTo>
                <a:lnTo>
                  <a:pt x="117354" y="237489"/>
                </a:lnTo>
                <a:lnTo>
                  <a:pt x="93367" y="251460"/>
                </a:lnTo>
                <a:lnTo>
                  <a:pt x="69843" y="264160"/>
                </a:lnTo>
                <a:lnTo>
                  <a:pt x="70440" y="264160"/>
                </a:lnTo>
                <a:lnTo>
                  <a:pt x="49235" y="274320"/>
                </a:lnTo>
                <a:lnTo>
                  <a:pt x="88070" y="274320"/>
                </a:lnTo>
                <a:lnTo>
                  <a:pt x="150551" y="240475"/>
                </a:lnTo>
                <a:lnTo>
                  <a:pt x="143903" y="233680"/>
                </a:lnTo>
                <a:lnTo>
                  <a:pt x="142460" y="231139"/>
                </a:lnTo>
                <a:lnTo>
                  <a:pt x="139924" y="226278"/>
                </a:lnTo>
                <a:close/>
              </a:path>
              <a:path w="343535" h="295910">
                <a:moveTo>
                  <a:pt x="19654" y="269239"/>
                </a:moveTo>
                <a:lnTo>
                  <a:pt x="19168" y="269239"/>
                </a:lnTo>
                <a:lnTo>
                  <a:pt x="18849" y="271374"/>
                </a:lnTo>
                <a:lnTo>
                  <a:pt x="19654" y="269239"/>
                </a:lnTo>
                <a:close/>
              </a:path>
              <a:path w="343535" h="295910">
                <a:moveTo>
                  <a:pt x="23256" y="260350"/>
                </a:moveTo>
                <a:lnTo>
                  <a:pt x="23004" y="260350"/>
                </a:lnTo>
                <a:lnTo>
                  <a:pt x="22522" y="261628"/>
                </a:lnTo>
                <a:lnTo>
                  <a:pt x="23115" y="260643"/>
                </a:lnTo>
                <a:lnTo>
                  <a:pt x="23256" y="260350"/>
                </a:lnTo>
                <a:close/>
              </a:path>
              <a:path w="343535" h="295910">
                <a:moveTo>
                  <a:pt x="216134" y="256539"/>
                </a:moveTo>
                <a:lnTo>
                  <a:pt x="186367" y="256539"/>
                </a:lnTo>
                <a:lnTo>
                  <a:pt x="201353" y="257810"/>
                </a:lnTo>
                <a:lnTo>
                  <a:pt x="216134" y="256539"/>
                </a:lnTo>
                <a:close/>
              </a:path>
              <a:path w="343535" h="295910">
                <a:moveTo>
                  <a:pt x="166587" y="230769"/>
                </a:moveTo>
                <a:lnTo>
                  <a:pt x="166865" y="231139"/>
                </a:lnTo>
                <a:lnTo>
                  <a:pt x="151364" y="240030"/>
                </a:lnTo>
                <a:lnTo>
                  <a:pt x="150551" y="240475"/>
                </a:lnTo>
                <a:lnTo>
                  <a:pt x="153843" y="243839"/>
                </a:lnTo>
                <a:lnTo>
                  <a:pt x="155655" y="245110"/>
                </a:lnTo>
                <a:lnTo>
                  <a:pt x="167913" y="252730"/>
                </a:lnTo>
                <a:lnTo>
                  <a:pt x="170774" y="254000"/>
                </a:lnTo>
                <a:lnTo>
                  <a:pt x="184689" y="256539"/>
                </a:lnTo>
                <a:lnTo>
                  <a:pt x="230945" y="256539"/>
                </a:lnTo>
                <a:lnTo>
                  <a:pt x="244861" y="255270"/>
                </a:lnTo>
                <a:lnTo>
                  <a:pt x="279206" y="255270"/>
                </a:lnTo>
                <a:lnTo>
                  <a:pt x="280352" y="254000"/>
                </a:lnTo>
                <a:lnTo>
                  <a:pt x="282553" y="254000"/>
                </a:lnTo>
                <a:lnTo>
                  <a:pt x="283523" y="252730"/>
                </a:lnTo>
                <a:lnTo>
                  <a:pt x="285207" y="251460"/>
                </a:lnTo>
                <a:lnTo>
                  <a:pt x="285856" y="250189"/>
                </a:lnTo>
                <a:lnTo>
                  <a:pt x="286768" y="247650"/>
                </a:lnTo>
                <a:lnTo>
                  <a:pt x="286995" y="247650"/>
                </a:lnTo>
                <a:lnTo>
                  <a:pt x="286995" y="245110"/>
                </a:lnTo>
                <a:lnTo>
                  <a:pt x="286768" y="243839"/>
                </a:lnTo>
                <a:lnTo>
                  <a:pt x="285856" y="241300"/>
                </a:lnTo>
                <a:lnTo>
                  <a:pt x="285207" y="240030"/>
                </a:lnTo>
                <a:lnTo>
                  <a:pt x="201353" y="240030"/>
                </a:lnTo>
                <a:lnTo>
                  <a:pt x="186775" y="238760"/>
                </a:lnTo>
                <a:lnTo>
                  <a:pt x="188452" y="238760"/>
                </a:lnTo>
                <a:lnTo>
                  <a:pt x="181495" y="237489"/>
                </a:lnTo>
                <a:lnTo>
                  <a:pt x="177397" y="237489"/>
                </a:lnTo>
                <a:lnTo>
                  <a:pt x="174537" y="236220"/>
                </a:lnTo>
                <a:lnTo>
                  <a:pt x="175354" y="236220"/>
                </a:lnTo>
                <a:lnTo>
                  <a:pt x="166587" y="230769"/>
                </a:lnTo>
                <a:close/>
              </a:path>
              <a:path w="343535" h="295910">
                <a:moveTo>
                  <a:pt x="30335" y="246380"/>
                </a:moveTo>
                <a:lnTo>
                  <a:pt x="29937" y="246380"/>
                </a:lnTo>
                <a:lnTo>
                  <a:pt x="29606" y="247650"/>
                </a:lnTo>
                <a:lnTo>
                  <a:pt x="30335" y="246380"/>
                </a:lnTo>
                <a:close/>
              </a:path>
              <a:path w="343535" h="295910">
                <a:moveTo>
                  <a:pt x="155864" y="217286"/>
                </a:moveTo>
                <a:lnTo>
                  <a:pt x="142658" y="224906"/>
                </a:lnTo>
                <a:lnTo>
                  <a:pt x="139924" y="226278"/>
                </a:lnTo>
                <a:lnTo>
                  <a:pt x="142460" y="231139"/>
                </a:lnTo>
                <a:lnTo>
                  <a:pt x="143903" y="233680"/>
                </a:lnTo>
                <a:lnTo>
                  <a:pt x="150551" y="240475"/>
                </a:lnTo>
                <a:lnTo>
                  <a:pt x="151364" y="240030"/>
                </a:lnTo>
                <a:lnTo>
                  <a:pt x="166865" y="231139"/>
                </a:lnTo>
                <a:lnTo>
                  <a:pt x="166421" y="230769"/>
                </a:lnTo>
                <a:lnTo>
                  <a:pt x="165139" y="229870"/>
                </a:lnTo>
                <a:lnTo>
                  <a:pt x="165706" y="229870"/>
                </a:lnTo>
                <a:lnTo>
                  <a:pt x="157010" y="220980"/>
                </a:lnTo>
                <a:lnTo>
                  <a:pt x="157791" y="220980"/>
                </a:lnTo>
                <a:lnTo>
                  <a:pt x="155864" y="217286"/>
                </a:lnTo>
                <a:close/>
              </a:path>
              <a:path w="343535" h="295910">
                <a:moveTo>
                  <a:pt x="282553" y="237489"/>
                </a:moveTo>
                <a:lnTo>
                  <a:pt x="243580" y="237489"/>
                </a:lnTo>
                <a:lnTo>
                  <a:pt x="229665" y="238760"/>
                </a:lnTo>
                <a:lnTo>
                  <a:pt x="215524" y="238760"/>
                </a:lnTo>
                <a:lnTo>
                  <a:pt x="200945" y="240030"/>
                </a:lnTo>
                <a:lnTo>
                  <a:pt x="285207" y="240030"/>
                </a:lnTo>
                <a:lnTo>
                  <a:pt x="283523" y="238760"/>
                </a:lnTo>
                <a:lnTo>
                  <a:pt x="282553" y="237489"/>
                </a:lnTo>
                <a:close/>
              </a:path>
              <a:path w="343535" h="295910">
                <a:moveTo>
                  <a:pt x="174537" y="236220"/>
                </a:moveTo>
                <a:lnTo>
                  <a:pt x="177397" y="237489"/>
                </a:lnTo>
                <a:lnTo>
                  <a:pt x="175694" y="236431"/>
                </a:lnTo>
                <a:lnTo>
                  <a:pt x="174537" y="236220"/>
                </a:lnTo>
                <a:close/>
              </a:path>
              <a:path w="343535" h="295910">
                <a:moveTo>
                  <a:pt x="175694" y="236431"/>
                </a:moveTo>
                <a:lnTo>
                  <a:pt x="177397" y="237489"/>
                </a:lnTo>
                <a:lnTo>
                  <a:pt x="181495" y="237489"/>
                </a:lnTo>
                <a:lnTo>
                  <a:pt x="175694" y="236431"/>
                </a:lnTo>
                <a:close/>
              </a:path>
              <a:path w="343535" h="295910">
                <a:moveTo>
                  <a:pt x="175354" y="236220"/>
                </a:moveTo>
                <a:lnTo>
                  <a:pt x="174537" y="236220"/>
                </a:lnTo>
                <a:lnTo>
                  <a:pt x="175694" y="236431"/>
                </a:lnTo>
                <a:lnTo>
                  <a:pt x="175354" y="236220"/>
                </a:lnTo>
                <a:close/>
              </a:path>
              <a:path w="343535" h="295910">
                <a:moveTo>
                  <a:pt x="165139" y="229870"/>
                </a:moveTo>
                <a:lnTo>
                  <a:pt x="166949" y="231139"/>
                </a:lnTo>
                <a:lnTo>
                  <a:pt x="166587" y="230769"/>
                </a:lnTo>
                <a:lnTo>
                  <a:pt x="165139" y="229870"/>
                </a:lnTo>
                <a:close/>
              </a:path>
              <a:path w="343535" h="295910">
                <a:moveTo>
                  <a:pt x="334204" y="151130"/>
                </a:moveTo>
                <a:lnTo>
                  <a:pt x="319973" y="151130"/>
                </a:lnTo>
                <a:lnTo>
                  <a:pt x="309372" y="152400"/>
                </a:lnTo>
                <a:lnTo>
                  <a:pt x="308451" y="152400"/>
                </a:lnTo>
                <a:lnTo>
                  <a:pt x="254518" y="168910"/>
                </a:lnTo>
                <a:lnTo>
                  <a:pt x="200731" y="191770"/>
                </a:lnTo>
                <a:lnTo>
                  <a:pt x="200263" y="193039"/>
                </a:lnTo>
                <a:lnTo>
                  <a:pt x="171287" y="208368"/>
                </a:lnTo>
                <a:lnTo>
                  <a:pt x="155864" y="217286"/>
                </a:lnTo>
                <a:lnTo>
                  <a:pt x="158684" y="222691"/>
                </a:lnTo>
                <a:lnTo>
                  <a:pt x="166587" y="230769"/>
                </a:lnTo>
                <a:lnTo>
                  <a:pt x="167182" y="231139"/>
                </a:lnTo>
                <a:lnTo>
                  <a:pt x="166865" y="231139"/>
                </a:lnTo>
                <a:lnTo>
                  <a:pt x="180152" y="223520"/>
                </a:lnTo>
                <a:lnTo>
                  <a:pt x="179835" y="223520"/>
                </a:lnTo>
                <a:lnTo>
                  <a:pt x="208493" y="208368"/>
                </a:lnTo>
                <a:lnTo>
                  <a:pt x="207987" y="208368"/>
                </a:lnTo>
                <a:lnTo>
                  <a:pt x="235031" y="196850"/>
                </a:lnTo>
                <a:lnTo>
                  <a:pt x="234671" y="196850"/>
                </a:lnTo>
                <a:lnTo>
                  <a:pt x="260846" y="185420"/>
                </a:lnTo>
                <a:lnTo>
                  <a:pt x="264074" y="185420"/>
                </a:lnTo>
                <a:lnTo>
                  <a:pt x="282298" y="179070"/>
                </a:lnTo>
                <a:lnTo>
                  <a:pt x="281876" y="179070"/>
                </a:lnTo>
                <a:lnTo>
                  <a:pt x="298773" y="173989"/>
                </a:lnTo>
                <a:lnTo>
                  <a:pt x="298273" y="173989"/>
                </a:lnTo>
                <a:lnTo>
                  <a:pt x="312520" y="170180"/>
                </a:lnTo>
                <a:lnTo>
                  <a:pt x="311599" y="170180"/>
                </a:lnTo>
                <a:lnTo>
                  <a:pt x="322202" y="168910"/>
                </a:lnTo>
                <a:lnTo>
                  <a:pt x="328740" y="168910"/>
                </a:lnTo>
                <a:lnTo>
                  <a:pt x="326395" y="167639"/>
                </a:lnTo>
                <a:lnTo>
                  <a:pt x="341654" y="167639"/>
                </a:lnTo>
                <a:lnTo>
                  <a:pt x="342794" y="165100"/>
                </a:lnTo>
                <a:lnTo>
                  <a:pt x="343143" y="163830"/>
                </a:lnTo>
                <a:lnTo>
                  <a:pt x="343272" y="162560"/>
                </a:lnTo>
                <a:lnTo>
                  <a:pt x="343292" y="160020"/>
                </a:lnTo>
                <a:lnTo>
                  <a:pt x="342620" y="157480"/>
                </a:lnTo>
                <a:lnTo>
                  <a:pt x="342078" y="157480"/>
                </a:lnTo>
                <a:lnTo>
                  <a:pt x="340583" y="154939"/>
                </a:lnTo>
                <a:lnTo>
                  <a:pt x="339686" y="154939"/>
                </a:lnTo>
                <a:lnTo>
                  <a:pt x="334204" y="151130"/>
                </a:lnTo>
                <a:close/>
              </a:path>
              <a:path w="343535" h="295910">
                <a:moveTo>
                  <a:pt x="165706" y="229870"/>
                </a:moveTo>
                <a:lnTo>
                  <a:pt x="165139" y="229870"/>
                </a:lnTo>
                <a:lnTo>
                  <a:pt x="166587" y="230769"/>
                </a:lnTo>
                <a:lnTo>
                  <a:pt x="165706" y="229870"/>
                </a:lnTo>
                <a:close/>
              </a:path>
              <a:path w="343535" h="295910">
                <a:moveTo>
                  <a:pt x="41094" y="228600"/>
                </a:moveTo>
                <a:lnTo>
                  <a:pt x="40539" y="228600"/>
                </a:lnTo>
                <a:lnTo>
                  <a:pt x="40256" y="229870"/>
                </a:lnTo>
                <a:lnTo>
                  <a:pt x="41094" y="228600"/>
                </a:lnTo>
                <a:close/>
              </a:path>
              <a:path w="343535" h="295910">
                <a:moveTo>
                  <a:pt x="222493" y="27547"/>
                </a:moveTo>
                <a:lnTo>
                  <a:pt x="221934" y="27943"/>
                </a:lnTo>
                <a:lnTo>
                  <a:pt x="210318" y="38100"/>
                </a:lnTo>
                <a:lnTo>
                  <a:pt x="195172" y="53339"/>
                </a:lnTo>
                <a:lnTo>
                  <a:pt x="182126" y="65990"/>
                </a:lnTo>
                <a:lnTo>
                  <a:pt x="154205" y="93980"/>
                </a:lnTo>
                <a:lnTo>
                  <a:pt x="154524" y="93980"/>
                </a:lnTo>
                <a:lnTo>
                  <a:pt x="139350" y="110599"/>
                </a:lnTo>
                <a:lnTo>
                  <a:pt x="134346" y="125730"/>
                </a:lnTo>
                <a:lnTo>
                  <a:pt x="134100" y="125730"/>
                </a:lnTo>
                <a:lnTo>
                  <a:pt x="130124" y="142239"/>
                </a:lnTo>
                <a:lnTo>
                  <a:pt x="129931" y="143510"/>
                </a:lnTo>
                <a:lnTo>
                  <a:pt x="128737" y="154939"/>
                </a:lnTo>
                <a:lnTo>
                  <a:pt x="128670" y="180339"/>
                </a:lnTo>
                <a:lnTo>
                  <a:pt x="129523" y="191770"/>
                </a:lnTo>
                <a:lnTo>
                  <a:pt x="129617" y="193039"/>
                </a:lnTo>
                <a:lnTo>
                  <a:pt x="129712" y="194310"/>
                </a:lnTo>
                <a:lnTo>
                  <a:pt x="139924" y="226278"/>
                </a:lnTo>
                <a:lnTo>
                  <a:pt x="140729" y="225879"/>
                </a:lnTo>
                <a:lnTo>
                  <a:pt x="142426" y="224906"/>
                </a:lnTo>
                <a:lnTo>
                  <a:pt x="142687" y="224906"/>
                </a:lnTo>
                <a:lnTo>
                  <a:pt x="155864" y="217286"/>
                </a:lnTo>
                <a:lnTo>
                  <a:pt x="152489" y="210820"/>
                </a:lnTo>
                <a:lnTo>
                  <a:pt x="151850" y="210820"/>
                </a:lnTo>
                <a:lnTo>
                  <a:pt x="151188" y="208368"/>
                </a:lnTo>
                <a:lnTo>
                  <a:pt x="147542" y="194310"/>
                </a:lnTo>
                <a:lnTo>
                  <a:pt x="147536" y="191770"/>
                </a:lnTo>
                <a:lnTo>
                  <a:pt x="146683" y="180339"/>
                </a:lnTo>
                <a:lnTo>
                  <a:pt x="146589" y="179070"/>
                </a:lnTo>
                <a:lnTo>
                  <a:pt x="146517" y="157480"/>
                </a:lnTo>
                <a:lnTo>
                  <a:pt x="147648" y="147320"/>
                </a:lnTo>
                <a:lnTo>
                  <a:pt x="147692" y="146921"/>
                </a:lnTo>
                <a:lnTo>
                  <a:pt x="147789" y="146050"/>
                </a:lnTo>
                <a:lnTo>
                  <a:pt x="148514" y="143510"/>
                </a:lnTo>
                <a:lnTo>
                  <a:pt x="151573" y="130810"/>
                </a:lnTo>
                <a:lnTo>
                  <a:pt x="151326" y="130810"/>
                </a:lnTo>
                <a:lnTo>
                  <a:pt x="157095" y="114516"/>
                </a:lnTo>
                <a:lnTo>
                  <a:pt x="157195" y="114301"/>
                </a:lnTo>
                <a:lnTo>
                  <a:pt x="157622" y="113030"/>
                </a:lnTo>
                <a:lnTo>
                  <a:pt x="157788" y="113030"/>
                </a:lnTo>
                <a:lnTo>
                  <a:pt x="165479" y="96520"/>
                </a:lnTo>
                <a:lnTo>
                  <a:pt x="165846" y="96520"/>
                </a:lnTo>
                <a:lnTo>
                  <a:pt x="179658" y="73660"/>
                </a:lnTo>
                <a:lnTo>
                  <a:pt x="180062" y="73660"/>
                </a:lnTo>
                <a:lnTo>
                  <a:pt x="190304" y="60960"/>
                </a:lnTo>
                <a:lnTo>
                  <a:pt x="189878" y="60960"/>
                </a:lnTo>
                <a:lnTo>
                  <a:pt x="198012" y="52458"/>
                </a:lnTo>
                <a:lnTo>
                  <a:pt x="210913" y="38100"/>
                </a:lnTo>
                <a:lnTo>
                  <a:pt x="211837" y="38100"/>
                </a:lnTo>
                <a:lnTo>
                  <a:pt x="222493" y="27547"/>
                </a:lnTo>
                <a:close/>
              </a:path>
              <a:path w="343535" h="295910">
                <a:moveTo>
                  <a:pt x="142687" y="224906"/>
                </a:moveTo>
                <a:lnTo>
                  <a:pt x="142426" y="224906"/>
                </a:lnTo>
                <a:lnTo>
                  <a:pt x="140729" y="225879"/>
                </a:lnTo>
                <a:lnTo>
                  <a:pt x="142687" y="224906"/>
                </a:lnTo>
                <a:close/>
              </a:path>
              <a:path w="343535" h="295910">
                <a:moveTo>
                  <a:pt x="157791" y="220980"/>
                </a:moveTo>
                <a:lnTo>
                  <a:pt x="157010" y="220980"/>
                </a:lnTo>
                <a:lnTo>
                  <a:pt x="158684" y="222691"/>
                </a:lnTo>
                <a:lnTo>
                  <a:pt x="157791" y="220980"/>
                </a:lnTo>
                <a:close/>
              </a:path>
              <a:path w="343535" h="295910">
                <a:moveTo>
                  <a:pt x="151210" y="208368"/>
                </a:moveTo>
                <a:lnTo>
                  <a:pt x="151850" y="210820"/>
                </a:lnTo>
                <a:lnTo>
                  <a:pt x="152489" y="210820"/>
                </a:lnTo>
                <a:lnTo>
                  <a:pt x="151210" y="208368"/>
                </a:lnTo>
                <a:close/>
              </a:path>
              <a:path w="343535" h="295910">
                <a:moveTo>
                  <a:pt x="55041" y="208368"/>
                </a:moveTo>
                <a:lnTo>
                  <a:pt x="54475" y="208368"/>
                </a:lnTo>
                <a:lnTo>
                  <a:pt x="54098" y="209550"/>
                </a:lnTo>
                <a:lnTo>
                  <a:pt x="55041" y="208368"/>
                </a:lnTo>
                <a:close/>
              </a:path>
              <a:path w="343535" h="295910">
                <a:moveTo>
                  <a:pt x="147725" y="194310"/>
                </a:moveTo>
                <a:lnTo>
                  <a:pt x="147542" y="194310"/>
                </a:lnTo>
                <a:lnTo>
                  <a:pt x="147799" y="195294"/>
                </a:lnTo>
                <a:lnTo>
                  <a:pt x="147725" y="194310"/>
                </a:lnTo>
                <a:close/>
              </a:path>
              <a:path w="343535" h="295910">
                <a:moveTo>
                  <a:pt x="264074" y="185420"/>
                </a:moveTo>
                <a:lnTo>
                  <a:pt x="260846" y="185420"/>
                </a:lnTo>
                <a:lnTo>
                  <a:pt x="260430" y="186689"/>
                </a:lnTo>
                <a:lnTo>
                  <a:pt x="264074" y="185420"/>
                </a:lnTo>
                <a:close/>
              </a:path>
              <a:path w="343535" h="295910">
                <a:moveTo>
                  <a:pt x="284949" y="178146"/>
                </a:moveTo>
                <a:lnTo>
                  <a:pt x="281876" y="179070"/>
                </a:lnTo>
                <a:lnTo>
                  <a:pt x="282298" y="179070"/>
                </a:lnTo>
                <a:lnTo>
                  <a:pt x="284949" y="178146"/>
                </a:lnTo>
                <a:close/>
              </a:path>
              <a:path w="343535" h="295910">
                <a:moveTo>
                  <a:pt x="326395" y="167639"/>
                </a:moveTo>
                <a:lnTo>
                  <a:pt x="331086" y="170180"/>
                </a:lnTo>
                <a:lnTo>
                  <a:pt x="338016" y="170180"/>
                </a:lnTo>
                <a:lnTo>
                  <a:pt x="339051" y="168910"/>
                </a:lnTo>
                <a:lnTo>
                  <a:pt x="331590" y="168910"/>
                </a:lnTo>
                <a:lnTo>
                  <a:pt x="326395" y="167639"/>
                </a:lnTo>
                <a:close/>
              </a:path>
              <a:path w="343535" h="295910">
                <a:moveTo>
                  <a:pt x="340906" y="167639"/>
                </a:moveTo>
                <a:lnTo>
                  <a:pt x="326395" y="167639"/>
                </a:lnTo>
                <a:lnTo>
                  <a:pt x="331590" y="168910"/>
                </a:lnTo>
                <a:lnTo>
                  <a:pt x="339051" y="168910"/>
                </a:lnTo>
                <a:lnTo>
                  <a:pt x="340906" y="167639"/>
                </a:lnTo>
                <a:close/>
              </a:path>
              <a:path w="343535" h="295910">
                <a:moveTo>
                  <a:pt x="157788" y="113030"/>
                </a:moveTo>
                <a:lnTo>
                  <a:pt x="157622" y="113030"/>
                </a:lnTo>
                <a:lnTo>
                  <a:pt x="157171" y="114301"/>
                </a:lnTo>
                <a:lnTo>
                  <a:pt x="157788" y="113030"/>
                </a:lnTo>
                <a:close/>
              </a:path>
              <a:path w="343535" h="295910">
                <a:moveTo>
                  <a:pt x="224948" y="2539"/>
                </a:moveTo>
                <a:lnTo>
                  <a:pt x="221305" y="5080"/>
                </a:lnTo>
                <a:lnTo>
                  <a:pt x="198370" y="25400"/>
                </a:lnTo>
                <a:lnTo>
                  <a:pt x="197928" y="26751"/>
                </a:lnTo>
                <a:lnTo>
                  <a:pt x="187740" y="36830"/>
                </a:lnTo>
                <a:lnTo>
                  <a:pt x="176562" y="49615"/>
                </a:lnTo>
                <a:lnTo>
                  <a:pt x="176143" y="49615"/>
                </a:lnTo>
                <a:lnTo>
                  <a:pt x="164947" y="63500"/>
                </a:lnTo>
                <a:lnTo>
                  <a:pt x="164329" y="64770"/>
                </a:lnTo>
                <a:lnTo>
                  <a:pt x="149750" y="88900"/>
                </a:lnTo>
                <a:lnTo>
                  <a:pt x="149349" y="88900"/>
                </a:lnTo>
                <a:lnTo>
                  <a:pt x="141066" y="105410"/>
                </a:lnTo>
                <a:lnTo>
                  <a:pt x="139350" y="110599"/>
                </a:lnTo>
                <a:lnTo>
                  <a:pt x="154524" y="93980"/>
                </a:lnTo>
                <a:lnTo>
                  <a:pt x="154205" y="93980"/>
                </a:lnTo>
                <a:lnTo>
                  <a:pt x="175634" y="72497"/>
                </a:lnTo>
                <a:lnTo>
                  <a:pt x="175637" y="72282"/>
                </a:lnTo>
                <a:lnTo>
                  <a:pt x="195172" y="53339"/>
                </a:lnTo>
                <a:lnTo>
                  <a:pt x="210318" y="38100"/>
                </a:lnTo>
                <a:lnTo>
                  <a:pt x="223298" y="26751"/>
                </a:lnTo>
                <a:lnTo>
                  <a:pt x="222951" y="26751"/>
                </a:lnTo>
                <a:lnTo>
                  <a:pt x="233650" y="17780"/>
                </a:lnTo>
                <a:lnTo>
                  <a:pt x="233376" y="17780"/>
                </a:lnTo>
                <a:lnTo>
                  <a:pt x="235297" y="16859"/>
                </a:lnTo>
                <a:lnTo>
                  <a:pt x="235902" y="16353"/>
                </a:lnTo>
                <a:lnTo>
                  <a:pt x="224948" y="2539"/>
                </a:lnTo>
                <a:close/>
              </a:path>
              <a:path w="343535" h="295910">
                <a:moveTo>
                  <a:pt x="165846" y="96520"/>
                </a:moveTo>
                <a:lnTo>
                  <a:pt x="165479" y="96520"/>
                </a:lnTo>
                <a:lnTo>
                  <a:pt x="165079" y="97789"/>
                </a:lnTo>
                <a:lnTo>
                  <a:pt x="165846" y="96520"/>
                </a:lnTo>
                <a:close/>
              </a:path>
              <a:path w="343535" h="295910">
                <a:moveTo>
                  <a:pt x="180062" y="73660"/>
                </a:moveTo>
                <a:lnTo>
                  <a:pt x="179658" y="73660"/>
                </a:lnTo>
                <a:lnTo>
                  <a:pt x="178450" y="75659"/>
                </a:lnTo>
                <a:lnTo>
                  <a:pt x="180062" y="73660"/>
                </a:lnTo>
                <a:close/>
              </a:path>
              <a:path w="343535" h="295910">
                <a:moveTo>
                  <a:pt x="182126" y="65990"/>
                </a:moveTo>
                <a:lnTo>
                  <a:pt x="175637" y="72282"/>
                </a:lnTo>
                <a:lnTo>
                  <a:pt x="175634" y="72497"/>
                </a:lnTo>
                <a:lnTo>
                  <a:pt x="182126" y="65990"/>
                </a:lnTo>
                <a:close/>
              </a:path>
              <a:path w="343535" h="295910">
                <a:moveTo>
                  <a:pt x="200732" y="49615"/>
                </a:moveTo>
                <a:lnTo>
                  <a:pt x="200567" y="49615"/>
                </a:lnTo>
                <a:lnTo>
                  <a:pt x="198012" y="52458"/>
                </a:lnTo>
                <a:lnTo>
                  <a:pt x="200732" y="49615"/>
                </a:lnTo>
                <a:close/>
              </a:path>
              <a:path w="343535" h="295910">
                <a:moveTo>
                  <a:pt x="211837" y="38100"/>
                </a:moveTo>
                <a:lnTo>
                  <a:pt x="210913" y="38100"/>
                </a:lnTo>
                <a:lnTo>
                  <a:pt x="210554" y="39370"/>
                </a:lnTo>
                <a:lnTo>
                  <a:pt x="211837" y="38100"/>
                </a:lnTo>
                <a:close/>
              </a:path>
              <a:path w="343535" h="295910">
                <a:moveTo>
                  <a:pt x="225030" y="25400"/>
                </a:moveTo>
                <a:lnTo>
                  <a:pt x="223298" y="26751"/>
                </a:lnTo>
                <a:lnTo>
                  <a:pt x="222493" y="27547"/>
                </a:lnTo>
                <a:lnTo>
                  <a:pt x="225030" y="25400"/>
                </a:lnTo>
                <a:close/>
              </a:path>
              <a:path w="343535" h="295910">
                <a:moveTo>
                  <a:pt x="235297" y="16859"/>
                </a:moveTo>
                <a:lnTo>
                  <a:pt x="234016" y="17473"/>
                </a:lnTo>
                <a:lnTo>
                  <a:pt x="222951" y="26751"/>
                </a:lnTo>
                <a:lnTo>
                  <a:pt x="223277" y="26751"/>
                </a:lnTo>
                <a:lnTo>
                  <a:pt x="232989" y="19050"/>
                </a:lnTo>
                <a:lnTo>
                  <a:pt x="232680" y="19050"/>
                </a:lnTo>
                <a:lnTo>
                  <a:pt x="235297" y="16859"/>
                </a:lnTo>
                <a:close/>
              </a:path>
              <a:path w="343535" h="295910">
                <a:moveTo>
                  <a:pt x="234016" y="17473"/>
                </a:moveTo>
                <a:lnTo>
                  <a:pt x="233376" y="17780"/>
                </a:lnTo>
                <a:lnTo>
                  <a:pt x="233650" y="17780"/>
                </a:lnTo>
                <a:lnTo>
                  <a:pt x="234016" y="17473"/>
                </a:lnTo>
                <a:close/>
              </a:path>
              <a:path w="343535" h="295910">
                <a:moveTo>
                  <a:pt x="235902" y="16353"/>
                </a:moveTo>
                <a:lnTo>
                  <a:pt x="235297" y="16859"/>
                </a:lnTo>
                <a:lnTo>
                  <a:pt x="236026" y="16510"/>
                </a:lnTo>
                <a:lnTo>
                  <a:pt x="235902" y="16353"/>
                </a:lnTo>
                <a:close/>
              </a:path>
              <a:path w="343535" h="295910">
                <a:moveTo>
                  <a:pt x="236982" y="2539"/>
                </a:moveTo>
                <a:lnTo>
                  <a:pt x="224948" y="2539"/>
                </a:lnTo>
                <a:lnTo>
                  <a:pt x="235902" y="16353"/>
                </a:lnTo>
                <a:lnTo>
                  <a:pt x="237232" y="15239"/>
                </a:lnTo>
                <a:lnTo>
                  <a:pt x="237967" y="13970"/>
                </a:lnTo>
                <a:lnTo>
                  <a:pt x="239088" y="12700"/>
                </a:lnTo>
                <a:lnTo>
                  <a:pt x="239434" y="11430"/>
                </a:lnTo>
                <a:lnTo>
                  <a:pt x="239565" y="10160"/>
                </a:lnTo>
                <a:lnTo>
                  <a:pt x="239595" y="7620"/>
                </a:lnTo>
                <a:lnTo>
                  <a:pt x="238953" y="5080"/>
                </a:lnTo>
                <a:lnTo>
                  <a:pt x="238429" y="3810"/>
                </a:lnTo>
                <a:lnTo>
                  <a:pt x="236982" y="2539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638462" y="5602932"/>
            <a:ext cx="652540" cy="299128"/>
          </a:xfrm>
          <a:prstGeom prst="rect">
            <a:avLst/>
          </a:prstGeom>
        </p:spPr>
      </p:pic>
      <p:sp>
        <p:nvSpPr>
          <p:cNvPr id="34" name="object 34" descr=""/>
          <p:cNvSpPr/>
          <p:nvPr/>
        </p:nvSpPr>
        <p:spPr>
          <a:xfrm>
            <a:off x="5387528" y="5574737"/>
            <a:ext cx="92075" cy="318135"/>
          </a:xfrm>
          <a:custGeom>
            <a:avLst/>
            <a:gdLst/>
            <a:ahLst/>
            <a:cxnLst/>
            <a:rect l="l" t="t" r="r" b="b"/>
            <a:pathLst>
              <a:path w="92075" h="318135">
                <a:moveTo>
                  <a:pt x="21918" y="19497"/>
                </a:moveTo>
                <a:lnTo>
                  <a:pt x="25289" y="22707"/>
                </a:lnTo>
                <a:lnTo>
                  <a:pt x="27524" y="24794"/>
                </a:lnTo>
                <a:lnTo>
                  <a:pt x="34772" y="32837"/>
                </a:lnTo>
                <a:lnTo>
                  <a:pt x="37728" y="37165"/>
                </a:lnTo>
                <a:lnTo>
                  <a:pt x="43521" y="45546"/>
                </a:lnTo>
                <a:lnTo>
                  <a:pt x="49236" y="56382"/>
                </a:lnTo>
                <a:lnTo>
                  <a:pt x="52680" y="62776"/>
                </a:lnTo>
                <a:lnTo>
                  <a:pt x="58545" y="78167"/>
                </a:lnTo>
                <a:lnTo>
                  <a:pt x="60340" y="82737"/>
                </a:lnTo>
                <a:lnTo>
                  <a:pt x="65977" y="104156"/>
                </a:lnTo>
                <a:lnTo>
                  <a:pt x="66793" y="107107"/>
                </a:lnTo>
                <a:lnTo>
                  <a:pt x="71084" y="132852"/>
                </a:lnTo>
                <a:lnTo>
                  <a:pt x="71330" y="134073"/>
                </a:lnTo>
                <a:lnTo>
                  <a:pt x="73235" y="162010"/>
                </a:lnTo>
                <a:lnTo>
                  <a:pt x="73303" y="163231"/>
                </a:lnTo>
                <a:lnTo>
                  <a:pt x="73640" y="191974"/>
                </a:lnTo>
                <a:lnTo>
                  <a:pt x="72994" y="205442"/>
                </a:lnTo>
                <a:lnTo>
                  <a:pt x="70968" y="218553"/>
                </a:lnTo>
                <a:lnTo>
                  <a:pt x="64015" y="244063"/>
                </a:lnTo>
                <a:lnTo>
                  <a:pt x="61279" y="250813"/>
                </a:lnTo>
                <a:lnTo>
                  <a:pt x="54481" y="267718"/>
                </a:lnTo>
                <a:lnTo>
                  <a:pt x="42236" y="290650"/>
                </a:lnTo>
                <a:lnTo>
                  <a:pt x="36077" y="300309"/>
                </a:lnTo>
                <a:lnTo>
                  <a:pt x="28166" y="312797"/>
                </a:lnTo>
                <a:lnTo>
                  <a:pt x="24039" y="318062"/>
                </a:lnTo>
                <a:lnTo>
                  <a:pt x="46063" y="318062"/>
                </a:lnTo>
                <a:lnTo>
                  <a:pt x="70319" y="276195"/>
                </a:lnTo>
                <a:lnTo>
                  <a:pt x="88290" y="223315"/>
                </a:lnTo>
                <a:lnTo>
                  <a:pt x="91588" y="191974"/>
                </a:lnTo>
                <a:lnTo>
                  <a:pt x="91270" y="163231"/>
                </a:lnTo>
                <a:lnTo>
                  <a:pt x="91241" y="162010"/>
                </a:lnTo>
                <a:lnTo>
                  <a:pt x="89395" y="134938"/>
                </a:lnTo>
                <a:lnTo>
                  <a:pt x="89336" y="134073"/>
                </a:lnTo>
                <a:lnTo>
                  <a:pt x="77713" y="78167"/>
                </a:lnTo>
                <a:lnTo>
                  <a:pt x="59411" y="37165"/>
                </a:lnTo>
                <a:lnTo>
                  <a:pt x="47346" y="20053"/>
                </a:lnTo>
                <a:lnTo>
                  <a:pt x="22918" y="20053"/>
                </a:lnTo>
                <a:lnTo>
                  <a:pt x="21918" y="19497"/>
                </a:lnTo>
                <a:close/>
              </a:path>
              <a:path w="92075" h="318135">
                <a:moveTo>
                  <a:pt x="21085" y="18704"/>
                </a:moveTo>
                <a:lnTo>
                  <a:pt x="21954" y="19497"/>
                </a:lnTo>
                <a:lnTo>
                  <a:pt x="22918" y="20053"/>
                </a:lnTo>
                <a:lnTo>
                  <a:pt x="21085" y="18704"/>
                </a:lnTo>
                <a:close/>
              </a:path>
              <a:path w="92075" h="318135">
                <a:moveTo>
                  <a:pt x="46147" y="18704"/>
                </a:moveTo>
                <a:lnTo>
                  <a:pt x="21085" y="18704"/>
                </a:lnTo>
                <a:lnTo>
                  <a:pt x="22918" y="20053"/>
                </a:lnTo>
                <a:lnTo>
                  <a:pt x="47346" y="20053"/>
                </a:lnTo>
                <a:lnTo>
                  <a:pt x="46147" y="18704"/>
                </a:lnTo>
                <a:close/>
              </a:path>
              <a:path w="92075" h="318135">
                <a:moveTo>
                  <a:pt x="16954" y="16738"/>
                </a:moveTo>
                <a:lnTo>
                  <a:pt x="19275" y="17952"/>
                </a:lnTo>
                <a:lnTo>
                  <a:pt x="21954" y="19497"/>
                </a:lnTo>
                <a:lnTo>
                  <a:pt x="21085" y="18704"/>
                </a:lnTo>
                <a:lnTo>
                  <a:pt x="46147" y="18704"/>
                </a:lnTo>
                <a:lnTo>
                  <a:pt x="45479" y="17952"/>
                </a:lnTo>
                <a:lnTo>
                  <a:pt x="21635" y="17952"/>
                </a:lnTo>
                <a:lnTo>
                  <a:pt x="16954" y="16738"/>
                </a:lnTo>
                <a:close/>
              </a:path>
              <a:path w="92075" h="318135">
                <a:moveTo>
                  <a:pt x="22830" y="0"/>
                </a:moveTo>
                <a:lnTo>
                  <a:pt x="12390" y="0"/>
                </a:lnTo>
                <a:lnTo>
                  <a:pt x="6609" y="828"/>
                </a:lnTo>
                <a:lnTo>
                  <a:pt x="0" y="9640"/>
                </a:lnTo>
                <a:lnTo>
                  <a:pt x="336" y="11997"/>
                </a:lnTo>
                <a:lnTo>
                  <a:pt x="639" y="12860"/>
                </a:lnTo>
                <a:lnTo>
                  <a:pt x="723" y="13100"/>
                </a:lnTo>
                <a:lnTo>
                  <a:pt x="7981" y="18543"/>
                </a:lnTo>
                <a:lnTo>
                  <a:pt x="9607" y="18543"/>
                </a:lnTo>
                <a:lnTo>
                  <a:pt x="13739" y="17952"/>
                </a:lnTo>
                <a:lnTo>
                  <a:pt x="19275" y="17952"/>
                </a:lnTo>
                <a:lnTo>
                  <a:pt x="16954" y="16738"/>
                </a:lnTo>
                <a:lnTo>
                  <a:pt x="44399" y="16738"/>
                </a:lnTo>
                <a:lnTo>
                  <a:pt x="40951" y="12860"/>
                </a:lnTo>
                <a:lnTo>
                  <a:pt x="24307" y="383"/>
                </a:lnTo>
                <a:lnTo>
                  <a:pt x="22830" y="0"/>
                </a:lnTo>
                <a:close/>
              </a:path>
              <a:path w="92075" h="318135">
                <a:moveTo>
                  <a:pt x="44399" y="16738"/>
                </a:moveTo>
                <a:lnTo>
                  <a:pt x="16954" y="16738"/>
                </a:lnTo>
                <a:lnTo>
                  <a:pt x="21635" y="17952"/>
                </a:lnTo>
                <a:lnTo>
                  <a:pt x="45479" y="17952"/>
                </a:lnTo>
                <a:lnTo>
                  <a:pt x="44399" y="16738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47775" y="8202266"/>
            <a:ext cx="383523" cy="402589"/>
          </a:xfrm>
          <a:prstGeom prst="rect">
            <a:avLst/>
          </a:prstGeom>
        </p:spPr>
      </p:pic>
      <p:sp>
        <p:nvSpPr>
          <p:cNvPr id="36" name="object 36" descr=""/>
          <p:cNvSpPr/>
          <p:nvPr/>
        </p:nvSpPr>
        <p:spPr>
          <a:xfrm>
            <a:off x="890611" y="8227188"/>
            <a:ext cx="27305" cy="368935"/>
          </a:xfrm>
          <a:custGeom>
            <a:avLst/>
            <a:gdLst/>
            <a:ahLst/>
            <a:cxnLst/>
            <a:rect l="l" t="t" r="r" b="b"/>
            <a:pathLst>
              <a:path w="27305" h="368934">
                <a:moveTo>
                  <a:pt x="18431" y="0"/>
                </a:moveTo>
                <a:lnTo>
                  <a:pt x="17256" y="0"/>
                </a:lnTo>
                <a:lnTo>
                  <a:pt x="14911" y="467"/>
                </a:lnTo>
                <a:lnTo>
                  <a:pt x="7618" y="25415"/>
                </a:lnTo>
                <a:lnTo>
                  <a:pt x="5737" y="49230"/>
                </a:lnTo>
                <a:lnTo>
                  <a:pt x="2541" y="80063"/>
                </a:lnTo>
                <a:lnTo>
                  <a:pt x="632" y="117074"/>
                </a:lnTo>
                <a:lnTo>
                  <a:pt x="0" y="156932"/>
                </a:lnTo>
                <a:lnTo>
                  <a:pt x="21" y="342440"/>
                </a:lnTo>
                <a:lnTo>
                  <a:pt x="1197" y="358874"/>
                </a:lnTo>
                <a:lnTo>
                  <a:pt x="1282" y="360061"/>
                </a:lnTo>
                <a:lnTo>
                  <a:pt x="1374" y="361341"/>
                </a:lnTo>
                <a:lnTo>
                  <a:pt x="8978" y="368556"/>
                </a:lnTo>
                <a:lnTo>
                  <a:pt x="11452" y="368556"/>
                </a:lnTo>
                <a:lnTo>
                  <a:pt x="19205" y="358874"/>
                </a:lnTo>
                <a:lnTo>
                  <a:pt x="18032" y="342440"/>
                </a:lnTo>
                <a:lnTo>
                  <a:pt x="17966" y="156932"/>
                </a:lnTo>
                <a:lnTo>
                  <a:pt x="18589" y="117682"/>
                </a:lnTo>
                <a:lnTo>
                  <a:pt x="20457" y="81457"/>
                </a:lnTo>
                <a:lnTo>
                  <a:pt x="20481" y="80990"/>
                </a:lnTo>
                <a:lnTo>
                  <a:pt x="23629" y="50867"/>
                </a:lnTo>
                <a:lnTo>
                  <a:pt x="25545" y="26527"/>
                </a:lnTo>
                <a:lnTo>
                  <a:pt x="26116" y="13964"/>
                </a:lnTo>
                <a:lnTo>
                  <a:pt x="26178" y="12609"/>
                </a:lnTo>
                <a:lnTo>
                  <a:pt x="26446" y="11794"/>
                </a:lnTo>
                <a:lnTo>
                  <a:pt x="26877" y="9632"/>
                </a:lnTo>
                <a:lnTo>
                  <a:pt x="20766" y="467"/>
                </a:lnTo>
                <a:lnTo>
                  <a:pt x="18431" y="0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object 37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966406" y="8399420"/>
            <a:ext cx="116784" cy="202590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422807" y="8178032"/>
            <a:ext cx="461351" cy="401246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156119" y="8180856"/>
            <a:ext cx="2879725" cy="476884"/>
            <a:chOff x="156119" y="8180856"/>
            <a:chExt cx="2879725" cy="476884"/>
          </a:xfrm>
        </p:grpSpPr>
        <p:pic>
          <p:nvPicPr>
            <p:cNvPr id="40" name="object 4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991308" y="8180856"/>
              <a:ext cx="844186" cy="422408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56119" y="8639720"/>
              <a:ext cx="2879725" cy="18415"/>
            </a:xfrm>
            <a:custGeom>
              <a:avLst/>
              <a:gdLst/>
              <a:ahLst/>
              <a:cxnLst/>
              <a:rect l="l" t="t" r="r" b="b"/>
              <a:pathLst>
                <a:path w="2879725" h="18415">
                  <a:moveTo>
                    <a:pt x="2871723" y="0"/>
                  </a:moveTo>
                  <a:lnTo>
                    <a:pt x="7789" y="0"/>
                  </a:lnTo>
                  <a:lnTo>
                    <a:pt x="6643" y="228"/>
                  </a:lnTo>
                  <a:lnTo>
                    <a:pt x="0" y="7788"/>
                  </a:lnTo>
                  <a:lnTo>
                    <a:pt x="0" y="10171"/>
                  </a:lnTo>
                  <a:lnTo>
                    <a:pt x="7802" y="17962"/>
                  </a:lnTo>
                  <a:lnTo>
                    <a:pt x="2871711" y="17962"/>
                  </a:lnTo>
                  <a:lnTo>
                    <a:pt x="2879512" y="10171"/>
                  </a:lnTo>
                  <a:lnTo>
                    <a:pt x="2879512" y="7788"/>
                  </a:lnTo>
                  <a:lnTo>
                    <a:pt x="2871723" y="0"/>
                  </a:lnTo>
                  <a:close/>
                </a:path>
              </a:pathLst>
            </a:custGeom>
            <a:solidFill>
              <a:srgbClr val="FF009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2" name="object 42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89401" y="8850839"/>
            <a:ext cx="438144" cy="301727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794642" y="8895564"/>
            <a:ext cx="509235" cy="275080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377738" y="9022801"/>
            <a:ext cx="392031" cy="90123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922197" y="8842151"/>
            <a:ext cx="329321" cy="291727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334041" y="8865584"/>
            <a:ext cx="490792" cy="291823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131097" y="8967192"/>
            <a:ext cx="665217" cy="318566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018625" y="8732936"/>
            <a:ext cx="523726" cy="441838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4837496" y="9037110"/>
            <a:ext cx="93462" cy="127755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4998447" y="9036942"/>
            <a:ext cx="466311" cy="126845"/>
          </a:xfrm>
          <a:prstGeom prst="rect">
            <a:avLst/>
          </a:prstGeom>
        </p:spPr>
      </p:pic>
      <p:sp>
        <p:nvSpPr>
          <p:cNvPr id="51" name="object 51" descr=""/>
          <p:cNvSpPr/>
          <p:nvPr/>
        </p:nvSpPr>
        <p:spPr>
          <a:xfrm>
            <a:off x="5542616" y="8859577"/>
            <a:ext cx="44450" cy="306705"/>
          </a:xfrm>
          <a:custGeom>
            <a:avLst/>
            <a:gdLst/>
            <a:ahLst/>
            <a:cxnLst/>
            <a:rect l="l" t="t" r="r" b="b"/>
            <a:pathLst>
              <a:path w="44450" h="306704">
                <a:moveTo>
                  <a:pt x="36116" y="0"/>
                </a:moveTo>
                <a:lnTo>
                  <a:pt x="34727" y="0"/>
                </a:lnTo>
                <a:lnTo>
                  <a:pt x="32599" y="354"/>
                </a:lnTo>
                <a:lnTo>
                  <a:pt x="21642" y="23412"/>
                </a:lnTo>
                <a:lnTo>
                  <a:pt x="19348" y="42288"/>
                </a:lnTo>
                <a:lnTo>
                  <a:pt x="12237" y="95854"/>
                </a:lnTo>
                <a:lnTo>
                  <a:pt x="7063" y="147140"/>
                </a:lnTo>
                <a:lnTo>
                  <a:pt x="2825" y="197084"/>
                </a:lnTo>
                <a:lnTo>
                  <a:pt x="0" y="253137"/>
                </a:lnTo>
                <a:lnTo>
                  <a:pt x="21" y="274361"/>
                </a:lnTo>
                <a:lnTo>
                  <a:pt x="1786" y="296391"/>
                </a:lnTo>
                <a:lnTo>
                  <a:pt x="1881" y="297577"/>
                </a:lnTo>
                <a:lnTo>
                  <a:pt x="1996" y="299010"/>
                </a:lnTo>
                <a:lnTo>
                  <a:pt x="2313" y="300134"/>
                </a:lnTo>
                <a:lnTo>
                  <a:pt x="3280" y="302023"/>
                </a:lnTo>
                <a:lnTo>
                  <a:pt x="3398" y="302253"/>
                </a:lnTo>
                <a:lnTo>
                  <a:pt x="4122" y="303170"/>
                </a:lnTo>
                <a:lnTo>
                  <a:pt x="5935" y="304714"/>
                </a:lnTo>
                <a:lnTo>
                  <a:pt x="6955" y="305283"/>
                </a:lnTo>
                <a:lnTo>
                  <a:pt x="9641" y="306152"/>
                </a:lnTo>
                <a:lnTo>
                  <a:pt x="12088" y="306152"/>
                </a:lnTo>
                <a:lnTo>
                  <a:pt x="19805" y="296391"/>
                </a:lnTo>
                <a:lnTo>
                  <a:pt x="18044" y="274361"/>
                </a:lnTo>
                <a:lnTo>
                  <a:pt x="17976" y="253137"/>
                </a:lnTo>
                <a:lnTo>
                  <a:pt x="20743" y="198396"/>
                </a:lnTo>
                <a:lnTo>
                  <a:pt x="24952" y="148803"/>
                </a:lnTo>
                <a:lnTo>
                  <a:pt x="30104" y="97732"/>
                </a:lnTo>
                <a:lnTo>
                  <a:pt x="37128" y="44824"/>
                </a:lnTo>
                <a:lnTo>
                  <a:pt x="39513" y="25201"/>
                </a:lnTo>
                <a:lnTo>
                  <a:pt x="39908" y="20147"/>
                </a:lnTo>
                <a:lnTo>
                  <a:pt x="39555" y="20147"/>
                </a:lnTo>
                <a:lnTo>
                  <a:pt x="40100" y="17692"/>
                </a:lnTo>
                <a:lnTo>
                  <a:pt x="40476" y="17692"/>
                </a:lnTo>
                <a:lnTo>
                  <a:pt x="40540" y="17520"/>
                </a:lnTo>
                <a:lnTo>
                  <a:pt x="40214" y="17520"/>
                </a:lnTo>
                <a:lnTo>
                  <a:pt x="41315" y="15455"/>
                </a:lnTo>
                <a:lnTo>
                  <a:pt x="41688" y="15455"/>
                </a:lnTo>
                <a:lnTo>
                  <a:pt x="43249" y="13267"/>
                </a:lnTo>
                <a:lnTo>
                  <a:pt x="43731" y="12202"/>
                </a:lnTo>
                <a:lnTo>
                  <a:pt x="44268" y="9883"/>
                </a:lnTo>
                <a:lnTo>
                  <a:pt x="44303" y="8714"/>
                </a:lnTo>
                <a:lnTo>
                  <a:pt x="44031" y="7081"/>
                </a:lnTo>
                <a:lnTo>
                  <a:pt x="43912" y="6366"/>
                </a:lnTo>
                <a:lnTo>
                  <a:pt x="38436" y="537"/>
                </a:lnTo>
                <a:lnTo>
                  <a:pt x="36116" y="0"/>
                </a:lnTo>
                <a:close/>
              </a:path>
              <a:path w="44450" h="306704">
                <a:moveTo>
                  <a:pt x="40100" y="17692"/>
                </a:moveTo>
                <a:lnTo>
                  <a:pt x="39555" y="20147"/>
                </a:lnTo>
                <a:lnTo>
                  <a:pt x="40001" y="18958"/>
                </a:lnTo>
                <a:lnTo>
                  <a:pt x="40100" y="17692"/>
                </a:lnTo>
                <a:close/>
              </a:path>
              <a:path w="44450" h="306704">
                <a:moveTo>
                  <a:pt x="40001" y="18958"/>
                </a:moveTo>
                <a:lnTo>
                  <a:pt x="39555" y="20147"/>
                </a:lnTo>
                <a:lnTo>
                  <a:pt x="39908" y="20147"/>
                </a:lnTo>
                <a:lnTo>
                  <a:pt x="40001" y="18958"/>
                </a:lnTo>
                <a:close/>
              </a:path>
              <a:path w="44450" h="306704">
                <a:moveTo>
                  <a:pt x="40476" y="17692"/>
                </a:moveTo>
                <a:lnTo>
                  <a:pt x="40100" y="17692"/>
                </a:lnTo>
                <a:lnTo>
                  <a:pt x="40001" y="18958"/>
                </a:lnTo>
                <a:lnTo>
                  <a:pt x="40476" y="17692"/>
                </a:lnTo>
                <a:close/>
              </a:path>
              <a:path w="44450" h="306704">
                <a:moveTo>
                  <a:pt x="41315" y="15455"/>
                </a:moveTo>
                <a:lnTo>
                  <a:pt x="40214" y="17520"/>
                </a:lnTo>
                <a:lnTo>
                  <a:pt x="41090" y="16294"/>
                </a:lnTo>
                <a:lnTo>
                  <a:pt x="41315" y="15455"/>
                </a:lnTo>
                <a:close/>
              </a:path>
              <a:path w="44450" h="306704">
                <a:moveTo>
                  <a:pt x="40902" y="16556"/>
                </a:moveTo>
                <a:lnTo>
                  <a:pt x="40214" y="17520"/>
                </a:lnTo>
                <a:lnTo>
                  <a:pt x="40540" y="17520"/>
                </a:lnTo>
                <a:lnTo>
                  <a:pt x="40902" y="16556"/>
                </a:lnTo>
                <a:close/>
              </a:path>
              <a:path w="44450" h="306704">
                <a:moveTo>
                  <a:pt x="41688" y="15455"/>
                </a:moveTo>
                <a:lnTo>
                  <a:pt x="41315" y="15455"/>
                </a:lnTo>
                <a:lnTo>
                  <a:pt x="41001" y="16294"/>
                </a:lnTo>
                <a:lnTo>
                  <a:pt x="41688" y="15455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2" name="object 52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85671" y="9319887"/>
            <a:ext cx="522350" cy="369233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946006" y="9395849"/>
            <a:ext cx="793982" cy="289506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958333" y="9563416"/>
            <a:ext cx="446648" cy="107395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2546699" y="9554467"/>
            <a:ext cx="472181" cy="137275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3234628" y="9383867"/>
            <a:ext cx="643789" cy="328814"/>
          </a:xfrm>
          <a:prstGeom prst="rect">
            <a:avLst/>
          </a:prstGeom>
        </p:spPr>
      </p:pic>
      <p:pic>
        <p:nvPicPr>
          <p:cNvPr id="57" name="object 57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4236560" y="9363828"/>
            <a:ext cx="870893" cy="346698"/>
          </a:xfrm>
          <a:prstGeom prst="rect">
            <a:avLst/>
          </a:prstGeom>
        </p:spPr>
      </p:pic>
      <p:grpSp>
        <p:nvGrpSpPr>
          <p:cNvPr id="58" name="object 58" descr=""/>
          <p:cNvGrpSpPr/>
          <p:nvPr/>
        </p:nvGrpSpPr>
        <p:grpSpPr>
          <a:xfrm>
            <a:off x="5416311" y="9448734"/>
            <a:ext cx="624205" cy="256540"/>
            <a:chOff x="5416311" y="9448734"/>
            <a:chExt cx="624205" cy="256540"/>
          </a:xfrm>
        </p:grpSpPr>
        <p:pic>
          <p:nvPicPr>
            <p:cNvPr id="59" name="object 59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416311" y="9544908"/>
              <a:ext cx="583384" cy="159922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6020415" y="9448734"/>
              <a:ext cx="20320" cy="215900"/>
            </a:xfrm>
            <a:custGeom>
              <a:avLst/>
              <a:gdLst/>
              <a:ahLst/>
              <a:cxnLst/>
              <a:rect l="l" t="t" r="r" b="b"/>
              <a:pathLst>
                <a:path w="20320" h="215900">
                  <a:moveTo>
                    <a:pt x="10738" y="0"/>
                  </a:moveTo>
                  <a:lnTo>
                    <a:pt x="7132" y="0"/>
                  </a:lnTo>
                  <a:lnTo>
                    <a:pt x="6005" y="308"/>
                  </a:lnTo>
                  <a:lnTo>
                    <a:pt x="0" y="9515"/>
                  </a:lnTo>
                  <a:lnTo>
                    <a:pt x="433" y="15561"/>
                  </a:lnTo>
                  <a:lnTo>
                    <a:pt x="518" y="16839"/>
                  </a:lnTo>
                  <a:lnTo>
                    <a:pt x="1008" y="30537"/>
                  </a:lnTo>
                  <a:lnTo>
                    <a:pt x="1537" y="48923"/>
                  </a:lnTo>
                  <a:lnTo>
                    <a:pt x="2064" y="72010"/>
                  </a:lnTo>
                  <a:lnTo>
                    <a:pt x="2024" y="189473"/>
                  </a:lnTo>
                  <a:lnTo>
                    <a:pt x="1040" y="206218"/>
                  </a:lnTo>
                  <a:lnTo>
                    <a:pt x="1132" y="208564"/>
                  </a:lnTo>
                  <a:lnTo>
                    <a:pt x="8290" y="215640"/>
                  </a:lnTo>
                  <a:lnTo>
                    <a:pt x="11766" y="215640"/>
                  </a:lnTo>
                  <a:lnTo>
                    <a:pt x="20032" y="72010"/>
                  </a:lnTo>
                  <a:lnTo>
                    <a:pt x="19518" y="49382"/>
                  </a:lnTo>
                  <a:lnTo>
                    <a:pt x="18009" y="9515"/>
                  </a:lnTo>
                  <a:lnTo>
                    <a:pt x="17923" y="8324"/>
                  </a:lnTo>
                  <a:lnTo>
                    <a:pt x="17840" y="7165"/>
                  </a:lnTo>
                  <a:lnTo>
                    <a:pt x="12926" y="728"/>
                  </a:lnTo>
                  <a:lnTo>
                    <a:pt x="10738" y="0"/>
                  </a:lnTo>
                  <a:close/>
                </a:path>
              </a:pathLst>
            </a:custGeom>
            <a:solidFill>
              <a:srgbClr val="FF00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/>
          <p:nvPr/>
        </p:nvSpPr>
        <p:spPr>
          <a:xfrm>
            <a:off x="4525002" y="9807567"/>
            <a:ext cx="19685" cy="8890"/>
          </a:xfrm>
          <a:custGeom>
            <a:avLst/>
            <a:gdLst/>
            <a:ahLst/>
            <a:cxnLst/>
            <a:rect l="l" t="t" r="r" b="b"/>
            <a:pathLst>
              <a:path w="19685" h="8890">
                <a:moveTo>
                  <a:pt x="9502" y="0"/>
                </a:moveTo>
                <a:lnTo>
                  <a:pt x="8250" y="0"/>
                </a:lnTo>
                <a:lnTo>
                  <a:pt x="5789" y="497"/>
                </a:lnTo>
                <a:lnTo>
                  <a:pt x="0" y="6097"/>
                </a:lnTo>
                <a:lnTo>
                  <a:pt x="3075" y="6097"/>
                </a:lnTo>
                <a:lnTo>
                  <a:pt x="19601" y="8471"/>
                </a:lnTo>
                <a:lnTo>
                  <a:pt x="16085" y="3248"/>
                </a:lnTo>
                <a:lnTo>
                  <a:pt x="15221" y="2374"/>
                </a:lnTo>
                <a:lnTo>
                  <a:pt x="13128" y="972"/>
                </a:lnTo>
                <a:lnTo>
                  <a:pt x="11994" y="497"/>
                </a:lnTo>
                <a:lnTo>
                  <a:pt x="9502" y="0"/>
                </a:lnTo>
                <a:close/>
              </a:path>
            </a:pathLst>
          </a:custGeom>
          <a:solidFill>
            <a:srgbClr val="FB314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125" y="1432424"/>
            <a:ext cx="2654366" cy="127409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503" y="5023576"/>
            <a:ext cx="2946850" cy="179021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724" y="69733"/>
            <a:ext cx="1433082" cy="46387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5049" y="829998"/>
            <a:ext cx="69491" cy="9169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6917" y="778950"/>
            <a:ext cx="703893" cy="34877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8481" y="875805"/>
            <a:ext cx="184181" cy="17561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52581" y="782312"/>
            <a:ext cx="843968" cy="27751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65510" y="775597"/>
            <a:ext cx="641113" cy="28783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60399" y="912105"/>
            <a:ext cx="147610" cy="123428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38979" y="911602"/>
            <a:ext cx="495782" cy="170223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14246" y="788104"/>
            <a:ext cx="791741" cy="31247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78195" y="947950"/>
            <a:ext cx="136470" cy="101600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6188434" y="802952"/>
            <a:ext cx="819150" cy="278130"/>
            <a:chOff x="6188434" y="802952"/>
            <a:chExt cx="819150" cy="278130"/>
          </a:xfrm>
        </p:grpSpPr>
        <p:pic>
          <p:nvPicPr>
            <p:cNvPr id="15" name="object 1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88434" y="802952"/>
              <a:ext cx="756449" cy="27752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989156" y="1003890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5" h="18415">
                  <a:moveTo>
                    <a:pt x="10170" y="0"/>
                  </a:moveTo>
                  <a:lnTo>
                    <a:pt x="7788" y="0"/>
                  </a:lnTo>
                  <a:lnTo>
                    <a:pt x="6643" y="227"/>
                  </a:lnTo>
                  <a:lnTo>
                    <a:pt x="0" y="7788"/>
                  </a:lnTo>
                  <a:lnTo>
                    <a:pt x="0" y="10170"/>
                  </a:lnTo>
                  <a:lnTo>
                    <a:pt x="7788" y="17959"/>
                  </a:lnTo>
                  <a:lnTo>
                    <a:pt x="10170" y="17959"/>
                  </a:lnTo>
                  <a:lnTo>
                    <a:pt x="17962" y="8978"/>
                  </a:lnTo>
                  <a:lnTo>
                    <a:pt x="17960" y="7788"/>
                  </a:lnTo>
                  <a:lnTo>
                    <a:pt x="10170" y="0"/>
                  </a:lnTo>
                  <a:close/>
                </a:path>
              </a:pathLst>
            </a:custGeom>
            <a:solidFill>
              <a:srgbClr val="FF009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6843" y="3293671"/>
            <a:ext cx="1368071" cy="402602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0628" y="3902638"/>
            <a:ext cx="71093" cy="82977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89974" y="3812083"/>
            <a:ext cx="1214867" cy="453591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764130" y="3810533"/>
            <a:ext cx="361406" cy="359326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257916" y="3987012"/>
            <a:ext cx="134335" cy="138583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491326" y="3991265"/>
            <a:ext cx="493103" cy="144767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139113" y="4004866"/>
            <a:ext cx="247835" cy="158810"/>
          </a:xfrm>
          <a:prstGeom prst="rect">
            <a:avLst/>
          </a:prstGeom>
        </p:spPr>
      </p:pic>
      <p:sp>
        <p:nvSpPr>
          <p:cNvPr id="24" name="object 24" descr=""/>
          <p:cNvSpPr/>
          <p:nvPr/>
        </p:nvSpPr>
        <p:spPr>
          <a:xfrm>
            <a:off x="3583018" y="4044922"/>
            <a:ext cx="23495" cy="95885"/>
          </a:xfrm>
          <a:custGeom>
            <a:avLst/>
            <a:gdLst/>
            <a:ahLst/>
            <a:cxnLst/>
            <a:rect l="l" t="t" r="r" b="b"/>
            <a:pathLst>
              <a:path w="23495" h="95885">
                <a:moveTo>
                  <a:pt x="16055" y="0"/>
                </a:moveTo>
                <a:lnTo>
                  <a:pt x="12224" y="0"/>
                </a:lnTo>
                <a:lnTo>
                  <a:pt x="10248" y="615"/>
                </a:lnTo>
                <a:lnTo>
                  <a:pt x="3858" y="21502"/>
                </a:lnTo>
                <a:lnTo>
                  <a:pt x="2261" y="34611"/>
                </a:lnTo>
                <a:lnTo>
                  <a:pt x="961" y="47702"/>
                </a:lnTo>
                <a:lnTo>
                  <a:pt x="317" y="59342"/>
                </a:lnTo>
                <a:lnTo>
                  <a:pt x="0" y="69183"/>
                </a:lnTo>
                <a:lnTo>
                  <a:pt x="117" y="78631"/>
                </a:lnTo>
                <a:lnTo>
                  <a:pt x="12806" y="95357"/>
                </a:lnTo>
                <a:lnTo>
                  <a:pt x="13683" y="95357"/>
                </a:lnTo>
                <a:lnTo>
                  <a:pt x="21749" y="87014"/>
                </a:lnTo>
                <a:lnTo>
                  <a:pt x="21696" y="84847"/>
                </a:lnTo>
                <a:lnTo>
                  <a:pt x="21149" y="82815"/>
                </a:lnTo>
                <a:lnTo>
                  <a:pt x="20631" y="81767"/>
                </a:lnTo>
                <a:lnTo>
                  <a:pt x="20086" y="81059"/>
                </a:lnTo>
                <a:lnTo>
                  <a:pt x="18525" y="81059"/>
                </a:lnTo>
                <a:lnTo>
                  <a:pt x="16732" y="76692"/>
                </a:lnTo>
                <a:lnTo>
                  <a:pt x="17934" y="76692"/>
                </a:lnTo>
                <a:lnTo>
                  <a:pt x="17973" y="69183"/>
                </a:lnTo>
                <a:lnTo>
                  <a:pt x="18265" y="60129"/>
                </a:lnTo>
                <a:lnTo>
                  <a:pt x="18875" y="49098"/>
                </a:lnTo>
                <a:lnTo>
                  <a:pt x="18897" y="48700"/>
                </a:lnTo>
                <a:lnTo>
                  <a:pt x="20117" y="36589"/>
                </a:lnTo>
                <a:lnTo>
                  <a:pt x="21729" y="23326"/>
                </a:lnTo>
                <a:lnTo>
                  <a:pt x="23002" y="9648"/>
                </a:lnTo>
                <a:lnTo>
                  <a:pt x="17176" y="330"/>
                </a:lnTo>
                <a:lnTo>
                  <a:pt x="16055" y="0"/>
                </a:lnTo>
                <a:close/>
              </a:path>
              <a:path w="23495" h="95885">
                <a:moveTo>
                  <a:pt x="16732" y="76692"/>
                </a:moveTo>
                <a:lnTo>
                  <a:pt x="18525" y="81059"/>
                </a:lnTo>
                <a:lnTo>
                  <a:pt x="18222" y="78631"/>
                </a:lnTo>
                <a:lnTo>
                  <a:pt x="16732" y="76692"/>
                </a:lnTo>
                <a:close/>
              </a:path>
              <a:path w="23495" h="95885">
                <a:moveTo>
                  <a:pt x="18222" y="78631"/>
                </a:moveTo>
                <a:lnTo>
                  <a:pt x="18525" y="81059"/>
                </a:lnTo>
                <a:lnTo>
                  <a:pt x="20086" y="81059"/>
                </a:lnTo>
                <a:lnTo>
                  <a:pt x="18222" y="78631"/>
                </a:lnTo>
                <a:close/>
              </a:path>
              <a:path w="23495" h="95885">
                <a:moveTo>
                  <a:pt x="17959" y="76692"/>
                </a:moveTo>
                <a:lnTo>
                  <a:pt x="16732" y="76692"/>
                </a:lnTo>
                <a:lnTo>
                  <a:pt x="18222" y="78631"/>
                </a:lnTo>
                <a:lnTo>
                  <a:pt x="18029" y="77090"/>
                </a:lnTo>
                <a:lnTo>
                  <a:pt x="17959" y="76692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3685273" y="3894403"/>
            <a:ext cx="118745" cy="281940"/>
          </a:xfrm>
          <a:custGeom>
            <a:avLst/>
            <a:gdLst/>
            <a:ahLst/>
            <a:cxnLst/>
            <a:rect l="l" t="t" r="r" b="b"/>
            <a:pathLst>
              <a:path w="118745" h="281939">
                <a:moveTo>
                  <a:pt x="118186" y="164084"/>
                </a:moveTo>
                <a:lnTo>
                  <a:pt x="102158" y="151739"/>
                </a:lnTo>
                <a:lnTo>
                  <a:pt x="50901" y="151739"/>
                </a:lnTo>
                <a:lnTo>
                  <a:pt x="52133" y="141490"/>
                </a:lnTo>
                <a:lnTo>
                  <a:pt x="59397" y="90043"/>
                </a:lnTo>
                <a:lnTo>
                  <a:pt x="67233" y="44818"/>
                </a:lnTo>
                <a:lnTo>
                  <a:pt x="70637" y="29667"/>
                </a:lnTo>
                <a:lnTo>
                  <a:pt x="70726" y="29260"/>
                </a:lnTo>
                <a:lnTo>
                  <a:pt x="73990" y="17437"/>
                </a:lnTo>
                <a:lnTo>
                  <a:pt x="74117" y="16967"/>
                </a:lnTo>
                <a:lnTo>
                  <a:pt x="76250" y="10591"/>
                </a:lnTo>
                <a:lnTo>
                  <a:pt x="69138" y="0"/>
                </a:lnTo>
                <a:lnTo>
                  <a:pt x="65532" y="0"/>
                </a:lnTo>
                <a:lnTo>
                  <a:pt x="49631" y="41236"/>
                </a:lnTo>
                <a:lnTo>
                  <a:pt x="41656" y="87236"/>
                </a:lnTo>
                <a:lnTo>
                  <a:pt x="34315" y="139242"/>
                </a:lnTo>
                <a:lnTo>
                  <a:pt x="32816" y="151739"/>
                </a:lnTo>
                <a:lnTo>
                  <a:pt x="21386" y="151739"/>
                </a:lnTo>
                <a:lnTo>
                  <a:pt x="13335" y="151371"/>
                </a:lnTo>
                <a:lnTo>
                  <a:pt x="13017" y="151371"/>
                </a:lnTo>
                <a:lnTo>
                  <a:pt x="9842" y="151053"/>
                </a:lnTo>
                <a:lnTo>
                  <a:pt x="7480" y="151053"/>
                </a:lnTo>
                <a:lnTo>
                  <a:pt x="5207" y="151739"/>
                </a:lnTo>
                <a:lnTo>
                  <a:pt x="0" y="161442"/>
                </a:lnTo>
                <a:lnTo>
                  <a:pt x="685" y="163728"/>
                </a:lnTo>
                <a:lnTo>
                  <a:pt x="7264" y="168935"/>
                </a:lnTo>
                <a:lnTo>
                  <a:pt x="8051" y="168935"/>
                </a:lnTo>
                <a:lnTo>
                  <a:pt x="11709" y="169291"/>
                </a:lnTo>
                <a:lnTo>
                  <a:pt x="18973" y="169608"/>
                </a:lnTo>
                <a:lnTo>
                  <a:pt x="30759" y="169608"/>
                </a:lnTo>
                <a:lnTo>
                  <a:pt x="28562" y="191909"/>
                </a:lnTo>
                <a:lnTo>
                  <a:pt x="26644" y="214122"/>
                </a:lnTo>
                <a:lnTo>
                  <a:pt x="25679" y="232511"/>
                </a:lnTo>
                <a:lnTo>
                  <a:pt x="25361" y="248069"/>
                </a:lnTo>
                <a:lnTo>
                  <a:pt x="25247" y="259994"/>
                </a:lnTo>
                <a:lnTo>
                  <a:pt x="23380" y="272186"/>
                </a:lnTo>
                <a:lnTo>
                  <a:pt x="32245" y="281432"/>
                </a:lnTo>
                <a:lnTo>
                  <a:pt x="33210" y="281432"/>
                </a:lnTo>
                <a:lnTo>
                  <a:pt x="43332" y="248069"/>
                </a:lnTo>
                <a:lnTo>
                  <a:pt x="43637" y="233172"/>
                </a:lnTo>
                <a:lnTo>
                  <a:pt x="44564" y="215379"/>
                </a:lnTo>
                <a:lnTo>
                  <a:pt x="46456" y="193573"/>
                </a:lnTo>
                <a:lnTo>
                  <a:pt x="48806" y="169608"/>
                </a:lnTo>
                <a:lnTo>
                  <a:pt x="100355" y="169608"/>
                </a:lnTo>
                <a:lnTo>
                  <a:pt x="103822" y="169926"/>
                </a:lnTo>
                <a:lnTo>
                  <a:pt x="102463" y="169291"/>
                </a:lnTo>
                <a:lnTo>
                  <a:pt x="103174" y="169608"/>
                </a:lnTo>
                <a:lnTo>
                  <a:pt x="103822" y="169926"/>
                </a:lnTo>
                <a:lnTo>
                  <a:pt x="105384" y="170053"/>
                </a:lnTo>
                <a:lnTo>
                  <a:pt x="104127" y="170053"/>
                </a:lnTo>
                <a:lnTo>
                  <a:pt x="106578" y="171183"/>
                </a:lnTo>
                <a:lnTo>
                  <a:pt x="107721" y="171462"/>
                </a:lnTo>
                <a:lnTo>
                  <a:pt x="111010" y="171462"/>
                </a:lnTo>
                <a:lnTo>
                  <a:pt x="113487" y="170548"/>
                </a:lnTo>
                <a:lnTo>
                  <a:pt x="114300" y="170053"/>
                </a:lnTo>
                <a:lnTo>
                  <a:pt x="115189" y="169291"/>
                </a:lnTo>
                <a:lnTo>
                  <a:pt x="116230" y="168325"/>
                </a:lnTo>
                <a:lnTo>
                  <a:pt x="116916" y="167373"/>
                </a:lnTo>
                <a:lnTo>
                  <a:pt x="117919" y="165214"/>
                </a:lnTo>
                <a:lnTo>
                  <a:pt x="118186" y="164084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983987" y="4035282"/>
            <a:ext cx="507822" cy="285749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720207" y="3823875"/>
            <a:ext cx="762741" cy="530245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778894" y="4018638"/>
            <a:ext cx="161875" cy="155239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236586" y="4015122"/>
            <a:ext cx="455739" cy="329424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834754" y="4014344"/>
            <a:ext cx="245299" cy="189415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34463" y="4507391"/>
            <a:ext cx="587815" cy="227775"/>
          </a:xfrm>
          <a:prstGeom prst="rect">
            <a:avLst/>
          </a:prstGeom>
        </p:spPr>
      </p:pic>
      <p:grpSp>
        <p:nvGrpSpPr>
          <p:cNvPr id="32" name="object 32" descr=""/>
          <p:cNvGrpSpPr/>
          <p:nvPr/>
        </p:nvGrpSpPr>
        <p:grpSpPr>
          <a:xfrm>
            <a:off x="894936" y="4527782"/>
            <a:ext cx="332105" cy="189865"/>
            <a:chOff x="894936" y="4527782"/>
            <a:chExt cx="332105" cy="189865"/>
          </a:xfrm>
        </p:grpSpPr>
        <p:pic>
          <p:nvPicPr>
            <p:cNvPr id="33" name="object 3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94936" y="4527782"/>
              <a:ext cx="281525" cy="189299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208669" y="4640653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5" h="18414">
                  <a:moveTo>
                    <a:pt x="10170" y="0"/>
                  </a:moveTo>
                  <a:lnTo>
                    <a:pt x="7789" y="0"/>
                  </a:lnTo>
                  <a:lnTo>
                    <a:pt x="6643" y="228"/>
                  </a:lnTo>
                  <a:lnTo>
                    <a:pt x="0" y="7790"/>
                  </a:lnTo>
                  <a:lnTo>
                    <a:pt x="0" y="10171"/>
                  </a:lnTo>
                  <a:lnTo>
                    <a:pt x="7789" y="17960"/>
                  </a:lnTo>
                  <a:lnTo>
                    <a:pt x="10170" y="17960"/>
                  </a:lnTo>
                  <a:lnTo>
                    <a:pt x="17962" y="8980"/>
                  </a:lnTo>
                  <a:lnTo>
                    <a:pt x="17960" y="7790"/>
                  </a:lnTo>
                  <a:lnTo>
                    <a:pt x="10170" y="0"/>
                  </a:lnTo>
                  <a:close/>
                </a:path>
              </a:pathLst>
            </a:custGeom>
            <a:solidFill>
              <a:srgbClr val="FF009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5" name="object 35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197143" y="4854280"/>
            <a:ext cx="321690" cy="292100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600646" y="4868079"/>
            <a:ext cx="210036" cy="246989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076494" y="4844985"/>
            <a:ext cx="312486" cy="271510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605361" y="4804754"/>
            <a:ext cx="689298" cy="331608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3134790" y="4857332"/>
            <a:ext cx="2439035" cy="320040"/>
            <a:chOff x="3134790" y="4857332"/>
            <a:chExt cx="2439035" cy="320040"/>
          </a:xfrm>
        </p:grpSpPr>
        <p:pic>
          <p:nvPicPr>
            <p:cNvPr id="40" name="object 4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373298" y="4857332"/>
              <a:ext cx="140796" cy="306628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3134790" y="5159225"/>
              <a:ext cx="2439035" cy="18415"/>
            </a:xfrm>
            <a:custGeom>
              <a:avLst/>
              <a:gdLst/>
              <a:ahLst/>
              <a:cxnLst/>
              <a:rect l="l" t="t" r="r" b="b"/>
              <a:pathLst>
                <a:path w="2439035" h="18414">
                  <a:moveTo>
                    <a:pt x="2430780" y="0"/>
                  </a:moveTo>
                  <a:lnTo>
                    <a:pt x="8980" y="1"/>
                  </a:lnTo>
                  <a:lnTo>
                    <a:pt x="0" y="7790"/>
                  </a:lnTo>
                  <a:lnTo>
                    <a:pt x="228" y="11316"/>
                  </a:lnTo>
                  <a:lnTo>
                    <a:pt x="1788" y="14488"/>
                  </a:lnTo>
                  <a:lnTo>
                    <a:pt x="4443" y="16821"/>
                  </a:lnTo>
                  <a:lnTo>
                    <a:pt x="6643" y="17733"/>
                  </a:lnTo>
                  <a:lnTo>
                    <a:pt x="8980" y="17959"/>
                  </a:lnTo>
                  <a:lnTo>
                    <a:pt x="2429590" y="17959"/>
                  </a:lnTo>
                  <a:lnTo>
                    <a:pt x="2431926" y="17733"/>
                  </a:lnTo>
                  <a:lnTo>
                    <a:pt x="2435097" y="16172"/>
                  </a:lnTo>
                  <a:lnTo>
                    <a:pt x="2437430" y="13516"/>
                  </a:lnTo>
                  <a:lnTo>
                    <a:pt x="2438570" y="10171"/>
                  </a:lnTo>
                  <a:lnTo>
                    <a:pt x="2438341" y="6643"/>
                  </a:lnTo>
                  <a:lnTo>
                    <a:pt x="2436782" y="3472"/>
                  </a:lnTo>
                  <a:lnTo>
                    <a:pt x="2434126" y="1139"/>
                  </a:lnTo>
                  <a:lnTo>
                    <a:pt x="2430780" y="0"/>
                  </a:lnTo>
                  <a:close/>
                </a:path>
              </a:pathLst>
            </a:custGeom>
            <a:solidFill>
              <a:srgbClr val="FF009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2" name="object 42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3271865" y="5295405"/>
            <a:ext cx="922190" cy="268156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410947" y="5270282"/>
            <a:ext cx="285436" cy="251505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760418" y="5379194"/>
            <a:ext cx="105172" cy="149795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5228733" y="5399943"/>
            <a:ext cx="463755" cy="352530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6024972" y="5179581"/>
            <a:ext cx="385829" cy="409299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6647366" y="5377098"/>
            <a:ext cx="569862" cy="167180"/>
          </a:xfrm>
          <a:prstGeom prst="rect">
            <a:avLst/>
          </a:prstGeom>
        </p:spPr>
      </p:pic>
      <p:grpSp>
        <p:nvGrpSpPr>
          <p:cNvPr id="48" name="object 48" descr=""/>
          <p:cNvGrpSpPr/>
          <p:nvPr/>
        </p:nvGrpSpPr>
        <p:grpSpPr>
          <a:xfrm>
            <a:off x="3346917" y="5739972"/>
            <a:ext cx="1131570" cy="352425"/>
            <a:chOff x="3346917" y="5739972"/>
            <a:chExt cx="1131570" cy="352425"/>
          </a:xfrm>
        </p:grpSpPr>
        <p:pic>
          <p:nvPicPr>
            <p:cNvPr id="49" name="object 4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346917" y="5739972"/>
              <a:ext cx="1088784" cy="352418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4460473" y="6054210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4" h="18414">
                  <a:moveTo>
                    <a:pt x="10170" y="0"/>
                  </a:moveTo>
                  <a:lnTo>
                    <a:pt x="7788" y="0"/>
                  </a:lnTo>
                  <a:lnTo>
                    <a:pt x="6643" y="227"/>
                  </a:lnTo>
                  <a:lnTo>
                    <a:pt x="0" y="7788"/>
                  </a:lnTo>
                  <a:lnTo>
                    <a:pt x="0" y="10170"/>
                  </a:lnTo>
                  <a:lnTo>
                    <a:pt x="7788" y="17960"/>
                  </a:lnTo>
                  <a:lnTo>
                    <a:pt x="10170" y="17960"/>
                  </a:lnTo>
                  <a:lnTo>
                    <a:pt x="17961" y="8980"/>
                  </a:lnTo>
                  <a:lnTo>
                    <a:pt x="17959" y="7788"/>
                  </a:lnTo>
                  <a:lnTo>
                    <a:pt x="10170" y="0"/>
                  </a:lnTo>
                  <a:close/>
                </a:path>
              </a:pathLst>
            </a:custGeom>
            <a:solidFill>
              <a:srgbClr val="FF009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1" name="object 51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3274221" y="6269949"/>
            <a:ext cx="765477" cy="393451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4251088" y="6250206"/>
            <a:ext cx="420176" cy="375088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4872373" y="6432308"/>
            <a:ext cx="489028" cy="361558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5645885" y="6257668"/>
            <a:ext cx="336367" cy="376566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6287428" y="6282289"/>
            <a:ext cx="430234" cy="335539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3261332" y="6801586"/>
            <a:ext cx="1218459" cy="409675"/>
          </a:xfrm>
          <a:prstGeom prst="rect">
            <a:avLst/>
          </a:prstGeom>
        </p:spPr>
      </p:pic>
      <p:pic>
        <p:nvPicPr>
          <p:cNvPr id="57" name="object 57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399322" y="7548588"/>
            <a:ext cx="198262" cy="382035"/>
          </a:xfrm>
          <a:prstGeom prst="rect">
            <a:avLst/>
          </a:prstGeom>
        </p:spPr>
      </p:pic>
      <p:sp>
        <p:nvSpPr>
          <p:cNvPr id="58" name="object 58" descr=""/>
          <p:cNvSpPr/>
          <p:nvPr/>
        </p:nvSpPr>
        <p:spPr>
          <a:xfrm>
            <a:off x="713286" y="7519710"/>
            <a:ext cx="268605" cy="213995"/>
          </a:xfrm>
          <a:custGeom>
            <a:avLst/>
            <a:gdLst/>
            <a:ahLst/>
            <a:cxnLst/>
            <a:rect l="l" t="t" r="r" b="b"/>
            <a:pathLst>
              <a:path w="268605" h="213995">
                <a:moveTo>
                  <a:pt x="249494" y="65590"/>
                </a:moveTo>
                <a:lnTo>
                  <a:pt x="215088" y="98925"/>
                </a:lnTo>
                <a:lnTo>
                  <a:pt x="169018" y="129380"/>
                </a:lnTo>
                <a:lnTo>
                  <a:pt x="104800" y="159795"/>
                </a:lnTo>
                <a:lnTo>
                  <a:pt x="66296" y="174858"/>
                </a:lnTo>
                <a:lnTo>
                  <a:pt x="65300" y="175286"/>
                </a:lnTo>
                <a:lnTo>
                  <a:pt x="50583" y="193148"/>
                </a:lnTo>
                <a:lnTo>
                  <a:pt x="50490" y="193517"/>
                </a:lnTo>
                <a:lnTo>
                  <a:pt x="50367" y="194119"/>
                </a:lnTo>
                <a:lnTo>
                  <a:pt x="50209" y="195403"/>
                </a:lnTo>
                <a:lnTo>
                  <a:pt x="50128" y="205778"/>
                </a:lnTo>
                <a:lnTo>
                  <a:pt x="50356" y="206924"/>
                </a:lnTo>
                <a:lnTo>
                  <a:pt x="57917" y="213568"/>
                </a:lnTo>
                <a:lnTo>
                  <a:pt x="60299" y="213568"/>
                </a:lnTo>
                <a:lnTo>
                  <a:pt x="68090" y="198262"/>
                </a:lnTo>
                <a:lnTo>
                  <a:pt x="67822" y="198262"/>
                </a:lnTo>
                <a:lnTo>
                  <a:pt x="68091" y="196079"/>
                </a:lnTo>
                <a:lnTo>
                  <a:pt x="68368" y="196079"/>
                </a:lnTo>
                <a:lnTo>
                  <a:pt x="68537" y="195403"/>
                </a:lnTo>
                <a:lnTo>
                  <a:pt x="67376" y="195403"/>
                </a:lnTo>
                <a:lnTo>
                  <a:pt x="68074" y="194119"/>
                </a:lnTo>
                <a:lnTo>
                  <a:pt x="67804" y="194119"/>
                </a:lnTo>
                <a:lnTo>
                  <a:pt x="68175" y="193934"/>
                </a:lnTo>
                <a:lnTo>
                  <a:pt x="69349" y="191775"/>
                </a:lnTo>
                <a:lnTo>
                  <a:pt x="69452" y="191584"/>
                </a:lnTo>
                <a:lnTo>
                  <a:pt x="69524" y="191452"/>
                </a:lnTo>
                <a:lnTo>
                  <a:pt x="73242" y="191452"/>
                </a:lnTo>
                <a:lnTo>
                  <a:pt x="84249" y="187521"/>
                </a:lnTo>
                <a:lnTo>
                  <a:pt x="142729" y="162598"/>
                </a:lnTo>
                <a:lnTo>
                  <a:pt x="177129" y="145408"/>
                </a:lnTo>
                <a:lnTo>
                  <a:pt x="211749" y="124095"/>
                </a:lnTo>
                <a:lnTo>
                  <a:pt x="251779" y="90131"/>
                </a:lnTo>
                <a:lnTo>
                  <a:pt x="267846" y="66827"/>
                </a:lnTo>
                <a:lnTo>
                  <a:pt x="248999" y="66827"/>
                </a:lnTo>
                <a:lnTo>
                  <a:pt x="249494" y="65590"/>
                </a:lnTo>
                <a:close/>
              </a:path>
              <a:path w="268605" h="213995">
                <a:moveTo>
                  <a:pt x="68091" y="196079"/>
                </a:moveTo>
                <a:lnTo>
                  <a:pt x="67822" y="198262"/>
                </a:lnTo>
                <a:lnTo>
                  <a:pt x="68090" y="197189"/>
                </a:lnTo>
                <a:lnTo>
                  <a:pt x="68091" y="196079"/>
                </a:lnTo>
                <a:close/>
              </a:path>
              <a:path w="268605" h="213995">
                <a:moveTo>
                  <a:pt x="68090" y="197189"/>
                </a:moveTo>
                <a:lnTo>
                  <a:pt x="67822" y="198262"/>
                </a:lnTo>
                <a:lnTo>
                  <a:pt x="68090" y="198262"/>
                </a:lnTo>
                <a:lnTo>
                  <a:pt x="68090" y="197189"/>
                </a:lnTo>
                <a:close/>
              </a:path>
              <a:path w="268605" h="213995">
                <a:moveTo>
                  <a:pt x="68368" y="196079"/>
                </a:moveTo>
                <a:lnTo>
                  <a:pt x="68091" y="196079"/>
                </a:lnTo>
                <a:lnTo>
                  <a:pt x="68090" y="197189"/>
                </a:lnTo>
                <a:lnTo>
                  <a:pt x="68368" y="196079"/>
                </a:lnTo>
                <a:close/>
              </a:path>
              <a:path w="268605" h="213995">
                <a:moveTo>
                  <a:pt x="69135" y="193517"/>
                </a:moveTo>
                <a:lnTo>
                  <a:pt x="68175" y="193934"/>
                </a:lnTo>
                <a:lnTo>
                  <a:pt x="67376" y="195403"/>
                </a:lnTo>
                <a:lnTo>
                  <a:pt x="69135" y="193517"/>
                </a:lnTo>
                <a:close/>
              </a:path>
              <a:path w="268605" h="213995">
                <a:moveTo>
                  <a:pt x="69008" y="193517"/>
                </a:moveTo>
                <a:lnTo>
                  <a:pt x="68746" y="193934"/>
                </a:lnTo>
                <a:lnTo>
                  <a:pt x="67376" y="195403"/>
                </a:lnTo>
                <a:lnTo>
                  <a:pt x="68537" y="195403"/>
                </a:lnTo>
                <a:lnTo>
                  <a:pt x="68857" y="194119"/>
                </a:lnTo>
                <a:lnTo>
                  <a:pt x="68904" y="193934"/>
                </a:lnTo>
                <a:lnTo>
                  <a:pt x="69008" y="193517"/>
                </a:lnTo>
                <a:close/>
              </a:path>
              <a:path w="268605" h="213995">
                <a:moveTo>
                  <a:pt x="68175" y="193934"/>
                </a:moveTo>
                <a:lnTo>
                  <a:pt x="67804" y="194119"/>
                </a:lnTo>
                <a:lnTo>
                  <a:pt x="68074" y="194119"/>
                </a:lnTo>
                <a:lnTo>
                  <a:pt x="68175" y="193934"/>
                </a:lnTo>
                <a:close/>
              </a:path>
              <a:path w="268605" h="213995">
                <a:moveTo>
                  <a:pt x="69443" y="191775"/>
                </a:moveTo>
                <a:lnTo>
                  <a:pt x="69112" y="192209"/>
                </a:lnTo>
                <a:lnTo>
                  <a:pt x="68175" y="193934"/>
                </a:lnTo>
                <a:lnTo>
                  <a:pt x="68608" y="193517"/>
                </a:lnTo>
                <a:lnTo>
                  <a:pt x="69100" y="193148"/>
                </a:lnTo>
                <a:lnTo>
                  <a:pt x="69335" y="192209"/>
                </a:lnTo>
                <a:lnTo>
                  <a:pt x="69443" y="191775"/>
                </a:lnTo>
                <a:close/>
              </a:path>
              <a:path w="268605" h="213995">
                <a:moveTo>
                  <a:pt x="69100" y="193148"/>
                </a:moveTo>
                <a:lnTo>
                  <a:pt x="68052" y="193934"/>
                </a:lnTo>
                <a:lnTo>
                  <a:pt x="69008" y="193517"/>
                </a:lnTo>
                <a:lnTo>
                  <a:pt x="69100" y="193148"/>
                </a:lnTo>
                <a:close/>
              </a:path>
              <a:path w="268605" h="213995">
                <a:moveTo>
                  <a:pt x="70354" y="192209"/>
                </a:moveTo>
                <a:lnTo>
                  <a:pt x="69100" y="193148"/>
                </a:lnTo>
                <a:lnTo>
                  <a:pt x="69008" y="193517"/>
                </a:lnTo>
                <a:lnTo>
                  <a:pt x="69478" y="193148"/>
                </a:lnTo>
                <a:lnTo>
                  <a:pt x="70354" y="192209"/>
                </a:lnTo>
                <a:close/>
              </a:path>
              <a:path w="268605" h="213995">
                <a:moveTo>
                  <a:pt x="71623" y="192209"/>
                </a:moveTo>
                <a:lnTo>
                  <a:pt x="70354" y="192209"/>
                </a:lnTo>
                <a:lnTo>
                  <a:pt x="69135" y="193517"/>
                </a:lnTo>
                <a:lnTo>
                  <a:pt x="69745" y="193148"/>
                </a:lnTo>
                <a:lnTo>
                  <a:pt x="71623" y="192209"/>
                </a:lnTo>
                <a:close/>
              </a:path>
              <a:path w="268605" h="213995">
                <a:moveTo>
                  <a:pt x="73101" y="191452"/>
                </a:moveTo>
                <a:lnTo>
                  <a:pt x="69524" y="191452"/>
                </a:lnTo>
                <a:lnTo>
                  <a:pt x="69100" y="193148"/>
                </a:lnTo>
                <a:lnTo>
                  <a:pt x="70354" y="192209"/>
                </a:lnTo>
                <a:lnTo>
                  <a:pt x="71623" y="192209"/>
                </a:lnTo>
                <a:lnTo>
                  <a:pt x="72492" y="191775"/>
                </a:lnTo>
                <a:lnTo>
                  <a:pt x="72339" y="191775"/>
                </a:lnTo>
                <a:lnTo>
                  <a:pt x="72873" y="191584"/>
                </a:lnTo>
                <a:lnTo>
                  <a:pt x="73101" y="191452"/>
                </a:lnTo>
                <a:close/>
              </a:path>
              <a:path w="268605" h="213995">
                <a:moveTo>
                  <a:pt x="72873" y="191584"/>
                </a:moveTo>
                <a:lnTo>
                  <a:pt x="72339" y="191775"/>
                </a:lnTo>
                <a:lnTo>
                  <a:pt x="72492" y="191775"/>
                </a:lnTo>
                <a:lnTo>
                  <a:pt x="72873" y="191584"/>
                </a:lnTo>
                <a:close/>
              </a:path>
              <a:path w="268605" h="213995">
                <a:moveTo>
                  <a:pt x="73242" y="191452"/>
                </a:moveTo>
                <a:lnTo>
                  <a:pt x="73101" y="191452"/>
                </a:lnTo>
                <a:lnTo>
                  <a:pt x="72790" y="191584"/>
                </a:lnTo>
                <a:lnTo>
                  <a:pt x="73242" y="191452"/>
                </a:lnTo>
                <a:close/>
              </a:path>
              <a:path w="268605" h="213995">
                <a:moveTo>
                  <a:pt x="250058" y="65009"/>
                </a:moveTo>
                <a:lnTo>
                  <a:pt x="249494" y="65590"/>
                </a:lnTo>
                <a:lnTo>
                  <a:pt x="248999" y="66827"/>
                </a:lnTo>
                <a:lnTo>
                  <a:pt x="250058" y="65009"/>
                </a:lnTo>
                <a:close/>
              </a:path>
              <a:path w="268605" h="213995">
                <a:moveTo>
                  <a:pt x="250058" y="65009"/>
                </a:moveTo>
                <a:lnTo>
                  <a:pt x="248999" y="66827"/>
                </a:lnTo>
                <a:lnTo>
                  <a:pt x="267846" y="66827"/>
                </a:lnTo>
                <a:lnTo>
                  <a:pt x="268023" y="65910"/>
                </a:lnTo>
                <a:lnTo>
                  <a:pt x="250058" y="65910"/>
                </a:lnTo>
                <a:lnTo>
                  <a:pt x="250058" y="65009"/>
                </a:lnTo>
                <a:close/>
              </a:path>
              <a:path w="268605" h="213995">
                <a:moveTo>
                  <a:pt x="268023" y="62574"/>
                </a:moveTo>
                <a:lnTo>
                  <a:pt x="250701" y="62574"/>
                </a:lnTo>
                <a:lnTo>
                  <a:pt x="250391" y="64180"/>
                </a:lnTo>
                <a:lnTo>
                  <a:pt x="250317" y="64564"/>
                </a:lnTo>
                <a:lnTo>
                  <a:pt x="250232" y="65009"/>
                </a:lnTo>
                <a:lnTo>
                  <a:pt x="250058" y="65590"/>
                </a:lnTo>
                <a:lnTo>
                  <a:pt x="250058" y="65910"/>
                </a:lnTo>
                <a:lnTo>
                  <a:pt x="268023" y="65910"/>
                </a:lnTo>
                <a:lnTo>
                  <a:pt x="268023" y="62574"/>
                </a:lnTo>
                <a:close/>
              </a:path>
              <a:path w="268605" h="213995">
                <a:moveTo>
                  <a:pt x="250058" y="64180"/>
                </a:moveTo>
                <a:lnTo>
                  <a:pt x="249494" y="65590"/>
                </a:lnTo>
                <a:lnTo>
                  <a:pt x="249959" y="65009"/>
                </a:lnTo>
                <a:lnTo>
                  <a:pt x="250058" y="64180"/>
                </a:lnTo>
                <a:close/>
              </a:path>
              <a:path w="268605" h="213995">
                <a:moveTo>
                  <a:pt x="250317" y="64564"/>
                </a:moveTo>
                <a:lnTo>
                  <a:pt x="250058" y="65009"/>
                </a:lnTo>
                <a:lnTo>
                  <a:pt x="250058" y="65590"/>
                </a:lnTo>
                <a:lnTo>
                  <a:pt x="250232" y="65009"/>
                </a:lnTo>
                <a:lnTo>
                  <a:pt x="250317" y="64564"/>
                </a:lnTo>
                <a:close/>
              </a:path>
              <a:path w="268605" h="213995">
                <a:moveTo>
                  <a:pt x="250701" y="62574"/>
                </a:moveTo>
                <a:lnTo>
                  <a:pt x="250058" y="64180"/>
                </a:lnTo>
                <a:lnTo>
                  <a:pt x="250058" y="65009"/>
                </a:lnTo>
                <a:lnTo>
                  <a:pt x="250314" y="64564"/>
                </a:lnTo>
                <a:lnTo>
                  <a:pt x="250701" y="62574"/>
                </a:lnTo>
                <a:close/>
              </a:path>
              <a:path w="268605" h="213995">
                <a:moveTo>
                  <a:pt x="250173" y="54163"/>
                </a:moveTo>
                <a:lnTo>
                  <a:pt x="250058" y="64180"/>
                </a:lnTo>
                <a:lnTo>
                  <a:pt x="250701" y="62574"/>
                </a:lnTo>
                <a:lnTo>
                  <a:pt x="268023" y="62574"/>
                </a:lnTo>
                <a:lnTo>
                  <a:pt x="268023" y="55151"/>
                </a:lnTo>
                <a:lnTo>
                  <a:pt x="250284" y="55151"/>
                </a:lnTo>
                <a:lnTo>
                  <a:pt x="250173" y="54163"/>
                </a:lnTo>
                <a:close/>
              </a:path>
              <a:path w="268605" h="213995">
                <a:moveTo>
                  <a:pt x="268023" y="53148"/>
                </a:moveTo>
                <a:lnTo>
                  <a:pt x="250058" y="53148"/>
                </a:lnTo>
                <a:lnTo>
                  <a:pt x="250058" y="54163"/>
                </a:lnTo>
                <a:lnTo>
                  <a:pt x="250284" y="55151"/>
                </a:lnTo>
                <a:lnTo>
                  <a:pt x="268023" y="55151"/>
                </a:lnTo>
                <a:lnTo>
                  <a:pt x="268023" y="53148"/>
                </a:lnTo>
                <a:close/>
              </a:path>
              <a:path w="268605" h="213995">
                <a:moveTo>
                  <a:pt x="248931" y="49232"/>
                </a:moveTo>
                <a:lnTo>
                  <a:pt x="250058" y="54163"/>
                </a:lnTo>
                <a:lnTo>
                  <a:pt x="250058" y="53148"/>
                </a:lnTo>
                <a:lnTo>
                  <a:pt x="268023" y="53148"/>
                </a:lnTo>
                <a:lnTo>
                  <a:pt x="267797" y="51151"/>
                </a:lnTo>
                <a:lnTo>
                  <a:pt x="267659" y="50549"/>
                </a:lnTo>
                <a:lnTo>
                  <a:pt x="249773" y="50549"/>
                </a:lnTo>
                <a:lnTo>
                  <a:pt x="248931" y="49232"/>
                </a:lnTo>
                <a:close/>
              </a:path>
              <a:path w="268605" h="213995">
                <a:moveTo>
                  <a:pt x="248582" y="47710"/>
                </a:moveTo>
                <a:lnTo>
                  <a:pt x="248931" y="49232"/>
                </a:lnTo>
                <a:lnTo>
                  <a:pt x="249773" y="50549"/>
                </a:lnTo>
                <a:lnTo>
                  <a:pt x="248582" y="47710"/>
                </a:lnTo>
                <a:close/>
              </a:path>
              <a:path w="268605" h="213995">
                <a:moveTo>
                  <a:pt x="267011" y="47710"/>
                </a:moveTo>
                <a:lnTo>
                  <a:pt x="248582" y="47710"/>
                </a:lnTo>
                <a:lnTo>
                  <a:pt x="249773" y="50549"/>
                </a:lnTo>
                <a:lnTo>
                  <a:pt x="267659" y="50549"/>
                </a:lnTo>
                <a:lnTo>
                  <a:pt x="267011" y="47710"/>
                </a:lnTo>
                <a:close/>
              </a:path>
              <a:path w="268605" h="213995">
                <a:moveTo>
                  <a:pt x="247165" y="46471"/>
                </a:moveTo>
                <a:lnTo>
                  <a:pt x="248931" y="49232"/>
                </a:lnTo>
                <a:lnTo>
                  <a:pt x="248582" y="47710"/>
                </a:lnTo>
                <a:lnTo>
                  <a:pt x="267011" y="47710"/>
                </a:lnTo>
                <a:lnTo>
                  <a:pt x="266939" y="47398"/>
                </a:lnTo>
                <a:lnTo>
                  <a:pt x="248325" y="47398"/>
                </a:lnTo>
                <a:lnTo>
                  <a:pt x="247165" y="46471"/>
                </a:lnTo>
                <a:close/>
              </a:path>
              <a:path w="268605" h="213995">
                <a:moveTo>
                  <a:pt x="246370" y="45229"/>
                </a:moveTo>
                <a:lnTo>
                  <a:pt x="247165" y="46471"/>
                </a:lnTo>
                <a:lnTo>
                  <a:pt x="248325" y="47398"/>
                </a:lnTo>
                <a:lnTo>
                  <a:pt x="246370" y="45229"/>
                </a:lnTo>
                <a:close/>
              </a:path>
              <a:path w="268605" h="213995">
                <a:moveTo>
                  <a:pt x="266444" y="45229"/>
                </a:moveTo>
                <a:lnTo>
                  <a:pt x="246370" y="45229"/>
                </a:lnTo>
                <a:lnTo>
                  <a:pt x="248325" y="47398"/>
                </a:lnTo>
                <a:lnTo>
                  <a:pt x="266939" y="47398"/>
                </a:lnTo>
                <a:lnTo>
                  <a:pt x="266444" y="45229"/>
                </a:lnTo>
                <a:close/>
              </a:path>
              <a:path w="268605" h="213995">
                <a:moveTo>
                  <a:pt x="264734" y="40596"/>
                </a:moveTo>
                <a:lnTo>
                  <a:pt x="239817" y="40596"/>
                </a:lnTo>
                <a:lnTo>
                  <a:pt x="240219" y="40863"/>
                </a:lnTo>
                <a:lnTo>
                  <a:pt x="240424" y="41081"/>
                </a:lnTo>
                <a:lnTo>
                  <a:pt x="241127" y="41465"/>
                </a:lnTo>
                <a:lnTo>
                  <a:pt x="240903" y="41465"/>
                </a:lnTo>
                <a:lnTo>
                  <a:pt x="247165" y="46471"/>
                </a:lnTo>
                <a:lnTo>
                  <a:pt x="246370" y="45229"/>
                </a:lnTo>
                <a:lnTo>
                  <a:pt x="266444" y="45229"/>
                </a:lnTo>
                <a:lnTo>
                  <a:pt x="266095" y="43703"/>
                </a:lnTo>
                <a:lnTo>
                  <a:pt x="265157" y="41465"/>
                </a:lnTo>
                <a:lnTo>
                  <a:pt x="241127" y="41465"/>
                </a:lnTo>
                <a:lnTo>
                  <a:pt x="240548" y="41081"/>
                </a:lnTo>
                <a:lnTo>
                  <a:pt x="264996" y="41081"/>
                </a:lnTo>
                <a:lnTo>
                  <a:pt x="264904" y="40863"/>
                </a:lnTo>
                <a:lnTo>
                  <a:pt x="264734" y="40596"/>
                </a:lnTo>
                <a:close/>
              </a:path>
              <a:path w="268605" h="213995">
                <a:moveTo>
                  <a:pt x="232485" y="36752"/>
                </a:moveTo>
                <a:lnTo>
                  <a:pt x="240424" y="41081"/>
                </a:lnTo>
                <a:lnTo>
                  <a:pt x="239817" y="40596"/>
                </a:lnTo>
                <a:lnTo>
                  <a:pt x="264734" y="40596"/>
                </a:lnTo>
                <a:lnTo>
                  <a:pt x="262431" y="37000"/>
                </a:lnTo>
                <a:lnTo>
                  <a:pt x="233229" y="37000"/>
                </a:lnTo>
                <a:lnTo>
                  <a:pt x="232485" y="36752"/>
                </a:lnTo>
                <a:close/>
              </a:path>
              <a:path w="268605" h="213995">
                <a:moveTo>
                  <a:pt x="231768" y="36361"/>
                </a:moveTo>
                <a:lnTo>
                  <a:pt x="232485" y="36752"/>
                </a:lnTo>
                <a:lnTo>
                  <a:pt x="233229" y="37000"/>
                </a:lnTo>
                <a:lnTo>
                  <a:pt x="231768" y="36361"/>
                </a:lnTo>
                <a:close/>
              </a:path>
              <a:path w="268605" h="213995">
                <a:moveTo>
                  <a:pt x="262022" y="36361"/>
                </a:moveTo>
                <a:lnTo>
                  <a:pt x="231768" y="36361"/>
                </a:lnTo>
                <a:lnTo>
                  <a:pt x="233229" y="37000"/>
                </a:lnTo>
                <a:lnTo>
                  <a:pt x="262431" y="37000"/>
                </a:lnTo>
                <a:lnTo>
                  <a:pt x="262022" y="36361"/>
                </a:lnTo>
                <a:close/>
              </a:path>
              <a:path w="268605" h="213995">
                <a:moveTo>
                  <a:pt x="220467" y="32745"/>
                </a:moveTo>
                <a:lnTo>
                  <a:pt x="232485" y="36752"/>
                </a:lnTo>
                <a:lnTo>
                  <a:pt x="231768" y="36361"/>
                </a:lnTo>
                <a:lnTo>
                  <a:pt x="262022" y="36361"/>
                </a:lnTo>
                <a:lnTo>
                  <a:pt x="261501" y="35548"/>
                </a:lnTo>
                <a:lnTo>
                  <a:pt x="259547" y="33373"/>
                </a:lnTo>
                <a:lnTo>
                  <a:pt x="259096" y="33012"/>
                </a:lnTo>
                <a:lnTo>
                  <a:pt x="221457" y="33012"/>
                </a:lnTo>
                <a:lnTo>
                  <a:pt x="220467" y="32745"/>
                </a:lnTo>
                <a:close/>
              </a:path>
              <a:path w="268605" h="213995">
                <a:moveTo>
                  <a:pt x="206830" y="11724"/>
                </a:moveTo>
                <a:lnTo>
                  <a:pt x="18464" y="11724"/>
                </a:lnTo>
                <a:lnTo>
                  <a:pt x="18104" y="14601"/>
                </a:lnTo>
                <a:lnTo>
                  <a:pt x="17929" y="15433"/>
                </a:lnTo>
                <a:lnTo>
                  <a:pt x="18103" y="16827"/>
                </a:lnTo>
                <a:lnTo>
                  <a:pt x="18130" y="17038"/>
                </a:lnTo>
                <a:lnTo>
                  <a:pt x="18237" y="17894"/>
                </a:lnTo>
                <a:lnTo>
                  <a:pt x="57363" y="17894"/>
                </a:lnTo>
                <a:lnTo>
                  <a:pt x="78222" y="18737"/>
                </a:lnTo>
                <a:lnTo>
                  <a:pt x="98749" y="20436"/>
                </a:lnTo>
                <a:lnTo>
                  <a:pt x="124110" y="21410"/>
                </a:lnTo>
                <a:lnTo>
                  <a:pt x="122588" y="21410"/>
                </a:lnTo>
                <a:lnTo>
                  <a:pt x="145178" y="22973"/>
                </a:lnTo>
                <a:lnTo>
                  <a:pt x="166411" y="25515"/>
                </a:lnTo>
                <a:lnTo>
                  <a:pt x="186745" y="27221"/>
                </a:lnTo>
                <a:lnTo>
                  <a:pt x="206089" y="29739"/>
                </a:lnTo>
                <a:lnTo>
                  <a:pt x="205914" y="29739"/>
                </a:lnTo>
                <a:lnTo>
                  <a:pt x="221457" y="33012"/>
                </a:lnTo>
                <a:lnTo>
                  <a:pt x="221267" y="33012"/>
                </a:lnTo>
                <a:lnTo>
                  <a:pt x="220467" y="32745"/>
                </a:lnTo>
                <a:lnTo>
                  <a:pt x="258762" y="32745"/>
                </a:lnTo>
                <a:lnTo>
                  <a:pt x="251039" y="26569"/>
                </a:lnTo>
                <a:lnTo>
                  <a:pt x="208993" y="12028"/>
                </a:lnTo>
                <a:lnTo>
                  <a:pt x="209164" y="12028"/>
                </a:lnTo>
                <a:lnTo>
                  <a:pt x="206830" y="11724"/>
                </a:lnTo>
                <a:close/>
              </a:path>
              <a:path w="268605" h="213995">
                <a:moveTo>
                  <a:pt x="258762" y="32745"/>
                </a:moveTo>
                <a:lnTo>
                  <a:pt x="220467" y="32745"/>
                </a:lnTo>
                <a:lnTo>
                  <a:pt x="221457" y="33012"/>
                </a:lnTo>
                <a:lnTo>
                  <a:pt x="259096" y="33012"/>
                </a:lnTo>
                <a:lnTo>
                  <a:pt x="258762" y="32745"/>
                </a:lnTo>
                <a:close/>
              </a:path>
              <a:path w="268605" h="213995">
                <a:moveTo>
                  <a:pt x="59387" y="0"/>
                </a:moveTo>
                <a:lnTo>
                  <a:pt x="11852" y="0"/>
                </a:lnTo>
                <a:lnTo>
                  <a:pt x="10562" y="288"/>
                </a:lnTo>
                <a:lnTo>
                  <a:pt x="0" y="14601"/>
                </a:lnTo>
                <a:lnTo>
                  <a:pt x="26" y="17038"/>
                </a:lnTo>
                <a:lnTo>
                  <a:pt x="8840" y="31581"/>
                </a:lnTo>
                <a:lnTo>
                  <a:pt x="9696" y="31581"/>
                </a:lnTo>
                <a:lnTo>
                  <a:pt x="13375" y="18737"/>
                </a:lnTo>
                <a:lnTo>
                  <a:pt x="13987" y="17894"/>
                </a:lnTo>
                <a:lnTo>
                  <a:pt x="13166" y="17894"/>
                </a:lnTo>
                <a:lnTo>
                  <a:pt x="14146" y="17675"/>
                </a:lnTo>
                <a:lnTo>
                  <a:pt x="18464" y="11724"/>
                </a:lnTo>
                <a:lnTo>
                  <a:pt x="206830" y="11724"/>
                </a:lnTo>
                <a:lnTo>
                  <a:pt x="188321" y="9317"/>
                </a:lnTo>
                <a:lnTo>
                  <a:pt x="168359" y="7650"/>
                </a:lnTo>
                <a:lnTo>
                  <a:pt x="168227" y="7650"/>
                </a:lnTo>
                <a:lnTo>
                  <a:pt x="146505" y="5052"/>
                </a:lnTo>
                <a:lnTo>
                  <a:pt x="121560" y="3340"/>
                </a:lnTo>
                <a:lnTo>
                  <a:pt x="100096" y="2509"/>
                </a:lnTo>
                <a:lnTo>
                  <a:pt x="99841" y="2509"/>
                </a:lnTo>
                <a:lnTo>
                  <a:pt x="79035" y="784"/>
                </a:lnTo>
                <a:lnTo>
                  <a:pt x="59387" y="0"/>
                </a:lnTo>
                <a:close/>
              </a:path>
              <a:path w="268605" h="213995">
                <a:moveTo>
                  <a:pt x="16991" y="17038"/>
                </a:moveTo>
                <a:lnTo>
                  <a:pt x="14146" y="17675"/>
                </a:lnTo>
                <a:lnTo>
                  <a:pt x="13375" y="18737"/>
                </a:lnTo>
                <a:lnTo>
                  <a:pt x="16991" y="17038"/>
                </a:lnTo>
                <a:close/>
              </a:path>
              <a:path w="268605" h="213995">
                <a:moveTo>
                  <a:pt x="18130" y="17038"/>
                </a:moveTo>
                <a:lnTo>
                  <a:pt x="16991" y="17038"/>
                </a:lnTo>
                <a:lnTo>
                  <a:pt x="13375" y="18737"/>
                </a:lnTo>
                <a:lnTo>
                  <a:pt x="18342" y="18737"/>
                </a:lnTo>
                <a:lnTo>
                  <a:pt x="18237" y="17894"/>
                </a:lnTo>
                <a:lnTo>
                  <a:pt x="18130" y="17038"/>
                </a:lnTo>
                <a:close/>
              </a:path>
              <a:path w="268605" h="213995">
                <a:moveTo>
                  <a:pt x="14146" y="17675"/>
                </a:moveTo>
                <a:lnTo>
                  <a:pt x="13166" y="17894"/>
                </a:lnTo>
                <a:lnTo>
                  <a:pt x="13987" y="17894"/>
                </a:lnTo>
                <a:lnTo>
                  <a:pt x="14146" y="17675"/>
                </a:lnTo>
                <a:close/>
              </a:path>
              <a:path w="268605" h="213995">
                <a:moveTo>
                  <a:pt x="18464" y="11724"/>
                </a:moveTo>
                <a:lnTo>
                  <a:pt x="14146" y="17675"/>
                </a:lnTo>
                <a:lnTo>
                  <a:pt x="16991" y="17038"/>
                </a:lnTo>
                <a:lnTo>
                  <a:pt x="18130" y="17038"/>
                </a:lnTo>
                <a:lnTo>
                  <a:pt x="18103" y="16827"/>
                </a:lnTo>
                <a:lnTo>
                  <a:pt x="17825" y="16827"/>
                </a:lnTo>
                <a:lnTo>
                  <a:pt x="17825" y="14601"/>
                </a:lnTo>
                <a:lnTo>
                  <a:pt x="18104" y="14601"/>
                </a:lnTo>
                <a:lnTo>
                  <a:pt x="18426" y="12028"/>
                </a:lnTo>
                <a:lnTo>
                  <a:pt x="18464" y="11724"/>
                </a:lnTo>
                <a:close/>
              </a:path>
              <a:path w="268605" h="213995">
                <a:moveTo>
                  <a:pt x="17825" y="14601"/>
                </a:moveTo>
                <a:lnTo>
                  <a:pt x="17825" y="16827"/>
                </a:lnTo>
                <a:lnTo>
                  <a:pt x="17964" y="15714"/>
                </a:lnTo>
                <a:lnTo>
                  <a:pt x="18000" y="15433"/>
                </a:lnTo>
                <a:lnTo>
                  <a:pt x="17825" y="14601"/>
                </a:lnTo>
                <a:close/>
              </a:path>
              <a:path w="268605" h="213995">
                <a:moveTo>
                  <a:pt x="17964" y="15714"/>
                </a:moveTo>
                <a:lnTo>
                  <a:pt x="17825" y="16827"/>
                </a:lnTo>
                <a:lnTo>
                  <a:pt x="18103" y="16827"/>
                </a:lnTo>
                <a:lnTo>
                  <a:pt x="17964" y="15714"/>
                </a:lnTo>
                <a:close/>
              </a:path>
              <a:path w="268605" h="213995">
                <a:moveTo>
                  <a:pt x="18104" y="14601"/>
                </a:moveTo>
                <a:lnTo>
                  <a:pt x="17825" y="14601"/>
                </a:lnTo>
                <a:lnTo>
                  <a:pt x="17929" y="15433"/>
                </a:lnTo>
                <a:lnTo>
                  <a:pt x="18104" y="14601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1110526" y="7327417"/>
            <a:ext cx="483870" cy="382270"/>
          </a:xfrm>
          <a:custGeom>
            <a:avLst/>
            <a:gdLst/>
            <a:ahLst/>
            <a:cxnLst/>
            <a:rect l="l" t="t" r="r" b="b"/>
            <a:pathLst>
              <a:path w="483869" h="382270">
                <a:moveTo>
                  <a:pt x="212344" y="20764"/>
                </a:moveTo>
                <a:lnTo>
                  <a:pt x="211912" y="20510"/>
                </a:lnTo>
                <a:lnTo>
                  <a:pt x="208953" y="18732"/>
                </a:lnTo>
                <a:lnTo>
                  <a:pt x="208368" y="18389"/>
                </a:lnTo>
                <a:lnTo>
                  <a:pt x="207581" y="17919"/>
                </a:lnTo>
                <a:lnTo>
                  <a:pt x="206730" y="17399"/>
                </a:lnTo>
                <a:lnTo>
                  <a:pt x="206121" y="17068"/>
                </a:lnTo>
                <a:lnTo>
                  <a:pt x="168960" y="1181"/>
                </a:lnTo>
                <a:lnTo>
                  <a:pt x="167728" y="952"/>
                </a:lnTo>
                <a:lnTo>
                  <a:pt x="168338" y="952"/>
                </a:lnTo>
                <a:lnTo>
                  <a:pt x="157962" y="0"/>
                </a:lnTo>
                <a:lnTo>
                  <a:pt x="129743" y="0"/>
                </a:lnTo>
                <a:lnTo>
                  <a:pt x="120243" y="952"/>
                </a:lnTo>
                <a:lnTo>
                  <a:pt x="120523" y="952"/>
                </a:lnTo>
                <a:lnTo>
                  <a:pt x="101803" y="4356"/>
                </a:lnTo>
                <a:lnTo>
                  <a:pt x="59334" y="20510"/>
                </a:lnTo>
                <a:lnTo>
                  <a:pt x="39560" y="32524"/>
                </a:lnTo>
                <a:lnTo>
                  <a:pt x="30200" y="37630"/>
                </a:lnTo>
                <a:lnTo>
                  <a:pt x="29349" y="38163"/>
                </a:lnTo>
                <a:lnTo>
                  <a:pt x="21031" y="43992"/>
                </a:lnTo>
                <a:lnTo>
                  <a:pt x="21031" y="66992"/>
                </a:lnTo>
                <a:lnTo>
                  <a:pt x="20840" y="67310"/>
                </a:lnTo>
                <a:lnTo>
                  <a:pt x="20269" y="67919"/>
                </a:lnTo>
                <a:lnTo>
                  <a:pt x="21031" y="66992"/>
                </a:lnTo>
                <a:lnTo>
                  <a:pt x="21031" y="43992"/>
                </a:lnTo>
                <a:lnTo>
                  <a:pt x="20840" y="44119"/>
                </a:lnTo>
                <a:lnTo>
                  <a:pt x="20078" y="44716"/>
                </a:lnTo>
                <a:lnTo>
                  <a:pt x="18796" y="45847"/>
                </a:lnTo>
                <a:lnTo>
                  <a:pt x="18796" y="68961"/>
                </a:lnTo>
                <a:lnTo>
                  <a:pt x="18770" y="69380"/>
                </a:lnTo>
                <a:lnTo>
                  <a:pt x="18173" y="71094"/>
                </a:lnTo>
                <a:lnTo>
                  <a:pt x="18681" y="69354"/>
                </a:lnTo>
                <a:lnTo>
                  <a:pt x="18796" y="68961"/>
                </a:lnTo>
                <a:lnTo>
                  <a:pt x="18796" y="45847"/>
                </a:lnTo>
                <a:lnTo>
                  <a:pt x="13347" y="50609"/>
                </a:lnTo>
                <a:lnTo>
                  <a:pt x="7391" y="55714"/>
                </a:lnTo>
                <a:lnTo>
                  <a:pt x="0" y="98602"/>
                </a:lnTo>
                <a:lnTo>
                  <a:pt x="228" y="99745"/>
                </a:lnTo>
                <a:lnTo>
                  <a:pt x="7785" y="106387"/>
                </a:lnTo>
                <a:lnTo>
                  <a:pt x="10172" y="106387"/>
                </a:lnTo>
                <a:lnTo>
                  <a:pt x="17995" y="84175"/>
                </a:lnTo>
                <a:lnTo>
                  <a:pt x="18592" y="72948"/>
                </a:lnTo>
                <a:lnTo>
                  <a:pt x="18694" y="71094"/>
                </a:lnTo>
                <a:lnTo>
                  <a:pt x="19685" y="69354"/>
                </a:lnTo>
                <a:lnTo>
                  <a:pt x="20256" y="68338"/>
                </a:lnTo>
                <a:lnTo>
                  <a:pt x="21831" y="66992"/>
                </a:lnTo>
                <a:lnTo>
                  <a:pt x="25107" y="64185"/>
                </a:lnTo>
                <a:lnTo>
                  <a:pt x="31915" y="58229"/>
                </a:lnTo>
                <a:lnTo>
                  <a:pt x="32219" y="58077"/>
                </a:lnTo>
                <a:lnTo>
                  <a:pt x="39649" y="52870"/>
                </a:lnTo>
                <a:lnTo>
                  <a:pt x="42443" y="51422"/>
                </a:lnTo>
                <a:lnTo>
                  <a:pt x="48158" y="48298"/>
                </a:lnTo>
                <a:lnTo>
                  <a:pt x="48679" y="47993"/>
                </a:lnTo>
                <a:lnTo>
                  <a:pt x="57759" y="42214"/>
                </a:lnTo>
                <a:lnTo>
                  <a:pt x="67957" y="36258"/>
                </a:lnTo>
                <a:lnTo>
                  <a:pt x="68618" y="35953"/>
                </a:lnTo>
                <a:lnTo>
                  <a:pt x="86550" y="26987"/>
                </a:lnTo>
                <a:lnTo>
                  <a:pt x="87033" y="26746"/>
                </a:lnTo>
                <a:lnTo>
                  <a:pt x="88633" y="26327"/>
                </a:lnTo>
                <a:lnTo>
                  <a:pt x="105117" y="22021"/>
                </a:lnTo>
                <a:lnTo>
                  <a:pt x="123126" y="18732"/>
                </a:lnTo>
                <a:lnTo>
                  <a:pt x="122897" y="18732"/>
                </a:lnTo>
                <a:lnTo>
                  <a:pt x="131102" y="17919"/>
                </a:lnTo>
                <a:lnTo>
                  <a:pt x="156616" y="17919"/>
                </a:lnTo>
                <a:lnTo>
                  <a:pt x="164655" y="18656"/>
                </a:lnTo>
                <a:lnTo>
                  <a:pt x="165557" y="18732"/>
                </a:lnTo>
                <a:lnTo>
                  <a:pt x="164947" y="18732"/>
                </a:lnTo>
                <a:lnTo>
                  <a:pt x="164668" y="18656"/>
                </a:lnTo>
                <a:lnTo>
                  <a:pt x="171729" y="20764"/>
                </a:lnTo>
                <a:lnTo>
                  <a:pt x="172300" y="20942"/>
                </a:lnTo>
                <a:lnTo>
                  <a:pt x="171843" y="20764"/>
                </a:lnTo>
                <a:lnTo>
                  <a:pt x="212344" y="20764"/>
                </a:lnTo>
                <a:close/>
              </a:path>
              <a:path w="483869" h="382270">
                <a:moveTo>
                  <a:pt x="285064" y="119735"/>
                </a:moveTo>
                <a:lnTo>
                  <a:pt x="278168" y="112407"/>
                </a:lnTo>
                <a:lnTo>
                  <a:pt x="274167" y="112407"/>
                </a:lnTo>
                <a:lnTo>
                  <a:pt x="226568" y="153060"/>
                </a:lnTo>
                <a:lnTo>
                  <a:pt x="192544" y="195592"/>
                </a:lnTo>
                <a:lnTo>
                  <a:pt x="166560" y="232803"/>
                </a:lnTo>
                <a:lnTo>
                  <a:pt x="141033" y="271094"/>
                </a:lnTo>
                <a:lnTo>
                  <a:pt x="113525" y="315798"/>
                </a:lnTo>
                <a:lnTo>
                  <a:pt x="92951" y="355663"/>
                </a:lnTo>
                <a:lnTo>
                  <a:pt x="92595" y="356793"/>
                </a:lnTo>
                <a:lnTo>
                  <a:pt x="90258" y="362292"/>
                </a:lnTo>
                <a:lnTo>
                  <a:pt x="85064" y="367690"/>
                </a:lnTo>
                <a:lnTo>
                  <a:pt x="84429" y="368681"/>
                </a:lnTo>
                <a:lnTo>
                  <a:pt x="83566" y="370890"/>
                </a:lnTo>
                <a:lnTo>
                  <a:pt x="83350" y="372046"/>
                </a:lnTo>
                <a:lnTo>
                  <a:pt x="83400" y="374421"/>
                </a:lnTo>
                <a:lnTo>
                  <a:pt x="91338" y="382066"/>
                </a:lnTo>
                <a:lnTo>
                  <a:pt x="93510" y="382066"/>
                </a:lnTo>
                <a:lnTo>
                  <a:pt x="94449" y="381863"/>
                </a:lnTo>
                <a:lnTo>
                  <a:pt x="94653" y="381863"/>
                </a:lnTo>
                <a:lnTo>
                  <a:pt x="110083" y="361086"/>
                </a:lnTo>
                <a:lnTo>
                  <a:pt x="112344" y="354482"/>
                </a:lnTo>
                <a:lnTo>
                  <a:pt x="115404" y="348678"/>
                </a:lnTo>
                <a:lnTo>
                  <a:pt x="117144" y="345262"/>
                </a:lnTo>
                <a:lnTo>
                  <a:pt x="117259" y="345046"/>
                </a:lnTo>
                <a:lnTo>
                  <a:pt x="140830" y="305485"/>
                </a:lnTo>
                <a:lnTo>
                  <a:pt x="181394" y="242925"/>
                </a:lnTo>
                <a:lnTo>
                  <a:pt x="206921" y="206349"/>
                </a:lnTo>
                <a:lnTo>
                  <a:pt x="240626" y="164236"/>
                </a:lnTo>
                <a:lnTo>
                  <a:pt x="255981" y="144856"/>
                </a:lnTo>
                <a:lnTo>
                  <a:pt x="256362" y="144373"/>
                </a:lnTo>
                <a:lnTo>
                  <a:pt x="256946" y="143827"/>
                </a:lnTo>
                <a:lnTo>
                  <a:pt x="262712" y="138531"/>
                </a:lnTo>
                <a:lnTo>
                  <a:pt x="263232" y="138049"/>
                </a:lnTo>
                <a:lnTo>
                  <a:pt x="264287" y="137414"/>
                </a:lnTo>
                <a:lnTo>
                  <a:pt x="270941" y="133464"/>
                </a:lnTo>
                <a:lnTo>
                  <a:pt x="271487" y="133210"/>
                </a:lnTo>
                <a:lnTo>
                  <a:pt x="280924" y="128917"/>
                </a:lnTo>
                <a:lnTo>
                  <a:pt x="281876" y="128231"/>
                </a:lnTo>
                <a:lnTo>
                  <a:pt x="283502" y="126492"/>
                </a:lnTo>
                <a:lnTo>
                  <a:pt x="284111" y="125501"/>
                </a:lnTo>
                <a:lnTo>
                  <a:pt x="284949" y="123278"/>
                </a:lnTo>
                <a:lnTo>
                  <a:pt x="285064" y="119735"/>
                </a:lnTo>
                <a:close/>
              </a:path>
              <a:path w="483869" h="382270">
                <a:moveTo>
                  <a:pt x="483311" y="337350"/>
                </a:moveTo>
                <a:lnTo>
                  <a:pt x="482473" y="331558"/>
                </a:lnTo>
                <a:lnTo>
                  <a:pt x="482358" y="330695"/>
                </a:lnTo>
                <a:lnTo>
                  <a:pt x="482282" y="330187"/>
                </a:lnTo>
                <a:lnTo>
                  <a:pt x="468680" y="312407"/>
                </a:lnTo>
                <a:lnTo>
                  <a:pt x="468680" y="330606"/>
                </a:lnTo>
                <a:lnTo>
                  <a:pt x="468414" y="330695"/>
                </a:lnTo>
                <a:lnTo>
                  <a:pt x="467042" y="331152"/>
                </a:lnTo>
                <a:lnTo>
                  <a:pt x="468401" y="330695"/>
                </a:lnTo>
                <a:lnTo>
                  <a:pt x="468668" y="330606"/>
                </a:lnTo>
                <a:lnTo>
                  <a:pt x="468680" y="312407"/>
                </a:lnTo>
                <a:lnTo>
                  <a:pt x="466572" y="310057"/>
                </a:lnTo>
                <a:lnTo>
                  <a:pt x="462876" y="304660"/>
                </a:lnTo>
                <a:lnTo>
                  <a:pt x="455333" y="293890"/>
                </a:lnTo>
                <a:lnTo>
                  <a:pt x="454990" y="293433"/>
                </a:lnTo>
                <a:lnTo>
                  <a:pt x="441325" y="276352"/>
                </a:lnTo>
                <a:lnTo>
                  <a:pt x="418350" y="248272"/>
                </a:lnTo>
                <a:lnTo>
                  <a:pt x="401497" y="226364"/>
                </a:lnTo>
                <a:lnTo>
                  <a:pt x="392099" y="215226"/>
                </a:lnTo>
                <a:lnTo>
                  <a:pt x="382841" y="203454"/>
                </a:lnTo>
                <a:lnTo>
                  <a:pt x="374459" y="191731"/>
                </a:lnTo>
                <a:lnTo>
                  <a:pt x="374027" y="191173"/>
                </a:lnTo>
                <a:lnTo>
                  <a:pt x="346798" y="158838"/>
                </a:lnTo>
                <a:lnTo>
                  <a:pt x="346367" y="158191"/>
                </a:lnTo>
                <a:lnTo>
                  <a:pt x="338734" y="147497"/>
                </a:lnTo>
                <a:lnTo>
                  <a:pt x="330034" y="136182"/>
                </a:lnTo>
                <a:lnTo>
                  <a:pt x="312801" y="115481"/>
                </a:lnTo>
                <a:lnTo>
                  <a:pt x="304038" y="105829"/>
                </a:lnTo>
                <a:lnTo>
                  <a:pt x="295236" y="97015"/>
                </a:lnTo>
                <a:lnTo>
                  <a:pt x="278511" y="78613"/>
                </a:lnTo>
                <a:lnTo>
                  <a:pt x="259499" y="59588"/>
                </a:lnTo>
                <a:lnTo>
                  <a:pt x="252171" y="51422"/>
                </a:lnTo>
                <a:lnTo>
                  <a:pt x="244195" y="43421"/>
                </a:lnTo>
                <a:lnTo>
                  <a:pt x="212636" y="20942"/>
                </a:lnTo>
                <a:lnTo>
                  <a:pt x="172300" y="20942"/>
                </a:lnTo>
                <a:lnTo>
                  <a:pt x="172110" y="20942"/>
                </a:lnTo>
                <a:lnTo>
                  <a:pt x="189865" y="29019"/>
                </a:lnTo>
                <a:lnTo>
                  <a:pt x="197129" y="32651"/>
                </a:lnTo>
                <a:lnTo>
                  <a:pt x="197535" y="32829"/>
                </a:lnTo>
                <a:lnTo>
                  <a:pt x="205981" y="37909"/>
                </a:lnTo>
                <a:lnTo>
                  <a:pt x="214693" y="43421"/>
                </a:lnTo>
                <a:lnTo>
                  <a:pt x="223850" y="50088"/>
                </a:lnTo>
                <a:lnTo>
                  <a:pt x="230886" y="55714"/>
                </a:lnTo>
                <a:lnTo>
                  <a:pt x="231482" y="56121"/>
                </a:lnTo>
                <a:lnTo>
                  <a:pt x="238823" y="63436"/>
                </a:lnTo>
                <a:lnTo>
                  <a:pt x="246481" y="71945"/>
                </a:lnTo>
                <a:lnTo>
                  <a:pt x="265226" y="90690"/>
                </a:lnTo>
                <a:lnTo>
                  <a:pt x="282244" y="109410"/>
                </a:lnTo>
                <a:lnTo>
                  <a:pt x="290741" y="117919"/>
                </a:lnTo>
                <a:lnTo>
                  <a:pt x="298996" y="126987"/>
                </a:lnTo>
                <a:lnTo>
                  <a:pt x="315887" y="147256"/>
                </a:lnTo>
                <a:lnTo>
                  <a:pt x="324192" y="158051"/>
                </a:lnTo>
                <a:lnTo>
                  <a:pt x="332625" y="169849"/>
                </a:lnTo>
                <a:lnTo>
                  <a:pt x="333057" y="170408"/>
                </a:lnTo>
                <a:lnTo>
                  <a:pt x="359841" y="202171"/>
                </a:lnTo>
                <a:lnTo>
                  <a:pt x="368350" y="214083"/>
                </a:lnTo>
                <a:lnTo>
                  <a:pt x="377990" y="226364"/>
                </a:lnTo>
                <a:lnTo>
                  <a:pt x="387400" y="237502"/>
                </a:lnTo>
                <a:lnTo>
                  <a:pt x="404279" y="259435"/>
                </a:lnTo>
                <a:lnTo>
                  <a:pt x="427355" y="287642"/>
                </a:lnTo>
                <a:lnTo>
                  <a:pt x="440626" y="304203"/>
                </a:lnTo>
                <a:lnTo>
                  <a:pt x="452526" y="321208"/>
                </a:lnTo>
                <a:lnTo>
                  <a:pt x="453212" y="322072"/>
                </a:lnTo>
                <a:lnTo>
                  <a:pt x="460044" y="329666"/>
                </a:lnTo>
                <a:lnTo>
                  <a:pt x="460527" y="330187"/>
                </a:lnTo>
                <a:lnTo>
                  <a:pt x="464947" y="335864"/>
                </a:lnTo>
                <a:lnTo>
                  <a:pt x="460527" y="330187"/>
                </a:lnTo>
                <a:lnTo>
                  <a:pt x="456285" y="330187"/>
                </a:lnTo>
                <a:lnTo>
                  <a:pt x="449287" y="337350"/>
                </a:lnTo>
                <a:lnTo>
                  <a:pt x="449376" y="341045"/>
                </a:lnTo>
                <a:lnTo>
                  <a:pt x="456768" y="348005"/>
                </a:lnTo>
                <a:lnTo>
                  <a:pt x="457695" y="348005"/>
                </a:lnTo>
                <a:lnTo>
                  <a:pt x="469404" y="348640"/>
                </a:lnTo>
                <a:lnTo>
                  <a:pt x="483260" y="339458"/>
                </a:lnTo>
                <a:lnTo>
                  <a:pt x="483311" y="337350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0" name="object 60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2007331" y="7307495"/>
            <a:ext cx="533817" cy="416252"/>
          </a:xfrm>
          <a:prstGeom prst="rect">
            <a:avLst/>
          </a:prstGeom>
        </p:spPr>
      </p:pic>
      <p:pic>
        <p:nvPicPr>
          <p:cNvPr id="61" name="object 61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2763257" y="7363121"/>
            <a:ext cx="259009" cy="358504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3100795" y="7315373"/>
            <a:ext cx="971820" cy="420246"/>
          </a:xfrm>
          <a:prstGeom prst="rect">
            <a:avLst/>
          </a:prstGeom>
        </p:spPr>
      </p:pic>
      <p:sp>
        <p:nvSpPr>
          <p:cNvPr id="63" name="object 63" descr=""/>
          <p:cNvSpPr/>
          <p:nvPr/>
        </p:nvSpPr>
        <p:spPr>
          <a:xfrm>
            <a:off x="435732" y="8026730"/>
            <a:ext cx="252729" cy="452120"/>
          </a:xfrm>
          <a:custGeom>
            <a:avLst/>
            <a:gdLst/>
            <a:ahLst/>
            <a:cxnLst/>
            <a:rect l="l" t="t" r="r" b="b"/>
            <a:pathLst>
              <a:path w="252729" h="452120">
                <a:moveTo>
                  <a:pt x="13019" y="345439"/>
                </a:moveTo>
                <a:lnTo>
                  <a:pt x="6104" y="345439"/>
                </a:lnTo>
                <a:lnTo>
                  <a:pt x="3963" y="346709"/>
                </a:lnTo>
                <a:lnTo>
                  <a:pt x="3032" y="346709"/>
                </a:lnTo>
                <a:lnTo>
                  <a:pt x="1454" y="349249"/>
                </a:lnTo>
                <a:lnTo>
                  <a:pt x="864" y="350519"/>
                </a:lnTo>
                <a:lnTo>
                  <a:pt x="88" y="351789"/>
                </a:lnTo>
                <a:lnTo>
                  <a:pt x="0" y="354329"/>
                </a:lnTo>
                <a:lnTo>
                  <a:pt x="1886" y="386079"/>
                </a:lnTo>
                <a:lnTo>
                  <a:pt x="1931" y="386832"/>
                </a:lnTo>
                <a:lnTo>
                  <a:pt x="2037" y="388619"/>
                </a:lnTo>
                <a:lnTo>
                  <a:pt x="2252" y="389889"/>
                </a:lnTo>
                <a:lnTo>
                  <a:pt x="5053" y="401319"/>
                </a:lnTo>
                <a:lnTo>
                  <a:pt x="5528" y="403581"/>
                </a:lnTo>
                <a:lnTo>
                  <a:pt x="5600" y="403888"/>
                </a:lnTo>
                <a:lnTo>
                  <a:pt x="9916" y="412749"/>
                </a:lnTo>
                <a:lnTo>
                  <a:pt x="10919" y="415289"/>
                </a:lnTo>
                <a:lnTo>
                  <a:pt x="38260" y="444499"/>
                </a:lnTo>
                <a:lnTo>
                  <a:pt x="47983" y="449579"/>
                </a:lnTo>
                <a:lnTo>
                  <a:pt x="50264" y="450849"/>
                </a:lnTo>
                <a:lnTo>
                  <a:pt x="58667" y="452119"/>
                </a:lnTo>
                <a:lnTo>
                  <a:pt x="94147" y="452119"/>
                </a:lnTo>
                <a:lnTo>
                  <a:pt x="109934" y="449579"/>
                </a:lnTo>
                <a:lnTo>
                  <a:pt x="111447" y="449579"/>
                </a:lnTo>
                <a:lnTo>
                  <a:pt x="126216" y="445769"/>
                </a:lnTo>
                <a:lnTo>
                  <a:pt x="127781" y="444499"/>
                </a:lnTo>
                <a:lnTo>
                  <a:pt x="143060" y="436879"/>
                </a:lnTo>
                <a:lnTo>
                  <a:pt x="143969" y="435609"/>
                </a:lnTo>
                <a:lnTo>
                  <a:pt x="145836" y="434339"/>
                </a:lnTo>
                <a:lnTo>
                  <a:pt x="62139" y="434339"/>
                </a:lnTo>
                <a:lnTo>
                  <a:pt x="53736" y="433069"/>
                </a:lnTo>
                <a:lnTo>
                  <a:pt x="56017" y="433069"/>
                </a:lnTo>
                <a:lnTo>
                  <a:pt x="50754" y="430529"/>
                </a:lnTo>
                <a:lnTo>
                  <a:pt x="49952" y="430529"/>
                </a:lnTo>
                <a:lnTo>
                  <a:pt x="48123" y="429259"/>
                </a:lnTo>
                <a:lnTo>
                  <a:pt x="48367" y="429259"/>
                </a:lnTo>
                <a:lnTo>
                  <a:pt x="37276" y="420369"/>
                </a:lnTo>
                <a:lnTo>
                  <a:pt x="37060" y="420369"/>
                </a:lnTo>
                <a:lnTo>
                  <a:pt x="35692" y="419099"/>
                </a:lnTo>
                <a:lnTo>
                  <a:pt x="36157" y="419099"/>
                </a:lnTo>
                <a:lnTo>
                  <a:pt x="27148" y="406399"/>
                </a:lnTo>
                <a:lnTo>
                  <a:pt x="26349" y="406399"/>
                </a:lnTo>
                <a:lnTo>
                  <a:pt x="22020" y="396239"/>
                </a:lnTo>
                <a:lnTo>
                  <a:pt x="22243" y="396239"/>
                </a:lnTo>
                <a:lnTo>
                  <a:pt x="19753" y="386079"/>
                </a:lnTo>
                <a:lnTo>
                  <a:pt x="19893" y="386079"/>
                </a:lnTo>
                <a:lnTo>
                  <a:pt x="18008" y="354329"/>
                </a:lnTo>
                <a:lnTo>
                  <a:pt x="17932" y="353059"/>
                </a:lnTo>
                <a:lnTo>
                  <a:pt x="17857" y="351789"/>
                </a:lnTo>
                <a:lnTo>
                  <a:pt x="17560" y="351789"/>
                </a:lnTo>
                <a:lnTo>
                  <a:pt x="16517" y="349249"/>
                </a:lnTo>
                <a:lnTo>
                  <a:pt x="15811" y="347979"/>
                </a:lnTo>
                <a:lnTo>
                  <a:pt x="14028" y="346709"/>
                </a:lnTo>
                <a:lnTo>
                  <a:pt x="13019" y="345439"/>
                </a:lnTo>
                <a:close/>
              </a:path>
              <a:path w="252729" h="452120">
                <a:moveTo>
                  <a:pt x="107635" y="431799"/>
                </a:moveTo>
                <a:lnTo>
                  <a:pt x="91848" y="434339"/>
                </a:lnTo>
                <a:lnTo>
                  <a:pt x="145836" y="434339"/>
                </a:lnTo>
                <a:lnTo>
                  <a:pt x="147703" y="433069"/>
                </a:lnTo>
                <a:lnTo>
                  <a:pt x="106123" y="433069"/>
                </a:lnTo>
                <a:lnTo>
                  <a:pt x="107635" y="431799"/>
                </a:lnTo>
                <a:close/>
              </a:path>
              <a:path w="252729" h="452120">
                <a:moveTo>
                  <a:pt x="120892" y="427989"/>
                </a:moveTo>
                <a:lnTo>
                  <a:pt x="106123" y="433069"/>
                </a:lnTo>
                <a:lnTo>
                  <a:pt x="147703" y="433069"/>
                </a:lnTo>
                <a:lnTo>
                  <a:pt x="153305" y="429259"/>
                </a:lnTo>
                <a:lnTo>
                  <a:pt x="119327" y="429259"/>
                </a:lnTo>
                <a:lnTo>
                  <a:pt x="120892" y="427989"/>
                </a:lnTo>
                <a:close/>
              </a:path>
              <a:path w="252729" h="452120">
                <a:moveTo>
                  <a:pt x="48123" y="429259"/>
                </a:moveTo>
                <a:lnTo>
                  <a:pt x="49952" y="430529"/>
                </a:lnTo>
                <a:lnTo>
                  <a:pt x="48737" y="429556"/>
                </a:lnTo>
                <a:lnTo>
                  <a:pt x="48123" y="429259"/>
                </a:lnTo>
                <a:close/>
              </a:path>
              <a:path w="252729" h="452120">
                <a:moveTo>
                  <a:pt x="48737" y="429556"/>
                </a:moveTo>
                <a:lnTo>
                  <a:pt x="49952" y="430529"/>
                </a:lnTo>
                <a:lnTo>
                  <a:pt x="50754" y="430529"/>
                </a:lnTo>
                <a:lnTo>
                  <a:pt x="48737" y="429556"/>
                </a:lnTo>
                <a:close/>
              </a:path>
              <a:path w="252729" h="452120">
                <a:moveTo>
                  <a:pt x="48367" y="429259"/>
                </a:moveTo>
                <a:lnTo>
                  <a:pt x="48123" y="429259"/>
                </a:lnTo>
                <a:lnTo>
                  <a:pt x="48737" y="429556"/>
                </a:lnTo>
                <a:lnTo>
                  <a:pt x="48367" y="429259"/>
                </a:lnTo>
                <a:close/>
              </a:path>
              <a:path w="252729" h="452120">
                <a:moveTo>
                  <a:pt x="134606" y="420369"/>
                </a:moveTo>
                <a:lnTo>
                  <a:pt x="119327" y="429259"/>
                </a:lnTo>
                <a:lnTo>
                  <a:pt x="153305" y="429259"/>
                </a:lnTo>
                <a:lnTo>
                  <a:pt x="160775" y="424179"/>
                </a:lnTo>
                <a:lnTo>
                  <a:pt x="161450" y="424179"/>
                </a:lnTo>
                <a:lnTo>
                  <a:pt x="164251" y="421639"/>
                </a:lnTo>
                <a:lnTo>
                  <a:pt x="133697" y="421639"/>
                </a:lnTo>
                <a:lnTo>
                  <a:pt x="134606" y="420369"/>
                </a:lnTo>
                <a:close/>
              </a:path>
              <a:path w="252729" h="452120">
                <a:moveTo>
                  <a:pt x="150503" y="408939"/>
                </a:moveTo>
                <a:lnTo>
                  <a:pt x="133697" y="421639"/>
                </a:lnTo>
                <a:lnTo>
                  <a:pt x="164251" y="421639"/>
                </a:lnTo>
                <a:lnTo>
                  <a:pt x="176856" y="410209"/>
                </a:lnTo>
                <a:lnTo>
                  <a:pt x="149828" y="410209"/>
                </a:lnTo>
                <a:lnTo>
                  <a:pt x="150503" y="408939"/>
                </a:lnTo>
                <a:close/>
              </a:path>
              <a:path w="252729" h="452120">
                <a:moveTo>
                  <a:pt x="35692" y="419099"/>
                </a:moveTo>
                <a:lnTo>
                  <a:pt x="37060" y="420369"/>
                </a:lnTo>
                <a:lnTo>
                  <a:pt x="36769" y="419963"/>
                </a:lnTo>
                <a:lnTo>
                  <a:pt x="35692" y="419099"/>
                </a:lnTo>
                <a:close/>
              </a:path>
              <a:path w="252729" h="452120">
                <a:moveTo>
                  <a:pt x="36769" y="419963"/>
                </a:moveTo>
                <a:lnTo>
                  <a:pt x="37060" y="420369"/>
                </a:lnTo>
                <a:lnTo>
                  <a:pt x="37276" y="420369"/>
                </a:lnTo>
                <a:lnTo>
                  <a:pt x="36769" y="419963"/>
                </a:lnTo>
                <a:close/>
              </a:path>
              <a:path w="252729" h="452120">
                <a:moveTo>
                  <a:pt x="36157" y="419099"/>
                </a:moveTo>
                <a:lnTo>
                  <a:pt x="35692" y="419099"/>
                </a:lnTo>
                <a:lnTo>
                  <a:pt x="36769" y="419963"/>
                </a:lnTo>
                <a:lnTo>
                  <a:pt x="36157" y="419099"/>
                </a:lnTo>
                <a:close/>
              </a:path>
              <a:path w="252729" h="452120">
                <a:moveTo>
                  <a:pt x="229245" y="340359"/>
                </a:moveTo>
                <a:lnTo>
                  <a:pt x="209735" y="340359"/>
                </a:lnTo>
                <a:lnTo>
                  <a:pt x="195475" y="361949"/>
                </a:lnTo>
                <a:lnTo>
                  <a:pt x="195952" y="361949"/>
                </a:lnTo>
                <a:lnTo>
                  <a:pt x="180674" y="380999"/>
                </a:lnTo>
                <a:lnTo>
                  <a:pt x="181269" y="380999"/>
                </a:lnTo>
                <a:lnTo>
                  <a:pt x="165991" y="396239"/>
                </a:lnTo>
                <a:lnTo>
                  <a:pt x="166634" y="396239"/>
                </a:lnTo>
                <a:lnTo>
                  <a:pt x="149828" y="410209"/>
                </a:lnTo>
                <a:lnTo>
                  <a:pt x="176856" y="410209"/>
                </a:lnTo>
                <a:lnTo>
                  <a:pt x="178257" y="408939"/>
                </a:lnTo>
                <a:lnTo>
                  <a:pt x="178900" y="408939"/>
                </a:lnTo>
                <a:lnTo>
                  <a:pt x="194178" y="392429"/>
                </a:lnTo>
                <a:lnTo>
                  <a:pt x="194774" y="392429"/>
                </a:lnTo>
                <a:lnTo>
                  <a:pt x="210052" y="373379"/>
                </a:lnTo>
                <a:lnTo>
                  <a:pt x="210529" y="372109"/>
                </a:lnTo>
                <a:lnTo>
                  <a:pt x="224789" y="350519"/>
                </a:lnTo>
                <a:lnTo>
                  <a:pt x="225510" y="349249"/>
                </a:lnTo>
                <a:lnTo>
                  <a:pt x="229245" y="340359"/>
                </a:lnTo>
                <a:close/>
              </a:path>
              <a:path w="252729" h="452120">
                <a:moveTo>
                  <a:pt x="25539" y="404132"/>
                </a:moveTo>
                <a:lnTo>
                  <a:pt x="26349" y="406399"/>
                </a:lnTo>
                <a:lnTo>
                  <a:pt x="27148" y="406399"/>
                </a:lnTo>
                <a:lnTo>
                  <a:pt x="25539" y="404132"/>
                </a:lnTo>
                <a:close/>
              </a:path>
              <a:path w="252729" h="452120">
                <a:moveTo>
                  <a:pt x="22243" y="396239"/>
                </a:moveTo>
                <a:lnTo>
                  <a:pt x="22020" y="396239"/>
                </a:lnTo>
                <a:lnTo>
                  <a:pt x="22562" y="397509"/>
                </a:lnTo>
                <a:lnTo>
                  <a:pt x="22243" y="396239"/>
                </a:lnTo>
                <a:close/>
              </a:path>
              <a:path w="252729" h="452120">
                <a:moveTo>
                  <a:pt x="19893" y="386079"/>
                </a:moveTo>
                <a:lnTo>
                  <a:pt x="19753" y="386079"/>
                </a:lnTo>
                <a:lnTo>
                  <a:pt x="19938" y="386832"/>
                </a:lnTo>
                <a:lnTo>
                  <a:pt x="19893" y="386079"/>
                </a:lnTo>
                <a:close/>
              </a:path>
              <a:path w="252729" h="452120">
                <a:moveTo>
                  <a:pt x="230079" y="284479"/>
                </a:moveTo>
                <a:lnTo>
                  <a:pt x="219893" y="316229"/>
                </a:lnTo>
                <a:lnTo>
                  <a:pt x="220219" y="316229"/>
                </a:lnTo>
                <a:lnTo>
                  <a:pt x="209253" y="341090"/>
                </a:lnTo>
                <a:lnTo>
                  <a:pt x="209735" y="340359"/>
                </a:lnTo>
                <a:lnTo>
                  <a:pt x="229245" y="340359"/>
                </a:lnTo>
                <a:lnTo>
                  <a:pt x="236714" y="322579"/>
                </a:lnTo>
                <a:lnTo>
                  <a:pt x="237040" y="322579"/>
                </a:lnTo>
                <a:lnTo>
                  <a:pt x="247226" y="289559"/>
                </a:lnTo>
                <a:lnTo>
                  <a:pt x="247460" y="288289"/>
                </a:lnTo>
                <a:lnTo>
                  <a:pt x="247989" y="285749"/>
                </a:lnTo>
                <a:lnTo>
                  <a:pt x="229844" y="285749"/>
                </a:lnTo>
                <a:lnTo>
                  <a:pt x="230079" y="284479"/>
                </a:lnTo>
                <a:close/>
              </a:path>
              <a:path w="252729" h="452120">
                <a:moveTo>
                  <a:pt x="208305" y="29209"/>
                </a:moveTo>
                <a:lnTo>
                  <a:pt x="184927" y="29209"/>
                </a:lnTo>
                <a:lnTo>
                  <a:pt x="185913" y="30327"/>
                </a:lnTo>
                <a:lnTo>
                  <a:pt x="186022" y="30458"/>
                </a:lnTo>
                <a:lnTo>
                  <a:pt x="186231" y="30632"/>
                </a:lnTo>
                <a:lnTo>
                  <a:pt x="193076" y="38099"/>
                </a:lnTo>
                <a:lnTo>
                  <a:pt x="192352" y="38099"/>
                </a:lnTo>
                <a:lnTo>
                  <a:pt x="199991" y="49529"/>
                </a:lnTo>
                <a:lnTo>
                  <a:pt x="199593" y="49529"/>
                </a:lnTo>
                <a:lnTo>
                  <a:pt x="207233" y="63499"/>
                </a:lnTo>
                <a:lnTo>
                  <a:pt x="206851" y="63499"/>
                </a:lnTo>
                <a:lnTo>
                  <a:pt x="209114" y="69141"/>
                </a:lnTo>
                <a:lnTo>
                  <a:pt x="209996" y="69849"/>
                </a:lnTo>
                <a:lnTo>
                  <a:pt x="210587" y="71119"/>
                </a:lnTo>
                <a:lnTo>
                  <a:pt x="211367" y="73659"/>
                </a:lnTo>
                <a:lnTo>
                  <a:pt x="211376" y="74784"/>
                </a:lnTo>
                <a:lnTo>
                  <a:pt x="220093" y="96519"/>
                </a:lnTo>
                <a:lnTo>
                  <a:pt x="219739" y="96519"/>
                </a:lnTo>
                <a:lnTo>
                  <a:pt x="228906" y="133349"/>
                </a:lnTo>
                <a:lnTo>
                  <a:pt x="228744" y="133349"/>
                </a:lnTo>
                <a:lnTo>
                  <a:pt x="231335" y="151129"/>
                </a:lnTo>
                <a:lnTo>
                  <a:pt x="231608" y="152407"/>
                </a:lnTo>
                <a:lnTo>
                  <a:pt x="233068" y="171449"/>
                </a:lnTo>
                <a:lnTo>
                  <a:pt x="233165" y="172719"/>
                </a:lnTo>
                <a:lnTo>
                  <a:pt x="233270" y="174080"/>
                </a:lnTo>
                <a:lnTo>
                  <a:pt x="234226" y="214629"/>
                </a:lnTo>
                <a:lnTo>
                  <a:pt x="234167" y="253999"/>
                </a:lnTo>
                <a:lnTo>
                  <a:pt x="233282" y="267969"/>
                </a:lnTo>
                <a:lnTo>
                  <a:pt x="229844" y="285749"/>
                </a:lnTo>
                <a:lnTo>
                  <a:pt x="247989" y="285749"/>
                </a:lnTo>
                <a:lnTo>
                  <a:pt x="250898" y="271779"/>
                </a:lnTo>
                <a:lnTo>
                  <a:pt x="251052" y="270509"/>
                </a:lnTo>
                <a:lnTo>
                  <a:pt x="252197" y="253999"/>
                </a:lnTo>
                <a:lnTo>
                  <a:pt x="252215" y="214629"/>
                </a:lnTo>
                <a:lnTo>
                  <a:pt x="251351" y="179069"/>
                </a:lnTo>
                <a:lnTo>
                  <a:pt x="251230" y="174080"/>
                </a:lnTo>
                <a:lnTo>
                  <a:pt x="251197" y="172719"/>
                </a:lnTo>
                <a:lnTo>
                  <a:pt x="249752" y="154153"/>
                </a:lnTo>
                <a:lnTo>
                  <a:pt x="249687" y="153324"/>
                </a:lnTo>
                <a:lnTo>
                  <a:pt x="249616" y="152407"/>
                </a:lnTo>
                <a:lnTo>
                  <a:pt x="249516" y="151129"/>
                </a:lnTo>
                <a:lnTo>
                  <a:pt x="246523" y="130809"/>
                </a:lnTo>
                <a:lnTo>
                  <a:pt x="246361" y="129539"/>
                </a:lnTo>
                <a:lnTo>
                  <a:pt x="237194" y="91439"/>
                </a:lnTo>
                <a:lnTo>
                  <a:pt x="236840" y="90169"/>
                </a:lnTo>
                <a:lnTo>
                  <a:pt x="223599" y="57149"/>
                </a:lnTo>
                <a:lnTo>
                  <a:pt x="223218" y="55879"/>
                </a:lnTo>
                <a:lnTo>
                  <a:pt x="215578" y="40639"/>
                </a:lnTo>
                <a:lnTo>
                  <a:pt x="215180" y="40639"/>
                </a:lnTo>
                <a:lnTo>
                  <a:pt x="208305" y="29209"/>
                </a:lnTo>
                <a:close/>
              </a:path>
              <a:path w="252729" h="452120">
                <a:moveTo>
                  <a:pt x="49583" y="177799"/>
                </a:moveTo>
                <a:lnTo>
                  <a:pt x="28024" y="177799"/>
                </a:lnTo>
                <a:lnTo>
                  <a:pt x="30865" y="179069"/>
                </a:lnTo>
                <a:lnTo>
                  <a:pt x="39398" y="179069"/>
                </a:lnTo>
                <a:lnTo>
                  <a:pt x="49583" y="177799"/>
                </a:lnTo>
                <a:close/>
              </a:path>
              <a:path w="252729" h="452120">
                <a:moveTo>
                  <a:pt x="164793" y="0"/>
                </a:moveTo>
                <a:lnTo>
                  <a:pt x="143642" y="0"/>
                </a:lnTo>
                <a:lnTo>
                  <a:pt x="126326" y="3809"/>
                </a:lnTo>
                <a:lnTo>
                  <a:pt x="124302" y="5079"/>
                </a:lnTo>
                <a:lnTo>
                  <a:pt x="105968" y="13969"/>
                </a:lnTo>
                <a:lnTo>
                  <a:pt x="104583" y="13969"/>
                </a:lnTo>
                <a:lnTo>
                  <a:pt x="86758" y="26669"/>
                </a:lnTo>
                <a:lnTo>
                  <a:pt x="85627" y="27939"/>
                </a:lnTo>
                <a:lnTo>
                  <a:pt x="68311" y="45719"/>
                </a:lnTo>
                <a:lnTo>
                  <a:pt x="67555" y="45719"/>
                </a:lnTo>
                <a:lnTo>
                  <a:pt x="50240" y="68579"/>
                </a:lnTo>
                <a:lnTo>
                  <a:pt x="49740" y="69849"/>
                </a:lnTo>
                <a:lnTo>
                  <a:pt x="35990" y="91439"/>
                </a:lnTo>
                <a:lnTo>
                  <a:pt x="35563" y="91439"/>
                </a:lnTo>
                <a:lnTo>
                  <a:pt x="24868" y="113029"/>
                </a:lnTo>
                <a:lnTo>
                  <a:pt x="17103" y="153324"/>
                </a:lnTo>
                <a:lnTo>
                  <a:pt x="16997" y="161289"/>
                </a:lnTo>
                <a:lnTo>
                  <a:pt x="17995" y="168909"/>
                </a:lnTo>
                <a:lnTo>
                  <a:pt x="18201" y="168909"/>
                </a:lnTo>
                <a:lnTo>
                  <a:pt x="18816" y="171449"/>
                </a:lnTo>
                <a:lnTo>
                  <a:pt x="19213" y="171449"/>
                </a:lnTo>
                <a:lnTo>
                  <a:pt x="22027" y="175259"/>
                </a:lnTo>
                <a:lnTo>
                  <a:pt x="22662" y="175259"/>
                </a:lnTo>
                <a:lnTo>
                  <a:pt x="24109" y="176529"/>
                </a:lnTo>
                <a:lnTo>
                  <a:pt x="24892" y="177799"/>
                </a:lnTo>
                <a:lnTo>
                  <a:pt x="51111" y="177799"/>
                </a:lnTo>
                <a:lnTo>
                  <a:pt x="63541" y="174080"/>
                </a:lnTo>
                <a:lnTo>
                  <a:pt x="64636" y="174080"/>
                </a:lnTo>
                <a:lnTo>
                  <a:pt x="82157" y="166369"/>
                </a:lnTo>
                <a:lnTo>
                  <a:pt x="83082" y="166369"/>
                </a:lnTo>
                <a:lnTo>
                  <a:pt x="85247" y="165099"/>
                </a:lnTo>
                <a:lnTo>
                  <a:pt x="35692" y="165099"/>
                </a:lnTo>
                <a:lnTo>
                  <a:pt x="34661" y="162932"/>
                </a:lnTo>
                <a:lnTo>
                  <a:pt x="31413" y="160019"/>
                </a:lnTo>
                <a:lnTo>
                  <a:pt x="34878" y="160019"/>
                </a:lnTo>
                <a:lnTo>
                  <a:pt x="34801" y="158749"/>
                </a:lnTo>
                <a:lnTo>
                  <a:pt x="34947" y="157479"/>
                </a:lnTo>
                <a:lnTo>
                  <a:pt x="35061" y="153324"/>
                </a:lnTo>
                <a:lnTo>
                  <a:pt x="35156" y="149859"/>
                </a:lnTo>
                <a:lnTo>
                  <a:pt x="35260" y="146049"/>
                </a:lnTo>
                <a:lnTo>
                  <a:pt x="35542" y="144779"/>
                </a:lnTo>
                <a:lnTo>
                  <a:pt x="37165" y="133349"/>
                </a:lnTo>
                <a:lnTo>
                  <a:pt x="36950" y="133349"/>
                </a:lnTo>
                <a:lnTo>
                  <a:pt x="37312" y="132319"/>
                </a:lnTo>
                <a:lnTo>
                  <a:pt x="37346" y="132079"/>
                </a:lnTo>
                <a:lnTo>
                  <a:pt x="37841" y="130809"/>
                </a:lnTo>
                <a:lnTo>
                  <a:pt x="41406" y="120649"/>
                </a:lnTo>
                <a:lnTo>
                  <a:pt x="41565" y="120649"/>
                </a:lnTo>
                <a:lnTo>
                  <a:pt x="51631" y="100329"/>
                </a:lnTo>
                <a:lnTo>
                  <a:pt x="51204" y="100329"/>
                </a:lnTo>
                <a:lnTo>
                  <a:pt x="64954" y="78739"/>
                </a:lnTo>
                <a:lnTo>
                  <a:pt x="65417" y="78739"/>
                </a:lnTo>
                <a:lnTo>
                  <a:pt x="81770" y="57149"/>
                </a:lnTo>
                <a:lnTo>
                  <a:pt x="82251" y="57149"/>
                </a:lnTo>
                <a:lnTo>
                  <a:pt x="98330" y="40639"/>
                </a:lnTo>
                <a:lnTo>
                  <a:pt x="98982" y="40639"/>
                </a:lnTo>
                <a:lnTo>
                  <a:pt x="115024" y="29209"/>
                </a:lnTo>
                <a:lnTo>
                  <a:pt x="113639" y="29209"/>
                </a:lnTo>
                <a:lnTo>
                  <a:pt x="131973" y="21589"/>
                </a:lnTo>
                <a:lnTo>
                  <a:pt x="129949" y="21589"/>
                </a:lnTo>
                <a:lnTo>
                  <a:pt x="147265" y="17779"/>
                </a:lnTo>
                <a:lnTo>
                  <a:pt x="198669" y="17779"/>
                </a:lnTo>
                <a:lnTo>
                  <a:pt x="197548" y="16509"/>
                </a:lnTo>
                <a:lnTo>
                  <a:pt x="188381" y="8889"/>
                </a:lnTo>
                <a:lnTo>
                  <a:pt x="186732" y="7619"/>
                </a:lnTo>
                <a:lnTo>
                  <a:pt x="177056" y="2539"/>
                </a:lnTo>
                <a:lnTo>
                  <a:pt x="174469" y="1269"/>
                </a:lnTo>
                <a:lnTo>
                  <a:pt x="164793" y="0"/>
                </a:lnTo>
                <a:close/>
              </a:path>
              <a:path w="252729" h="452120">
                <a:moveTo>
                  <a:pt x="34661" y="162932"/>
                </a:moveTo>
                <a:lnTo>
                  <a:pt x="35692" y="165099"/>
                </a:lnTo>
                <a:lnTo>
                  <a:pt x="35514" y="163829"/>
                </a:lnTo>
                <a:lnTo>
                  <a:pt x="35493" y="163677"/>
                </a:lnTo>
                <a:lnTo>
                  <a:pt x="34661" y="162932"/>
                </a:lnTo>
                <a:close/>
              </a:path>
              <a:path w="252729" h="452120">
                <a:moveTo>
                  <a:pt x="59000" y="156209"/>
                </a:moveTo>
                <a:lnTo>
                  <a:pt x="46268" y="160019"/>
                </a:lnTo>
                <a:lnTo>
                  <a:pt x="47796" y="160019"/>
                </a:lnTo>
                <a:lnTo>
                  <a:pt x="37610" y="161289"/>
                </a:lnTo>
                <a:lnTo>
                  <a:pt x="35157" y="161289"/>
                </a:lnTo>
                <a:lnTo>
                  <a:pt x="35388" y="162932"/>
                </a:lnTo>
                <a:lnTo>
                  <a:pt x="35493" y="163677"/>
                </a:lnTo>
                <a:lnTo>
                  <a:pt x="35663" y="163829"/>
                </a:lnTo>
                <a:lnTo>
                  <a:pt x="35514" y="163829"/>
                </a:lnTo>
                <a:lnTo>
                  <a:pt x="35692" y="165099"/>
                </a:lnTo>
                <a:lnTo>
                  <a:pt x="85247" y="165099"/>
                </a:lnTo>
                <a:lnTo>
                  <a:pt x="87413" y="163829"/>
                </a:lnTo>
                <a:lnTo>
                  <a:pt x="35663" y="163829"/>
                </a:lnTo>
                <a:lnTo>
                  <a:pt x="35556" y="163677"/>
                </a:lnTo>
                <a:lnTo>
                  <a:pt x="87674" y="163677"/>
                </a:lnTo>
                <a:lnTo>
                  <a:pt x="98242" y="157479"/>
                </a:lnTo>
                <a:lnTo>
                  <a:pt x="58002" y="157479"/>
                </a:lnTo>
                <a:lnTo>
                  <a:pt x="59000" y="156209"/>
                </a:lnTo>
                <a:close/>
              </a:path>
              <a:path w="252729" h="452120">
                <a:moveTo>
                  <a:pt x="33880" y="161289"/>
                </a:moveTo>
                <a:lnTo>
                  <a:pt x="34661" y="162932"/>
                </a:lnTo>
                <a:lnTo>
                  <a:pt x="35493" y="163677"/>
                </a:lnTo>
                <a:lnTo>
                  <a:pt x="35033" y="162932"/>
                </a:lnTo>
                <a:lnTo>
                  <a:pt x="33880" y="161289"/>
                </a:lnTo>
                <a:close/>
              </a:path>
              <a:path w="252729" h="452120">
                <a:moveTo>
                  <a:pt x="34979" y="160019"/>
                </a:moveTo>
                <a:lnTo>
                  <a:pt x="31413" y="160019"/>
                </a:lnTo>
                <a:lnTo>
                  <a:pt x="33705" y="161289"/>
                </a:lnTo>
                <a:lnTo>
                  <a:pt x="33880" y="161289"/>
                </a:lnTo>
                <a:lnTo>
                  <a:pt x="35556" y="163677"/>
                </a:lnTo>
                <a:lnTo>
                  <a:pt x="35388" y="162932"/>
                </a:lnTo>
                <a:lnTo>
                  <a:pt x="34979" y="160019"/>
                </a:lnTo>
                <a:close/>
              </a:path>
              <a:path w="252729" h="452120">
                <a:moveTo>
                  <a:pt x="31413" y="160019"/>
                </a:moveTo>
                <a:lnTo>
                  <a:pt x="34661" y="162932"/>
                </a:lnTo>
                <a:lnTo>
                  <a:pt x="33880" y="161289"/>
                </a:lnTo>
                <a:lnTo>
                  <a:pt x="33705" y="161289"/>
                </a:lnTo>
                <a:lnTo>
                  <a:pt x="31413" y="160019"/>
                </a:lnTo>
                <a:close/>
              </a:path>
              <a:path w="252729" h="452120">
                <a:moveTo>
                  <a:pt x="185049" y="77469"/>
                </a:moveTo>
                <a:lnTo>
                  <a:pt x="177751" y="82549"/>
                </a:lnTo>
                <a:lnTo>
                  <a:pt x="159969" y="96519"/>
                </a:lnTo>
                <a:lnTo>
                  <a:pt x="146322" y="106679"/>
                </a:lnTo>
                <a:lnTo>
                  <a:pt x="130025" y="118109"/>
                </a:lnTo>
                <a:lnTo>
                  <a:pt x="130646" y="118109"/>
                </a:lnTo>
                <a:lnTo>
                  <a:pt x="112942" y="128269"/>
                </a:lnTo>
                <a:lnTo>
                  <a:pt x="93705" y="139631"/>
                </a:lnTo>
                <a:lnTo>
                  <a:pt x="93623" y="139764"/>
                </a:lnTo>
                <a:lnTo>
                  <a:pt x="74393" y="149859"/>
                </a:lnTo>
                <a:lnTo>
                  <a:pt x="75317" y="149859"/>
                </a:lnTo>
                <a:lnTo>
                  <a:pt x="58002" y="157479"/>
                </a:lnTo>
                <a:lnTo>
                  <a:pt x="98242" y="157479"/>
                </a:lnTo>
                <a:lnTo>
                  <a:pt x="122064" y="143509"/>
                </a:lnTo>
                <a:lnTo>
                  <a:pt x="139889" y="133349"/>
                </a:lnTo>
                <a:lnTo>
                  <a:pt x="140510" y="133349"/>
                </a:lnTo>
                <a:lnTo>
                  <a:pt x="156911" y="120649"/>
                </a:lnTo>
                <a:lnTo>
                  <a:pt x="170644" y="110489"/>
                </a:lnTo>
                <a:lnTo>
                  <a:pt x="180381" y="104139"/>
                </a:lnTo>
                <a:lnTo>
                  <a:pt x="188425" y="97871"/>
                </a:lnTo>
                <a:lnTo>
                  <a:pt x="188477" y="97711"/>
                </a:lnTo>
                <a:lnTo>
                  <a:pt x="195881" y="92709"/>
                </a:lnTo>
                <a:lnTo>
                  <a:pt x="203877" y="86359"/>
                </a:lnTo>
                <a:lnTo>
                  <a:pt x="209349" y="81279"/>
                </a:lnTo>
                <a:lnTo>
                  <a:pt x="210054" y="80009"/>
                </a:lnTo>
                <a:lnTo>
                  <a:pt x="210573" y="78739"/>
                </a:lnTo>
                <a:lnTo>
                  <a:pt x="184659" y="78739"/>
                </a:lnTo>
                <a:lnTo>
                  <a:pt x="185049" y="77469"/>
                </a:lnTo>
                <a:close/>
              </a:path>
              <a:path w="252729" h="452120">
                <a:moveTo>
                  <a:pt x="93705" y="139631"/>
                </a:moveTo>
                <a:lnTo>
                  <a:pt x="92343" y="140436"/>
                </a:lnTo>
                <a:lnTo>
                  <a:pt x="93623" y="139764"/>
                </a:lnTo>
                <a:lnTo>
                  <a:pt x="93705" y="139631"/>
                </a:lnTo>
                <a:close/>
              </a:path>
              <a:path w="252729" h="452120">
                <a:moveTo>
                  <a:pt x="37312" y="132319"/>
                </a:moveTo>
                <a:lnTo>
                  <a:pt x="36950" y="133349"/>
                </a:lnTo>
                <a:lnTo>
                  <a:pt x="37165" y="133349"/>
                </a:lnTo>
                <a:lnTo>
                  <a:pt x="37312" y="132319"/>
                </a:lnTo>
                <a:close/>
              </a:path>
              <a:path w="252729" h="452120">
                <a:moveTo>
                  <a:pt x="41565" y="120649"/>
                </a:moveTo>
                <a:lnTo>
                  <a:pt x="41406" y="120649"/>
                </a:lnTo>
                <a:lnTo>
                  <a:pt x="41022" y="121746"/>
                </a:lnTo>
                <a:lnTo>
                  <a:pt x="41565" y="120649"/>
                </a:lnTo>
                <a:close/>
              </a:path>
              <a:path w="252729" h="452120">
                <a:moveTo>
                  <a:pt x="189627" y="96935"/>
                </a:moveTo>
                <a:lnTo>
                  <a:pt x="188477" y="97711"/>
                </a:lnTo>
                <a:lnTo>
                  <a:pt x="188425" y="97871"/>
                </a:lnTo>
                <a:lnTo>
                  <a:pt x="189627" y="96935"/>
                </a:lnTo>
                <a:close/>
              </a:path>
              <a:path w="252729" h="452120">
                <a:moveTo>
                  <a:pt x="65417" y="78739"/>
                </a:moveTo>
                <a:lnTo>
                  <a:pt x="64954" y="78739"/>
                </a:lnTo>
                <a:lnTo>
                  <a:pt x="64455" y="80009"/>
                </a:lnTo>
                <a:lnTo>
                  <a:pt x="65417" y="78739"/>
                </a:lnTo>
                <a:close/>
              </a:path>
              <a:path w="252729" h="452120">
                <a:moveTo>
                  <a:pt x="205339" y="66039"/>
                </a:moveTo>
                <a:lnTo>
                  <a:pt x="200674" y="66039"/>
                </a:lnTo>
                <a:lnTo>
                  <a:pt x="198425" y="67309"/>
                </a:lnTo>
                <a:lnTo>
                  <a:pt x="197417" y="67309"/>
                </a:lnTo>
                <a:lnTo>
                  <a:pt x="196526" y="68579"/>
                </a:lnTo>
                <a:lnTo>
                  <a:pt x="191942" y="72389"/>
                </a:lnTo>
                <a:lnTo>
                  <a:pt x="192298" y="72389"/>
                </a:lnTo>
                <a:lnTo>
                  <a:pt x="184659" y="78739"/>
                </a:lnTo>
                <a:lnTo>
                  <a:pt x="210573" y="78739"/>
                </a:lnTo>
                <a:lnTo>
                  <a:pt x="211093" y="77469"/>
                </a:lnTo>
                <a:lnTo>
                  <a:pt x="211388" y="76199"/>
                </a:lnTo>
                <a:lnTo>
                  <a:pt x="211376" y="74784"/>
                </a:lnTo>
                <a:lnTo>
                  <a:pt x="209114" y="69141"/>
                </a:lnTo>
                <a:lnTo>
                  <a:pt x="208414" y="68579"/>
                </a:lnTo>
                <a:lnTo>
                  <a:pt x="207482" y="67309"/>
                </a:lnTo>
                <a:lnTo>
                  <a:pt x="205339" y="66039"/>
                </a:lnTo>
                <a:close/>
              </a:path>
              <a:path w="252729" h="452120">
                <a:moveTo>
                  <a:pt x="209114" y="69141"/>
                </a:moveTo>
                <a:lnTo>
                  <a:pt x="211376" y="74784"/>
                </a:lnTo>
                <a:lnTo>
                  <a:pt x="211367" y="73659"/>
                </a:lnTo>
                <a:lnTo>
                  <a:pt x="210587" y="71119"/>
                </a:lnTo>
                <a:lnTo>
                  <a:pt x="209996" y="69849"/>
                </a:lnTo>
                <a:lnTo>
                  <a:pt x="209114" y="69141"/>
                </a:lnTo>
                <a:close/>
              </a:path>
              <a:path w="252729" h="452120">
                <a:moveTo>
                  <a:pt x="82251" y="57149"/>
                </a:moveTo>
                <a:lnTo>
                  <a:pt x="81770" y="57149"/>
                </a:lnTo>
                <a:lnTo>
                  <a:pt x="81014" y="58419"/>
                </a:lnTo>
                <a:lnTo>
                  <a:pt x="82251" y="57149"/>
                </a:lnTo>
                <a:close/>
              </a:path>
              <a:path w="252729" h="452120">
                <a:moveTo>
                  <a:pt x="98982" y="40639"/>
                </a:moveTo>
                <a:lnTo>
                  <a:pt x="98330" y="40639"/>
                </a:lnTo>
                <a:lnTo>
                  <a:pt x="97086" y="41917"/>
                </a:lnTo>
                <a:lnTo>
                  <a:pt x="98982" y="40639"/>
                </a:lnTo>
                <a:close/>
              </a:path>
              <a:path w="252729" h="452120">
                <a:moveTo>
                  <a:pt x="198669" y="17779"/>
                </a:moveTo>
                <a:lnTo>
                  <a:pt x="161764" y="17779"/>
                </a:lnTo>
                <a:lnTo>
                  <a:pt x="171440" y="19049"/>
                </a:lnTo>
                <a:lnTo>
                  <a:pt x="168854" y="19049"/>
                </a:lnTo>
                <a:lnTo>
                  <a:pt x="178530" y="22859"/>
                </a:lnTo>
                <a:lnTo>
                  <a:pt x="176881" y="22859"/>
                </a:lnTo>
                <a:lnTo>
                  <a:pt x="185864" y="30327"/>
                </a:lnTo>
                <a:lnTo>
                  <a:pt x="184927" y="29209"/>
                </a:lnTo>
                <a:lnTo>
                  <a:pt x="208305" y="29209"/>
                </a:lnTo>
                <a:lnTo>
                  <a:pt x="207541" y="27939"/>
                </a:lnTo>
                <a:lnTo>
                  <a:pt x="206817" y="26669"/>
                </a:lnTo>
                <a:lnTo>
                  <a:pt x="198669" y="17779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796632" y="8030128"/>
            <a:ext cx="271780" cy="224154"/>
          </a:xfrm>
          <a:custGeom>
            <a:avLst/>
            <a:gdLst/>
            <a:ahLst/>
            <a:cxnLst/>
            <a:rect l="l" t="t" r="r" b="b"/>
            <a:pathLst>
              <a:path w="271780" h="224154">
                <a:moveTo>
                  <a:pt x="250413" y="213810"/>
                </a:moveTo>
                <a:lnTo>
                  <a:pt x="262169" y="223696"/>
                </a:lnTo>
                <a:lnTo>
                  <a:pt x="263088" y="223696"/>
                </a:lnTo>
                <a:lnTo>
                  <a:pt x="271319" y="214730"/>
                </a:lnTo>
                <a:lnTo>
                  <a:pt x="271307" y="214522"/>
                </a:lnTo>
                <a:lnTo>
                  <a:pt x="251302" y="214522"/>
                </a:lnTo>
                <a:lnTo>
                  <a:pt x="250413" y="213810"/>
                </a:lnTo>
                <a:close/>
              </a:path>
              <a:path w="271780" h="224154">
                <a:moveTo>
                  <a:pt x="249906" y="212971"/>
                </a:moveTo>
                <a:lnTo>
                  <a:pt x="250244" y="213563"/>
                </a:lnTo>
                <a:lnTo>
                  <a:pt x="250413" y="213810"/>
                </a:lnTo>
                <a:lnTo>
                  <a:pt x="251302" y="214522"/>
                </a:lnTo>
                <a:lnTo>
                  <a:pt x="249906" y="212971"/>
                </a:lnTo>
                <a:close/>
              </a:path>
              <a:path w="271780" h="224154">
                <a:moveTo>
                  <a:pt x="249757" y="212806"/>
                </a:moveTo>
                <a:lnTo>
                  <a:pt x="251302" y="214522"/>
                </a:lnTo>
                <a:lnTo>
                  <a:pt x="271307" y="214522"/>
                </a:lnTo>
                <a:lnTo>
                  <a:pt x="271255" y="213563"/>
                </a:lnTo>
                <a:lnTo>
                  <a:pt x="271104" y="212971"/>
                </a:lnTo>
                <a:lnTo>
                  <a:pt x="250253" y="212971"/>
                </a:lnTo>
                <a:lnTo>
                  <a:pt x="249757" y="212806"/>
                </a:lnTo>
                <a:close/>
              </a:path>
              <a:path w="271780" h="224154">
                <a:moveTo>
                  <a:pt x="248733" y="212465"/>
                </a:moveTo>
                <a:lnTo>
                  <a:pt x="250413" y="213810"/>
                </a:lnTo>
                <a:lnTo>
                  <a:pt x="249838" y="212971"/>
                </a:lnTo>
                <a:lnTo>
                  <a:pt x="249725" y="212806"/>
                </a:lnTo>
                <a:lnTo>
                  <a:pt x="248733" y="212465"/>
                </a:lnTo>
                <a:close/>
              </a:path>
              <a:path w="271780" h="224154">
                <a:moveTo>
                  <a:pt x="270895" y="212156"/>
                </a:moveTo>
                <a:lnTo>
                  <a:pt x="249172" y="212156"/>
                </a:lnTo>
                <a:lnTo>
                  <a:pt x="249757" y="212806"/>
                </a:lnTo>
                <a:lnTo>
                  <a:pt x="250253" y="212971"/>
                </a:lnTo>
                <a:lnTo>
                  <a:pt x="249323" y="212465"/>
                </a:lnTo>
                <a:lnTo>
                  <a:pt x="271061" y="212806"/>
                </a:lnTo>
                <a:lnTo>
                  <a:pt x="270974" y="212465"/>
                </a:lnTo>
                <a:lnTo>
                  <a:pt x="270895" y="212156"/>
                </a:lnTo>
                <a:close/>
              </a:path>
              <a:path w="271780" h="224154">
                <a:moveTo>
                  <a:pt x="271061" y="212806"/>
                </a:moveTo>
                <a:lnTo>
                  <a:pt x="249950" y="212806"/>
                </a:lnTo>
                <a:lnTo>
                  <a:pt x="250253" y="212971"/>
                </a:lnTo>
                <a:lnTo>
                  <a:pt x="271104" y="212971"/>
                </a:lnTo>
                <a:lnTo>
                  <a:pt x="271061" y="212806"/>
                </a:lnTo>
                <a:close/>
              </a:path>
              <a:path w="271780" h="224154">
                <a:moveTo>
                  <a:pt x="247482" y="211463"/>
                </a:moveTo>
                <a:lnTo>
                  <a:pt x="248733" y="212465"/>
                </a:lnTo>
                <a:lnTo>
                  <a:pt x="249757" y="212806"/>
                </a:lnTo>
                <a:lnTo>
                  <a:pt x="249436" y="212465"/>
                </a:lnTo>
                <a:lnTo>
                  <a:pt x="248755" y="212156"/>
                </a:lnTo>
                <a:lnTo>
                  <a:pt x="247482" y="211463"/>
                </a:lnTo>
                <a:close/>
              </a:path>
              <a:path w="271780" h="224154">
                <a:moveTo>
                  <a:pt x="270717" y="211463"/>
                </a:moveTo>
                <a:lnTo>
                  <a:pt x="247482" y="211463"/>
                </a:lnTo>
                <a:lnTo>
                  <a:pt x="249950" y="212806"/>
                </a:lnTo>
                <a:lnTo>
                  <a:pt x="249757" y="212806"/>
                </a:lnTo>
                <a:lnTo>
                  <a:pt x="249172" y="212156"/>
                </a:lnTo>
                <a:lnTo>
                  <a:pt x="270895" y="212156"/>
                </a:lnTo>
                <a:lnTo>
                  <a:pt x="270717" y="211463"/>
                </a:lnTo>
                <a:close/>
              </a:path>
              <a:path w="271780" h="224154">
                <a:moveTo>
                  <a:pt x="244142" y="210936"/>
                </a:moveTo>
                <a:lnTo>
                  <a:pt x="248733" y="212465"/>
                </a:lnTo>
                <a:lnTo>
                  <a:pt x="247482" y="211463"/>
                </a:lnTo>
                <a:lnTo>
                  <a:pt x="270717" y="211463"/>
                </a:lnTo>
                <a:lnTo>
                  <a:pt x="270664" y="211256"/>
                </a:lnTo>
                <a:lnTo>
                  <a:pt x="245320" y="211256"/>
                </a:lnTo>
                <a:lnTo>
                  <a:pt x="244142" y="210936"/>
                </a:lnTo>
                <a:close/>
              </a:path>
              <a:path w="271780" h="224154">
                <a:moveTo>
                  <a:pt x="234681" y="0"/>
                </a:moveTo>
                <a:lnTo>
                  <a:pt x="231752" y="0"/>
                </a:lnTo>
                <a:lnTo>
                  <a:pt x="222904" y="2212"/>
                </a:lnTo>
                <a:lnTo>
                  <a:pt x="220462" y="3223"/>
                </a:lnTo>
                <a:lnTo>
                  <a:pt x="210276" y="9337"/>
                </a:lnTo>
                <a:lnTo>
                  <a:pt x="209728" y="9690"/>
                </a:lnTo>
                <a:lnTo>
                  <a:pt x="195963" y="19364"/>
                </a:lnTo>
                <a:lnTo>
                  <a:pt x="161579" y="41106"/>
                </a:lnTo>
                <a:lnTo>
                  <a:pt x="121288" y="67039"/>
                </a:lnTo>
                <a:lnTo>
                  <a:pt x="65578" y="91843"/>
                </a:lnTo>
                <a:lnTo>
                  <a:pt x="17035" y="111048"/>
                </a:lnTo>
                <a:lnTo>
                  <a:pt x="9574" y="113713"/>
                </a:lnTo>
                <a:lnTo>
                  <a:pt x="8980" y="114004"/>
                </a:lnTo>
                <a:lnTo>
                  <a:pt x="144" y="127276"/>
                </a:lnTo>
                <a:lnTo>
                  <a:pt x="48" y="127754"/>
                </a:lnTo>
                <a:lnTo>
                  <a:pt x="37027" y="160397"/>
                </a:lnTo>
                <a:lnTo>
                  <a:pt x="97364" y="176049"/>
                </a:lnTo>
                <a:lnTo>
                  <a:pt x="139326" y="184749"/>
                </a:lnTo>
                <a:lnTo>
                  <a:pt x="175723" y="192848"/>
                </a:lnTo>
                <a:lnTo>
                  <a:pt x="192996" y="197436"/>
                </a:lnTo>
                <a:lnTo>
                  <a:pt x="205635" y="201325"/>
                </a:lnTo>
                <a:lnTo>
                  <a:pt x="206445" y="201529"/>
                </a:lnTo>
                <a:lnTo>
                  <a:pt x="218575" y="204078"/>
                </a:lnTo>
                <a:lnTo>
                  <a:pt x="237318" y="209504"/>
                </a:lnTo>
                <a:lnTo>
                  <a:pt x="237970" y="209671"/>
                </a:lnTo>
                <a:lnTo>
                  <a:pt x="245379" y="211256"/>
                </a:lnTo>
                <a:lnTo>
                  <a:pt x="245103" y="211256"/>
                </a:lnTo>
                <a:lnTo>
                  <a:pt x="244142" y="210936"/>
                </a:lnTo>
                <a:lnTo>
                  <a:pt x="270511" y="210936"/>
                </a:lnTo>
                <a:lnTo>
                  <a:pt x="270159" y="210202"/>
                </a:lnTo>
                <a:lnTo>
                  <a:pt x="242518" y="192271"/>
                </a:lnTo>
                <a:lnTo>
                  <a:pt x="242387" y="192271"/>
                </a:lnTo>
                <a:lnTo>
                  <a:pt x="222967" y="186646"/>
                </a:lnTo>
                <a:lnTo>
                  <a:pt x="222331" y="186491"/>
                </a:lnTo>
                <a:lnTo>
                  <a:pt x="211119" y="184153"/>
                </a:lnTo>
                <a:lnTo>
                  <a:pt x="210918" y="184153"/>
                </a:lnTo>
                <a:lnTo>
                  <a:pt x="197334" y="179980"/>
                </a:lnTo>
                <a:lnTo>
                  <a:pt x="179668" y="175312"/>
                </a:lnTo>
                <a:lnTo>
                  <a:pt x="142771" y="167119"/>
                </a:lnTo>
                <a:lnTo>
                  <a:pt x="122179" y="163101"/>
                </a:lnTo>
                <a:lnTo>
                  <a:pt x="101499" y="158562"/>
                </a:lnTo>
                <a:lnTo>
                  <a:pt x="60970" y="148435"/>
                </a:lnTo>
                <a:lnTo>
                  <a:pt x="43532" y="143598"/>
                </a:lnTo>
                <a:lnTo>
                  <a:pt x="43399" y="143598"/>
                </a:lnTo>
                <a:lnTo>
                  <a:pt x="29969" y="138507"/>
                </a:lnTo>
                <a:lnTo>
                  <a:pt x="29745" y="138507"/>
                </a:lnTo>
                <a:lnTo>
                  <a:pt x="29233" y="138228"/>
                </a:lnTo>
                <a:lnTo>
                  <a:pt x="28629" y="137999"/>
                </a:lnTo>
                <a:lnTo>
                  <a:pt x="28813" y="137999"/>
                </a:lnTo>
                <a:lnTo>
                  <a:pt x="21840" y="134198"/>
                </a:lnTo>
                <a:lnTo>
                  <a:pt x="18074" y="134198"/>
                </a:lnTo>
                <a:lnTo>
                  <a:pt x="18044" y="133931"/>
                </a:lnTo>
                <a:lnTo>
                  <a:pt x="17508" y="133021"/>
                </a:lnTo>
                <a:lnTo>
                  <a:pt x="16953" y="131866"/>
                </a:lnTo>
                <a:lnTo>
                  <a:pt x="16008" y="131866"/>
                </a:lnTo>
                <a:lnTo>
                  <a:pt x="16274" y="131599"/>
                </a:lnTo>
                <a:lnTo>
                  <a:pt x="16349" y="131227"/>
                </a:lnTo>
                <a:lnTo>
                  <a:pt x="16435" y="131067"/>
                </a:lnTo>
                <a:lnTo>
                  <a:pt x="16569" y="131067"/>
                </a:lnTo>
                <a:lnTo>
                  <a:pt x="15501" y="128846"/>
                </a:lnTo>
                <a:lnTo>
                  <a:pt x="17624" y="128846"/>
                </a:lnTo>
                <a:lnTo>
                  <a:pt x="18464" y="127276"/>
                </a:lnTo>
                <a:lnTo>
                  <a:pt x="24863" y="127276"/>
                </a:lnTo>
                <a:lnTo>
                  <a:pt x="72714" y="108332"/>
                </a:lnTo>
                <a:lnTo>
                  <a:pt x="108873" y="93183"/>
                </a:lnTo>
                <a:lnTo>
                  <a:pt x="152099" y="68849"/>
                </a:lnTo>
                <a:lnTo>
                  <a:pt x="171302" y="56217"/>
                </a:lnTo>
                <a:lnTo>
                  <a:pt x="205969" y="34291"/>
                </a:lnTo>
                <a:lnTo>
                  <a:pt x="220066" y="24381"/>
                </a:lnTo>
                <a:lnTo>
                  <a:pt x="222405" y="23008"/>
                </a:lnTo>
                <a:lnTo>
                  <a:pt x="228022" y="19636"/>
                </a:lnTo>
                <a:lnTo>
                  <a:pt x="227261" y="19636"/>
                </a:lnTo>
                <a:lnTo>
                  <a:pt x="229704" y="18627"/>
                </a:lnTo>
                <a:lnTo>
                  <a:pt x="231308" y="18627"/>
                </a:lnTo>
                <a:lnTo>
                  <a:pt x="233283" y="18134"/>
                </a:lnTo>
                <a:lnTo>
                  <a:pt x="231151" y="17627"/>
                </a:lnTo>
                <a:lnTo>
                  <a:pt x="259290" y="17627"/>
                </a:lnTo>
                <a:lnTo>
                  <a:pt x="259914" y="15880"/>
                </a:lnTo>
                <a:lnTo>
                  <a:pt x="246007" y="2696"/>
                </a:lnTo>
                <a:lnTo>
                  <a:pt x="234681" y="0"/>
                </a:lnTo>
                <a:close/>
              </a:path>
              <a:path w="271780" h="224154">
                <a:moveTo>
                  <a:pt x="270511" y="210936"/>
                </a:moveTo>
                <a:lnTo>
                  <a:pt x="244142" y="210936"/>
                </a:lnTo>
                <a:lnTo>
                  <a:pt x="245320" y="211256"/>
                </a:lnTo>
                <a:lnTo>
                  <a:pt x="270664" y="211256"/>
                </a:lnTo>
                <a:lnTo>
                  <a:pt x="270511" y="210936"/>
                </a:lnTo>
                <a:close/>
              </a:path>
              <a:path w="271780" h="224154">
                <a:moveTo>
                  <a:pt x="210493" y="184023"/>
                </a:moveTo>
                <a:lnTo>
                  <a:pt x="210918" y="184153"/>
                </a:lnTo>
                <a:lnTo>
                  <a:pt x="211119" y="184153"/>
                </a:lnTo>
                <a:lnTo>
                  <a:pt x="210493" y="184023"/>
                </a:lnTo>
                <a:close/>
              </a:path>
              <a:path w="271780" h="224154">
                <a:moveTo>
                  <a:pt x="43034" y="143460"/>
                </a:moveTo>
                <a:lnTo>
                  <a:pt x="43399" y="143598"/>
                </a:lnTo>
                <a:lnTo>
                  <a:pt x="43532" y="143598"/>
                </a:lnTo>
                <a:lnTo>
                  <a:pt x="43034" y="143460"/>
                </a:lnTo>
                <a:close/>
              </a:path>
              <a:path w="271780" h="224154">
                <a:moveTo>
                  <a:pt x="29233" y="138228"/>
                </a:moveTo>
                <a:lnTo>
                  <a:pt x="29745" y="138507"/>
                </a:lnTo>
                <a:lnTo>
                  <a:pt x="29969" y="138507"/>
                </a:lnTo>
                <a:lnTo>
                  <a:pt x="29233" y="138228"/>
                </a:lnTo>
                <a:close/>
              </a:path>
              <a:path w="271780" h="224154">
                <a:moveTo>
                  <a:pt x="28813" y="137999"/>
                </a:moveTo>
                <a:lnTo>
                  <a:pt x="28629" y="137999"/>
                </a:lnTo>
                <a:lnTo>
                  <a:pt x="29233" y="138228"/>
                </a:lnTo>
                <a:lnTo>
                  <a:pt x="28813" y="137999"/>
                </a:lnTo>
                <a:close/>
              </a:path>
              <a:path w="271780" h="224154">
                <a:moveTo>
                  <a:pt x="17726" y="131067"/>
                </a:moveTo>
                <a:lnTo>
                  <a:pt x="17785" y="131599"/>
                </a:lnTo>
                <a:lnTo>
                  <a:pt x="17874" y="132400"/>
                </a:lnTo>
                <a:lnTo>
                  <a:pt x="17946" y="133931"/>
                </a:lnTo>
                <a:lnTo>
                  <a:pt x="18074" y="134198"/>
                </a:lnTo>
                <a:lnTo>
                  <a:pt x="21840" y="134198"/>
                </a:lnTo>
                <a:lnTo>
                  <a:pt x="21351" y="133931"/>
                </a:lnTo>
                <a:lnTo>
                  <a:pt x="20591" y="133931"/>
                </a:lnTo>
                <a:lnTo>
                  <a:pt x="18541" y="132400"/>
                </a:lnTo>
                <a:lnTo>
                  <a:pt x="19059" y="132400"/>
                </a:lnTo>
                <a:lnTo>
                  <a:pt x="17726" y="131067"/>
                </a:lnTo>
                <a:close/>
              </a:path>
              <a:path w="271780" h="224154">
                <a:moveTo>
                  <a:pt x="17266" y="130607"/>
                </a:moveTo>
                <a:lnTo>
                  <a:pt x="16646" y="131227"/>
                </a:lnTo>
                <a:lnTo>
                  <a:pt x="17946" y="133931"/>
                </a:lnTo>
                <a:lnTo>
                  <a:pt x="17874" y="132400"/>
                </a:lnTo>
                <a:lnTo>
                  <a:pt x="17439" y="132400"/>
                </a:lnTo>
                <a:lnTo>
                  <a:pt x="17502" y="131067"/>
                </a:lnTo>
                <a:lnTo>
                  <a:pt x="17726" y="131067"/>
                </a:lnTo>
                <a:lnTo>
                  <a:pt x="17266" y="130607"/>
                </a:lnTo>
                <a:close/>
              </a:path>
              <a:path w="271780" h="224154">
                <a:moveTo>
                  <a:pt x="18541" y="132400"/>
                </a:moveTo>
                <a:lnTo>
                  <a:pt x="20591" y="133931"/>
                </a:lnTo>
                <a:lnTo>
                  <a:pt x="19680" y="133021"/>
                </a:lnTo>
                <a:lnTo>
                  <a:pt x="18541" y="132400"/>
                </a:lnTo>
                <a:close/>
              </a:path>
              <a:path w="271780" h="224154">
                <a:moveTo>
                  <a:pt x="19680" y="133021"/>
                </a:moveTo>
                <a:lnTo>
                  <a:pt x="20591" y="133931"/>
                </a:lnTo>
                <a:lnTo>
                  <a:pt x="21351" y="133931"/>
                </a:lnTo>
                <a:lnTo>
                  <a:pt x="19680" y="133021"/>
                </a:lnTo>
                <a:close/>
              </a:path>
              <a:path w="271780" h="224154">
                <a:moveTo>
                  <a:pt x="19059" y="132400"/>
                </a:moveTo>
                <a:lnTo>
                  <a:pt x="18541" y="132400"/>
                </a:lnTo>
                <a:lnTo>
                  <a:pt x="19680" y="133021"/>
                </a:lnTo>
                <a:lnTo>
                  <a:pt x="19059" y="132400"/>
                </a:lnTo>
                <a:close/>
              </a:path>
              <a:path w="271780" h="224154">
                <a:moveTo>
                  <a:pt x="17744" y="131227"/>
                </a:moveTo>
                <a:lnTo>
                  <a:pt x="17599" y="131599"/>
                </a:lnTo>
                <a:lnTo>
                  <a:pt x="17467" y="131866"/>
                </a:lnTo>
                <a:lnTo>
                  <a:pt x="17444" y="132400"/>
                </a:lnTo>
                <a:lnTo>
                  <a:pt x="17874" y="132400"/>
                </a:lnTo>
                <a:lnTo>
                  <a:pt x="17785" y="131599"/>
                </a:lnTo>
                <a:lnTo>
                  <a:pt x="17744" y="131227"/>
                </a:lnTo>
                <a:close/>
              </a:path>
              <a:path w="271780" h="224154">
                <a:moveTo>
                  <a:pt x="16646" y="131227"/>
                </a:moveTo>
                <a:lnTo>
                  <a:pt x="16150" y="131599"/>
                </a:lnTo>
                <a:lnTo>
                  <a:pt x="16008" y="131866"/>
                </a:lnTo>
                <a:lnTo>
                  <a:pt x="16953" y="131866"/>
                </a:lnTo>
                <a:lnTo>
                  <a:pt x="16646" y="131227"/>
                </a:lnTo>
                <a:close/>
              </a:path>
              <a:path w="271780" h="224154">
                <a:moveTo>
                  <a:pt x="17067" y="130408"/>
                </a:moveTo>
                <a:lnTo>
                  <a:pt x="16788" y="130408"/>
                </a:lnTo>
                <a:lnTo>
                  <a:pt x="16150" y="131599"/>
                </a:lnTo>
                <a:lnTo>
                  <a:pt x="16646" y="131227"/>
                </a:lnTo>
                <a:lnTo>
                  <a:pt x="16569" y="131067"/>
                </a:lnTo>
                <a:lnTo>
                  <a:pt x="16806" y="131067"/>
                </a:lnTo>
                <a:lnTo>
                  <a:pt x="17266" y="130607"/>
                </a:lnTo>
                <a:lnTo>
                  <a:pt x="17067" y="130408"/>
                </a:lnTo>
                <a:close/>
              </a:path>
              <a:path w="271780" h="224154">
                <a:moveTo>
                  <a:pt x="17653" y="130408"/>
                </a:moveTo>
                <a:lnTo>
                  <a:pt x="17522" y="130607"/>
                </a:lnTo>
                <a:lnTo>
                  <a:pt x="17479" y="131599"/>
                </a:lnTo>
                <a:lnTo>
                  <a:pt x="17674" y="131227"/>
                </a:lnTo>
                <a:lnTo>
                  <a:pt x="17798" y="130607"/>
                </a:lnTo>
                <a:lnTo>
                  <a:pt x="17653" y="130408"/>
                </a:lnTo>
                <a:close/>
              </a:path>
              <a:path w="271780" h="224154">
                <a:moveTo>
                  <a:pt x="16806" y="131067"/>
                </a:moveTo>
                <a:lnTo>
                  <a:pt x="16569" y="131067"/>
                </a:lnTo>
                <a:lnTo>
                  <a:pt x="16646" y="131227"/>
                </a:lnTo>
                <a:lnTo>
                  <a:pt x="16806" y="131067"/>
                </a:lnTo>
                <a:close/>
              </a:path>
              <a:path w="271780" h="224154">
                <a:moveTo>
                  <a:pt x="15505" y="128846"/>
                </a:moveTo>
                <a:lnTo>
                  <a:pt x="16569" y="131067"/>
                </a:lnTo>
                <a:lnTo>
                  <a:pt x="16435" y="131067"/>
                </a:lnTo>
                <a:lnTo>
                  <a:pt x="16681" y="130607"/>
                </a:lnTo>
                <a:lnTo>
                  <a:pt x="16788" y="130408"/>
                </a:lnTo>
                <a:lnTo>
                  <a:pt x="17067" y="130408"/>
                </a:lnTo>
                <a:lnTo>
                  <a:pt x="15505" y="128846"/>
                </a:lnTo>
                <a:close/>
              </a:path>
              <a:path w="271780" h="224154">
                <a:moveTo>
                  <a:pt x="17530" y="130408"/>
                </a:moveTo>
                <a:lnTo>
                  <a:pt x="17266" y="130607"/>
                </a:lnTo>
                <a:lnTo>
                  <a:pt x="17726" y="131067"/>
                </a:lnTo>
                <a:lnTo>
                  <a:pt x="17502" y="131067"/>
                </a:lnTo>
                <a:lnTo>
                  <a:pt x="17530" y="130408"/>
                </a:lnTo>
                <a:close/>
              </a:path>
              <a:path w="271780" h="224154">
                <a:moveTo>
                  <a:pt x="17931" y="129943"/>
                </a:moveTo>
                <a:lnTo>
                  <a:pt x="17601" y="129943"/>
                </a:lnTo>
                <a:lnTo>
                  <a:pt x="17653" y="130408"/>
                </a:lnTo>
                <a:lnTo>
                  <a:pt x="17067" y="130408"/>
                </a:lnTo>
                <a:lnTo>
                  <a:pt x="17266" y="130607"/>
                </a:lnTo>
                <a:lnTo>
                  <a:pt x="17931" y="129943"/>
                </a:lnTo>
                <a:close/>
              </a:path>
              <a:path w="271780" h="224154">
                <a:moveTo>
                  <a:pt x="17931" y="129943"/>
                </a:moveTo>
                <a:lnTo>
                  <a:pt x="17465" y="130408"/>
                </a:lnTo>
                <a:lnTo>
                  <a:pt x="17653" y="130408"/>
                </a:lnTo>
                <a:lnTo>
                  <a:pt x="17675" y="130607"/>
                </a:lnTo>
                <a:lnTo>
                  <a:pt x="17837" y="130408"/>
                </a:lnTo>
                <a:lnTo>
                  <a:pt x="17931" y="129943"/>
                </a:lnTo>
                <a:close/>
              </a:path>
              <a:path w="271780" h="224154">
                <a:moveTo>
                  <a:pt x="17624" y="128846"/>
                </a:moveTo>
                <a:lnTo>
                  <a:pt x="15505" y="128846"/>
                </a:lnTo>
                <a:lnTo>
                  <a:pt x="17067" y="130408"/>
                </a:lnTo>
                <a:lnTo>
                  <a:pt x="16242" y="130408"/>
                </a:lnTo>
                <a:lnTo>
                  <a:pt x="16978" y="129943"/>
                </a:lnTo>
                <a:lnTo>
                  <a:pt x="17407" y="129252"/>
                </a:lnTo>
                <a:lnTo>
                  <a:pt x="17624" y="128846"/>
                </a:lnTo>
                <a:close/>
              </a:path>
              <a:path w="271780" h="224154">
                <a:moveTo>
                  <a:pt x="17037" y="129943"/>
                </a:moveTo>
                <a:lnTo>
                  <a:pt x="16242" y="130408"/>
                </a:lnTo>
                <a:lnTo>
                  <a:pt x="16788" y="130408"/>
                </a:lnTo>
                <a:lnTo>
                  <a:pt x="17037" y="129943"/>
                </a:lnTo>
                <a:close/>
              </a:path>
              <a:path w="271780" h="224154">
                <a:moveTo>
                  <a:pt x="22131" y="128300"/>
                </a:moveTo>
                <a:lnTo>
                  <a:pt x="19573" y="128300"/>
                </a:lnTo>
                <a:lnTo>
                  <a:pt x="17931" y="129943"/>
                </a:lnTo>
                <a:lnTo>
                  <a:pt x="17037" y="129943"/>
                </a:lnTo>
                <a:lnTo>
                  <a:pt x="16788" y="130408"/>
                </a:lnTo>
                <a:lnTo>
                  <a:pt x="16242" y="130408"/>
                </a:lnTo>
                <a:lnTo>
                  <a:pt x="17543" y="129943"/>
                </a:lnTo>
                <a:lnTo>
                  <a:pt x="17931" y="129943"/>
                </a:lnTo>
                <a:lnTo>
                  <a:pt x="18069" y="129252"/>
                </a:lnTo>
                <a:lnTo>
                  <a:pt x="19472" y="129252"/>
                </a:lnTo>
                <a:lnTo>
                  <a:pt x="22131" y="128300"/>
                </a:lnTo>
                <a:close/>
              </a:path>
              <a:path w="271780" h="224154">
                <a:moveTo>
                  <a:pt x="17551" y="129943"/>
                </a:moveTo>
                <a:lnTo>
                  <a:pt x="16242" y="130408"/>
                </a:lnTo>
                <a:lnTo>
                  <a:pt x="17530" y="130408"/>
                </a:lnTo>
                <a:lnTo>
                  <a:pt x="17551" y="129943"/>
                </a:lnTo>
                <a:close/>
              </a:path>
              <a:path w="271780" h="224154">
                <a:moveTo>
                  <a:pt x="18464" y="127276"/>
                </a:moveTo>
                <a:lnTo>
                  <a:pt x="17037" y="129943"/>
                </a:lnTo>
                <a:lnTo>
                  <a:pt x="18069" y="129252"/>
                </a:lnTo>
                <a:lnTo>
                  <a:pt x="18150" y="128846"/>
                </a:lnTo>
                <a:lnTo>
                  <a:pt x="18259" y="128300"/>
                </a:lnTo>
                <a:lnTo>
                  <a:pt x="18368" y="127754"/>
                </a:lnTo>
                <a:lnTo>
                  <a:pt x="18464" y="127276"/>
                </a:lnTo>
                <a:close/>
              </a:path>
              <a:path w="271780" h="224154">
                <a:moveTo>
                  <a:pt x="19573" y="128300"/>
                </a:moveTo>
                <a:lnTo>
                  <a:pt x="18069" y="129252"/>
                </a:lnTo>
                <a:lnTo>
                  <a:pt x="17931" y="129943"/>
                </a:lnTo>
                <a:lnTo>
                  <a:pt x="19573" y="128300"/>
                </a:lnTo>
                <a:close/>
              </a:path>
              <a:path w="271780" h="224154">
                <a:moveTo>
                  <a:pt x="24863" y="127276"/>
                </a:moveTo>
                <a:lnTo>
                  <a:pt x="18464" y="127276"/>
                </a:lnTo>
                <a:lnTo>
                  <a:pt x="18368" y="127754"/>
                </a:lnTo>
                <a:lnTo>
                  <a:pt x="18259" y="128300"/>
                </a:lnTo>
                <a:lnTo>
                  <a:pt x="18150" y="128846"/>
                </a:lnTo>
                <a:lnTo>
                  <a:pt x="18069" y="129252"/>
                </a:lnTo>
                <a:lnTo>
                  <a:pt x="19573" y="128300"/>
                </a:lnTo>
                <a:lnTo>
                  <a:pt x="22131" y="128300"/>
                </a:lnTo>
                <a:lnTo>
                  <a:pt x="23657" y="127754"/>
                </a:lnTo>
                <a:lnTo>
                  <a:pt x="24863" y="127276"/>
                </a:lnTo>
                <a:close/>
              </a:path>
              <a:path w="271780" h="224154">
                <a:moveTo>
                  <a:pt x="240905" y="19892"/>
                </a:moveTo>
                <a:lnTo>
                  <a:pt x="249634" y="23008"/>
                </a:lnTo>
                <a:lnTo>
                  <a:pt x="252221" y="23008"/>
                </a:lnTo>
                <a:lnTo>
                  <a:pt x="253825" y="22606"/>
                </a:lnTo>
                <a:lnTo>
                  <a:pt x="255977" y="21587"/>
                </a:lnTo>
                <a:lnTo>
                  <a:pt x="256915" y="20890"/>
                </a:lnTo>
                <a:lnTo>
                  <a:pt x="257567" y="20170"/>
                </a:lnTo>
                <a:lnTo>
                  <a:pt x="241846" y="20170"/>
                </a:lnTo>
                <a:lnTo>
                  <a:pt x="240905" y="19892"/>
                </a:lnTo>
                <a:close/>
              </a:path>
              <a:path w="271780" h="224154">
                <a:moveTo>
                  <a:pt x="259290" y="17627"/>
                </a:moveTo>
                <a:lnTo>
                  <a:pt x="235313" y="17627"/>
                </a:lnTo>
                <a:lnTo>
                  <a:pt x="233283" y="18134"/>
                </a:lnTo>
                <a:lnTo>
                  <a:pt x="241846" y="20170"/>
                </a:lnTo>
                <a:lnTo>
                  <a:pt x="241684" y="20170"/>
                </a:lnTo>
                <a:lnTo>
                  <a:pt x="240905" y="19892"/>
                </a:lnTo>
                <a:lnTo>
                  <a:pt x="257818" y="19892"/>
                </a:lnTo>
                <a:lnTo>
                  <a:pt x="258504" y="19135"/>
                </a:lnTo>
                <a:lnTo>
                  <a:pt x="259106" y="18134"/>
                </a:lnTo>
                <a:lnTo>
                  <a:pt x="259290" y="17627"/>
                </a:lnTo>
                <a:close/>
              </a:path>
              <a:path w="271780" h="224154">
                <a:moveTo>
                  <a:pt x="257818" y="19892"/>
                </a:moveTo>
                <a:lnTo>
                  <a:pt x="240905" y="19892"/>
                </a:lnTo>
                <a:lnTo>
                  <a:pt x="241846" y="20170"/>
                </a:lnTo>
                <a:lnTo>
                  <a:pt x="257567" y="20170"/>
                </a:lnTo>
                <a:lnTo>
                  <a:pt x="257818" y="19892"/>
                </a:lnTo>
                <a:close/>
              </a:path>
              <a:path w="271780" h="224154">
                <a:moveTo>
                  <a:pt x="229704" y="18627"/>
                </a:moveTo>
                <a:lnTo>
                  <a:pt x="227261" y="19636"/>
                </a:lnTo>
                <a:lnTo>
                  <a:pt x="228351" y="19364"/>
                </a:lnTo>
                <a:lnTo>
                  <a:pt x="228858" y="19135"/>
                </a:lnTo>
                <a:lnTo>
                  <a:pt x="229704" y="18627"/>
                </a:lnTo>
                <a:close/>
              </a:path>
              <a:path w="271780" h="224154">
                <a:moveTo>
                  <a:pt x="228475" y="19364"/>
                </a:moveTo>
                <a:lnTo>
                  <a:pt x="227261" y="19636"/>
                </a:lnTo>
                <a:lnTo>
                  <a:pt x="228022" y="19636"/>
                </a:lnTo>
                <a:lnTo>
                  <a:pt x="228475" y="19364"/>
                </a:lnTo>
                <a:close/>
              </a:path>
              <a:path w="271780" h="224154">
                <a:moveTo>
                  <a:pt x="231308" y="18627"/>
                </a:moveTo>
                <a:lnTo>
                  <a:pt x="229704" y="18627"/>
                </a:lnTo>
                <a:lnTo>
                  <a:pt x="228475" y="19364"/>
                </a:lnTo>
                <a:lnTo>
                  <a:pt x="229272" y="19135"/>
                </a:lnTo>
                <a:lnTo>
                  <a:pt x="231308" y="18627"/>
                </a:lnTo>
                <a:close/>
              </a:path>
              <a:path w="271780" h="224154">
                <a:moveTo>
                  <a:pt x="235313" y="17627"/>
                </a:moveTo>
                <a:lnTo>
                  <a:pt x="231151" y="17627"/>
                </a:lnTo>
                <a:lnTo>
                  <a:pt x="233283" y="18134"/>
                </a:lnTo>
                <a:lnTo>
                  <a:pt x="235313" y="17627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1298371" y="7752041"/>
            <a:ext cx="382270" cy="527685"/>
          </a:xfrm>
          <a:custGeom>
            <a:avLst/>
            <a:gdLst/>
            <a:ahLst/>
            <a:cxnLst/>
            <a:rect l="l" t="t" r="r" b="b"/>
            <a:pathLst>
              <a:path w="382269" h="527684">
                <a:moveTo>
                  <a:pt x="196418" y="23787"/>
                </a:moveTo>
                <a:lnTo>
                  <a:pt x="195961" y="23164"/>
                </a:lnTo>
                <a:lnTo>
                  <a:pt x="194195" y="20815"/>
                </a:lnTo>
                <a:lnTo>
                  <a:pt x="193459" y="19824"/>
                </a:lnTo>
                <a:lnTo>
                  <a:pt x="192633" y="18719"/>
                </a:lnTo>
                <a:lnTo>
                  <a:pt x="192201" y="18135"/>
                </a:lnTo>
                <a:lnTo>
                  <a:pt x="192024" y="17907"/>
                </a:lnTo>
                <a:lnTo>
                  <a:pt x="159918" y="0"/>
                </a:lnTo>
                <a:lnTo>
                  <a:pt x="155613" y="0"/>
                </a:lnTo>
                <a:lnTo>
                  <a:pt x="136664" y="444"/>
                </a:lnTo>
                <a:lnTo>
                  <a:pt x="135356" y="571"/>
                </a:lnTo>
                <a:lnTo>
                  <a:pt x="122732" y="2743"/>
                </a:lnTo>
                <a:lnTo>
                  <a:pt x="122732" y="20815"/>
                </a:lnTo>
                <a:lnTo>
                  <a:pt x="121691" y="21069"/>
                </a:lnTo>
                <a:lnTo>
                  <a:pt x="122504" y="20815"/>
                </a:lnTo>
                <a:lnTo>
                  <a:pt x="122732" y="20815"/>
                </a:lnTo>
                <a:lnTo>
                  <a:pt x="122732" y="2743"/>
                </a:lnTo>
                <a:lnTo>
                  <a:pt x="72567" y="20599"/>
                </a:lnTo>
                <a:lnTo>
                  <a:pt x="33502" y="47713"/>
                </a:lnTo>
                <a:lnTo>
                  <a:pt x="1498" y="84366"/>
                </a:lnTo>
                <a:lnTo>
                  <a:pt x="0" y="96037"/>
                </a:lnTo>
                <a:lnTo>
                  <a:pt x="1092" y="105232"/>
                </a:lnTo>
                <a:lnTo>
                  <a:pt x="1104" y="105410"/>
                </a:lnTo>
                <a:lnTo>
                  <a:pt x="9258" y="124485"/>
                </a:lnTo>
                <a:lnTo>
                  <a:pt x="9486" y="124485"/>
                </a:lnTo>
                <a:lnTo>
                  <a:pt x="11468" y="124904"/>
                </a:lnTo>
                <a:lnTo>
                  <a:pt x="12534" y="124904"/>
                </a:lnTo>
                <a:lnTo>
                  <a:pt x="14884" y="124485"/>
                </a:lnTo>
                <a:lnTo>
                  <a:pt x="21145" y="115430"/>
                </a:lnTo>
                <a:lnTo>
                  <a:pt x="18999" y="103606"/>
                </a:lnTo>
                <a:lnTo>
                  <a:pt x="18897" y="103047"/>
                </a:lnTo>
                <a:lnTo>
                  <a:pt x="18084" y="96037"/>
                </a:lnTo>
                <a:lnTo>
                  <a:pt x="18059" y="95834"/>
                </a:lnTo>
                <a:lnTo>
                  <a:pt x="17856" y="95834"/>
                </a:lnTo>
                <a:lnTo>
                  <a:pt x="17843" y="93916"/>
                </a:lnTo>
                <a:lnTo>
                  <a:pt x="18046" y="93916"/>
                </a:lnTo>
                <a:lnTo>
                  <a:pt x="18161" y="92684"/>
                </a:lnTo>
                <a:lnTo>
                  <a:pt x="18313" y="91059"/>
                </a:lnTo>
                <a:lnTo>
                  <a:pt x="19329" y="89217"/>
                </a:lnTo>
                <a:lnTo>
                  <a:pt x="21894" y="84569"/>
                </a:lnTo>
                <a:lnTo>
                  <a:pt x="22009" y="84366"/>
                </a:lnTo>
                <a:lnTo>
                  <a:pt x="22466" y="83515"/>
                </a:lnTo>
                <a:lnTo>
                  <a:pt x="23431" y="82511"/>
                </a:lnTo>
                <a:lnTo>
                  <a:pt x="31851" y="73672"/>
                </a:lnTo>
                <a:lnTo>
                  <a:pt x="33705" y="71983"/>
                </a:lnTo>
                <a:lnTo>
                  <a:pt x="45199" y="61341"/>
                </a:lnTo>
                <a:lnTo>
                  <a:pt x="45808" y="60883"/>
                </a:lnTo>
                <a:lnTo>
                  <a:pt x="61582" y="48361"/>
                </a:lnTo>
                <a:lnTo>
                  <a:pt x="61810" y="48158"/>
                </a:lnTo>
                <a:lnTo>
                  <a:pt x="62636" y="47713"/>
                </a:lnTo>
                <a:lnTo>
                  <a:pt x="80111" y="36957"/>
                </a:lnTo>
                <a:lnTo>
                  <a:pt x="80492" y="36715"/>
                </a:lnTo>
                <a:lnTo>
                  <a:pt x="81153" y="36423"/>
                </a:lnTo>
                <a:lnTo>
                  <a:pt x="100482" y="27686"/>
                </a:lnTo>
                <a:lnTo>
                  <a:pt x="137668" y="18402"/>
                </a:lnTo>
                <a:lnTo>
                  <a:pt x="137083" y="18402"/>
                </a:lnTo>
                <a:lnTo>
                  <a:pt x="158292" y="17907"/>
                </a:lnTo>
                <a:lnTo>
                  <a:pt x="163461" y="18567"/>
                </a:lnTo>
                <a:lnTo>
                  <a:pt x="168084" y="20421"/>
                </a:lnTo>
                <a:lnTo>
                  <a:pt x="172859" y="23787"/>
                </a:lnTo>
                <a:lnTo>
                  <a:pt x="173570" y="24282"/>
                </a:lnTo>
                <a:lnTo>
                  <a:pt x="172986" y="23787"/>
                </a:lnTo>
                <a:lnTo>
                  <a:pt x="196418" y="23787"/>
                </a:lnTo>
                <a:close/>
              </a:path>
              <a:path w="382269" h="527684">
                <a:moveTo>
                  <a:pt x="380403" y="499491"/>
                </a:moveTo>
                <a:lnTo>
                  <a:pt x="361162" y="499491"/>
                </a:lnTo>
                <a:lnTo>
                  <a:pt x="360730" y="499491"/>
                </a:lnTo>
                <a:lnTo>
                  <a:pt x="368211" y="502640"/>
                </a:lnTo>
                <a:lnTo>
                  <a:pt x="370420" y="503529"/>
                </a:lnTo>
                <a:lnTo>
                  <a:pt x="371500" y="503758"/>
                </a:lnTo>
                <a:lnTo>
                  <a:pt x="373811" y="503758"/>
                </a:lnTo>
                <a:lnTo>
                  <a:pt x="374954" y="503529"/>
                </a:lnTo>
                <a:lnTo>
                  <a:pt x="377164" y="502640"/>
                </a:lnTo>
                <a:lnTo>
                  <a:pt x="378142" y="501992"/>
                </a:lnTo>
                <a:lnTo>
                  <a:pt x="379831" y="500316"/>
                </a:lnTo>
                <a:lnTo>
                  <a:pt x="380403" y="499491"/>
                </a:lnTo>
                <a:close/>
              </a:path>
              <a:path w="382269" h="527684">
                <a:moveTo>
                  <a:pt x="381660" y="493636"/>
                </a:moveTo>
                <a:lnTo>
                  <a:pt x="353187" y="479475"/>
                </a:lnTo>
                <a:lnTo>
                  <a:pt x="349148" y="478078"/>
                </a:lnTo>
                <a:lnTo>
                  <a:pt x="333235" y="465950"/>
                </a:lnTo>
                <a:lnTo>
                  <a:pt x="332511" y="465289"/>
                </a:lnTo>
                <a:lnTo>
                  <a:pt x="332079" y="464705"/>
                </a:lnTo>
                <a:lnTo>
                  <a:pt x="322313" y="451688"/>
                </a:lnTo>
                <a:lnTo>
                  <a:pt x="317830" y="443712"/>
                </a:lnTo>
                <a:lnTo>
                  <a:pt x="313486" y="436105"/>
                </a:lnTo>
                <a:lnTo>
                  <a:pt x="313093" y="435419"/>
                </a:lnTo>
                <a:lnTo>
                  <a:pt x="312737" y="434797"/>
                </a:lnTo>
                <a:lnTo>
                  <a:pt x="308076" y="422033"/>
                </a:lnTo>
                <a:lnTo>
                  <a:pt x="305714" y="415734"/>
                </a:lnTo>
                <a:lnTo>
                  <a:pt x="299986" y="393598"/>
                </a:lnTo>
                <a:lnTo>
                  <a:pt x="299885" y="393192"/>
                </a:lnTo>
                <a:lnTo>
                  <a:pt x="294474" y="367576"/>
                </a:lnTo>
                <a:lnTo>
                  <a:pt x="294373" y="367118"/>
                </a:lnTo>
                <a:lnTo>
                  <a:pt x="289877" y="338594"/>
                </a:lnTo>
                <a:lnTo>
                  <a:pt x="285280" y="308419"/>
                </a:lnTo>
                <a:lnTo>
                  <a:pt x="280149" y="277634"/>
                </a:lnTo>
                <a:lnTo>
                  <a:pt x="274040" y="246062"/>
                </a:lnTo>
                <a:lnTo>
                  <a:pt x="273926" y="245554"/>
                </a:lnTo>
                <a:lnTo>
                  <a:pt x="266217" y="215252"/>
                </a:lnTo>
                <a:lnTo>
                  <a:pt x="260223" y="194348"/>
                </a:lnTo>
                <a:lnTo>
                  <a:pt x="267182" y="189547"/>
                </a:lnTo>
                <a:lnTo>
                  <a:pt x="267766" y="189141"/>
                </a:lnTo>
                <a:lnTo>
                  <a:pt x="269811" y="188442"/>
                </a:lnTo>
                <a:lnTo>
                  <a:pt x="273570" y="187159"/>
                </a:lnTo>
                <a:lnTo>
                  <a:pt x="278866" y="187807"/>
                </a:lnTo>
                <a:lnTo>
                  <a:pt x="286689" y="190741"/>
                </a:lnTo>
                <a:lnTo>
                  <a:pt x="286143" y="190741"/>
                </a:lnTo>
                <a:lnTo>
                  <a:pt x="289013" y="191211"/>
                </a:lnTo>
                <a:lnTo>
                  <a:pt x="289775" y="191211"/>
                </a:lnTo>
                <a:lnTo>
                  <a:pt x="291782" y="190741"/>
                </a:lnTo>
                <a:lnTo>
                  <a:pt x="293954" y="189750"/>
                </a:lnTo>
                <a:lnTo>
                  <a:pt x="294792" y="189141"/>
                </a:lnTo>
                <a:lnTo>
                  <a:pt x="295960" y="187934"/>
                </a:lnTo>
                <a:lnTo>
                  <a:pt x="296443" y="187426"/>
                </a:lnTo>
                <a:lnTo>
                  <a:pt x="297040" y="186499"/>
                </a:lnTo>
                <a:lnTo>
                  <a:pt x="297141" y="186334"/>
                </a:lnTo>
                <a:lnTo>
                  <a:pt x="297980" y="184111"/>
                </a:lnTo>
                <a:lnTo>
                  <a:pt x="298043" y="180403"/>
                </a:lnTo>
                <a:lnTo>
                  <a:pt x="297815" y="179438"/>
                </a:lnTo>
                <a:lnTo>
                  <a:pt x="274129" y="169125"/>
                </a:lnTo>
                <a:lnTo>
                  <a:pt x="270992" y="169125"/>
                </a:lnTo>
                <a:lnTo>
                  <a:pt x="270332" y="169278"/>
                </a:lnTo>
                <a:lnTo>
                  <a:pt x="260769" y="172554"/>
                </a:lnTo>
                <a:lnTo>
                  <a:pt x="258584" y="173659"/>
                </a:lnTo>
                <a:lnTo>
                  <a:pt x="254762" y="176301"/>
                </a:lnTo>
                <a:lnTo>
                  <a:pt x="248780" y="157327"/>
                </a:lnTo>
                <a:lnTo>
                  <a:pt x="239179" y="128536"/>
                </a:lnTo>
                <a:lnTo>
                  <a:pt x="230466" y="99822"/>
                </a:lnTo>
                <a:lnTo>
                  <a:pt x="221348" y="71983"/>
                </a:lnTo>
                <a:lnTo>
                  <a:pt x="202717" y="32308"/>
                </a:lnTo>
                <a:lnTo>
                  <a:pt x="196786" y="24282"/>
                </a:lnTo>
                <a:lnTo>
                  <a:pt x="173570" y="24282"/>
                </a:lnTo>
                <a:lnTo>
                  <a:pt x="173342" y="24282"/>
                </a:lnTo>
                <a:lnTo>
                  <a:pt x="176618" y="27686"/>
                </a:lnTo>
                <a:lnTo>
                  <a:pt x="177558" y="28549"/>
                </a:lnTo>
                <a:lnTo>
                  <a:pt x="183845" y="36957"/>
                </a:lnTo>
                <a:lnTo>
                  <a:pt x="187159" y="41287"/>
                </a:lnTo>
                <a:lnTo>
                  <a:pt x="191401" y="48653"/>
                </a:lnTo>
                <a:lnTo>
                  <a:pt x="193789" y="52616"/>
                </a:lnTo>
                <a:lnTo>
                  <a:pt x="202628" y="73672"/>
                </a:lnTo>
                <a:lnTo>
                  <a:pt x="204228" y="77406"/>
                </a:lnTo>
                <a:lnTo>
                  <a:pt x="213321" y="105232"/>
                </a:lnTo>
                <a:lnTo>
                  <a:pt x="222059" y="133985"/>
                </a:lnTo>
                <a:lnTo>
                  <a:pt x="231698" y="162877"/>
                </a:lnTo>
                <a:lnTo>
                  <a:pt x="239776" y="188480"/>
                </a:lnTo>
                <a:lnTo>
                  <a:pt x="210083" y="221462"/>
                </a:lnTo>
                <a:lnTo>
                  <a:pt x="179425" y="260438"/>
                </a:lnTo>
                <a:lnTo>
                  <a:pt x="130543" y="330200"/>
                </a:lnTo>
                <a:lnTo>
                  <a:pt x="84023" y="401764"/>
                </a:lnTo>
                <a:lnTo>
                  <a:pt x="56261" y="450062"/>
                </a:lnTo>
                <a:lnTo>
                  <a:pt x="33350" y="493344"/>
                </a:lnTo>
                <a:lnTo>
                  <a:pt x="21043" y="514756"/>
                </a:lnTo>
                <a:lnTo>
                  <a:pt x="20662" y="515861"/>
                </a:lnTo>
                <a:lnTo>
                  <a:pt x="20358" y="518223"/>
                </a:lnTo>
                <a:lnTo>
                  <a:pt x="20434" y="519379"/>
                </a:lnTo>
                <a:lnTo>
                  <a:pt x="29438" y="527253"/>
                </a:lnTo>
                <a:lnTo>
                  <a:pt x="30314" y="527253"/>
                </a:lnTo>
                <a:lnTo>
                  <a:pt x="71996" y="458736"/>
                </a:lnTo>
                <a:lnTo>
                  <a:pt x="99098" y="411556"/>
                </a:lnTo>
                <a:lnTo>
                  <a:pt x="145427" y="340258"/>
                </a:lnTo>
                <a:lnTo>
                  <a:pt x="194144" y="270738"/>
                </a:lnTo>
                <a:lnTo>
                  <a:pt x="223888" y="232943"/>
                </a:lnTo>
                <a:lnTo>
                  <a:pt x="245541" y="208330"/>
                </a:lnTo>
                <a:lnTo>
                  <a:pt x="248907" y="220052"/>
                </a:lnTo>
                <a:lnTo>
                  <a:pt x="255511" y="246062"/>
                </a:lnTo>
                <a:lnTo>
                  <a:pt x="256400" y="249466"/>
                </a:lnTo>
                <a:lnTo>
                  <a:pt x="262458" y="280822"/>
                </a:lnTo>
                <a:lnTo>
                  <a:pt x="267538" y="311251"/>
                </a:lnTo>
                <a:lnTo>
                  <a:pt x="272135" y="341350"/>
                </a:lnTo>
                <a:lnTo>
                  <a:pt x="276796" y="370840"/>
                </a:lnTo>
                <a:lnTo>
                  <a:pt x="288607" y="421157"/>
                </a:lnTo>
                <a:lnTo>
                  <a:pt x="307327" y="461543"/>
                </a:lnTo>
                <a:lnTo>
                  <a:pt x="333044" y="489813"/>
                </a:lnTo>
                <a:lnTo>
                  <a:pt x="360514" y="499351"/>
                </a:lnTo>
                <a:lnTo>
                  <a:pt x="360718" y="499351"/>
                </a:lnTo>
                <a:lnTo>
                  <a:pt x="380492" y="499351"/>
                </a:lnTo>
                <a:lnTo>
                  <a:pt x="380644" y="498970"/>
                </a:lnTo>
                <a:lnTo>
                  <a:pt x="381419" y="497154"/>
                </a:lnTo>
                <a:lnTo>
                  <a:pt x="381647" y="496011"/>
                </a:lnTo>
                <a:lnTo>
                  <a:pt x="381660" y="493636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6" name="object 66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953477" y="8017832"/>
            <a:ext cx="812415" cy="273587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2956739" y="7875640"/>
            <a:ext cx="1691445" cy="427059"/>
          </a:xfrm>
          <a:prstGeom prst="rect">
            <a:avLst/>
          </a:prstGeom>
        </p:spPr>
      </p:pic>
      <p:sp>
        <p:nvSpPr>
          <p:cNvPr id="68" name="object 68" descr=""/>
          <p:cNvSpPr/>
          <p:nvPr/>
        </p:nvSpPr>
        <p:spPr>
          <a:xfrm>
            <a:off x="6109506" y="666821"/>
            <a:ext cx="23495" cy="21590"/>
          </a:xfrm>
          <a:custGeom>
            <a:avLst/>
            <a:gdLst/>
            <a:ahLst/>
            <a:cxnLst/>
            <a:rect l="l" t="t" r="r" b="b"/>
            <a:pathLst>
              <a:path w="23495" h="21590">
                <a:moveTo>
                  <a:pt x="18586" y="0"/>
                </a:moveTo>
                <a:lnTo>
                  <a:pt x="0" y="4933"/>
                </a:lnTo>
                <a:lnTo>
                  <a:pt x="5562" y="17026"/>
                </a:lnTo>
                <a:lnTo>
                  <a:pt x="6284" y="18023"/>
                </a:lnTo>
                <a:lnTo>
                  <a:pt x="8127" y="19730"/>
                </a:lnTo>
                <a:lnTo>
                  <a:pt x="9177" y="20375"/>
                </a:lnTo>
                <a:lnTo>
                  <a:pt x="11533" y="21248"/>
                </a:lnTo>
                <a:lnTo>
                  <a:pt x="12750" y="21442"/>
                </a:lnTo>
                <a:lnTo>
                  <a:pt x="15259" y="21346"/>
                </a:lnTo>
                <a:lnTo>
                  <a:pt x="23156" y="12823"/>
                </a:lnTo>
                <a:lnTo>
                  <a:pt x="23060" y="10312"/>
                </a:lnTo>
                <a:lnTo>
                  <a:pt x="22774" y="9114"/>
                </a:lnTo>
                <a:lnTo>
                  <a:pt x="18586" y="0"/>
                </a:lnTo>
                <a:close/>
              </a:path>
            </a:pathLst>
          </a:custGeom>
          <a:solidFill>
            <a:srgbClr val="FB314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9" name="object 69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706772" y="1661043"/>
            <a:ext cx="65728" cy="69936"/>
          </a:xfrm>
          <a:prstGeom prst="rect">
            <a:avLst/>
          </a:prstGeom>
        </p:spPr>
      </p:pic>
      <p:pic>
        <p:nvPicPr>
          <p:cNvPr id="70" name="object 70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427634" y="5682040"/>
            <a:ext cx="89235" cy="68944"/>
          </a:xfrm>
          <a:prstGeom prst="rect">
            <a:avLst/>
          </a:prstGeom>
        </p:spPr>
      </p:pic>
      <p:pic>
        <p:nvPicPr>
          <p:cNvPr id="71" name="object 71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979377" y="5622319"/>
            <a:ext cx="944968" cy="453389"/>
          </a:xfrm>
          <a:prstGeom prst="rect">
            <a:avLst/>
          </a:prstGeom>
        </p:spPr>
      </p:pic>
      <p:pic>
        <p:nvPicPr>
          <p:cNvPr id="72" name="object 72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438319" y="5866551"/>
            <a:ext cx="105044" cy="92439"/>
          </a:xfrm>
          <a:prstGeom prst="rect">
            <a:avLst/>
          </a:prstGeom>
        </p:spPr>
      </p:pic>
      <p:pic>
        <p:nvPicPr>
          <p:cNvPr id="73" name="object 73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841346" y="5223083"/>
            <a:ext cx="463930" cy="11413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865" y="1295640"/>
            <a:ext cx="2895362" cy="95546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614" y="6720014"/>
            <a:ext cx="1848694" cy="130332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5114" y="99982"/>
            <a:ext cx="849179" cy="444666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30719" y="147637"/>
            <a:ext cx="2122170" cy="401955"/>
            <a:chOff x="130719" y="147637"/>
            <a:chExt cx="2122170" cy="401955"/>
          </a:xfrm>
        </p:grpSpPr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92382" y="147637"/>
              <a:ext cx="839705" cy="40149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30719" y="524419"/>
              <a:ext cx="2122170" cy="18415"/>
            </a:xfrm>
            <a:custGeom>
              <a:avLst/>
              <a:gdLst/>
              <a:ahLst/>
              <a:cxnLst/>
              <a:rect l="l" t="t" r="r" b="b"/>
              <a:pathLst>
                <a:path w="2122170" h="18415">
                  <a:moveTo>
                    <a:pt x="2113805" y="0"/>
                  </a:moveTo>
                  <a:lnTo>
                    <a:pt x="8980" y="1"/>
                  </a:lnTo>
                  <a:lnTo>
                    <a:pt x="0" y="7788"/>
                  </a:lnTo>
                  <a:lnTo>
                    <a:pt x="227" y="11316"/>
                  </a:lnTo>
                  <a:lnTo>
                    <a:pt x="1788" y="14488"/>
                  </a:lnTo>
                  <a:lnTo>
                    <a:pt x="4443" y="16821"/>
                  </a:lnTo>
                  <a:lnTo>
                    <a:pt x="6643" y="17731"/>
                  </a:lnTo>
                  <a:lnTo>
                    <a:pt x="8980" y="17959"/>
                  </a:lnTo>
                  <a:lnTo>
                    <a:pt x="2112614" y="17959"/>
                  </a:lnTo>
                  <a:lnTo>
                    <a:pt x="2114951" y="17731"/>
                  </a:lnTo>
                  <a:lnTo>
                    <a:pt x="2118122" y="16172"/>
                  </a:lnTo>
                  <a:lnTo>
                    <a:pt x="2120455" y="13516"/>
                  </a:lnTo>
                  <a:lnTo>
                    <a:pt x="2121594" y="10171"/>
                  </a:lnTo>
                  <a:lnTo>
                    <a:pt x="2121367" y="6643"/>
                  </a:lnTo>
                  <a:lnTo>
                    <a:pt x="2119806" y="3472"/>
                  </a:lnTo>
                  <a:lnTo>
                    <a:pt x="2117150" y="1139"/>
                  </a:lnTo>
                  <a:lnTo>
                    <a:pt x="2113805" y="0"/>
                  </a:lnTo>
                  <a:close/>
                </a:path>
              </a:pathLst>
            </a:custGeom>
            <a:solidFill>
              <a:srgbClr val="505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7880" y="830891"/>
            <a:ext cx="58893" cy="8559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4446" y="627796"/>
            <a:ext cx="1382415" cy="518303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1887425" y="717610"/>
            <a:ext cx="50800" cy="390525"/>
          </a:xfrm>
          <a:custGeom>
            <a:avLst/>
            <a:gdLst/>
            <a:ahLst/>
            <a:cxnLst/>
            <a:rect l="l" t="t" r="r" b="b"/>
            <a:pathLst>
              <a:path w="50800" h="390525">
                <a:moveTo>
                  <a:pt x="3376" y="371814"/>
                </a:moveTo>
                <a:lnTo>
                  <a:pt x="297" y="378150"/>
                </a:lnTo>
                <a:lnTo>
                  <a:pt x="0" y="379280"/>
                </a:lnTo>
                <a:lnTo>
                  <a:pt x="16" y="382814"/>
                </a:lnTo>
                <a:lnTo>
                  <a:pt x="7165" y="389900"/>
                </a:lnTo>
                <a:lnTo>
                  <a:pt x="10655" y="389900"/>
                </a:lnTo>
                <a:lnTo>
                  <a:pt x="21301" y="373274"/>
                </a:lnTo>
                <a:lnTo>
                  <a:pt x="3190" y="373274"/>
                </a:lnTo>
                <a:lnTo>
                  <a:pt x="3376" y="371814"/>
                </a:lnTo>
                <a:close/>
              </a:path>
              <a:path w="50800" h="390525">
                <a:moveTo>
                  <a:pt x="4023" y="370484"/>
                </a:moveTo>
                <a:lnTo>
                  <a:pt x="3376" y="371814"/>
                </a:lnTo>
                <a:lnTo>
                  <a:pt x="3190" y="373274"/>
                </a:lnTo>
                <a:lnTo>
                  <a:pt x="4023" y="370484"/>
                </a:lnTo>
                <a:close/>
              </a:path>
              <a:path w="50800" h="390525">
                <a:moveTo>
                  <a:pt x="21657" y="370484"/>
                </a:moveTo>
                <a:lnTo>
                  <a:pt x="4023" y="370484"/>
                </a:lnTo>
                <a:lnTo>
                  <a:pt x="3190" y="373274"/>
                </a:lnTo>
                <a:lnTo>
                  <a:pt x="21301" y="373274"/>
                </a:lnTo>
                <a:lnTo>
                  <a:pt x="21657" y="370484"/>
                </a:lnTo>
                <a:close/>
              </a:path>
              <a:path w="50800" h="390525">
                <a:moveTo>
                  <a:pt x="43510" y="0"/>
                </a:moveTo>
                <a:lnTo>
                  <a:pt x="39907" y="0"/>
                </a:lnTo>
                <a:lnTo>
                  <a:pt x="37716" y="730"/>
                </a:lnTo>
                <a:lnTo>
                  <a:pt x="22829" y="63798"/>
                </a:lnTo>
                <a:lnTo>
                  <a:pt x="17072" y="100577"/>
                </a:lnTo>
                <a:lnTo>
                  <a:pt x="12771" y="140047"/>
                </a:lnTo>
                <a:lnTo>
                  <a:pt x="9193" y="185136"/>
                </a:lnTo>
                <a:lnTo>
                  <a:pt x="6330" y="233146"/>
                </a:lnTo>
                <a:lnTo>
                  <a:pt x="4902" y="277460"/>
                </a:lnTo>
                <a:lnTo>
                  <a:pt x="4114" y="366038"/>
                </a:lnTo>
                <a:lnTo>
                  <a:pt x="3376" y="371814"/>
                </a:lnTo>
                <a:lnTo>
                  <a:pt x="4023" y="370484"/>
                </a:lnTo>
                <a:lnTo>
                  <a:pt x="21657" y="370484"/>
                </a:lnTo>
                <a:lnTo>
                  <a:pt x="22080" y="367172"/>
                </a:lnTo>
                <a:lnTo>
                  <a:pt x="22157" y="313104"/>
                </a:lnTo>
                <a:lnTo>
                  <a:pt x="24278" y="233970"/>
                </a:lnTo>
                <a:lnTo>
                  <a:pt x="27116" y="186383"/>
                </a:lnTo>
                <a:lnTo>
                  <a:pt x="30658" y="141734"/>
                </a:lnTo>
                <a:lnTo>
                  <a:pt x="34885" y="102941"/>
                </a:lnTo>
                <a:lnTo>
                  <a:pt x="40612" y="66353"/>
                </a:lnTo>
                <a:lnTo>
                  <a:pt x="46326" y="22542"/>
                </a:lnTo>
                <a:lnTo>
                  <a:pt x="46408" y="21916"/>
                </a:lnTo>
                <a:lnTo>
                  <a:pt x="46493" y="21264"/>
                </a:lnTo>
                <a:lnTo>
                  <a:pt x="47248" y="18939"/>
                </a:lnTo>
                <a:lnTo>
                  <a:pt x="47748" y="17165"/>
                </a:lnTo>
                <a:lnTo>
                  <a:pt x="47581" y="17165"/>
                </a:lnTo>
                <a:lnTo>
                  <a:pt x="47964" y="16399"/>
                </a:lnTo>
                <a:lnTo>
                  <a:pt x="48192" y="15590"/>
                </a:lnTo>
                <a:lnTo>
                  <a:pt x="48368" y="15590"/>
                </a:lnTo>
                <a:lnTo>
                  <a:pt x="50250" y="11824"/>
                </a:lnTo>
                <a:lnTo>
                  <a:pt x="50555" y="10709"/>
                </a:lnTo>
                <a:lnTo>
                  <a:pt x="50581" y="7162"/>
                </a:lnTo>
                <a:lnTo>
                  <a:pt x="49828" y="4904"/>
                </a:lnTo>
                <a:lnTo>
                  <a:pt x="49250" y="3888"/>
                </a:lnTo>
                <a:lnTo>
                  <a:pt x="47689" y="2090"/>
                </a:lnTo>
                <a:lnTo>
                  <a:pt x="46767" y="1374"/>
                </a:lnTo>
                <a:lnTo>
                  <a:pt x="44636" y="308"/>
                </a:lnTo>
                <a:lnTo>
                  <a:pt x="43510" y="0"/>
                </a:lnTo>
                <a:close/>
              </a:path>
              <a:path w="50800" h="390525">
                <a:moveTo>
                  <a:pt x="47964" y="16399"/>
                </a:moveTo>
                <a:lnTo>
                  <a:pt x="47581" y="17165"/>
                </a:lnTo>
                <a:lnTo>
                  <a:pt x="47748" y="17165"/>
                </a:lnTo>
                <a:lnTo>
                  <a:pt x="47964" y="16399"/>
                </a:lnTo>
                <a:close/>
              </a:path>
              <a:path w="50800" h="390525">
                <a:moveTo>
                  <a:pt x="48368" y="15590"/>
                </a:moveTo>
                <a:lnTo>
                  <a:pt x="48192" y="15590"/>
                </a:lnTo>
                <a:lnTo>
                  <a:pt x="47964" y="16399"/>
                </a:lnTo>
                <a:lnTo>
                  <a:pt x="48368" y="15590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75310" y="878643"/>
            <a:ext cx="385736" cy="15631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28561" y="874365"/>
            <a:ext cx="405856" cy="16618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03529" y="1666750"/>
            <a:ext cx="505732" cy="21432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329439" y="1601447"/>
            <a:ext cx="271363" cy="196687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01130" y="1569279"/>
            <a:ext cx="924932" cy="531027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184391" y="1703834"/>
            <a:ext cx="524436" cy="175013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737039" y="1596000"/>
            <a:ext cx="272893" cy="513149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535748" y="1978708"/>
            <a:ext cx="521205" cy="191385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255632" y="1902086"/>
            <a:ext cx="303791" cy="194343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6198189" y="1974105"/>
            <a:ext cx="687070" cy="191770"/>
            <a:chOff x="6198189" y="1974105"/>
            <a:chExt cx="687070" cy="191770"/>
          </a:xfrm>
        </p:grpSpPr>
        <p:pic>
          <p:nvPicPr>
            <p:cNvPr id="21" name="object 2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98189" y="1974105"/>
              <a:ext cx="652429" cy="191565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6874816" y="2082294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60">
                  <a:moveTo>
                    <a:pt x="5707" y="0"/>
                  </a:moveTo>
                  <a:lnTo>
                    <a:pt x="4371" y="0"/>
                  </a:lnTo>
                  <a:lnTo>
                    <a:pt x="3727" y="126"/>
                  </a:lnTo>
                  <a:lnTo>
                    <a:pt x="0" y="4370"/>
                  </a:lnTo>
                  <a:lnTo>
                    <a:pt x="0" y="5706"/>
                  </a:lnTo>
                  <a:lnTo>
                    <a:pt x="4371" y="10076"/>
                  </a:lnTo>
                  <a:lnTo>
                    <a:pt x="5707" y="10076"/>
                  </a:lnTo>
                  <a:lnTo>
                    <a:pt x="10078" y="5038"/>
                  </a:lnTo>
                  <a:lnTo>
                    <a:pt x="10077" y="4370"/>
                  </a:lnTo>
                  <a:lnTo>
                    <a:pt x="5707" y="0"/>
                  </a:lnTo>
                  <a:close/>
                </a:path>
              </a:pathLst>
            </a:custGeom>
            <a:solidFill>
              <a:srgbClr val="505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" name="object 23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029067" y="2858824"/>
            <a:ext cx="511462" cy="350013"/>
          </a:xfrm>
          <a:prstGeom prst="rect">
            <a:avLst/>
          </a:prstGeom>
        </p:spPr>
      </p:pic>
      <p:sp>
        <p:nvSpPr>
          <p:cNvPr id="24" name="object 24" descr=""/>
          <p:cNvSpPr/>
          <p:nvPr/>
        </p:nvSpPr>
        <p:spPr>
          <a:xfrm>
            <a:off x="3705957" y="3164573"/>
            <a:ext cx="27940" cy="23495"/>
          </a:xfrm>
          <a:custGeom>
            <a:avLst/>
            <a:gdLst/>
            <a:ahLst/>
            <a:cxnLst/>
            <a:rect l="l" t="t" r="r" b="b"/>
            <a:pathLst>
              <a:path w="27939" h="23494">
                <a:moveTo>
                  <a:pt x="8155" y="5275"/>
                </a:moveTo>
                <a:lnTo>
                  <a:pt x="7696" y="5275"/>
                </a:lnTo>
                <a:lnTo>
                  <a:pt x="6551" y="5502"/>
                </a:lnTo>
                <a:lnTo>
                  <a:pt x="0" y="15909"/>
                </a:lnTo>
                <a:lnTo>
                  <a:pt x="135" y="16591"/>
                </a:lnTo>
                <a:lnTo>
                  <a:pt x="7696" y="23235"/>
                </a:lnTo>
                <a:lnTo>
                  <a:pt x="19722" y="23235"/>
                </a:lnTo>
                <a:lnTo>
                  <a:pt x="27160" y="17092"/>
                </a:lnTo>
                <a:lnTo>
                  <a:pt x="10054" y="17092"/>
                </a:lnTo>
                <a:lnTo>
                  <a:pt x="8978" y="13868"/>
                </a:lnTo>
                <a:lnTo>
                  <a:pt x="7397" y="8187"/>
                </a:lnTo>
                <a:lnTo>
                  <a:pt x="7526" y="7162"/>
                </a:lnTo>
                <a:lnTo>
                  <a:pt x="8080" y="5502"/>
                </a:lnTo>
                <a:lnTo>
                  <a:pt x="8155" y="5275"/>
                </a:lnTo>
                <a:close/>
              </a:path>
              <a:path w="27939" h="23494">
                <a:moveTo>
                  <a:pt x="18201" y="0"/>
                </a:moveTo>
                <a:lnTo>
                  <a:pt x="14598" y="0"/>
                </a:lnTo>
                <a:lnTo>
                  <a:pt x="13471" y="308"/>
                </a:lnTo>
                <a:lnTo>
                  <a:pt x="7526" y="7162"/>
                </a:lnTo>
                <a:lnTo>
                  <a:pt x="7549" y="10697"/>
                </a:lnTo>
                <a:lnTo>
                  <a:pt x="7905" y="11918"/>
                </a:lnTo>
                <a:lnTo>
                  <a:pt x="8879" y="13868"/>
                </a:lnTo>
                <a:lnTo>
                  <a:pt x="9369" y="15040"/>
                </a:lnTo>
                <a:lnTo>
                  <a:pt x="10054" y="17092"/>
                </a:lnTo>
                <a:lnTo>
                  <a:pt x="18573" y="5275"/>
                </a:lnTo>
                <a:lnTo>
                  <a:pt x="24664" y="5275"/>
                </a:lnTo>
                <a:lnTo>
                  <a:pt x="23970" y="3888"/>
                </a:lnTo>
                <a:lnTo>
                  <a:pt x="23206" y="2868"/>
                </a:lnTo>
                <a:lnTo>
                  <a:pt x="21482" y="1374"/>
                </a:lnTo>
                <a:lnTo>
                  <a:pt x="20391" y="730"/>
                </a:lnTo>
                <a:lnTo>
                  <a:pt x="18201" y="0"/>
                </a:lnTo>
                <a:close/>
              </a:path>
              <a:path w="27939" h="23494">
                <a:moveTo>
                  <a:pt x="24664" y="5275"/>
                </a:moveTo>
                <a:lnTo>
                  <a:pt x="18573" y="5275"/>
                </a:lnTo>
                <a:lnTo>
                  <a:pt x="10054" y="17092"/>
                </a:lnTo>
                <a:lnTo>
                  <a:pt x="27180" y="17092"/>
                </a:lnTo>
                <a:lnTo>
                  <a:pt x="27477" y="15909"/>
                </a:lnTo>
                <a:lnTo>
                  <a:pt x="24664" y="5275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16293" y="2823403"/>
            <a:ext cx="1557018" cy="1519450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859134" y="3487840"/>
            <a:ext cx="231616" cy="327244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365325" y="3529346"/>
            <a:ext cx="590228" cy="281279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251024" y="3527295"/>
            <a:ext cx="340344" cy="283841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838663" y="3531990"/>
            <a:ext cx="378839" cy="397586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248208" y="4012696"/>
            <a:ext cx="543183" cy="407755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877212" y="4007557"/>
            <a:ext cx="231616" cy="327242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425372" y="3515971"/>
            <a:ext cx="941601" cy="1088082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383404" y="4049063"/>
            <a:ext cx="590230" cy="281277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269103" y="4047012"/>
            <a:ext cx="340344" cy="283841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807510" y="4044503"/>
            <a:ext cx="161127" cy="315991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036928" y="4157013"/>
            <a:ext cx="225451" cy="156827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876360" y="2832199"/>
            <a:ext cx="526140" cy="564233"/>
          </a:xfrm>
          <a:prstGeom prst="rect">
            <a:avLst/>
          </a:prstGeom>
        </p:spPr>
      </p:pic>
      <p:sp>
        <p:nvSpPr>
          <p:cNvPr id="38" name="object 38" descr=""/>
          <p:cNvSpPr/>
          <p:nvPr/>
        </p:nvSpPr>
        <p:spPr>
          <a:xfrm>
            <a:off x="3514535" y="2852812"/>
            <a:ext cx="128905" cy="362585"/>
          </a:xfrm>
          <a:custGeom>
            <a:avLst/>
            <a:gdLst/>
            <a:ahLst/>
            <a:cxnLst/>
            <a:rect l="l" t="t" r="r" b="b"/>
            <a:pathLst>
              <a:path w="128904" h="362585">
                <a:moveTo>
                  <a:pt x="112961" y="214600"/>
                </a:moveTo>
                <a:lnTo>
                  <a:pt x="94470" y="214600"/>
                </a:lnTo>
                <a:lnTo>
                  <a:pt x="94660" y="215396"/>
                </a:lnTo>
                <a:lnTo>
                  <a:pt x="95032" y="216197"/>
                </a:lnTo>
                <a:lnTo>
                  <a:pt x="94856" y="216197"/>
                </a:lnTo>
                <a:lnTo>
                  <a:pt x="95719" y="219720"/>
                </a:lnTo>
                <a:lnTo>
                  <a:pt x="96126" y="221245"/>
                </a:lnTo>
                <a:lnTo>
                  <a:pt x="98730" y="237914"/>
                </a:lnTo>
                <a:lnTo>
                  <a:pt x="99081" y="239972"/>
                </a:lnTo>
                <a:lnTo>
                  <a:pt x="100804" y="262942"/>
                </a:lnTo>
                <a:lnTo>
                  <a:pt x="100879" y="263611"/>
                </a:lnTo>
                <a:lnTo>
                  <a:pt x="100943" y="306177"/>
                </a:lnTo>
                <a:lnTo>
                  <a:pt x="101069" y="309512"/>
                </a:lnTo>
                <a:lnTo>
                  <a:pt x="101155" y="311819"/>
                </a:lnTo>
                <a:lnTo>
                  <a:pt x="101239" y="314039"/>
                </a:lnTo>
                <a:lnTo>
                  <a:pt x="101308" y="315878"/>
                </a:lnTo>
                <a:lnTo>
                  <a:pt x="112335" y="358374"/>
                </a:lnTo>
                <a:lnTo>
                  <a:pt x="116189" y="361360"/>
                </a:lnTo>
                <a:lnTo>
                  <a:pt x="116339" y="361360"/>
                </a:lnTo>
                <a:lnTo>
                  <a:pt x="118622" y="362003"/>
                </a:lnTo>
                <a:lnTo>
                  <a:pt x="119462" y="362003"/>
                </a:lnTo>
                <a:lnTo>
                  <a:pt x="121827" y="361721"/>
                </a:lnTo>
                <a:lnTo>
                  <a:pt x="128643" y="353067"/>
                </a:lnTo>
                <a:lnTo>
                  <a:pt x="128362" y="350702"/>
                </a:lnTo>
                <a:lnTo>
                  <a:pt x="128000" y="349592"/>
                </a:lnTo>
                <a:lnTo>
                  <a:pt x="122911" y="340512"/>
                </a:lnTo>
                <a:lnTo>
                  <a:pt x="122618" y="340512"/>
                </a:lnTo>
                <a:lnTo>
                  <a:pt x="121799" y="338527"/>
                </a:lnTo>
                <a:lnTo>
                  <a:pt x="122067" y="338527"/>
                </a:lnTo>
                <a:lnTo>
                  <a:pt x="120791" y="333932"/>
                </a:lnTo>
                <a:lnTo>
                  <a:pt x="120633" y="333932"/>
                </a:lnTo>
                <a:lnTo>
                  <a:pt x="120561" y="333105"/>
                </a:lnTo>
                <a:lnTo>
                  <a:pt x="120340" y="332308"/>
                </a:lnTo>
                <a:lnTo>
                  <a:pt x="120492" y="332308"/>
                </a:lnTo>
                <a:lnTo>
                  <a:pt x="119664" y="322785"/>
                </a:lnTo>
                <a:lnTo>
                  <a:pt x="119553" y="321511"/>
                </a:lnTo>
                <a:lnTo>
                  <a:pt x="119437" y="320182"/>
                </a:lnTo>
                <a:lnTo>
                  <a:pt x="119341" y="317586"/>
                </a:lnTo>
                <a:lnTo>
                  <a:pt x="119254" y="315236"/>
                </a:lnTo>
                <a:lnTo>
                  <a:pt x="119127" y="311819"/>
                </a:lnTo>
                <a:lnTo>
                  <a:pt x="119042" y="309512"/>
                </a:lnTo>
                <a:lnTo>
                  <a:pt x="118918" y="306177"/>
                </a:lnTo>
                <a:lnTo>
                  <a:pt x="118818" y="262942"/>
                </a:lnTo>
                <a:lnTo>
                  <a:pt x="117237" y="241851"/>
                </a:lnTo>
                <a:lnTo>
                  <a:pt x="117124" y="240339"/>
                </a:lnTo>
                <a:lnTo>
                  <a:pt x="117096" y="239972"/>
                </a:lnTo>
                <a:lnTo>
                  <a:pt x="116996" y="238632"/>
                </a:lnTo>
                <a:lnTo>
                  <a:pt x="116913" y="237914"/>
                </a:lnTo>
                <a:lnTo>
                  <a:pt x="113874" y="218466"/>
                </a:lnTo>
                <a:lnTo>
                  <a:pt x="113724" y="217716"/>
                </a:lnTo>
                <a:lnTo>
                  <a:pt x="113352" y="216197"/>
                </a:lnTo>
                <a:lnTo>
                  <a:pt x="95032" y="216197"/>
                </a:lnTo>
                <a:lnTo>
                  <a:pt x="94751" y="215396"/>
                </a:lnTo>
                <a:lnTo>
                  <a:pt x="113156" y="215396"/>
                </a:lnTo>
                <a:lnTo>
                  <a:pt x="112961" y="214600"/>
                </a:lnTo>
                <a:close/>
              </a:path>
              <a:path w="128904" h="362585">
                <a:moveTo>
                  <a:pt x="121799" y="338527"/>
                </a:moveTo>
                <a:lnTo>
                  <a:pt x="122618" y="340512"/>
                </a:lnTo>
                <a:lnTo>
                  <a:pt x="122330" y="339474"/>
                </a:lnTo>
                <a:lnTo>
                  <a:pt x="121799" y="338527"/>
                </a:lnTo>
                <a:close/>
              </a:path>
              <a:path w="128904" h="362585">
                <a:moveTo>
                  <a:pt x="122330" y="339474"/>
                </a:moveTo>
                <a:lnTo>
                  <a:pt x="122618" y="340512"/>
                </a:lnTo>
                <a:lnTo>
                  <a:pt x="122911" y="340512"/>
                </a:lnTo>
                <a:lnTo>
                  <a:pt x="122330" y="339474"/>
                </a:lnTo>
                <a:close/>
              </a:path>
              <a:path w="128904" h="362585">
                <a:moveTo>
                  <a:pt x="122067" y="338527"/>
                </a:moveTo>
                <a:lnTo>
                  <a:pt x="121799" y="338527"/>
                </a:lnTo>
                <a:lnTo>
                  <a:pt x="122330" y="339474"/>
                </a:lnTo>
                <a:lnTo>
                  <a:pt x="122067" y="338527"/>
                </a:lnTo>
                <a:close/>
              </a:path>
              <a:path w="128904" h="362585">
                <a:moveTo>
                  <a:pt x="120561" y="333105"/>
                </a:moveTo>
                <a:lnTo>
                  <a:pt x="120633" y="333932"/>
                </a:lnTo>
                <a:lnTo>
                  <a:pt x="120791" y="333932"/>
                </a:lnTo>
                <a:lnTo>
                  <a:pt x="120561" y="333105"/>
                </a:lnTo>
                <a:close/>
              </a:path>
              <a:path w="128904" h="362585">
                <a:moveTo>
                  <a:pt x="120492" y="332308"/>
                </a:moveTo>
                <a:lnTo>
                  <a:pt x="120340" y="332308"/>
                </a:lnTo>
                <a:lnTo>
                  <a:pt x="120561" y="333105"/>
                </a:lnTo>
                <a:lnTo>
                  <a:pt x="120492" y="332308"/>
                </a:lnTo>
                <a:close/>
              </a:path>
              <a:path w="128904" h="362585">
                <a:moveTo>
                  <a:pt x="40558" y="0"/>
                </a:moveTo>
                <a:lnTo>
                  <a:pt x="38177" y="0"/>
                </a:lnTo>
                <a:lnTo>
                  <a:pt x="37030" y="227"/>
                </a:lnTo>
                <a:lnTo>
                  <a:pt x="17745" y="48219"/>
                </a:lnTo>
                <a:lnTo>
                  <a:pt x="6102" y="132270"/>
                </a:lnTo>
                <a:lnTo>
                  <a:pt x="2439" y="180564"/>
                </a:lnTo>
                <a:lnTo>
                  <a:pt x="1255" y="207453"/>
                </a:lnTo>
                <a:lnTo>
                  <a:pt x="1140" y="210060"/>
                </a:lnTo>
                <a:lnTo>
                  <a:pt x="121" y="251358"/>
                </a:lnTo>
                <a:lnTo>
                  <a:pt x="0" y="316482"/>
                </a:lnTo>
                <a:lnTo>
                  <a:pt x="339" y="318926"/>
                </a:lnTo>
                <a:lnTo>
                  <a:pt x="8221" y="327496"/>
                </a:lnTo>
                <a:lnTo>
                  <a:pt x="12135" y="327496"/>
                </a:lnTo>
                <a:lnTo>
                  <a:pt x="26128" y="316482"/>
                </a:lnTo>
                <a:lnTo>
                  <a:pt x="17964" y="316482"/>
                </a:lnTo>
                <a:lnTo>
                  <a:pt x="17880" y="315878"/>
                </a:lnTo>
                <a:lnTo>
                  <a:pt x="17095" y="315236"/>
                </a:lnTo>
                <a:lnTo>
                  <a:pt x="12472" y="311819"/>
                </a:lnTo>
                <a:lnTo>
                  <a:pt x="5210" y="311819"/>
                </a:lnTo>
                <a:lnTo>
                  <a:pt x="11400" y="306177"/>
                </a:lnTo>
                <a:lnTo>
                  <a:pt x="17964" y="297342"/>
                </a:lnTo>
                <a:lnTo>
                  <a:pt x="18088" y="251358"/>
                </a:lnTo>
                <a:lnTo>
                  <a:pt x="18567" y="222683"/>
                </a:lnTo>
                <a:lnTo>
                  <a:pt x="20373" y="181644"/>
                </a:lnTo>
                <a:lnTo>
                  <a:pt x="23988" y="133993"/>
                </a:lnTo>
                <a:lnTo>
                  <a:pt x="24015" y="133634"/>
                </a:lnTo>
                <a:lnTo>
                  <a:pt x="29399" y="87633"/>
                </a:lnTo>
                <a:lnTo>
                  <a:pt x="29450" y="87200"/>
                </a:lnTo>
                <a:lnTo>
                  <a:pt x="35397" y="51581"/>
                </a:lnTo>
                <a:lnTo>
                  <a:pt x="35466" y="51172"/>
                </a:lnTo>
                <a:lnTo>
                  <a:pt x="40724" y="26682"/>
                </a:lnTo>
                <a:lnTo>
                  <a:pt x="40793" y="26361"/>
                </a:lnTo>
                <a:lnTo>
                  <a:pt x="40858" y="26056"/>
                </a:lnTo>
                <a:lnTo>
                  <a:pt x="42598" y="20153"/>
                </a:lnTo>
                <a:lnTo>
                  <a:pt x="42371" y="20153"/>
                </a:lnTo>
                <a:lnTo>
                  <a:pt x="42851" y="19283"/>
                </a:lnTo>
                <a:lnTo>
                  <a:pt x="43130" y="18323"/>
                </a:lnTo>
                <a:lnTo>
                  <a:pt x="43381" y="18323"/>
                </a:lnTo>
                <a:lnTo>
                  <a:pt x="43692" y="17759"/>
                </a:lnTo>
                <a:lnTo>
                  <a:pt x="43287" y="17759"/>
                </a:lnTo>
                <a:lnTo>
                  <a:pt x="44801" y="15750"/>
                </a:lnTo>
                <a:lnTo>
                  <a:pt x="45297" y="15750"/>
                </a:lnTo>
                <a:lnTo>
                  <a:pt x="46559" y="14488"/>
                </a:lnTo>
                <a:lnTo>
                  <a:pt x="47208" y="13516"/>
                </a:lnTo>
                <a:lnTo>
                  <a:pt x="48052" y="11478"/>
                </a:lnTo>
                <a:lnTo>
                  <a:pt x="48120" y="11315"/>
                </a:lnTo>
                <a:lnTo>
                  <a:pt x="48347" y="10170"/>
                </a:lnTo>
                <a:lnTo>
                  <a:pt x="48347" y="7788"/>
                </a:lnTo>
                <a:lnTo>
                  <a:pt x="48204" y="7068"/>
                </a:lnTo>
                <a:lnTo>
                  <a:pt x="48120" y="6643"/>
                </a:lnTo>
                <a:lnTo>
                  <a:pt x="41704" y="227"/>
                </a:lnTo>
                <a:lnTo>
                  <a:pt x="40558" y="0"/>
                </a:lnTo>
                <a:close/>
              </a:path>
              <a:path w="128904" h="362585">
                <a:moveTo>
                  <a:pt x="17964" y="315878"/>
                </a:moveTo>
                <a:lnTo>
                  <a:pt x="17964" y="316482"/>
                </a:lnTo>
                <a:lnTo>
                  <a:pt x="26128" y="316482"/>
                </a:lnTo>
                <a:lnTo>
                  <a:pt x="26451" y="316048"/>
                </a:lnTo>
                <a:lnTo>
                  <a:pt x="18194" y="316048"/>
                </a:lnTo>
                <a:lnTo>
                  <a:pt x="17964" y="315878"/>
                </a:lnTo>
                <a:close/>
              </a:path>
              <a:path w="128904" h="362585">
                <a:moveTo>
                  <a:pt x="17964" y="315236"/>
                </a:moveTo>
                <a:lnTo>
                  <a:pt x="17964" y="315878"/>
                </a:lnTo>
                <a:lnTo>
                  <a:pt x="18194" y="316048"/>
                </a:lnTo>
                <a:lnTo>
                  <a:pt x="17964" y="315236"/>
                </a:lnTo>
                <a:close/>
              </a:path>
              <a:path w="128904" h="362585">
                <a:moveTo>
                  <a:pt x="98129" y="192854"/>
                </a:moveTo>
                <a:lnTo>
                  <a:pt x="92122" y="192854"/>
                </a:lnTo>
                <a:lnTo>
                  <a:pt x="91235" y="193057"/>
                </a:lnTo>
                <a:lnTo>
                  <a:pt x="66284" y="222555"/>
                </a:lnTo>
                <a:lnTo>
                  <a:pt x="40282" y="264280"/>
                </a:lnTo>
                <a:lnTo>
                  <a:pt x="26687" y="285600"/>
                </a:lnTo>
                <a:lnTo>
                  <a:pt x="17964" y="297342"/>
                </a:lnTo>
                <a:lnTo>
                  <a:pt x="17964" y="315236"/>
                </a:lnTo>
                <a:lnTo>
                  <a:pt x="18145" y="315878"/>
                </a:lnTo>
                <a:lnTo>
                  <a:pt x="18194" y="316048"/>
                </a:lnTo>
                <a:lnTo>
                  <a:pt x="26451" y="316048"/>
                </a:lnTo>
                <a:lnTo>
                  <a:pt x="41108" y="296316"/>
                </a:lnTo>
                <a:lnTo>
                  <a:pt x="41466" y="295795"/>
                </a:lnTo>
                <a:lnTo>
                  <a:pt x="55504" y="273824"/>
                </a:lnTo>
                <a:lnTo>
                  <a:pt x="64783" y="258898"/>
                </a:lnTo>
                <a:lnTo>
                  <a:pt x="81624" y="231910"/>
                </a:lnTo>
                <a:lnTo>
                  <a:pt x="90250" y="219862"/>
                </a:lnTo>
                <a:lnTo>
                  <a:pt x="94289" y="214600"/>
                </a:lnTo>
                <a:lnTo>
                  <a:pt x="92497" y="210746"/>
                </a:lnTo>
                <a:lnTo>
                  <a:pt x="92133" y="210275"/>
                </a:lnTo>
                <a:lnTo>
                  <a:pt x="89833" y="207453"/>
                </a:lnTo>
                <a:lnTo>
                  <a:pt x="110776" y="207453"/>
                </a:lnTo>
                <a:lnTo>
                  <a:pt x="99065" y="193057"/>
                </a:lnTo>
                <a:lnTo>
                  <a:pt x="98129" y="192854"/>
                </a:lnTo>
                <a:close/>
              </a:path>
              <a:path w="128904" h="362585">
                <a:moveTo>
                  <a:pt x="17964" y="309512"/>
                </a:moveTo>
                <a:lnTo>
                  <a:pt x="10966" y="309512"/>
                </a:lnTo>
                <a:lnTo>
                  <a:pt x="9919" y="309932"/>
                </a:lnTo>
                <a:lnTo>
                  <a:pt x="17964" y="315878"/>
                </a:lnTo>
                <a:lnTo>
                  <a:pt x="17791" y="315236"/>
                </a:lnTo>
                <a:lnTo>
                  <a:pt x="17625" y="314039"/>
                </a:lnTo>
                <a:lnTo>
                  <a:pt x="17964" y="314039"/>
                </a:lnTo>
                <a:lnTo>
                  <a:pt x="17964" y="309512"/>
                </a:lnTo>
                <a:close/>
              </a:path>
              <a:path w="128904" h="362585">
                <a:moveTo>
                  <a:pt x="17625" y="314039"/>
                </a:moveTo>
                <a:lnTo>
                  <a:pt x="17791" y="315236"/>
                </a:lnTo>
                <a:lnTo>
                  <a:pt x="17880" y="315878"/>
                </a:lnTo>
                <a:lnTo>
                  <a:pt x="17964" y="315236"/>
                </a:lnTo>
                <a:lnTo>
                  <a:pt x="17625" y="314039"/>
                </a:lnTo>
                <a:close/>
              </a:path>
              <a:path w="128904" h="362585">
                <a:moveTo>
                  <a:pt x="17964" y="314039"/>
                </a:moveTo>
                <a:lnTo>
                  <a:pt x="17625" y="314039"/>
                </a:lnTo>
                <a:lnTo>
                  <a:pt x="17964" y="315236"/>
                </a:lnTo>
                <a:lnTo>
                  <a:pt x="17964" y="314039"/>
                </a:lnTo>
                <a:close/>
              </a:path>
              <a:path w="128904" h="362585">
                <a:moveTo>
                  <a:pt x="17964" y="305587"/>
                </a:moveTo>
                <a:lnTo>
                  <a:pt x="12048" y="305587"/>
                </a:lnTo>
                <a:lnTo>
                  <a:pt x="11400" y="306177"/>
                </a:lnTo>
                <a:lnTo>
                  <a:pt x="10886" y="306870"/>
                </a:lnTo>
                <a:lnTo>
                  <a:pt x="10641" y="306870"/>
                </a:lnTo>
                <a:lnTo>
                  <a:pt x="5210" y="311819"/>
                </a:lnTo>
                <a:lnTo>
                  <a:pt x="9919" y="309932"/>
                </a:lnTo>
                <a:lnTo>
                  <a:pt x="9352" y="309512"/>
                </a:lnTo>
                <a:lnTo>
                  <a:pt x="17964" y="309512"/>
                </a:lnTo>
                <a:lnTo>
                  <a:pt x="17964" y="306870"/>
                </a:lnTo>
                <a:lnTo>
                  <a:pt x="10886" y="306870"/>
                </a:lnTo>
                <a:lnTo>
                  <a:pt x="11513" y="306177"/>
                </a:lnTo>
                <a:lnTo>
                  <a:pt x="17964" y="306177"/>
                </a:lnTo>
                <a:lnTo>
                  <a:pt x="17964" y="305587"/>
                </a:lnTo>
                <a:close/>
              </a:path>
              <a:path w="128904" h="362585">
                <a:moveTo>
                  <a:pt x="9919" y="309932"/>
                </a:moveTo>
                <a:lnTo>
                  <a:pt x="5210" y="311819"/>
                </a:lnTo>
                <a:lnTo>
                  <a:pt x="12472" y="311819"/>
                </a:lnTo>
                <a:lnTo>
                  <a:pt x="9919" y="309932"/>
                </a:lnTo>
                <a:close/>
              </a:path>
              <a:path w="128904" h="362585">
                <a:moveTo>
                  <a:pt x="10966" y="309512"/>
                </a:moveTo>
                <a:lnTo>
                  <a:pt x="9352" y="309512"/>
                </a:lnTo>
                <a:lnTo>
                  <a:pt x="9919" y="309932"/>
                </a:lnTo>
                <a:lnTo>
                  <a:pt x="10966" y="309512"/>
                </a:lnTo>
                <a:close/>
              </a:path>
              <a:path w="128904" h="362585">
                <a:moveTo>
                  <a:pt x="17964" y="297342"/>
                </a:moveTo>
                <a:lnTo>
                  <a:pt x="11400" y="306177"/>
                </a:lnTo>
                <a:lnTo>
                  <a:pt x="12048" y="305587"/>
                </a:lnTo>
                <a:lnTo>
                  <a:pt x="17964" y="305587"/>
                </a:lnTo>
                <a:lnTo>
                  <a:pt x="17964" y="297342"/>
                </a:lnTo>
                <a:close/>
              </a:path>
              <a:path w="128904" h="362585">
                <a:moveTo>
                  <a:pt x="111018" y="207973"/>
                </a:moveTo>
                <a:lnTo>
                  <a:pt x="100412" y="207973"/>
                </a:lnTo>
                <a:lnTo>
                  <a:pt x="96833" y="211552"/>
                </a:lnTo>
                <a:lnTo>
                  <a:pt x="96319" y="211961"/>
                </a:lnTo>
                <a:lnTo>
                  <a:pt x="94289" y="214600"/>
                </a:lnTo>
                <a:lnTo>
                  <a:pt x="94660" y="215396"/>
                </a:lnTo>
                <a:lnTo>
                  <a:pt x="94465" y="214600"/>
                </a:lnTo>
                <a:lnTo>
                  <a:pt x="112961" y="214600"/>
                </a:lnTo>
                <a:lnTo>
                  <a:pt x="112017" y="210746"/>
                </a:lnTo>
                <a:lnTo>
                  <a:pt x="111902" y="210275"/>
                </a:lnTo>
                <a:lnTo>
                  <a:pt x="111422" y="208911"/>
                </a:lnTo>
                <a:lnTo>
                  <a:pt x="111321" y="208625"/>
                </a:lnTo>
                <a:lnTo>
                  <a:pt x="111018" y="207973"/>
                </a:lnTo>
                <a:close/>
              </a:path>
              <a:path w="128904" h="362585">
                <a:moveTo>
                  <a:pt x="94178" y="209666"/>
                </a:moveTo>
                <a:lnTo>
                  <a:pt x="91994" y="209666"/>
                </a:lnTo>
                <a:lnTo>
                  <a:pt x="93174" y="211552"/>
                </a:lnTo>
                <a:lnTo>
                  <a:pt x="92872" y="211552"/>
                </a:lnTo>
                <a:lnTo>
                  <a:pt x="94289" y="214600"/>
                </a:lnTo>
                <a:lnTo>
                  <a:pt x="96319" y="211961"/>
                </a:lnTo>
                <a:lnTo>
                  <a:pt x="96833" y="211552"/>
                </a:lnTo>
                <a:lnTo>
                  <a:pt x="93174" y="211552"/>
                </a:lnTo>
                <a:lnTo>
                  <a:pt x="92517" y="210746"/>
                </a:lnTo>
                <a:lnTo>
                  <a:pt x="93158" y="210746"/>
                </a:lnTo>
                <a:lnTo>
                  <a:pt x="94951" y="210060"/>
                </a:lnTo>
                <a:lnTo>
                  <a:pt x="94178" y="209666"/>
                </a:lnTo>
                <a:close/>
              </a:path>
              <a:path w="128904" h="362585">
                <a:moveTo>
                  <a:pt x="92375" y="210275"/>
                </a:moveTo>
                <a:lnTo>
                  <a:pt x="92517" y="210746"/>
                </a:lnTo>
                <a:lnTo>
                  <a:pt x="93174" y="211552"/>
                </a:lnTo>
                <a:lnTo>
                  <a:pt x="92375" y="210275"/>
                </a:lnTo>
                <a:close/>
              </a:path>
              <a:path w="128904" h="362585">
                <a:moveTo>
                  <a:pt x="89833" y="207453"/>
                </a:moveTo>
                <a:lnTo>
                  <a:pt x="92517" y="210746"/>
                </a:lnTo>
                <a:lnTo>
                  <a:pt x="91994" y="209666"/>
                </a:lnTo>
                <a:lnTo>
                  <a:pt x="94178" y="209666"/>
                </a:lnTo>
                <a:lnTo>
                  <a:pt x="89833" y="207453"/>
                </a:lnTo>
                <a:close/>
              </a:path>
              <a:path w="128904" h="362585">
                <a:moveTo>
                  <a:pt x="94951" y="210060"/>
                </a:moveTo>
                <a:lnTo>
                  <a:pt x="93158" y="210746"/>
                </a:lnTo>
                <a:lnTo>
                  <a:pt x="96297" y="210746"/>
                </a:lnTo>
                <a:lnTo>
                  <a:pt x="94951" y="210060"/>
                </a:lnTo>
                <a:close/>
              </a:path>
              <a:path w="128904" h="362585">
                <a:moveTo>
                  <a:pt x="100412" y="207973"/>
                </a:moveTo>
                <a:lnTo>
                  <a:pt x="94951" y="210060"/>
                </a:lnTo>
                <a:lnTo>
                  <a:pt x="96297" y="210746"/>
                </a:lnTo>
                <a:lnTo>
                  <a:pt x="97640" y="210746"/>
                </a:lnTo>
                <a:lnTo>
                  <a:pt x="100412" y="207973"/>
                </a:lnTo>
                <a:close/>
              </a:path>
              <a:path w="128904" h="362585">
                <a:moveTo>
                  <a:pt x="110776" y="207453"/>
                </a:moveTo>
                <a:lnTo>
                  <a:pt x="89833" y="207453"/>
                </a:lnTo>
                <a:lnTo>
                  <a:pt x="94951" y="210060"/>
                </a:lnTo>
                <a:lnTo>
                  <a:pt x="100412" y="207973"/>
                </a:lnTo>
                <a:lnTo>
                  <a:pt x="111018" y="207973"/>
                </a:lnTo>
                <a:lnTo>
                  <a:pt x="110776" y="207453"/>
                </a:lnTo>
                <a:close/>
              </a:path>
              <a:path w="128904" h="362585">
                <a:moveTo>
                  <a:pt x="42851" y="19283"/>
                </a:moveTo>
                <a:lnTo>
                  <a:pt x="42371" y="20153"/>
                </a:lnTo>
                <a:lnTo>
                  <a:pt x="42598" y="20153"/>
                </a:lnTo>
                <a:lnTo>
                  <a:pt x="42851" y="19283"/>
                </a:lnTo>
                <a:close/>
              </a:path>
              <a:path w="128904" h="362585">
                <a:moveTo>
                  <a:pt x="43381" y="18323"/>
                </a:moveTo>
                <a:lnTo>
                  <a:pt x="43130" y="18323"/>
                </a:lnTo>
                <a:lnTo>
                  <a:pt x="42851" y="19283"/>
                </a:lnTo>
                <a:lnTo>
                  <a:pt x="43381" y="18323"/>
                </a:lnTo>
                <a:close/>
              </a:path>
              <a:path w="128904" h="362585">
                <a:moveTo>
                  <a:pt x="44801" y="15750"/>
                </a:moveTo>
                <a:lnTo>
                  <a:pt x="43287" y="17759"/>
                </a:lnTo>
                <a:lnTo>
                  <a:pt x="44191" y="16856"/>
                </a:lnTo>
                <a:lnTo>
                  <a:pt x="44801" y="15750"/>
                </a:lnTo>
                <a:close/>
              </a:path>
              <a:path w="128904" h="362585">
                <a:moveTo>
                  <a:pt x="44191" y="16856"/>
                </a:moveTo>
                <a:lnTo>
                  <a:pt x="43287" y="17759"/>
                </a:lnTo>
                <a:lnTo>
                  <a:pt x="43692" y="17759"/>
                </a:lnTo>
                <a:lnTo>
                  <a:pt x="44191" y="16856"/>
                </a:lnTo>
                <a:close/>
              </a:path>
              <a:path w="128904" h="362585">
                <a:moveTo>
                  <a:pt x="45297" y="15750"/>
                </a:moveTo>
                <a:lnTo>
                  <a:pt x="44801" y="15750"/>
                </a:lnTo>
                <a:lnTo>
                  <a:pt x="44191" y="16856"/>
                </a:lnTo>
                <a:lnTo>
                  <a:pt x="45297" y="15750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object 39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02208" y="4952769"/>
            <a:ext cx="684998" cy="387273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232425" y="5212295"/>
            <a:ext cx="137029" cy="132339"/>
          </a:xfrm>
          <a:prstGeom prst="rect">
            <a:avLst/>
          </a:prstGeom>
        </p:spPr>
      </p:pic>
      <p:sp>
        <p:nvSpPr>
          <p:cNvPr id="41" name="object 41" descr=""/>
          <p:cNvSpPr/>
          <p:nvPr/>
        </p:nvSpPr>
        <p:spPr>
          <a:xfrm>
            <a:off x="1459026" y="5013388"/>
            <a:ext cx="274320" cy="360680"/>
          </a:xfrm>
          <a:custGeom>
            <a:avLst/>
            <a:gdLst/>
            <a:ahLst/>
            <a:cxnLst/>
            <a:rect l="l" t="t" r="r" b="b"/>
            <a:pathLst>
              <a:path w="274319" h="360679">
                <a:moveTo>
                  <a:pt x="262648" y="44196"/>
                </a:moveTo>
                <a:lnTo>
                  <a:pt x="262191" y="43802"/>
                </a:lnTo>
                <a:lnTo>
                  <a:pt x="255955" y="38354"/>
                </a:lnTo>
                <a:lnTo>
                  <a:pt x="255295" y="37833"/>
                </a:lnTo>
                <a:lnTo>
                  <a:pt x="249872" y="33921"/>
                </a:lnTo>
                <a:lnTo>
                  <a:pt x="249123" y="33388"/>
                </a:lnTo>
                <a:lnTo>
                  <a:pt x="243319" y="29210"/>
                </a:lnTo>
                <a:lnTo>
                  <a:pt x="242176" y="28511"/>
                </a:lnTo>
                <a:lnTo>
                  <a:pt x="238569" y="26657"/>
                </a:lnTo>
                <a:lnTo>
                  <a:pt x="237896" y="26327"/>
                </a:lnTo>
                <a:lnTo>
                  <a:pt x="231076" y="22809"/>
                </a:lnTo>
                <a:lnTo>
                  <a:pt x="195135" y="8940"/>
                </a:lnTo>
                <a:lnTo>
                  <a:pt x="192189" y="8458"/>
                </a:lnTo>
                <a:lnTo>
                  <a:pt x="192189" y="26657"/>
                </a:lnTo>
                <a:lnTo>
                  <a:pt x="191846" y="26657"/>
                </a:lnTo>
                <a:lnTo>
                  <a:pt x="191477" y="26543"/>
                </a:lnTo>
                <a:lnTo>
                  <a:pt x="192189" y="26657"/>
                </a:lnTo>
                <a:lnTo>
                  <a:pt x="192189" y="8458"/>
                </a:lnTo>
                <a:lnTo>
                  <a:pt x="174091" y="5435"/>
                </a:lnTo>
                <a:lnTo>
                  <a:pt x="176580" y="5435"/>
                </a:lnTo>
                <a:lnTo>
                  <a:pt x="158064" y="4838"/>
                </a:lnTo>
                <a:lnTo>
                  <a:pt x="137325" y="4838"/>
                </a:lnTo>
                <a:lnTo>
                  <a:pt x="126225" y="6591"/>
                </a:lnTo>
                <a:lnTo>
                  <a:pt x="124079" y="7213"/>
                </a:lnTo>
                <a:lnTo>
                  <a:pt x="120878" y="8585"/>
                </a:lnTo>
                <a:lnTo>
                  <a:pt x="112522" y="0"/>
                </a:lnTo>
                <a:lnTo>
                  <a:pt x="111290" y="0"/>
                </a:lnTo>
                <a:lnTo>
                  <a:pt x="108661" y="495"/>
                </a:lnTo>
                <a:lnTo>
                  <a:pt x="108851" y="495"/>
                </a:lnTo>
                <a:lnTo>
                  <a:pt x="107797" y="952"/>
                </a:lnTo>
                <a:lnTo>
                  <a:pt x="100888" y="17602"/>
                </a:lnTo>
                <a:lnTo>
                  <a:pt x="93383" y="43014"/>
                </a:lnTo>
                <a:lnTo>
                  <a:pt x="81584" y="78473"/>
                </a:lnTo>
                <a:lnTo>
                  <a:pt x="69278" y="121831"/>
                </a:lnTo>
                <a:lnTo>
                  <a:pt x="58839" y="160591"/>
                </a:lnTo>
                <a:lnTo>
                  <a:pt x="32969" y="167500"/>
                </a:lnTo>
                <a:lnTo>
                  <a:pt x="32664" y="167500"/>
                </a:lnTo>
                <a:lnTo>
                  <a:pt x="19253" y="169646"/>
                </a:lnTo>
                <a:lnTo>
                  <a:pt x="10718" y="170776"/>
                </a:lnTo>
                <a:lnTo>
                  <a:pt x="0" y="181927"/>
                </a:lnTo>
                <a:lnTo>
                  <a:pt x="203" y="183083"/>
                </a:lnTo>
                <a:lnTo>
                  <a:pt x="914" y="184861"/>
                </a:lnTo>
                <a:lnTo>
                  <a:pt x="990" y="185051"/>
                </a:lnTo>
                <a:lnTo>
                  <a:pt x="6680" y="189636"/>
                </a:lnTo>
                <a:lnTo>
                  <a:pt x="6819" y="189636"/>
                </a:lnTo>
                <a:lnTo>
                  <a:pt x="7823" y="189852"/>
                </a:lnTo>
                <a:lnTo>
                  <a:pt x="10071" y="189852"/>
                </a:lnTo>
                <a:lnTo>
                  <a:pt x="11214" y="189636"/>
                </a:lnTo>
                <a:lnTo>
                  <a:pt x="13703" y="188633"/>
                </a:lnTo>
                <a:lnTo>
                  <a:pt x="14198" y="188442"/>
                </a:lnTo>
                <a:lnTo>
                  <a:pt x="17310" y="188023"/>
                </a:lnTo>
                <a:lnTo>
                  <a:pt x="22098" y="187388"/>
                </a:lnTo>
                <a:lnTo>
                  <a:pt x="36703" y="185051"/>
                </a:lnTo>
                <a:lnTo>
                  <a:pt x="37604" y="184861"/>
                </a:lnTo>
                <a:lnTo>
                  <a:pt x="53759" y="180543"/>
                </a:lnTo>
                <a:lnTo>
                  <a:pt x="45758" y="213042"/>
                </a:lnTo>
                <a:lnTo>
                  <a:pt x="38112" y="252399"/>
                </a:lnTo>
                <a:lnTo>
                  <a:pt x="29870" y="309575"/>
                </a:lnTo>
                <a:lnTo>
                  <a:pt x="29235" y="329006"/>
                </a:lnTo>
                <a:lnTo>
                  <a:pt x="29324" y="340677"/>
                </a:lnTo>
                <a:lnTo>
                  <a:pt x="29425" y="344106"/>
                </a:lnTo>
                <a:lnTo>
                  <a:pt x="30200" y="348729"/>
                </a:lnTo>
                <a:lnTo>
                  <a:pt x="30327" y="349491"/>
                </a:lnTo>
                <a:lnTo>
                  <a:pt x="38874" y="360121"/>
                </a:lnTo>
                <a:lnTo>
                  <a:pt x="39116" y="360121"/>
                </a:lnTo>
                <a:lnTo>
                  <a:pt x="41059" y="360540"/>
                </a:lnTo>
                <a:lnTo>
                  <a:pt x="42138" y="360540"/>
                </a:lnTo>
                <a:lnTo>
                  <a:pt x="44488" y="360121"/>
                </a:lnTo>
                <a:lnTo>
                  <a:pt x="50761" y="351078"/>
                </a:lnTo>
                <a:lnTo>
                  <a:pt x="50342" y="348729"/>
                </a:lnTo>
                <a:lnTo>
                  <a:pt x="49911" y="347637"/>
                </a:lnTo>
                <a:lnTo>
                  <a:pt x="48806" y="345935"/>
                </a:lnTo>
                <a:lnTo>
                  <a:pt x="47637" y="344106"/>
                </a:lnTo>
                <a:lnTo>
                  <a:pt x="47383" y="342557"/>
                </a:lnTo>
                <a:lnTo>
                  <a:pt x="47307" y="342150"/>
                </a:lnTo>
                <a:lnTo>
                  <a:pt x="47205" y="329006"/>
                </a:lnTo>
                <a:lnTo>
                  <a:pt x="47752" y="311607"/>
                </a:lnTo>
                <a:lnTo>
                  <a:pt x="47866" y="310311"/>
                </a:lnTo>
                <a:lnTo>
                  <a:pt x="50584" y="286385"/>
                </a:lnTo>
                <a:lnTo>
                  <a:pt x="50634" y="285889"/>
                </a:lnTo>
                <a:lnTo>
                  <a:pt x="51003" y="283857"/>
                </a:lnTo>
                <a:lnTo>
                  <a:pt x="55791" y="255612"/>
                </a:lnTo>
                <a:lnTo>
                  <a:pt x="63309" y="216890"/>
                </a:lnTo>
                <a:lnTo>
                  <a:pt x="63385" y="216458"/>
                </a:lnTo>
                <a:lnTo>
                  <a:pt x="73558" y="175247"/>
                </a:lnTo>
                <a:lnTo>
                  <a:pt x="96850" y="169011"/>
                </a:lnTo>
                <a:lnTo>
                  <a:pt x="116827" y="163144"/>
                </a:lnTo>
                <a:lnTo>
                  <a:pt x="148793" y="146329"/>
                </a:lnTo>
                <a:lnTo>
                  <a:pt x="148767" y="142798"/>
                </a:lnTo>
                <a:lnTo>
                  <a:pt x="141668" y="135750"/>
                </a:lnTo>
                <a:lnTo>
                  <a:pt x="138074" y="135750"/>
                </a:lnTo>
                <a:lnTo>
                  <a:pt x="136944" y="136055"/>
                </a:lnTo>
                <a:lnTo>
                  <a:pt x="126022" y="141516"/>
                </a:lnTo>
                <a:lnTo>
                  <a:pt x="111645" y="145935"/>
                </a:lnTo>
                <a:lnTo>
                  <a:pt x="91694" y="151803"/>
                </a:lnTo>
                <a:lnTo>
                  <a:pt x="78879" y="155232"/>
                </a:lnTo>
                <a:lnTo>
                  <a:pt x="86588" y="126619"/>
                </a:lnTo>
                <a:lnTo>
                  <a:pt x="98755" y="83756"/>
                </a:lnTo>
                <a:lnTo>
                  <a:pt x="98856" y="83375"/>
                </a:lnTo>
                <a:lnTo>
                  <a:pt x="110528" y="48399"/>
                </a:lnTo>
                <a:lnTo>
                  <a:pt x="117703" y="24091"/>
                </a:lnTo>
                <a:lnTo>
                  <a:pt x="118110" y="24472"/>
                </a:lnTo>
                <a:lnTo>
                  <a:pt x="119087" y="25120"/>
                </a:lnTo>
                <a:lnTo>
                  <a:pt x="121297" y="25996"/>
                </a:lnTo>
                <a:lnTo>
                  <a:pt x="123024" y="26327"/>
                </a:lnTo>
                <a:lnTo>
                  <a:pt x="124180" y="26327"/>
                </a:lnTo>
                <a:lnTo>
                  <a:pt x="125704" y="25996"/>
                </a:lnTo>
                <a:lnTo>
                  <a:pt x="125844" y="25996"/>
                </a:lnTo>
                <a:lnTo>
                  <a:pt x="129730" y="24333"/>
                </a:lnTo>
                <a:lnTo>
                  <a:pt x="130136" y="24168"/>
                </a:lnTo>
                <a:lnTo>
                  <a:pt x="132905" y="23723"/>
                </a:lnTo>
                <a:lnTo>
                  <a:pt x="138658" y="22809"/>
                </a:lnTo>
                <a:lnTo>
                  <a:pt x="158115" y="22809"/>
                </a:lnTo>
                <a:lnTo>
                  <a:pt x="172326" y="23279"/>
                </a:lnTo>
                <a:lnTo>
                  <a:pt x="171856" y="23279"/>
                </a:lnTo>
                <a:lnTo>
                  <a:pt x="191427" y="26543"/>
                </a:lnTo>
                <a:lnTo>
                  <a:pt x="212966" y="33718"/>
                </a:lnTo>
                <a:lnTo>
                  <a:pt x="233375" y="44196"/>
                </a:lnTo>
                <a:lnTo>
                  <a:pt x="233972" y="44500"/>
                </a:lnTo>
                <a:lnTo>
                  <a:pt x="233476" y="44196"/>
                </a:lnTo>
                <a:lnTo>
                  <a:pt x="262648" y="44196"/>
                </a:lnTo>
                <a:close/>
              </a:path>
              <a:path w="274319" h="360679">
                <a:moveTo>
                  <a:pt x="273850" y="59867"/>
                </a:moveTo>
                <a:lnTo>
                  <a:pt x="262991" y="44500"/>
                </a:lnTo>
                <a:lnTo>
                  <a:pt x="233972" y="44500"/>
                </a:lnTo>
                <a:lnTo>
                  <a:pt x="233807" y="44500"/>
                </a:lnTo>
                <a:lnTo>
                  <a:pt x="244144" y="51892"/>
                </a:lnTo>
                <a:lnTo>
                  <a:pt x="259956" y="65671"/>
                </a:lnTo>
                <a:lnTo>
                  <a:pt x="260959" y="66255"/>
                </a:lnTo>
                <a:lnTo>
                  <a:pt x="263664" y="67170"/>
                </a:lnTo>
                <a:lnTo>
                  <a:pt x="266153" y="67170"/>
                </a:lnTo>
                <a:lnTo>
                  <a:pt x="273088" y="62115"/>
                </a:lnTo>
                <a:lnTo>
                  <a:pt x="273850" y="59867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2" name="object 42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848181" y="5035696"/>
            <a:ext cx="756683" cy="383705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96071" y="5622533"/>
            <a:ext cx="192570" cy="315669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956209" y="5635515"/>
            <a:ext cx="594301" cy="294441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960032" y="4995692"/>
            <a:ext cx="1092432" cy="1107376"/>
          </a:xfrm>
          <a:prstGeom prst="rect">
            <a:avLst/>
          </a:prstGeom>
        </p:spPr>
      </p:pic>
      <p:sp>
        <p:nvSpPr>
          <p:cNvPr id="46" name="object 46" descr=""/>
          <p:cNvSpPr/>
          <p:nvPr/>
        </p:nvSpPr>
        <p:spPr>
          <a:xfrm>
            <a:off x="1638541" y="5711378"/>
            <a:ext cx="299085" cy="160655"/>
          </a:xfrm>
          <a:custGeom>
            <a:avLst/>
            <a:gdLst/>
            <a:ahLst/>
            <a:cxnLst/>
            <a:rect l="l" t="t" r="r" b="b"/>
            <a:pathLst>
              <a:path w="299085" h="160654">
                <a:moveTo>
                  <a:pt x="279933" y="155617"/>
                </a:moveTo>
                <a:lnTo>
                  <a:pt x="286167" y="159621"/>
                </a:lnTo>
                <a:lnTo>
                  <a:pt x="287254" y="160049"/>
                </a:lnTo>
                <a:lnTo>
                  <a:pt x="289597" y="160472"/>
                </a:lnTo>
                <a:lnTo>
                  <a:pt x="290672" y="160472"/>
                </a:lnTo>
                <a:lnTo>
                  <a:pt x="292619" y="160049"/>
                </a:lnTo>
                <a:lnTo>
                  <a:pt x="292856" y="160049"/>
                </a:lnTo>
                <a:lnTo>
                  <a:pt x="294164" y="159480"/>
                </a:lnTo>
                <a:lnTo>
                  <a:pt x="296120" y="158122"/>
                </a:lnTo>
                <a:lnTo>
                  <a:pt x="296932" y="157281"/>
                </a:lnTo>
                <a:lnTo>
                  <a:pt x="297769" y="155978"/>
                </a:lnTo>
                <a:lnTo>
                  <a:pt x="281090" y="155978"/>
                </a:lnTo>
                <a:lnTo>
                  <a:pt x="279933" y="155617"/>
                </a:lnTo>
                <a:close/>
              </a:path>
              <a:path w="299085" h="160654">
                <a:moveTo>
                  <a:pt x="278912" y="154961"/>
                </a:moveTo>
                <a:lnTo>
                  <a:pt x="279933" y="155617"/>
                </a:lnTo>
                <a:lnTo>
                  <a:pt x="281090" y="155978"/>
                </a:lnTo>
                <a:lnTo>
                  <a:pt x="278912" y="154961"/>
                </a:lnTo>
                <a:close/>
              </a:path>
              <a:path w="299085" h="160654">
                <a:moveTo>
                  <a:pt x="298344" y="154961"/>
                </a:moveTo>
                <a:lnTo>
                  <a:pt x="278912" y="154961"/>
                </a:lnTo>
                <a:lnTo>
                  <a:pt x="281090" y="155978"/>
                </a:lnTo>
                <a:lnTo>
                  <a:pt x="297769" y="155978"/>
                </a:lnTo>
                <a:lnTo>
                  <a:pt x="298219" y="155277"/>
                </a:lnTo>
                <a:lnTo>
                  <a:pt x="298344" y="154961"/>
                </a:lnTo>
                <a:close/>
              </a:path>
              <a:path w="299085" h="160654">
                <a:moveTo>
                  <a:pt x="236265" y="142528"/>
                </a:moveTo>
                <a:lnTo>
                  <a:pt x="246873" y="146062"/>
                </a:lnTo>
                <a:lnTo>
                  <a:pt x="257146" y="149635"/>
                </a:lnTo>
                <a:lnTo>
                  <a:pt x="257918" y="149863"/>
                </a:lnTo>
                <a:lnTo>
                  <a:pt x="266972" y="152128"/>
                </a:lnTo>
                <a:lnTo>
                  <a:pt x="274480" y="153913"/>
                </a:lnTo>
                <a:lnTo>
                  <a:pt x="279933" y="155617"/>
                </a:lnTo>
                <a:lnTo>
                  <a:pt x="278912" y="154961"/>
                </a:lnTo>
                <a:lnTo>
                  <a:pt x="298344" y="154961"/>
                </a:lnTo>
                <a:lnTo>
                  <a:pt x="298647" y="154191"/>
                </a:lnTo>
                <a:lnTo>
                  <a:pt x="299020" y="152128"/>
                </a:lnTo>
                <a:lnTo>
                  <a:pt x="299050" y="150680"/>
                </a:lnTo>
                <a:lnTo>
                  <a:pt x="298543" y="148352"/>
                </a:lnTo>
                <a:lnTo>
                  <a:pt x="298077" y="147281"/>
                </a:lnTo>
                <a:lnTo>
                  <a:pt x="296719" y="145324"/>
                </a:lnTo>
                <a:lnTo>
                  <a:pt x="295879" y="144514"/>
                </a:lnTo>
                <a:lnTo>
                  <a:pt x="293148" y="142758"/>
                </a:lnTo>
                <a:lnTo>
                  <a:pt x="237085" y="142758"/>
                </a:lnTo>
                <a:lnTo>
                  <a:pt x="236265" y="142528"/>
                </a:lnTo>
                <a:close/>
              </a:path>
              <a:path w="299085" h="160654">
                <a:moveTo>
                  <a:pt x="192129" y="0"/>
                </a:moveTo>
                <a:lnTo>
                  <a:pt x="182517" y="0"/>
                </a:lnTo>
                <a:lnTo>
                  <a:pt x="180772" y="205"/>
                </a:lnTo>
                <a:lnTo>
                  <a:pt x="125046" y="25561"/>
                </a:lnTo>
                <a:lnTo>
                  <a:pt x="98900" y="38404"/>
                </a:lnTo>
                <a:lnTo>
                  <a:pt x="78756" y="47160"/>
                </a:lnTo>
                <a:lnTo>
                  <a:pt x="57693" y="57231"/>
                </a:lnTo>
                <a:lnTo>
                  <a:pt x="40271" y="66160"/>
                </a:lnTo>
                <a:lnTo>
                  <a:pt x="24816" y="73670"/>
                </a:lnTo>
                <a:lnTo>
                  <a:pt x="0" y="102859"/>
                </a:lnTo>
                <a:lnTo>
                  <a:pt x="188" y="104626"/>
                </a:lnTo>
                <a:lnTo>
                  <a:pt x="33130" y="122480"/>
                </a:lnTo>
                <a:lnTo>
                  <a:pt x="33586" y="122480"/>
                </a:lnTo>
                <a:lnTo>
                  <a:pt x="47709" y="123336"/>
                </a:lnTo>
                <a:lnTo>
                  <a:pt x="100577" y="125108"/>
                </a:lnTo>
                <a:lnTo>
                  <a:pt x="140219" y="127782"/>
                </a:lnTo>
                <a:lnTo>
                  <a:pt x="194374" y="134392"/>
                </a:lnTo>
                <a:lnTo>
                  <a:pt x="210747" y="137492"/>
                </a:lnTo>
                <a:lnTo>
                  <a:pt x="225880" y="140172"/>
                </a:lnTo>
                <a:lnTo>
                  <a:pt x="237085" y="142758"/>
                </a:lnTo>
                <a:lnTo>
                  <a:pt x="236955" y="142758"/>
                </a:lnTo>
                <a:lnTo>
                  <a:pt x="236265" y="142528"/>
                </a:lnTo>
                <a:lnTo>
                  <a:pt x="292790" y="142528"/>
                </a:lnTo>
                <a:lnTo>
                  <a:pt x="288626" y="139849"/>
                </a:lnTo>
                <a:lnTo>
                  <a:pt x="286448" y="138832"/>
                </a:lnTo>
                <a:lnTo>
                  <a:pt x="279301" y="136599"/>
                </a:lnTo>
                <a:lnTo>
                  <a:pt x="278679" y="136425"/>
                </a:lnTo>
                <a:lnTo>
                  <a:pt x="271208" y="134670"/>
                </a:lnTo>
                <a:lnTo>
                  <a:pt x="263191" y="132668"/>
                </a:lnTo>
                <a:lnTo>
                  <a:pt x="263048" y="132668"/>
                </a:lnTo>
                <a:lnTo>
                  <a:pt x="252664" y="129059"/>
                </a:lnTo>
                <a:lnTo>
                  <a:pt x="241946" y="125481"/>
                </a:lnTo>
                <a:lnTo>
                  <a:pt x="241125" y="125251"/>
                </a:lnTo>
                <a:lnTo>
                  <a:pt x="229054" y="122480"/>
                </a:lnTo>
                <a:lnTo>
                  <a:pt x="213976" y="119819"/>
                </a:lnTo>
                <a:lnTo>
                  <a:pt x="197183" y="116644"/>
                </a:lnTo>
                <a:lnTo>
                  <a:pt x="141443" y="109853"/>
                </a:lnTo>
                <a:lnTo>
                  <a:pt x="101533" y="107168"/>
                </a:lnTo>
                <a:lnTo>
                  <a:pt x="48677" y="105389"/>
                </a:lnTo>
                <a:lnTo>
                  <a:pt x="35889" y="104626"/>
                </a:lnTo>
                <a:lnTo>
                  <a:pt x="34843" y="104626"/>
                </a:lnTo>
                <a:lnTo>
                  <a:pt x="25301" y="102859"/>
                </a:lnTo>
                <a:lnTo>
                  <a:pt x="18038" y="102859"/>
                </a:lnTo>
                <a:lnTo>
                  <a:pt x="17928" y="102393"/>
                </a:lnTo>
                <a:lnTo>
                  <a:pt x="16840" y="102393"/>
                </a:lnTo>
                <a:lnTo>
                  <a:pt x="16908" y="102025"/>
                </a:lnTo>
                <a:lnTo>
                  <a:pt x="17003" y="101450"/>
                </a:lnTo>
                <a:lnTo>
                  <a:pt x="17068" y="101055"/>
                </a:lnTo>
                <a:lnTo>
                  <a:pt x="16780" y="101055"/>
                </a:lnTo>
                <a:lnTo>
                  <a:pt x="16942" y="100892"/>
                </a:lnTo>
                <a:lnTo>
                  <a:pt x="15488" y="99052"/>
                </a:lnTo>
                <a:lnTo>
                  <a:pt x="17399" y="99052"/>
                </a:lnTo>
                <a:lnTo>
                  <a:pt x="17515" y="98351"/>
                </a:lnTo>
                <a:lnTo>
                  <a:pt x="17587" y="97910"/>
                </a:lnTo>
                <a:lnTo>
                  <a:pt x="19921" y="97910"/>
                </a:lnTo>
                <a:lnTo>
                  <a:pt x="20286" y="97544"/>
                </a:lnTo>
                <a:lnTo>
                  <a:pt x="20116" y="97544"/>
                </a:lnTo>
                <a:lnTo>
                  <a:pt x="20520" y="97256"/>
                </a:lnTo>
                <a:lnTo>
                  <a:pt x="20614" y="97121"/>
                </a:lnTo>
                <a:lnTo>
                  <a:pt x="21246" y="96583"/>
                </a:lnTo>
                <a:lnTo>
                  <a:pt x="21462" y="96583"/>
                </a:lnTo>
                <a:lnTo>
                  <a:pt x="25491" y="93706"/>
                </a:lnTo>
                <a:lnTo>
                  <a:pt x="25351" y="93706"/>
                </a:lnTo>
                <a:lnTo>
                  <a:pt x="25892" y="93420"/>
                </a:lnTo>
                <a:lnTo>
                  <a:pt x="26369" y="93079"/>
                </a:lnTo>
                <a:lnTo>
                  <a:pt x="26536" y="93079"/>
                </a:lnTo>
                <a:lnTo>
                  <a:pt x="32674" y="89830"/>
                </a:lnTo>
                <a:lnTo>
                  <a:pt x="48471" y="82147"/>
                </a:lnTo>
                <a:lnTo>
                  <a:pt x="65673" y="73329"/>
                </a:lnTo>
                <a:lnTo>
                  <a:pt x="85925" y="63637"/>
                </a:lnTo>
                <a:lnTo>
                  <a:pt x="106463" y="54701"/>
                </a:lnTo>
                <a:lnTo>
                  <a:pt x="133411" y="41461"/>
                </a:lnTo>
                <a:lnTo>
                  <a:pt x="159608" y="27701"/>
                </a:lnTo>
                <a:lnTo>
                  <a:pt x="170321" y="22343"/>
                </a:lnTo>
                <a:lnTo>
                  <a:pt x="177566" y="19477"/>
                </a:lnTo>
                <a:lnTo>
                  <a:pt x="177294" y="19477"/>
                </a:lnTo>
                <a:lnTo>
                  <a:pt x="178573" y="19075"/>
                </a:lnTo>
                <a:lnTo>
                  <a:pt x="179006" y="19075"/>
                </a:lnTo>
                <a:lnTo>
                  <a:pt x="183883" y="17928"/>
                </a:lnTo>
                <a:lnTo>
                  <a:pt x="182830" y="17928"/>
                </a:lnTo>
                <a:lnTo>
                  <a:pt x="184887" y="17692"/>
                </a:lnTo>
                <a:lnTo>
                  <a:pt x="199892" y="17692"/>
                </a:lnTo>
                <a:lnTo>
                  <a:pt x="201063" y="17054"/>
                </a:lnTo>
                <a:lnTo>
                  <a:pt x="202892" y="15530"/>
                </a:lnTo>
                <a:lnTo>
                  <a:pt x="203626" y="14622"/>
                </a:lnTo>
                <a:lnTo>
                  <a:pt x="204733" y="12513"/>
                </a:lnTo>
                <a:lnTo>
                  <a:pt x="204969" y="11714"/>
                </a:lnTo>
                <a:lnTo>
                  <a:pt x="205064" y="11393"/>
                </a:lnTo>
                <a:lnTo>
                  <a:pt x="205156" y="7860"/>
                </a:lnTo>
                <a:lnTo>
                  <a:pt x="204663" y="6276"/>
                </a:lnTo>
                <a:lnTo>
                  <a:pt x="204566" y="5966"/>
                </a:lnTo>
                <a:lnTo>
                  <a:pt x="204448" y="5586"/>
                </a:lnTo>
                <a:lnTo>
                  <a:pt x="198227" y="558"/>
                </a:lnTo>
                <a:lnTo>
                  <a:pt x="192129" y="0"/>
                </a:lnTo>
                <a:close/>
              </a:path>
              <a:path w="299085" h="160654">
                <a:moveTo>
                  <a:pt x="292790" y="142528"/>
                </a:moveTo>
                <a:lnTo>
                  <a:pt x="236265" y="142528"/>
                </a:lnTo>
                <a:lnTo>
                  <a:pt x="237085" y="142758"/>
                </a:lnTo>
                <a:lnTo>
                  <a:pt x="293148" y="142758"/>
                </a:lnTo>
                <a:lnTo>
                  <a:pt x="292790" y="142528"/>
                </a:lnTo>
                <a:close/>
              </a:path>
              <a:path w="299085" h="160654">
                <a:moveTo>
                  <a:pt x="262682" y="132540"/>
                </a:moveTo>
                <a:lnTo>
                  <a:pt x="263048" y="132668"/>
                </a:lnTo>
                <a:lnTo>
                  <a:pt x="263191" y="132668"/>
                </a:lnTo>
                <a:lnTo>
                  <a:pt x="262682" y="132540"/>
                </a:lnTo>
                <a:close/>
              </a:path>
              <a:path w="299085" h="160654">
                <a:moveTo>
                  <a:pt x="17978" y="102203"/>
                </a:moveTo>
                <a:lnTo>
                  <a:pt x="18044" y="102859"/>
                </a:lnTo>
                <a:lnTo>
                  <a:pt x="18497" y="102859"/>
                </a:lnTo>
                <a:lnTo>
                  <a:pt x="18361" y="102533"/>
                </a:lnTo>
                <a:lnTo>
                  <a:pt x="18128" y="102393"/>
                </a:lnTo>
                <a:lnTo>
                  <a:pt x="17978" y="102203"/>
                </a:lnTo>
                <a:close/>
              </a:path>
              <a:path w="299085" h="160654">
                <a:moveTo>
                  <a:pt x="15488" y="99052"/>
                </a:moveTo>
                <a:lnTo>
                  <a:pt x="16144" y="99873"/>
                </a:lnTo>
                <a:lnTo>
                  <a:pt x="18047" y="100892"/>
                </a:lnTo>
                <a:lnTo>
                  <a:pt x="17859" y="100892"/>
                </a:lnTo>
                <a:lnTo>
                  <a:pt x="17910" y="101450"/>
                </a:lnTo>
                <a:lnTo>
                  <a:pt x="18149" y="102025"/>
                </a:lnTo>
                <a:lnTo>
                  <a:pt x="18238" y="102533"/>
                </a:lnTo>
                <a:lnTo>
                  <a:pt x="18497" y="102859"/>
                </a:lnTo>
                <a:lnTo>
                  <a:pt x="24480" y="102859"/>
                </a:lnTo>
                <a:lnTo>
                  <a:pt x="22783" y="102393"/>
                </a:lnTo>
                <a:lnTo>
                  <a:pt x="23157" y="102393"/>
                </a:lnTo>
                <a:lnTo>
                  <a:pt x="16314" y="99873"/>
                </a:lnTo>
                <a:lnTo>
                  <a:pt x="16618" y="99873"/>
                </a:lnTo>
                <a:lnTo>
                  <a:pt x="15488" y="99052"/>
                </a:lnTo>
                <a:close/>
              </a:path>
              <a:path w="299085" h="160654">
                <a:moveTo>
                  <a:pt x="22783" y="102393"/>
                </a:moveTo>
                <a:lnTo>
                  <a:pt x="24480" y="102859"/>
                </a:lnTo>
                <a:lnTo>
                  <a:pt x="23535" y="102533"/>
                </a:lnTo>
                <a:lnTo>
                  <a:pt x="22783" y="102393"/>
                </a:lnTo>
                <a:close/>
              </a:path>
              <a:path w="299085" h="160654">
                <a:moveTo>
                  <a:pt x="23535" y="102533"/>
                </a:moveTo>
                <a:lnTo>
                  <a:pt x="24423" y="102859"/>
                </a:lnTo>
                <a:lnTo>
                  <a:pt x="25301" y="102859"/>
                </a:lnTo>
                <a:lnTo>
                  <a:pt x="23535" y="102533"/>
                </a:lnTo>
                <a:close/>
              </a:path>
              <a:path w="299085" h="160654">
                <a:moveTo>
                  <a:pt x="17910" y="101450"/>
                </a:moveTo>
                <a:lnTo>
                  <a:pt x="17837" y="102025"/>
                </a:lnTo>
                <a:lnTo>
                  <a:pt x="18128" y="102393"/>
                </a:lnTo>
                <a:lnTo>
                  <a:pt x="18238" y="102533"/>
                </a:lnTo>
                <a:lnTo>
                  <a:pt x="18149" y="102025"/>
                </a:lnTo>
                <a:lnTo>
                  <a:pt x="17910" y="101450"/>
                </a:lnTo>
                <a:close/>
              </a:path>
              <a:path w="299085" h="160654">
                <a:moveTo>
                  <a:pt x="23157" y="102393"/>
                </a:moveTo>
                <a:lnTo>
                  <a:pt x="22783" y="102393"/>
                </a:lnTo>
                <a:lnTo>
                  <a:pt x="23535" y="102533"/>
                </a:lnTo>
                <a:lnTo>
                  <a:pt x="23157" y="102393"/>
                </a:lnTo>
                <a:close/>
              </a:path>
              <a:path w="299085" h="160654">
                <a:moveTo>
                  <a:pt x="17383" y="101450"/>
                </a:moveTo>
                <a:lnTo>
                  <a:pt x="17004" y="102025"/>
                </a:lnTo>
                <a:lnTo>
                  <a:pt x="16878" y="102203"/>
                </a:lnTo>
                <a:lnTo>
                  <a:pt x="16847" y="102393"/>
                </a:lnTo>
                <a:lnTo>
                  <a:pt x="17928" y="102393"/>
                </a:lnTo>
                <a:lnTo>
                  <a:pt x="17837" y="102025"/>
                </a:lnTo>
                <a:lnTo>
                  <a:pt x="17383" y="101450"/>
                </a:lnTo>
                <a:close/>
              </a:path>
              <a:path w="299085" h="160654">
                <a:moveTo>
                  <a:pt x="17071" y="101055"/>
                </a:moveTo>
                <a:lnTo>
                  <a:pt x="17003" y="101450"/>
                </a:lnTo>
                <a:lnTo>
                  <a:pt x="16908" y="102025"/>
                </a:lnTo>
                <a:lnTo>
                  <a:pt x="17259" y="101450"/>
                </a:lnTo>
                <a:lnTo>
                  <a:pt x="17071" y="101055"/>
                </a:lnTo>
                <a:close/>
              </a:path>
              <a:path w="299085" h="160654">
                <a:moveTo>
                  <a:pt x="17557" y="100892"/>
                </a:moveTo>
                <a:lnTo>
                  <a:pt x="17435" y="101055"/>
                </a:lnTo>
                <a:lnTo>
                  <a:pt x="17383" y="101450"/>
                </a:lnTo>
                <a:lnTo>
                  <a:pt x="17837" y="102025"/>
                </a:lnTo>
                <a:lnTo>
                  <a:pt x="17695" y="101450"/>
                </a:lnTo>
                <a:lnTo>
                  <a:pt x="17597" y="101055"/>
                </a:lnTo>
                <a:lnTo>
                  <a:pt x="17557" y="100892"/>
                </a:lnTo>
                <a:close/>
              </a:path>
              <a:path w="299085" h="160654">
                <a:moveTo>
                  <a:pt x="17677" y="100892"/>
                </a:moveTo>
                <a:lnTo>
                  <a:pt x="17695" y="101450"/>
                </a:lnTo>
                <a:lnTo>
                  <a:pt x="17837" y="102025"/>
                </a:lnTo>
                <a:lnTo>
                  <a:pt x="17910" y="101450"/>
                </a:lnTo>
                <a:lnTo>
                  <a:pt x="17745" y="101055"/>
                </a:lnTo>
                <a:lnTo>
                  <a:pt x="17677" y="100892"/>
                </a:lnTo>
                <a:close/>
              </a:path>
              <a:path w="299085" h="160654">
                <a:moveTo>
                  <a:pt x="17304" y="99873"/>
                </a:moveTo>
                <a:lnTo>
                  <a:pt x="17095" y="100892"/>
                </a:lnTo>
                <a:lnTo>
                  <a:pt x="17071" y="101055"/>
                </a:lnTo>
                <a:lnTo>
                  <a:pt x="17383" y="101450"/>
                </a:lnTo>
                <a:lnTo>
                  <a:pt x="17507" y="100892"/>
                </a:lnTo>
                <a:lnTo>
                  <a:pt x="17304" y="99873"/>
                </a:lnTo>
                <a:close/>
              </a:path>
              <a:path w="299085" h="160654">
                <a:moveTo>
                  <a:pt x="17859" y="100892"/>
                </a:moveTo>
                <a:lnTo>
                  <a:pt x="17745" y="101055"/>
                </a:lnTo>
                <a:lnTo>
                  <a:pt x="17910" y="101450"/>
                </a:lnTo>
                <a:lnTo>
                  <a:pt x="17859" y="100892"/>
                </a:lnTo>
                <a:close/>
              </a:path>
              <a:path w="299085" h="160654">
                <a:moveTo>
                  <a:pt x="16942" y="100892"/>
                </a:moveTo>
                <a:lnTo>
                  <a:pt x="16780" y="101055"/>
                </a:lnTo>
                <a:lnTo>
                  <a:pt x="17071" y="101055"/>
                </a:lnTo>
                <a:lnTo>
                  <a:pt x="16942" y="100892"/>
                </a:lnTo>
                <a:close/>
              </a:path>
              <a:path w="299085" h="160654">
                <a:moveTo>
                  <a:pt x="17399" y="99052"/>
                </a:moveTo>
                <a:lnTo>
                  <a:pt x="15488" y="99052"/>
                </a:lnTo>
                <a:lnTo>
                  <a:pt x="18021" y="100892"/>
                </a:lnTo>
                <a:lnTo>
                  <a:pt x="16942" y="100892"/>
                </a:lnTo>
                <a:lnTo>
                  <a:pt x="17071" y="101055"/>
                </a:lnTo>
                <a:lnTo>
                  <a:pt x="17095" y="100892"/>
                </a:lnTo>
                <a:lnTo>
                  <a:pt x="18047" y="100892"/>
                </a:lnTo>
                <a:lnTo>
                  <a:pt x="16144" y="99873"/>
                </a:lnTo>
                <a:lnTo>
                  <a:pt x="17263" y="99873"/>
                </a:lnTo>
                <a:lnTo>
                  <a:pt x="17399" y="99052"/>
                </a:lnTo>
                <a:close/>
              </a:path>
              <a:path w="299085" h="160654">
                <a:moveTo>
                  <a:pt x="16618" y="99873"/>
                </a:moveTo>
                <a:lnTo>
                  <a:pt x="16314" y="99873"/>
                </a:lnTo>
                <a:lnTo>
                  <a:pt x="19081" y="100892"/>
                </a:lnTo>
                <a:lnTo>
                  <a:pt x="18021" y="100892"/>
                </a:lnTo>
                <a:lnTo>
                  <a:pt x="16618" y="99873"/>
                </a:lnTo>
                <a:close/>
              </a:path>
              <a:path w="299085" h="160654">
                <a:moveTo>
                  <a:pt x="17628" y="98351"/>
                </a:moveTo>
                <a:lnTo>
                  <a:pt x="17399" y="99052"/>
                </a:lnTo>
                <a:lnTo>
                  <a:pt x="17253" y="99873"/>
                </a:lnTo>
                <a:lnTo>
                  <a:pt x="17677" y="100892"/>
                </a:lnTo>
                <a:lnTo>
                  <a:pt x="16891" y="100892"/>
                </a:lnTo>
                <a:lnTo>
                  <a:pt x="17591" y="99873"/>
                </a:lnTo>
                <a:lnTo>
                  <a:pt x="17628" y="98351"/>
                </a:lnTo>
                <a:close/>
              </a:path>
              <a:path w="299085" h="160654">
                <a:moveTo>
                  <a:pt x="18636" y="98351"/>
                </a:moveTo>
                <a:lnTo>
                  <a:pt x="16891" y="100892"/>
                </a:lnTo>
                <a:lnTo>
                  <a:pt x="17859" y="100892"/>
                </a:lnTo>
                <a:lnTo>
                  <a:pt x="17766" y="99873"/>
                </a:lnTo>
                <a:lnTo>
                  <a:pt x="17960" y="99873"/>
                </a:lnTo>
                <a:lnTo>
                  <a:pt x="18636" y="98351"/>
                </a:lnTo>
                <a:close/>
              </a:path>
              <a:path w="299085" h="160654">
                <a:moveTo>
                  <a:pt x="17960" y="99873"/>
                </a:moveTo>
                <a:lnTo>
                  <a:pt x="17859" y="100892"/>
                </a:lnTo>
                <a:lnTo>
                  <a:pt x="16942" y="100892"/>
                </a:lnTo>
                <a:lnTo>
                  <a:pt x="17960" y="99873"/>
                </a:lnTo>
                <a:close/>
              </a:path>
              <a:path w="299085" h="160654">
                <a:moveTo>
                  <a:pt x="17960" y="99873"/>
                </a:moveTo>
                <a:lnTo>
                  <a:pt x="16942" y="100892"/>
                </a:lnTo>
                <a:lnTo>
                  <a:pt x="17507" y="100892"/>
                </a:lnTo>
                <a:lnTo>
                  <a:pt x="17960" y="99873"/>
                </a:lnTo>
                <a:close/>
              </a:path>
              <a:path w="299085" h="160654">
                <a:moveTo>
                  <a:pt x="19921" y="97910"/>
                </a:moveTo>
                <a:lnTo>
                  <a:pt x="17587" y="97910"/>
                </a:lnTo>
                <a:lnTo>
                  <a:pt x="17691" y="99052"/>
                </a:lnTo>
                <a:lnTo>
                  <a:pt x="17766" y="99873"/>
                </a:lnTo>
                <a:lnTo>
                  <a:pt x="17591" y="99873"/>
                </a:lnTo>
                <a:lnTo>
                  <a:pt x="18636" y="98351"/>
                </a:lnTo>
                <a:lnTo>
                  <a:pt x="19480" y="98351"/>
                </a:lnTo>
                <a:lnTo>
                  <a:pt x="19921" y="97910"/>
                </a:lnTo>
                <a:close/>
              </a:path>
              <a:path w="299085" h="160654">
                <a:moveTo>
                  <a:pt x="19480" y="98351"/>
                </a:moveTo>
                <a:lnTo>
                  <a:pt x="18636" y="98351"/>
                </a:lnTo>
                <a:lnTo>
                  <a:pt x="17960" y="99873"/>
                </a:lnTo>
                <a:lnTo>
                  <a:pt x="19480" y="98351"/>
                </a:lnTo>
                <a:close/>
              </a:path>
              <a:path w="299085" h="160654">
                <a:moveTo>
                  <a:pt x="20574" y="97256"/>
                </a:moveTo>
                <a:lnTo>
                  <a:pt x="20116" y="97544"/>
                </a:lnTo>
                <a:lnTo>
                  <a:pt x="20286" y="97544"/>
                </a:lnTo>
                <a:lnTo>
                  <a:pt x="20574" y="97256"/>
                </a:lnTo>
                <a:close/>
              </a:path>
              <a:path w="299085" h="160654">
                <a:moveTo>
                  <a:pt x="21462" y="96583"/>
                </a:moveTo>
                <a:lnTo>
                  <a:pt x="21246" y="96583"/>
                </a:lnTo>
                <a:lnTo>
                  <a:pt x="20709" y="97121"/>
                </a:lnTo>
                <a:lnTo>
                  <a:pt x="21462" y="96583"/>
                </a:lnTo>
                <a:close/>
              </a:path>
              <a:path w="299085" h="160654">
                <a:moveTo>
                  <a:pt x="25892" y="93420"/>
                </a:moveTo>
                <a:lnTo>
                  <a:pt x="25351" y="93706"/>
                </a:lnTo>
                <a:lnTo>
                  <a:pt x="25491" y="93706"/>
                </a:lnTo>
                <a:lnTo>
                  <a:pt x="25892" y="93420"/>
                </a:lnTo>
                <a:close/>
              </a:path>
              <a:path w="299085" h="160654">
                <a:moveTo>
                  <a:pt x="26536" y="93079"/>
                </a:moveTo>
                <a:lnTo>
                  <a:pt x="26369" y="93079"/>
                </a:lnTo>
                <a:lnTo>
                  <a:pt x="25892" y="93420"/>
                </a:lnTo>
                <a:lnTo>
                  <a:pt x="26536" y="93079"/>
                </a:lnTo>
                <a:close/>
              </a:path>
              <a:path w="299085" h="160654">
                <a:moveTo>
                  <a:pt x="178573" y="19075"/>
                </a:moveTo>
                <a:lnTo>
                  <a:pt x="177294" y="19477"/>
                </a:lnTo>
                <a:lnTo>
                  <a:pt x="177954" y="19322"/>
                </a:lnTo>
                <a:lnTo>
                  <a:pt x="178573" y="19075"/>
                </a:lnTo>
                <a:close/>
              </a:path>
              <a:path w="299085" h="160654">
                <a:moveTo>
                  <a:pt x="177954" y="19322"/>
                </a:moveTo>
                <a:lnTo>
                  <a:pt x="177294" y="19477"/>
                </a:lnTo>
                <a:lnTo>
                  <a:pt x="177566" y="19477"/>
                </a:lnTo>
                <a:lnTo>
                  <a:pt x="177954" y="19322"/>
                </a:lnTo>
                <a:close/>
              </a:path>
              <a:path w="299085" h="160654">
                <a:moveTo>
                  <a:pt x="179006" y="19075"/>
                </a:moveTo>
                <a:lnTo>
                  <a:pt x="178573" y="19075"/>
                </a:lnTo>
                <a:lnTo>
                  <a:pt x="177954" y="19322"/>
                </a:lnTo>
                <a:lnTo>
                  <a:pt x="179006" y="19075"/>
                </a:lnTo>
                <a:close/>
              </a:path>
              <a:path w="299085" h="160654">
                <a:moveTo>
                  <a:pt x="199784" y="17692"/>
                </a:moveTo>
                <a:lnTo>
                  <a:pt x="184887" y="17692"/>
                </a:lnTo>
                <a:lnTo>
                  <a:pt x="183883" y="17928"/>
                </a:lnTo>
                <a:lnTo>
                  <a:pt x="190918" y="17928"/>
                </a:lnTo>
                <a:lnTo>
                  <a:pt x="195415" y="18340"/>
                </a:lnTo>
                <a:lnTo>
                  <a:pt x="197705" y="18340"/>
                </a:lnTo>
                <a:lnTo>
                  <a:pt x="199784" y="17692"/>
                </a:lnTo>
                <a:close/>
              </a:path>
              <a:path w="299085" h="160654">
                <a:moveTo>
                  <a:pt x="184887" y="17692"/>
                </a:moveTo>
                <a:lnTo>
                  <a:pt x="182830" y="17928"/>
                </a:lnTo>
                <a:lnTo>
                  <a:pt x="183883" y="17928"/>
                </a:lnTo>
                <a:lnTo>
                  <a:pt x="184887" y="17692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7" name="object 47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065328" y="5574869"/>
            <a:ext cx="707421" cy="346116"/>
          </a:xfrm>
          <a:prstGeom prst="rect">
            <a:avLst/>
          </a:prstGeom>
        </p:spPr>
      </p:pic>
      <p:sp>
        <p:nvSpPr>
          <p:cNvPr id="48" name="object 48" descr=""/>
          <p:cNvSpPr/>
          <p:nvPr/>
        </p:nvSpPr>
        <p:spPr>
          <a:xfrm>
            <a:off x="1676461" y="5869307"/>
            <a:ext cx="184150" cy="52069"/>
          </a:xfrm>
          <a:custGeom>
            <a:avLst/>
            <a:gdLst/>
            <a:ahLst/>
            <a:cxnLst/>
            <a:rect l="l" t="t" r="r" b="b"/>
            <a:pathLst>
              <a:path w="184150" h="52070">
                <a:moveTo>
                  <a:pt x="123129" y="30897"/>
                </a:moveTo>
                <a:lnTo>
                  <a:pt x="140836" y="37649"/>
                </a:lnTo>
                <a:lnTo>
                  <a:pt x="172619" y="51269"/>
                </a:lnTo>
                <a:lnTo>
                  <a:pt x="172755" y="51269"/>
                </a:lnTo>
                <a:lnTo>
                  <a:pt x="173760" y="51483"/>
                </a:lnTo>
                <a:lnTo>
                  <a:pt x="176010" y="51483"/>
                </a:lnTo>
                <a:lnTo>
                  <a:pt x="183922" y="41408"/>
                </a:lnTo>
                <a:lnTo>
                  <a:pt x="183709" y="40260"/>
                </a:lnTo>
                <a:lnTo>
                  <a:pt x="171020" y="31045"/>
                </a:lnTo>
                <a:lnTo>
                  <a:pt x="123984" y="31045"/>
                </a:lnTo>
                <a:lnTo>
                  <a:pt x="123129" y="30897"/>
                </a:lnTo>
                <a:close/>
              </a:path>
              <a:path w="184150" h="52070">
                <a:moveTo>
                  <a:pt x="122313" y="30586"/>
                </a:moveTo>
                <a:lnTo>
                  <a:pt x="123129" y="30897"/>
                </a:lnTo>
                <a:lnTo>
                  <a:pt x="123984" y="31045"/>
                </a:lnTo>
                <a:lnTo>
                  <a:pt x="122313" y="30586"/>
                </a:lnTo>
                <a:close/>
              </a:path>
              <a:path w="184150" h="52070">
                <a:moveTo>
                  <a:pt x="169950" y="30586"/>
                </a:moveTo>
                <a:lnTo>
                  <a:pt x="122313" y="30586"/>
                </a:lnTo>
                <a:lnTo>
                  <a:pt x="123984" y="31045"/>
                </a:lnTo>
                <a:lnTo>
                  <a:pt x="171020" y="31045"/>
                </a:lnTo>
                <a:lnTo>
                  <a:pt x="169950" y="30586"/>
                </a:lnTo>
                <a:close/>
              </a:path>
              <a:path w="184150" h="52070">
                <a:moveTo>
                  <a:pt x="9737" y="0"/>
                </a:moveTo>
                <a:lnTo>
                  <a:pt x="7671" y="0"/>
                </a:lnTo>
                <a:lnTo>
                  <a:pt x="5384" y="662"/>
                </a:lnTo>
                <a:lnTo>
                  <a:pt x="0" y="8882"/>
                </a:lnTo>
                <a:lnTo>
                  <a:pt x="70" y="10312"/>
                </a:lnTo>
                <a:lnTo>
                  <a:pt x="42032" y="20571"/>
                </a:lnTo>
                <a:lnTo>
                  <a:pt x="56923" y="21452"/>
                </a:lnTo>
                <a:lnTo>
                  <a:pt x="73331" y="23182"/>
                </a:lnTo>
                <a:lnTo>
                  <a:pt x="98681" y="26680"/>
                </a:lnTo>
                <a:lnTo>
                  <a:pt x="123129" y="30897"/>
                </a:lnTo>
                <a:lnTo>
                  <a:pt x="122313" y="30586"/>
                </a:lnTo>
                <a:lnTo>
                  <a:pt x="169950" y="30586"/>
                </a:lnTo>
                <a:lnTo>
                  <a:pt x="147581" y="20999"/>
                </a:lnTo>
                <a:lnTo>
                  <a:pt x="101147" y="8882"/>
                </a:lnTo>
                <a:lnTo>
                  <a:pt x="58696" y="3581"/>
                </a:lnTo>
                <a:lnTo>
                  <a:pt x="59171" y="3581"/>
                </a:lnTo>
                <a:lnTo>
                  <a:pt x="43957" y="2688"/>
                </a:lnTo>
                <a:lnTo>
                  <a:pt x="18138" y="914"/>
                </a:lnTo>
                <a:lnTo>
                  <a:pt x="17961" y="914"/>
                </a:lnTo>
                <a:lnTo>
                  <a:pt x="9737" y="0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9" name="object 49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4191698" y="5550607"/>
            <a:ext cx="220774" cy="324109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508295" y="5566104"/>
            <a:ext cx="264539" cy="450387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4859489" y="5611049"/>
            <a:ext cx="536959" cy="256673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470292" y="5566067"/>
            <a:ext cx="385515" cy="326770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257089" y="6280503"/>
            <a:ext cx="1082230" cy="330172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579323" y="6304203"/>
            <a:ext cx="302287" cy="265625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008645" y="6368178"/>
            <a:ext cx="603374" cy="232784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2767277" y="6360381"/>
            <a:ext cx="564258" cy="223627"/>
          </a:xfrm>
          <a:prstGeom prst="rect">
            <a:avLst/>
          </a:prstGeom>
        </p:spPr>
      </p:pic>
      <p:pic>
        <p:nvPicPr>
          <p:cNvPr id="57" name="object 57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86528" y="8204746"/>
            <a:ext cx="208051" cy="347494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759496" y="8372827"/>
            <a:ext cx="187783" cy="466089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028601" y="8404935"/>
            <a:ext cx="345332" cy="201888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467399" y="8229041"/>
            <a:ext cx="183555" cy="323162"/>
          </a:xfrm>
          <a:prstGeom prst="rect">
            <a:avLst/>
          </a:prstGeom>
        </p:spPr>
      </p:pic>
      <p:pic>
        <p:nvPicPr>
          <p:cNvPr id="61" name="object 61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2019352" y="8370652"/>
            <a:ext cx="100840" cy="173508"/>
          </a:xfrm>
          <a:prstGeom prst="rect">
            <a:avLst/>
          </a:prstGeom>
        </p:spPr>
      </p:pic>
      <p:grpSp>
        <p:nvGrpSpPr>
          <p:cNvPr id="62" name="object 62" descr=""/>
          <p:cNvGrpSpPr/>
          <p:nvPr/>
        </p:nvGrpSpPr>
        <p:grpSpPr>
          <a:xfrm>
            <a:off x="2231588" y="8150089"/>
            <a:ext cx="279400" cy="450850"/>
            <a:chOff x="2231588" y="8150089"/>
            <a:chExt cx="279400" cy="450850"/>
          </a:xfrm>
        </p:grpSpPr>
        <p:sp>
          <p:nvSpPr>
            <p:cNvPr id="63" name="object 63" descr=""/>
            <p:cNvSpPr/>
            <p:nvPr/>
          </p:nvSpPr>
          <p:spPr>
            <a:xfrm>
              <a:off x="2316680" y="8174290"/>
              <a:ext cx="58419" cy="426720"/>
            </a:xfrm>
            <a:custGeom>
              <a:avLst/>
              <a:gdLst/>
              <a:ahLst/>
              <a:cxnLst/>
              <a:rect l="l" t="t" r="r" b="b"/>
              <a:pathLst>
                <a:path w="58419" h="426720">
                  <a:moveTo>
                    <a:pt x="7842" y="405210"/>
                  </a:moveTo>
                  <a:lnTo>
                    <a:pt x="1407" y="412424"/>
                  </a:lnTo>
                  <a:lnTo>
                    <a:pt x="814" y="413430"/>
                  </a:lnTo>
                  <a:lnTo>
                    <a:pt x="27" y="415678"/>
                  </a:lnTo>
                  <a:lnTo>
                    <a:pt x="0" y="419213"/>
                  </a:lnTo>
                  <a:lnTo>
                    <a:pt x="292" y="420344"/>
                  </a:lnTo>
                  <a:lnTo>
                    <a:pt x="7525" y="426549"/>
                  </a:lnTo>
                  <a:lnTo>
                    <a:pt x="10072" y="426549"/>
                  </a:lnTo>
                  <a:lnTo>
                    <a:pt x="26950" y="406110"/>
                  </a:lnTo>
                  <a:lnTo>
                    <a:pt x="7348" y="406110"/>
                  </a:lnTo>
                  <a:lnTo>
                    <a:pt x="7842" y="405210"/>
                  </a:lnTo>
                  <a:close/>
                </a:path>
                <a:path w="58419" h="426720">
                  <a:moveTo>
                    <a:pt x="8368" y="404665"/>
                  </a:moveTo>
                  <a:lnTo>
                    <a:pt x="7842" y="405210"/>
                  </a:lnTo>
                  <a:lnTo>
                    <a:pt x="7348" y="406110"/>
                  </a:lnTo>
                  <a:lnTo>
                    <a:pt x="8368" y="404665"/>
                  </a:lnTo>
                  <a:close/>
                </a:path>
                <a:path w="58419" h="426720">
                  <a:moveTo>
                    <a:pt x="9108" y="404454"/>
                  </a:moveTo>
                  <a:lnTo>
                    <a:pt x="8517" y="404454"/>
                  </a:lnTo>
                  <a:lnTo>
                    <a:pt x="7348" y="406110"/>
                  </a:lnTo>
                  <a:lnTo>
                    <a:pt x="26950" y="406110"/>
                  </a:lnTo>
                  <a:lnTo>
                    <a:pt x="27066" y="404665"/>
                  </a:lnTo>
                  <a:lnTo>
                    <a:pt x="9044" y="404665"/>
                  </a:lnTo>
                  <a:lnTo>
                    <a:pt x="9108" y="404454"/>
                  </a:lnTo>
                  <a:close/>
                </a:path>
                <a:path w="58419" h="426720">
                  <a:moveTo>
                    <a:pt x="9198" y="402746"/>
                  </a:moveTo>
                  <a:lnTo>
                    <a:pt x="7842" y="405210"/>
                  </a:lnTo>
                  <a:lnTo>
                    <a:pt x="8517" y="404454"/>
                  </a:lnTo>
                  <a:lnTo>
                    <a:pt x="9061" y="404454"/>
                  </a:lnTo>
                  <a:lnTo>
                    <a:pt x="9198" y="402746"/>
                  </a:lnTo>
                  <a:close/>
                </a:path>
                <a:path w="58419" h="426720">
                  <a:moveTo>
                    <a:pt x="27355" y="401055"/>
                  </a:moveTo>
                  <a:lnTo>
                    <a:pt x="10128" y="401055"/>
                  </a:lnTo>
                  <a:lnTo>
                    <a:pt x="9620" y="402746"/>
                  </a:lnTo>
                  <a:lnTo>
                    <a:pt x="9061" y="404454"/>
                  </a:lnTo>
                  <a:lnTo>
                    <a:pt x="9044" y="404665"/>
                  </a:lnTo>
                  <a:lnTo>
                    <a:pt x="27066" y="404665"/>
                  </a:lnTo>
                  <a:lnTo>
                    <a:pt x="27355" y="401055"/>
                  </a:lnTo>
                  <a:close/>
                </a:path>
                <a:path w="58419" h="426720">
                  <a:moveTo>
                    <a:pt x="10128" y="401055"/>
                  </a:moveTo>
                  <a:lnTo>
                    <a:pt x="9198" y="402746"/>
                  </a:lnTo>
                  <a:lnTo>
                    <a:pt x="9061" y="404454"/>
                  </a:lnTo>
                  <a:lnTo>
                    <a:pt x="9620" y="402746"/>
                  </a:lnTo>
                  <a:lnTo>
                    <a:pt x="10128" y="401055"/>
                  </a:lnTo>
                  <a:close/>
                </a:path>
                <a:path w="58419" h="426720">
                  <a:moveTo>
                    <a:pt x="50129" y="0"/>
                  </a:moveTo>
                  <a:lnTo>
                    <a:pt x="48809" y="0"/>
                  </a:lnTo>
                  <a:lnTo>
                    <a:pt x="46615" y="386"/>
                  </a:lnTo>
                  <a:lnTo>
                    <a:pt x="36320" y="46163"/>
                  </a:lnTo>
                  <a:lnTo>
                    <a:pt x="36286" y="84275"/>
                  </a:lnTo>
                  <a:lnTo>
                    <a:pt x="34328" y="125538"/>
                  </a:lnTo>
                  <a:lnTo>
                    <a:pt x="30292" y="171954"/>
                  </a:lnTo>
                  <a:lnTo>
                    <a:pt x="23220" y="244693"/>
                  </a:lnTo>
                  <a:lnTo>
                    <a:pt x="16136" y="312503"/>
                  </a:lnTo>
                  <a:lnTo>
                    <a:pt x="13075" y="344204"/>
                  </a:lnTo>
                  <a:lnTo>
                    <a:pt x="11064" y="379389"/>
                  </a:lnTo>
                  <a:lnTo>
                    <a:pt x="9198" y="402746"/>
                  </a:lnTo>
                  <a:lnTo>
                    <a:pt x="10128" y="401055"/>
                  </a:lnTo>
                  <a:lnTo>
                    <a:pt x="27355" y="401055"/>
                  </a:lnTo>
                  <a:lnTo>
                    <a:pt x="28989" y="380616"/>
                  </a:lnTo>
                  <a:lnTo>
                    <a:pt x="30990" y="345580"/>
                  </a:lnTo>
                  <a:lnTo>
                    <a:pt x="34010" y="314308"/>
                  </a:lnTo>
                  <a:lnTo>
                    <a:pt x="41094" y="246498"/>
                  </a:lnTo>
                  <a:lnTo>
                    <a:pt x="48181" y="173603"/>
                  </a:lnTo>
                  <a:lnTo>
                    <a:pt x="52249" y="126740"/>
                  </a:lnTo>
                  <a:lnTo>
                    <a:pt x="54270" y="84275"/>
                  </a:lnTo>
                  <a:lnTo>
                    <a:pt x="54293" y="46163"/>
                  </a:lnTo>
                  <a:lnTo>
                    <a:pt x="54755" y="30914"/>
                  </a:lnTo>
                  <a:lnTo>
                    <a:pt x="54782" y="30021"/>
                  </a:lnTo>
                  <a:lnTo>
                    <a:pt x="54898" y="29481"/>
                  </a:lnTo>
                  <a:lnTo>
                    <a:pt x="56125" y="20074"/>
                  </a:lnTo>
                  <a:lnTo>
                    <a:pt x="56227" y="19287"/>
                  </a:lnTo>
                  <a:lnTo>
                    <a:pt x="56780" y="16962"/>
                  </a:lnTo>
                  <a:lnTo>
                    <a:pt x="58367" y="9809"/>
                  </a:lnTo>
                  <a:lnTo>
                    <a:pt x="52453" y="515"/>
                  </a:lnTo>
                  <a:lnTo>
                    <a:pt x="50129" y="0"/>
                  </a:lnTo>
                  <a:close/>
                </a:path>
              </a:pathLst>
            </a:custGeom>
            <a:solidFill>
              <a:srgbClr val="C122B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231588" y="8285605"/>
              <a:ext cx="203970" cy="102923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2306487" y="8150089"/>
              <a:ext cx="204470" cy="59055"/>
            </a:xfrm>
            <a:custGeom>
              <a:avLst/>
              <a:gdLst/>
              <a:ahLst/>
              <a:cxnLst/>
              <a:rect l="l" t="t" r="r" b="b"/>
              <a:pathLst>
                <a:path w="204469" h="59054">
                  <a:moveTo>
                    <a:pt x="179868" y="50640"/>
                  </a:moveTo>
                  <a:lnTo>
                    <a:pt x="191344" y="57679"/>
                  </a:lnTo>
                  <a:lnTo>
                    <a:pt x="192440" y="58084"/>
                  </a:lnTo>
                  <a:lnTo>
                    <a:pt x="194792" y="58459"/>
                  </a:lnTo>
                  <a:lnTo>
                    <a:pt x="195768" y="58459"/>
                  </a:lnTo>
                  <a:lnTo>
                    <a:pt x="203875" y="50935"/>
                  </a:lnTo>
                  <a:lnTo>
                    <a:pt x="180620" y="50935"/>
                  </a:lnTo>
                  <a:lnTo>
                    <a:pt x="179868" y="50640"/>
                  </a:lnTo>
                  <a:close/>
                </a:path>
                <a:path w="204469" h="59054">
                  <a:moveTo>
                    <a:pt x="179207" y="50234"/>
                  </a:moveTo>
                  <a:lnTo>
                    <a:pt x="179868" y="50640"/>
                  </a:lnTo>
                  <a:lnTo>
                    <a:pt x="180620" y="50935"/>
                  </a:lnTo>
                  <a:lnTo>
                    <a:pt x="179207" y="50234"/>
                  </a:lnTo>
                  <a:close/>
                </a:path>
                <a:path w="204469" h="59054">
                  <a:moveTo>
                    <a:pt x="203987" y="50234"/>
                  </a:moveTo>
                  <a:lnTo>
                    <a:pt x="179207" y="50234"/>
                  </a:lnTo>
                  <a:lnTo>
                    <a:pt x="180620" y="50935"/>
                  </a:lnTo>
                  <a:lnTo>
                    <a:pt x="203875" y="50935"/>
                  </a:lnTo>
                  <a:lnTo>
                    <a:pt x="203987" y="50234"/>
                  </a:lnTo>
                  <a:close/>
                </a:path>
                <a:path w="204469" h="59054">
                  <a:moveTo>
                    <a:pt x="140939" y="17940"/>
                  </a:moveTo>
                  <a:lnTo>
                    <a:pt x="46034" y="17940"/>
                  </a:lnTo>
                  <a:lnTo>
                    <a:pt x="60171" y="18931"/>
                  </a:lnTo>
                  <a:lnTo>
                    <a:pt x="59875" y="18931"/>
                  </a:lnTo>
                  <a:lnTo>
                    <a:pt x="114310" y="29883"/>
                  </a:lnTo>
                  <a:lnTo>
                    <a:pt x="158608" y="42372"/>
                  </a:lnTo>
                  <a:lnTo>
                    <a:pt x="179868" y="50640"/>
                  </a:lnTo>
                  <a:lnTo>
                    <a:pt x="179207" y="50234"/>
                  </a:lnTo>
                  <a:lnTo>
                    <a:pt x="203987" y="50234"/>
                  </a:lnTo>
                  <a:lnTo>
                    <a:pt x="204036" y="48469"/>
                  </a:lnTo>
                  <a:lnTo>
                    <a:pt x="165954" y="25877"/>
                  </a:lnTo>
                  <a:lnTo>
                    <a:pt x="165379" y="25671"/>
                  </a:lnTo>
                  <a:lnTo>
                    <a:pt x="140939" y="17940"/>
                  </a:lnTo>
                  <a:close/>
                </a:path>
                <a:path w="204469" h="59054">
                  <a:moveTo>
                    <a:pt x="47020" y="0"/>
                  </a:moveTo>
                  <a:lnTo>
                    <a:pt x="7681" y="0"/>
                  </a:lnTo>
                  <a:lnTo>
                    <a:pt x="6643" y="205"/>
                  </a:lnTo>
                  <a:lnTo>
                    <a:pt x="0" y="7767"/>
                  </a:lnTo>
                  <a:lnTo>
                    <a:pt x="0" y="10148"/>
                  </a:lnTo>
                  <a:lnTo>
                    <a:pt x="7198" y="17940"/>
                  </a:lnTo>
                  <a:lnTo>
                    <a:pt x="141122" y="17940"/>
                  </a:lnTo>
                  <a:lnTo>
                    <a:pt x="118009" y="12302"/>
                  </a:lnTo>
                  <a:lnTo>
                    <a:pt x="79320" y="4160"/>
                  </a:lnTo>
                  <a:lnTo>
                    <a:pt x="62383" y="1127"/>
                  </a:lnTo>
                  <a:lnTo>
                    <a:pt x="63114" y="1127"/>
                  </a:lnTo>
                  <a:lnTo>
                    <a:pt x="47020" y="0"/>
                  </a:lnTo>
                  <a:close/>
                </a:path>
              </a:pathLst>
            </a:custGeom>
            <a:solidFill>
              <a:srgbClr val="C122B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6" name="object 66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775683" y="8283594"/>
            <a:ext cx="189816" cy="258532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3040790" y="8398803"/>
            <a:ext cx="102666" cy="143342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3220557" y="8409007"/>
            <a:ext cx="117034" cy="112877"/>
          </a:xfrm>
          <a:prstGeom prst="rect">
            <a:avLst/>
          </a:prstGeom>
        </p:spPr>
      </p:pic>
      <p:grpSp>
        <p:nvGrpSpPr>
          <p:cNvPr id="69" name="object 69" descr=""/>
          <p:cNvGrpSpPr/>
          <p:nvPr/>
        </p:nvGrpSpPr>
        <p:grpSpPr>
          <a:xfrm>
            <a:off x="283119" y="8194559"/>
            <a:ext cx="3461385" cy="450850"/>
            <a:chOff x="283119" y="8194559"/>
            <a:chExt cx="3461385" cy="450850"/>
          </a:xfrm>
        </p:grpSpPr>
        <p:pic>
          <p:nvPicPr>
            <p:cNvPr id="70" name="object 70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410720" y="8194559"/>
              <a:ext cx="333420" cy="408755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283119" y="8627019"/>
              <a:ext cx="3427095" cy="18415"/>
            </a:xfrm>
            <a:custGeom>
              <a:avLst/>
              <a:gdLst/>
              <a:ahLst/>
              <a:cxnLst/>
              <a:rect l="l" t="t" r="r" b="b"/>
              <a:pathLst>
                <a:path w="3427095" h="18415">
                  <a:moveTo>
                    <a:pt x="3419124" y="0"/>
                  </a:moveTo>
                  <a:lnTo>
                    <a:pt x="8980" y="1"/>
                  </a:lnTo>
                  <a:lnTo>
                    <a:pt x="0" y="7788"/>
                  </a:lnTo>
                  <a:lnTo>
                    <a:pt x="227" y="11316"/>
                  </a:lnTo>
                  <a:lnTo>
                    <a:pt x="1788" y="14488"/>
                  </a:lnTo>
                  <a:lnTo>
                    <a:pt x="4443" y="16821"/>
                  </a:lnTo>
                  <a:lnTo>
                    <a:pt x="6643" y="17731"/>
                  </a:lnTo>
                  <a:lnTo>
                    <a:pt x="8980" y="17959"/>
                  </a:lnTo>
                  <a:lnTo>
                    <a:pt x="3417934" y="17959"/>
                  </a:lnTo>
                  <a:lnTo>
                    <a:pt x="3420271" y="17731"/>
                  </a:lnTo>
                  <a:lnTo>
                    <a:pt x="3423442" y="16172"/>
                  </a:lnTo>
                  <a:lnTo>
                    <a:pt x="3425775" y="13516"/>
                  </a:lnTo>
                  <a:lnTo>
                    <a:pt x="3426914" y="10171"/>
                  </a:lnTo>
                  <a:lnTo>
                    <a:pt x="3426685" y="6643"/>
                  </a:lnTo>
                  <a:lnTo>
                    <a:pt x="3425126" y="3472"/>
                  </a:lnTo>
                  <a:lnTo>
                    <a:pt x="3422470" y="1139"/>
                  </a:lnTo>
                  <a:lnTo>
                    <a:pt x="3419124" y="0"/>
                  </a:lnTo>
                  <a:close/>
                </a:path>
              </a:pathLst>
            </a:custGeom>
            <a:solidFill>
              <a:srgbClr val="C122B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2" name="object 72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678125" y="8927241"/>
            <a:ext cx="577881" cy="239882"/>
          </a:xfrm>
          <a:prstGeom prst="rect">
            <a:avLst/>
          </a:prstGeom>
        </p:spPr>
      </p:pic>
      <p:pic>
        <p:nvPicPr>
          <p:cNvPr id="73" name="object 73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1402966" y="8897766"/>
            <a:ext cx="430582" cy="234619"/>
          </a:xfrm>
          <a:prstGeom prst="rect">
            <a:avLst/>
          </a:prstGeom>
        </p:spPr>
      </p:pic>
      <p:grpSp>
        <p:nvGrpSpPr>
          <p:cNvPr id="74" name="object 74" descr=""/>
          <p:cNvGrpSpPr/>
          <p:nvPr/>
        </p:nvGrpSpPr>
        <p:grpSpPr>
          <a:xfrm>
            <a:off x="2280635" y="8962401"/>
            <a:ext cx="175260" cy="168275"/>
            <a:chOff x="2280635" y="8962401"/>
            <a:chExt cx="175260" cy="168275"/>
          </a:xfrm>
        </p:grpSpPr>
        <p:sp>
          <p:nvSpPr>
            <p:cNvPr id="75" name="object 75" descr=""/>
            <p:cNvSpPr/>
            <p:nvPr/>
          </p:nvSpPr>
          <p:spPr>
            <a:xfrm>
              <a:off x="2280628" y="8962402"/>
              <a:ext cx="20320" cy="168275"/>
            </a:xfrm>
            <a:custGeom>
              <a:avLst/>
              <a:gdLst/>
              <a:ahLst/>
              <a:cxnLst/>
              <a:rect l="l" t="t" r="r" b="b"/>
              <a:pathLst>
                <a:path w="20319" h="168275">
                  <a:moveTo>
                    <a:pt x="17957" y="7797"/>
                  </a:moveTo>
                  <a:lnTo>
                    <a:pt x="10172" y="0"/>
                  </a:lnTo>
                  <a:lnTo>
                    <a:pt x="7785" y="0"/>
                  </a:lnTo>
                  <a:lnTo>
                    <a:pt x="0" y="7797"/>
                  </a:lnTo>
                  <a:lnTo>
                    <a:pt x="0" y="10172"/>
                  </a:lnTo>
                  <a:lnTo>
                    <a:pt x="7785" y="17970"/>
                  </a:lnTo>
                  <a:lnTo>
                    <a:pt x="10172" y="17970"/>
                  </a:lnTo>
                  <a:lnTo>
                    <a:pt x="17957" y="10172"/>
                  </a:lnTo>
                  <a:lnTo>
                    <a:pt x="17957" y="8978"/>
                  </a:lnTo>
                  <a:lnTo>
                    <a:pt x="17957" y="7797"/>
                  </a:lnTo>
                  <a:close/>
                </a:path>
                <a:path w="20319" h="168275">
                  <a:moveTo>
                    <a:pt x="20015" y="43014"/>
                  </a:moveTo>
                  <a:lnTo>
                    <a:pt x="11480" y="33693"/>
                  </a:lnTo>
                  <a:lnTo>
                    <a:pt x="10096" y="33693"/>
                  </a:lnTo>
                  <a:lnTo>
                    <a:pt x="1003" y="53060"/>
                  </a:lnTo>
                  <a:lnTo>
                    <a:pt x="1003" y="140335"/>
                  </a:lnTo>
                  <a:lnTo>
                    <a:pt x="9626" y="167817"/>
                  </a:lnTo>
                  <a:lnTo>
                    <a:pt x="12153" y="167817"/>
                  </a:lnTo>
                  <a:lnTo>
                    <a:pt x="19431" y="150291"/>
                  </a:lnTo>
                  <a:lnTo>
                    <a:pt x="18986" y="140335"/>
                  </a:lnTo>
                  <a:lnTo>
                    <a:pt x="19011" y="53060"/>
                  </a:lnTo>
                  <a:lnTo>
                    <a:pt x="19380" y="47167"/>
                  </a:lnTo>
                  <a:lnTo>
                    <a:pt x="19431" y="46253"/>
                  </a:lnTo>
                  <a:lnTo>
                    <a:pt x="19672" y="45123"/>
                  </a:lnTo>
                  <a:lnTo>
                    <a:pt x="20015" y="43014"/>
                  </a:lnTo>
                  <a:close/>
                </a:path>
              </a:pathLst>
            </a:custGeom>
            <a:solidFill>
              <a:srgbClr val="C122B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340257" y="9000040"/>
              <a:ext cx="115081" cy="107381"/>
            </a:xfrm>
            <a:prstGeom prst="rect">
              <a:avLst/>
            </a:prstGeom>
          </p:spPr>
        </p:pic>
      </p:grpSp>
      <p:pic>
        <p:nvPicPr>
          <p:cNvPr id="77" name="object 77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2590285" y="8932719"/>
            <a:ext cx="250937" cy="189461"/>
          </a:xfrm>
          <a:prstGeom prst="rect">
            <a:avLst/>
          </a:prstGeom>
        </p:spPr>
      </p:pic>
      <p:pic>
        <p:nvPicPr>
          <p:cNvPr id="78" name="object 78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2924464" y="8987332"/>
            <a:ext cx="137933" cy="142876"/>
          </a:xfrm>
          <a:prstGeom prst="rect">
            <a:avLst/>
          </a:prstGeom>
        </p:spPr>
      </p:pic>
      <p:pic>
        <p:nvPicPr>
          <p:cNvPr id="79" name="object 79" descr="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646744" y="9397347"/>
            <a:ext cx="637159" cy="261877"/>
          </a:xfrm>
          <a:prstGeom prst="rect">
            <a:avLst/>
          </a:prstGeom>
        </p:spPr>
      </p:pic>
      <p:pic>
        <p:nvPicPr>
          <p:cNvPr id="80" name="object 80" descr="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1413258" y="9418318"/>
            <a:ext cx="464286" cy="268174"/>
          </a:xfrm>
          <a:prstGeom prst="rect">
            <a:avLst/>
          </a:prstGeom>
        </p:spPr>
      </p:pic>
      <p:sp>
        <p:nvSpPr>
          <p:cNvPr id="81" name="object 81" descr=""/>
          <p:cNvSpPr/>
          <p:nvPr/>
        </p:nvSpPr>
        <p:spPr>
          <a:xfrm>
            <a:off x="2213701" y="9503069"/>
            <a:ext cx="27305" cy="147320"/>
          </a:xfrm>
          <a:custGeom>
            <a:avLst/>
            <a:gdLst/>
            <a:ahLst/>
            <a:cxnLst/>
            <a:rect l="l" t="t" r="r" b="b"/>
            <a:pathLst>
              <a:path w="27305" h="147320">
                <a:moveTo>
                  <a:pt x="11763" y="0"/>
                </a:moveTo>
                <a:lnTo>
                  <a:pt x="10586" y="0"/>
                </a:lnTo>
                <a:lnTo>
                  <a:pt x="8373" y="442"/>
                </a:lnTo>
                <a:lnTo>
                  <a:pt x="1204" y="120987"/>
                </a:lnTo>
                <a:lnTo>
                  <a:pt x="0" y="137258"/>
                </a:lnTo>
                <a:lnTo>
                  <a:pt x="7227" y="146823"/>
                </a:lnTo>
                <a:lnTo>
                  <a:pt x="10641" y="146823"/>
                </a:lnTo>
                <a:lnTo>
                  <a:pt x="19240" y="24288"/>
                </a:lnTo>
                <a:lnTo>
                  <a:pt x="16360" y="24288"/>
                </a:lnTo>
                <a:lnTo>
                  <a:pt x="15081" y="23929"/>
                </a:lnTo>
                <a:lnTo>
                  <a:pt x="13200" y="22975"/>
                </a:lnTo>
                <a:lnTo>
                  <a:pt x="12039" y="22131"/>
                </a:lnTo>
                <a:lnTo>
                  <a:pt x="8274" y="17740"/>
                </a:lnTo>
                <a:lnTo>
                  <a:pt x="6554" y="16690"/>
                </a:lnTo>
                <a:lnTo>
                  <a:pt x="19930" y="11295"/>
                </a:lnTo>
                <a:lnTo>
                  <a:pt x="26155" y="11295"/>
                </a:lnTo>
                <a:lnTo>
                  <a:pt x="25712" y="10507"/>
                </a:lnTo>
                <a:lnTo>
                  <a:pt x="14077" y="442"/>
                </a:lnTo>
                <a:lnTo>
                  <a:pt x="14255" y="442"/>
                </a:lnTo>
                <a:lnTo>
                  <a:pt x="11763" y="0"/>
                </a:lnTo>
                <a:close/>
              </a:path>
              <a:path w="27305" h="147320">
                <a:moveTo>
                  <a:pt x="8274" y="17740"/>
                </a:moveTo>
                <a:lnTo>
                  <a:pt x="12039" y="22131"/>
                </a:lnTo>
                <a:lnTo>
                  <a:pt x="13200" y="22975"/>
                </a:lnTo>
                <a:lnTo>
                  <a:pt x="15081" y="23929"/>
                </a:lnTo>
                <a:lnTo>
                  <a:pt x="16360" y="24288"/>
                </a:lnTo>
                <a:lnTo>
                  <a:pt x="19240" y="24288"/>
                </a:lnTo>
                <a:lnTo>
                  <a:pt x="19241" y="18482"/>
                </a:lnTo>
                <a:lnTo>
                  <a:pt x="9488" y="18482"/>
                </a:lnTo>
                <a:lnTo>
                  <a:pt x="8274" y="17740"/>
                </a:lnTo>
                <a:close/>
              </a:path>
              <a:path w="27305" h="147320">
                <a:moveTo>
                  <a:pt x="26155" y="11295"/>
                </a:moveTo>
                <a:lnTo>
                  <a:pt x="19930" y="11295"/>
                </a:lnTo>
                <a:lnTo>
                  <a:pt x="19543" y="12777"/>
                </a:lnTo>
                <a:lnTo>
                  <a:pt x="19242" y="13724"/>
                </a:lnTo>
                <a:lnTo>
                  <a:pt x="19240" y="24288"/>
                </a:lnTo>
                <a:lnTo>
                  <a:pt x="19740" y="24288"/>
                </a:lnTo>
                <a:lnTo>
                  <a:pt x="26987" y="13724"/>
                </a:lnTo>
                <a:lnTo>
                  <a:pt x="26248" y="11460"/>
                </a:lnTo>
                <a:lnTo>
                  <a:pt x="26155" y="11295"/>
                </a:lnTo>
                <a:close/>
              </a:path>
              <a:path w="27305" h="147320">
                <a:moveTo>
                  <a:pt x="7381" y="16690"/>
                </a:moveTo>
                <a:lnTo>
                  <a:pt x="8274" y="17740"/>
                </a:lnTo>
                <a:lnTo>
                  <a:pt x="9488" y="18482"/>
                </a:lnTo>
                <a:lnTo>
                  <a:pt x="7381" y="16690"/>
                </a:lnTo>
                <a:close/>
              </a:path>
              <a:path w="27305" h="147320">
                <a:moveTo>
                  <a:pt x="19242" y="16690"/>
                </a:moveTo>
                <a:lnTo>
                  <a:pt x="7381" y="16690"/>
                </a:lnTo>
                <a:lnTo>
                  <a:pt x="9488" y="18482"/>
                </a:lnTo>
                <a:lnTo>
                  <a:pt x="19241" y="18482"/>
                </a:lnTo>
                <a:lnTo>
                  <a:pt x="19242" y="16690"/>
                </a:lnTo>
                <a:close/>
              </a:path>
              <a:path w="27305" h="147320">
                <a:moveTo>
                  <a:pt x="19930" y="11295"/>
                </a:moveTo>
                <a:lnTo>
                  <a:pt x="6554" y="16690"/>
                </a:lnTo>
                <a:lnTo>
                  <a:pt x="8274" y="17740"/>
                </a:lnTo>
                <a:lnTo>
                  <a:pt x="7373" y="16690"/>
                </a:lnTo>
                <a:lnTo>
                  <a:pt x="19242" y="16690"/>
                </a:lnTo>
                <a:lnTo>
                  <a:pt x="19242" y="15040"/>
                </a:lnTo>
                <a:lnTo>
                  <a:pt x="18952" y="15040"/>
                </a:lnTo>
                <a:lnTo>
                  <a:pt x="19095" y="13927"/>
                </a:lnTo>
                <a:lnTo>
                  <a:pt x="19121" y="13724"/>
                </a:lnTo>
                <a:lnTo>
                  <a:pt x="19243" y="12777"/>
                </a:lnTo>
                <a:lnTo>
                  <a:pt x="19543" y="12777"/>
                </a:lnTo>
                <a:lnTo>
                  <a:pt x="19886" y="11460"/>
                </a:lnTo>
                <a:lnTo>
                  <a:pt x="19930" y="11295"/>
                </a:lnTo>
                <a:close/>
              </a:path>
              <a:path w="27305" h="147320">
                <a:moveTo>
                  <a:pt x="19543" y="12777"/>
                </a:moveTo>
                <a:lnTo>
                  <a:pt x="19243" y="12777"/>
                </a:lnTo>
                <a:lnTo>
                  <a:pt x="18952" y="15040"/>
                </a:lnTo>
                <a:lnTo>
                  <a:pt x="19242" y="13927"/>
                </a:lnTo>
                <a:lnTo>
                  <a:pt x="19243" y="12777"/>
                </a:lnTo>
                <a:lnTo>
                  <a:pt x="19543" y="12777"/>
                </a:lnTo>
                <a:close/>
              </a:path>
              <a:path w="27305" h="147320">
                <a:moveTo>
                  <a:pt x="19242" y="13927"/>
                </a:moveTo>
                <a:lnTo>
                  <a:pt x="18952" y="15040"/>
                </a:lnTo>
                <a:lnTo>
                  <a:pt x="19242" y="15040"/>
                </a:lnTo>
                <a:lnTo>
                  <a:pt x="19242" y="13927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2" name="object 82" descr="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2308934" y="9512076"/>
            <a:ext cx="161339" cy="131451"/>
          </a:xfrm>
          <a:prstGeom prst="rect">
            <a:avLst/>
          </a:prstGeom>
        </p:spPr>
      </p:pic>
      <p:pic>
        <p:nvPicPr>
          <p:cNvPr id="83" name="object 83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2821214" y="9441829"/>
            <a:ext cx="746685" cy="239010"/>
          </a:xfrm>
          <a:prstGeom prst="rect">
            <a:avLst/>
          </a:prstGeom>
        </p:spPr>
      </p:pic>
      <p:pic>
        <p:nvPicPr>
          <p:cNvPr id="84" name="object 84" descr="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679432" y="9881592"/>
            <a:ext cx="829250" cy="286816"/>
          </a:xfrm>
          <a:prstGeom prst="rect">
            <a:avLst/>
          </a:prstGeom>
        </p:spPr>
      </p:pic>
      <p:pic>
        <p:nvPicPr>
          <p:cNvPr id="85" name="object 85" descr="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1666531" y="9937886"/>
            <a:ext cx="371396" cy="317395"/>
          </a:xfrm>
          <a:prstGeom prst="rect">
            <a:avLst/>
          </a:prstGeom>
        </p:spPr>
      </p:pic>
      <p:pic>
        <p:nvPicPr>
          <p:cNvPr id="86" name="object 86" descr="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2385485" y="10041066"/>
            <a:ext cx="256334" cy="201539"/>
          </a:xfrm>
          <a:prstGeom prst="rect">
            <a:avLst/>
          </a:prstGeom>
        </p:spPr>
      </p:pic>
      <p:pic>
        <p:nvPicPr>
          <p:cNvPr id="87" name="object 87" descr="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2950526" y="9893656"/>
            <a:ext cx="417954" cy="333043"/>
          </a:xfrm>
          <a:prstGeom prst="rect">
            <a:avLst/>
          </a:prstGeom>
        </p:spPr>
      </p:pic>
      <p:pic>
        <p:nvPicPr>
          <p:cNvPr id="88" name="object 88" descr="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3433338" y="9993489"/>
            <a:ext cx="329712" cy="259134"/>
          </a:xfrm>
          <a:prstGeom prst="rect">
            <a:avLst/>
          </a:prstGeom>
        </p:spPr>
      </p:pic>
      <p:pic>
        <p:nvPicPr>
          <p:cNvPr id="89" name="object 89" descr="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240804" y="4568370"/>
            <a:ext cx="69394" cy="87884"/>
          </a:xfrm>
          <a:prstGeom prst="rect">
            <a:avLst/>
          </a:prstGeom>
        </p:spPr>
      </p:pic>
      <p:pic>
        <p:nvPicPr>
          <p:cNvPr id="90" name="object 90" descr="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414810" y="4445039"/>
            <a:ext cx="1302063" cy="526105"/>
          </a:xfrm>
          <a:prstGeom prst="rect">
            <a:avLst/>
          </a:prstGeom>
        </p:spPr>
      </p:pic>
      <p:pic>
        <p:nvPicPr>
          <p:cNvPr id="91" name="object 91" descr="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2074795" y="4591112"/>
            <a:ext cx="189763" cy="254769"/>
          </a:xfrm>
          <a:prstGeom prst="rect">
            <a:avLst/>
          </a:prstGeom>
        </p:spPr>
      </p:pic>
      <p:pic>
        <p:nvPicPr>
          <p:cNvPr id="92" name="object 92" descr="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2555128" y="4463421"/>
            <a:ext cx="505353" cy="331318"/>
          </a:xfrm>
          <a:prstGeom prst="rect">
            <a:avLst/>
          </a:prstGeom>
        </p:spPr>
      </p:pic>
      <p:grpSp>
        <p:nvGrpSpPr>
          <p:cNvPr id="93" name="object 93" descr=""/>
          <p:cNvGrpSpPr/>
          <p:nvPr/>
        </p:nvGrpSpPr>
        <p:grpSpPr>
          <a:xfrm>
            <a:off x="3334529" y="4464345"/>
            <a:ext cx="1042035" cy="384810"/>
            <a:chOff x="3334529" y="4464345"/>
            <a:chExt cx="1042035" cy="384810"/>
          </a:xfrm>
        </p:grpSpPr>
        <p:pic>
          <p:nvPicPr>
            <p:cNvPr id="94" name="object 94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334529" y="4464345"/>
              <a:ext cx="987972" cy="384464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4358517" y="4808256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4" h="18414">
                  <a:moveTo>
                    <a:pt x="10171" y="0"/>
                  </a:moveTo>
                  <a:lnTo>
                    <a:pt x="7790" y="0"/>
                  </a:lnTo>
                  <a:lnTo>
                    <a:pt x="6644" y="228"/>
                  </a:lnTo>
                  <a:lnTo>
                    <a:pt x="0" y="7788"/>
                  </a:lnTo>
                  <a:lnTo>
                    <a:pt x="0" y="10171"/>
                  </a:lnTo>
                  <a:lnTo>
                    <a:pt x="7790" y="17960"/>
                  </a:lnTo>
                  <a:lnTo>
                    <a:pt x="10171" y="17960"/>
                  </a:lnTo>
                  <a:lnTo>
                    <a:pt x="17962" y="8980"/>
                  </a:lnTo>
                  <a:lnTo>
                    <a:pt x="17960" y="7788"/>
                  </a:lnTo>
                  <a:lnTo>
                    <a:pt x="10171" y="0"/>
                  </a:lnTo>
                  <a:close/>
                </a:path>
              </a:pathLst>
            </a:custGeom>
            <a:solidFill>
              <a:srgbClr val="C122B9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685" y="583904"/>
            <a:ext cx="2380597" cy="163391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216" y="50100"/>
            <a:ext cx="1119943" cy="491981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387044" y="90727"/>
            <a:ext cx="115570" cy="437515"/>
          </a:xfrm>
          <a:custGeom>
            <a:avLst/>
            <a:gdLst/>
            <a:ahLst/>
            <a:cxnLst/>
            <a:rect l="l" t="t" r="r" b="b"/>
            <a:pathLst>
              <a:path w="115569" h="437515">
                <a:moveTo>
                  <a:pt x="4338" y="418215"/>
                </a:moveTo>
                <a:lnTo>
                  <a:pt x="706" y="424427"/>
                </a:lnTo>
                <a:lnTo>
                  <a:pt x="428" y="425231"/>
                </a:lnTo>
                <a:lnTo>
                  <a:pt x="325" y="425531"/>
                </a:lnTo>
                <a:lnTo>
                  <a:pt x="0" y="427890"/>
                </a:lnTo>
                <a:lnTo>
                  <a:pt x="68" y="429056"/>
                </a:lnTo>
                <a:lnTo>
                  <a:pt x="671" y="431360"/>
                </a:lnTo>
                <a:lnTo>
                  <a:pt x="9011" y="436995"/>
                </a:lnTo>
                <a:lnTo>
                  <a:pt x="9910" y="436995"/>
                </a:lnTo>
                <a:lnTo>
                  <a:pt x="22225" y="420000"/>
                </a:lnTo>
                <a:lnTo>
                  <a:pt x="4097" y="420000"/>
                </a:lnTo>
                <a:lnTo>
                  <a:pt x="4338" y="418215"/>
                </a:lnTo>
                <a:close/>
              </a:path>
              <a:path w="115569" h="437515">
                <a:moveTo>
                  <a:pt x="5246" y="416664"/>
                </a:moveTo>
                <a:lnTo>
                  <a:pt x="4338" y="418215"/>
                </a:lnTo>
                <a:lnTo>
                  <a:pt x="4097" y="420000"/>
                </a:lnTo>
                <a:lnTo>
                  <a:pt x="5246" y="416664"/>
                </a:lnTo>
                <a:close/>
              </a:path>
              <a:path w="115569" h="437515">
                <a:moveTo>
                  <a:pt x="22676" y="416664"/>
                </a:moveTo>
                <a:lnTo>
                  <a:pt x="5246" y="416664"/>
                </a:lnTo>
                <a:lnTo>
                  <a:pt x="4097" y="420000"/>
                </a:lnTo>
                <a:lnTo>
                  <a:pt x="22225" y="420000"/>
                </a:lnTo>
                <a:lnTo>
                  <a:pt x="22676" y="416664"/>
                </a:lnTo>
                <a:close/>
              </a:path>
              <a:path w="115569" h="437515">
                <a:moveTo>
                  <a:pt x="106851" y="0"/>
                </a:moveTo>
                <a:lnTo>
                  <a:pt x="105013" y="0"/>
                </a:lnTo>
                <a:lnTo>
                  <a:pt x="102717" y="631"/>
                </a:lnTo>
                <a:lnTo>
                  <a:pt x="96742" y="12677"/>
                </a:lnTo>
                <a:lnTo>
                  <a:pt x="92264" y="38374"/>
                </a:lnTo>
                <a:lnTo>
                  <a:pt x="81235" y="83854"/>
                </a:lnTo>
                <a:lnTo>
                  <a:pt x="65460" y="135776"/>
                </a:lnTo>
                <a:lnTo>
                  <a:pt x="48938" y="191320"/>
                </a:lnTo>
                <a:lnTo>
                  <a:pt x="35076" y="246796"/>
                </a:lnTo>
                <a:lnTo>
                  <a:pt x="23876" y="299511"/>
                </a:lnTo>
                <a:lnTo>
                  <a:pt x="15318" y="344272"/>
                </a:lnTo>
                <a:lnTo>
                  <a:pt x="5404" y="410356"/>
                </a:lnTo>
                <a:lnTo>
                  <a:pt x="4338" y="418215"/>
                </a:lnTo>
                <a:lnTo>
                  <a:pt x="5246" y="416664"/>
                </a:lnTo>
                <a:lnTo>
                  <a:pt x="22676" y="416664"/>
                </a:lnTo>
                <a:lnTo>
                  <a:pt x="23235" y="412535"/>
                </a:lnTo>
                <a:lnTo>
                  <a:pt x="26456" y="384201"/>
                </a:lnTo>
                <a:lnTo>
                  <a:pt x="26520" y="383637"/>
                </a:lnTo>
                <a:lnTo>
                  <a:pt x="26900" y="381609"/>
                </a:lnTo>
                <a:lnTo>
                  <a:pt x="32984" y="347540"/>
                </a:lnTo>
                <a:lnTo>
                  <a:pt x="41487" y="303065"/>
                </a:lnTo>
                <a:lnTo>
                  <a:pt x="52582" y="250838"/>
                </a:lnTo>
                <a:lnTo>
                  <a:pt x="66270" y="196063"/>
                </a:lnTo>
                <a:lnTo>
                  <a:pt x="82664" y="140948"/>
                </a:lnTo>
                <a:lnTo>
                  <a:pt x="98423" y="89075"/>
                </a:lnTo>
                <a:lnTo>
                  <a:pt x="109721" y="42616"/>
                </a:lnTo>
                <a:lnTo>
                  <a:pt x="109841" y="42045"/>
                </a:lnTo>
                <a:lnTo>
                  <a:pt x="114503" y="15344"/>
                </a:lnTo>
                <a:lnTo>
                  <a:pt x="115304" y="8906"/>
                </a:lnTo>
                <a:lnTo>
                  <a:pt x="115229" y="7860"/>
                </a:lnTo>
                <a:lnTo>
                  <a:pt x="108541" y="210"/>
                </a:lnTo>
                <a:lnTo>
                  <a:pt x="106851" y="0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12915" y="99877"/>
            <a:ext cx="252956" cy="39638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77022" y="302435"/>
            <a:ext cx="219516" cy="16600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85674" y="270414"/>
            <a:ext cx="413610" cy="19154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67668" y="307388"/>
            <a:ext cx="409982" cy="21371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21554" y="331477"/>
            <a:ext cx="164167" cy="158587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13469" y="336066"/>
            <a:ext cx="120663" cy="168950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4943208" y="181317"/>
            <a:ext cx="212090" cy="319405"/>
          </a:xfrm>
          <a:custGeom>
            <a:avLst/>
            <a:gdLst/>
            <a:ahLst/>
            <a:cxnLst/>
            <a:rect l="l" t="t" r="r" b="b"/>
            <a:pathLst>
              <a:path w="212089" h="319405">
                <a:moveTo>
                  <a:pt x="29895" y="303034"/>
                </a:moveTo>
                <a:lnTo>
                  <a:pt x="11290" y="303034"/>
                </a:lnTo>
                <a:lnTo>
                  <a:pt x="11049" y="303034"/>
                </a:lnTo>
                <a:lnTo>
                  <a:pt x="9004" y="306933"/>
                </a:lnTo>
                <a:lnTo>
                  <a:pt x="8775" y="307682"/>
                </a:lnTo>
                <a:lnTo>
                  <a:pt x="8674" y="308051"/>
                </a:lnTo>
                <a:lnTo>
                  <a:pt x="8572" y="311581"/>
                </a:lnTo>
                <a:lnTo>
                  <a:pt x="9283" y="313855"/>
                </a:lnTo>
                <a:lnTo>
                  <a:pt x="15824" y="318985"/>
                </a:lnTo>
                <a:lnTo>
                  <a:pt x="19037" y="318985"/>
                </a:lnTo>
                <a:lnTo>
                  <a:pt x="28651" y="307682"/>
                </a:lnTo>
                <a:lnTo>
                  <a:pt x="29895" y="303034"/>
                </a:lnTo>
                <a:close/>
              </a:path>
              <a:path w="212089" h="319405">
                <a:moveTo>
                  <a:pt x="134327" y="132346"/>
                </a:moveTo>
                <a:lnTo>
                  <a:pt x="134213" y="128816"/>
                </a:lnTo>
                <a:lnTo>
                  <a:pt x="133870" y="127698"/>
                </a:lnTo>
                <a:lnTo>
                  <a:pt x="133337" y="126695"/>
                </a:lnTo>
                <a:lnTo>
                  <a:pt x="132930" y="125933"/>
                </a:lnTo>
                <a:lnTo>
                  <a:pt x="132816" y="125717"/>
                </a:lnTo>
                <a:lnTo>
                  <a:pt x="127241" y="122047"/>
                </a:lnTo>
                <a:lnTo>
                  <a:pt x="123329" y="122047"/>
                </a:lnTo>
                <a:lnTo>
                  <a:pt x="122212" y="122389"/>
                </a:lnTo>
                <a:lnTo>
                  <a:pt x="115557" y="125933"/>
                </a:lnTo>
                <a:lnTo>
                  <a:pt x="105956" y="127190"/>
                </a:lnTo>
                <a:lnTo>
                  <a:pt x="90233" y="130060"/>
                </a:lnTo>
                <a:lnTo>
                  <a:pt x="72415" y="133807"/>
                </a:lnTo>
                <a:lnTo>
                  <a:pt x="62471" y="135750"/>
                </a:lnTo>
                <a:lnTo>
                  <a:pt x="62839" y="133908"/>
                </a:lnTo>
                <a:lnTo>
                  <a:pt x="73990" y="87376"/>
                </a:lnTo>
                <a:lnTo>
                  <a:pt x="74079" y="86995"/>
                </a:lnTo>
                <a:lnTo>
                  <a:pt x="79946" y="66522"/>
                </a:lnTo>
                <a:lnTo>
                  <a:pt x="80035" y="65366"/>
                </a:lnTo>
                <a:lnTo>
                  <a:pt x="79768" y="62992"/>
                </a:lnTo>
                <a:lnTo>
                  <a:pt x="72301" y="56248"/>
                </a:lnTo>
                <a:lnTo>
                  <a:pt x="70294" y="56248"/>
                </a:lnTo>
                <a:lnTo>
                  <a:pt x="68770" y="56426"/>
                </a:lnTo>
                <a:lnTo>
                  <a:pt x="67284" y="56896"/>
                </a:lnTo>
                <a:lnTo>
                  <a:pt x="67437" y="56896"/>
                </a:lnTo>
                <a:lnTo>
                  <a:pt x="65582" y="57937"/>
                </a:lnTo>
                <a:lnTo>
                  <a:pt x="45288" y="130048"/>
                </a:lnTo>
                <a:lnTo>
                  <a:pt x="43332" y="139776"/>
                </a:lnTo>
                <a:lnTo>
                  <a:pt x="39979" y="140512"/>
                </a:lnTo>
                <a:lnTo>
                  <a:pt x="3568" y="155562"/>
                </a:lnTo>
                <a:lnTo>
                  <a:pt x="139" y="161378"/>
                </a:lnTo>
                <a:lnTo>
                  <a:pt x="88" y="161569"/>
                </a:lnTo>
                <a:lnTo>
                  <a:pt x="8140" y="171831"/>
                </a:lnTo>
                <a:lnTo>
                  <a:pt x="9017" y="171831"/>
                </a:lnTo>
                <a:lnTo>
                  <a:pt x="11379" y="171526"/>
                </a:lnTo>
                <a:lnTo>
                  <a:pt x="12484" y="171157"/>
                </a:lnTo>
                <a:lnTo>
                  <a:pt x="20091" y="166814"/>
                </a:lnTo>
                <a:lnTo>
                  <a:pt x="21501" y="166192"/>
                </a:lnTo>
                <a:lnTo>
                  <a:pt x="31445" y="161569"/>
                </a:lnTo>
                <a:lnTo>
                  <a:pt x="31889" y="161378"/>
                </a:lnTo>
                <a:lnTo>
                  <a:pt x="32994" y="161061"/>
                </a:lnTo>
                <a:lnTo>
                  <a:pt x="39433" y="159296"/>
                </a:lnTo>
                <a:lnTo>
                  <a:pt x="34036" y="186309"/>
                </a:lnTo>
                <a:lnTo>
                  <a:pt x="23685" y="237083"/>
                </a:lnTo>
                <a:lnTo>
                  <a:pt x="16611" y="274358"/>
                </a:lnTo>
                <a:lnTo>
                  <a:pt x="13055" y="296468"/>
                </a:lnTo>
                <a:lnTo>
                  <a:pt x="11544" y="302082"/>
                </a:lnTo>
                <a:lnTo>
                  <a:pt x="11290" y="303034"/>
                </a:lnTo>
                <a:lnTo>
                  <a:pt x="11671" y="302082"/>
                </a:lnTo>
                <a:lnTo>
                  <a:pt x="30149" y="302082"/>
                </a:lnTo>
                <a:lnTo>
                  <a:pt x="30391" y="301193"/>
                </a:lnTo>
                <a:lnTo>
                  <a:pt x="30594" y="300240"/>
                </a:lnTo>
                <a:lnTo>
                  <a:pt x="34302" y="277482"/>
                </a:lnTo>
                <a:lnTo>
                  <a:pt x="41313" y="240550"/>
                </a:lnTo>
                <a:lnTo>
                  <a:pt x="51638" y="189865"/>
                </a:lnTo>
                <a:lnTo>
                  <a:pt x="58648" y="154813"/>
                </a:lnTo>
                <a:lnTo>
                  <a:pt x="59131" y="154698"/>
                </a:lnTo>
                <a:lnTo>
                  <a:pt x="76111" y="151384"/>
                </a:lnTo>
                <a:lnTo>
                  <a:pt x="93700" y="147688"/>
                </a:lnTo>
                <a:lnTo>
                  <a:pt x="108800" y="144932"/>
                </a:lnTo>
                <a:lnTo>
                  <a:pt x="133629" y="134632"/>
                </a:lnTo>
                <a:lnTo>
                  <a:pt x="134327" y="132346"/>
                </a:lnTo>
                <a:close/>
              </a:path>
              <a:path w="212089" h="319405">
                <a:moveTo>
                  <a:pt x="212001" y="22529"/>
                </a:moveTo>
                <a:lnTo>
                  <a:pt x="208788" y="17703"/>
                </a:lnTo>
                <a:lnTo>
                  <a:pt x="200228" y="9131"/>
                </a:lnTo>
                <a:lnTo>
                  <a:pt x="179908" y="0"/>
                </a:lnTo>
                <a:lnTo>
                  <a:pt x="162801" y="0"/>
                </a:lnTo>
                <a:lnTo>
                  <a:pt x="122974" y="8318"/>
                </a:lnTo>
                <a:lnTo>
                  <a:pt x="122974" y="27203"/>
                </a:lnTo>
                <a:lnTo>
                  <a:pt x="121754" y="27724"/>
                </a:lnTo>
                <a:lnTo>
                  <a:pt x="122936" y="27203"/>
                </a:lnTo>
                <a:lnTo>
                  <a:pt x="122974" y="8318"/>
                </a:lnTo>
                <a:lnTo>
                  <a:pt x="87782" y="34937"/>
                </a:lnTo>
                <a:lnTo>
                  <a:pt x="86461" y="38214"/>
                </a:lnTo>
                <a:lnTo>
                  <a:pt x="86512" y="41757"/>
                </a:lnTo>
                <a:lnTo>
                  <a:pt x="94132" y="48920"/>
                </a:lnTo>
                <a:lnTo>
                  <a:pt x="96596" y="48920"/>
                </a:lnTo>
                <a:lnTo>
                  <a:pt x="98374" y="48425"/>
                </a:lnTo>
                <a:lnTo>
                  <a:pt x="100253" y="47472"/>
                </a:lnTo>
                <a:lnTo>
                  <a:pt x="101409" y="46621"/>
                </a:lnTo>
                <a:lnTo>
                  <a:pt x="107530" y="39484"/>
                </a:lnTo>
                <a:lnTo>
                  <a:pt x="114350" y="32270"/>
                </a:lnTo>
                <a:lnTo>
                  <a:pt x="114998" y="31597"/>
                </a:lnTo>
                <a:lnTo>
                  <a:pt x="116852" y="30581"/>
                </a:lnTo>
                <a:lnTo>
                  <a:pt x="122021" y="27724"/>
                </a:lnTo>
                <a:lnTo>
                  <a:pt x="122478" y="27482"/>
                </a:lnTo>
                <a:lnTo>
                  <a:pt x="123278" y="27203"/>
                </a:lnTo>
                <a:lnTo>
                  <a:pt x="134670" y="23279"/>
                </a:lnTo>
                <a:lnTo>
                  <a:pt x="134543" y="23279"/>
                </a:lnTo>
                <a:lnTo>
                  <a:pt x="134975" y="23177"/>
                </a:lnTo>
                <a:lnTo>
                  <a:pt x="135509" y="23037"/>
                </a:lnTo>
                <a:lnTo>
                  <a:pt x="149225" y="19723"/>
                </a:lnTo>
                <a:lnTo>
                  <a:pt x="148971" y="19723"/>
                </a:lnTo>
                <a:lnTo>
                  <a:pt x="149491" y="19659"/>
                </a:lnTo>
                <a:lnTo>
                  <a:pt x="150583" y="19519"/>
                </a:lnTo>
                <a:lnTo>
                  <a:pt x="164388" y="17894"/>
                </a:lnTo>
                <a:lnTo>
                  <a:pt x="178320" y="17894"/>
                </a:lnTo>
                <a:lnTo>
                  <a:pt x="183248" y="18961"/>
                </a:lnTo>
                <a:lnTo>
                  <a:pt x="181762" y="17894"/>
                </a:lnTo>
                <a:lnTo>
                  <a:pt x="183248" y="18961"/>
                </a:lnTo>
                <a:lnTo>
                  <a:pt x="188061" y="22377"/>
                </a:lnTo>
                <a:lnTo>
                  <a:pt x="187515" y="21844"/>
                </a:lnTo>
                <a:lnTo>
                  <a:pt x="188150" y="22377"/>
                </a:lnTo>
                <a:lnTo>
                  <a:pt x="188277" y="22529"/>
                </a:lnTo>
                <a:lnTo>
                  <a:pt x="188658" y="22809"/>
                </a:lnTo>
                <a:lnTo>
                  <a:pt x="188341" y="22529"/>
                </a:lnTo>
                <a:lnTo>
                  <a:pt x="212001" y="22529"/>
                </a:lnTo>
                <a:close/>
              </a:path>
              <a:path w="212089" h="319405">
                <a:moveTo>
                  <a:pt x="212051" y="22809"/>
                </a:moveTo>
                <a:lnTo>
                  <a:pt x="188658" y="22809"/>
                </a:lnTo>
                <a:lnTo>
                  <a:pt x="188493" y="22809"/>
                </a:lnTo>
                <a:lnTo>
                  <a:pt x="197739" y="32054"/>
                </a:lnTo>
                <a:lnTo>
                  <a:pt x="198716" y="32702"/>
                </a:lnTo>
                <a:lnTo>
                  <a:pt x="200914" y="33616"/>
                </a:lnTo>
                <a:lnTo>
                  <a:pt x="202057" y="33845"/>
                </a:lnTo>
                <a:lnTo>
                  <a:pt x="204444" y="33845"/>
                </a:lnTo>
                <a:lnTo>
                  <a:pt x="211785" y="27724"/>
                </a:lnTo>
                <a:lnTo>
                  <a:pt x="211886" y="27482"/>
                </a:lnTo>
                <a:lnTo>
                  <a:pt x="212001" y="27203"/>
                </a:lnTo>
                <a:lnTo>
                  <a:pt x="212051" y="22809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410620" y="199106"/>
            <a:ext cx="682798" cy="300248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426295" y="196396"/>
            <a:ext cx="999241" cy="1163923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953553" y="859685"/>
            <a:ext cx="355187" cy="199647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287107" y="2412250"/>
            <a:ext cx="210820" cy="273685"/>
          </a:xfrm>
          <a:custGeom>
            <a:avLst/>
            <a:gdLst/>
            <a:ahLst/>
            <a:cxnLst/>
            <a:rect l="l" t="t" r="r" b="b"/>
            <a:pathLst>
              <a:path w="210820" h="273685">
                <a:moveTo>
                  <a:pt x="190494" y="43797"/>
                </a:moveTo>
                <a:lnTo>
                  <a:pt x="172058" y="43797"/>
                </a:lnTo>
                <a:lnTo>
                  <a:pt x="189121" y="45186"/>
                </a:lnTo>
                <a:lnTo>
                  <a:pt x="176447" y="76106"/>
                </a:lnTo>
                <a:lnTo>
                  <a:pt x="165843" y="142768"/>
                </a:lnTo>
                <a:lnTo>
                  <a:pt x="164248" y="212779"/>
                </a:lnTo>
                <a:lnTo>
                  <a:pt x="164546" y="216780"/>
                </a:lnTo>
                <a:lnTo>
                  <a:pt x="164658" y="218286"/>
                </a:lnTo>
                <a:lnTo>
                  <a:pt x="164728" y="219219"/>
                </a:lnTo>
                <a:lnTo>
                  <a:pt x="164800" y="220190"/>
                </a:lnTo>
                <a:lnTo>
                  <a:pt x="164881" y="221275"/>
                </a:lnTo>
                <a:lnTo>
                  <a:pt x="164977" y="222565"/>
                </a:lnTo>
                <a:lnTo>
                  <a:pt x="165069" y="223799"/>
                </a:lnTo>
                <a:lnTo>
                  <a:pt x="165186" y="225002"/>
                </a:lnTo>
                <a:lnTo>
                  <a:pt x="165391" y="226254"/>
                </a:lnTo>
                <a:lnTo>
                  <a:pt x="167646" y="235060"/>
                </a:lnTo>
                <a:lnTo>
                  <a:pt x="167757" y="235494"/>
                </a:lnTo>
                <a:lnTo>
                  <a:pt x="167829" y="235774"/>
                </a:lnTo>
                <a:lnTo>
                  <a:pt x="167902" y="236060"/>
                </a:lnTo>
                <a:lnTo>
                  <a:pt x="167999" y="236437"/>
                </a:lnTo>
                <a:lnTo>
                  <a:pt x="168082" y="236729"/>
                </a:lnTo>
                <a:lnTo>
                  <a:pt x="196459" y="271792"/>
                </a:lnTo>
                <a:lnTo>
                  <a:pt x="200180" y="273358"/>
                </a:lnTo>
                <a:lnTo>
                  <a:pt x="202762" y="273358"/>
                </a:lnTo>
                <a:lnTo>
                  <a:pt x="210503" y="262685"/>
                </a:lnTo>
                <a:lnTo>
                  <a:pt x="210217" y="261552"/>
                </a:lnTo>
                <a:lnTo>
                  <a:pt x="209195" y="259401"/>
                </a:lnTo>
                <a:lnTo>
                  <a:pt x="208498" y="258464"/>
                </a:lnTo>
                <a:lnTo>
                  <a:pt x="193431" y="244852"/>
                </a:lnTo>
                <a:lnTo>
                  <a:pt x="193144" y="244852"/>
                </a:lnTo>
                <a:lnTo>
                  <a:pt x="191900" y="243469"/>
                </a:lnTo>
                <a:lnTo>
                  <a:pt x="192138" y="243469"/>
                </a:lnTo>
                <a:lnTo>
                  <a:pt x="189165" y="239382"/>
                </a:lnTo>
                <a:lnTo>
                  <a:pt x="188958" y="239382"/>
                </a:lnTo>
                <a:lnTo>
                  <a:pt x="188595" y="238598"/>
                </a:lnTo>
                <a:lnTo>
                  <a:pt x="188261" y="238198"/>
                </a:lnTo>
                <a:lnTo>
                  <a:pt x="188074" y="237882"/>
                </a:lnTo>
                <a:lnTo>
                  <a:pt x="188263" y="237882"/>
                </a:lnTo>
                <a:lnTo>
                  <a:pt x="185622" y="232189"/>
                </a:lnTo>
                <a:lnTo>
                  <a:pt x="185456" y="232189"/>
                </a:lnTo>
                <a:lnTo>
                  <a:pt x="185282" y="231509"/>
                </a:lnTo>
                <a:lnTo>
                  <a:pt x="185033" y="231005"/>
                </a:lnTo>
                <a:lnTo>
                  <a:pt x="184903" y="230639"/>
                </a:lnTo>
                <a:lnTo>
                  <a:pt x="185059" y="230639"/>
                </a:lnTo>
                <a:lnTo>
                  <a:pt x="183615" y="225002"/>
                </a:lnTo>
                <a:lnTo>
                  <a:pt x="183536" y="224692"/>
                </a:lnTo>
                <a:lnTo>
                  <a:pt x="183415" y="224221"/>
                </a:lnTo>
                <a:lnTo>
                  <a:pt x="183307" y="223799"/>
                </a:lnTo>
                <a:lnTo>
                  <a:pt x="183194" y="223358"/>
                </a:lnTo>
                <a:lnTo>
                  <a:pt x="183050" y="223358"/>
                </a:lnTo>
                <a:lnTo>
                  <a:pt x="182947" y="222732"/>
                </a:lnTo>
                <a:lnTo>
                  <a:pt x="182920" y="222565"/>
                </a:lnTo>
                <a:lnTo>
                  <a:pt x="182814" y="220190"/>
                </a:lnTo>
                <a:lnTo>
                  <a:pt x="182262" y="212779"/>
                </a:lnTo>
                <a:lnTo>
                  <a:pt x="182288" y="178945"/>
                </a:lnTo>
                <a:lnTo>
                  <a:pt x="183408" y="151679"/>
                </a:lnTo>
                <a:lnTo>
                  <a:pt x="183520" y="148957"/>
                </a:lnTo>
                <a:lnTo>
                  <a:pt x="183607" y="146829"/>
                </a:lnTo>
                <a:lnTo>
                  <a:pt x="183701" y="144548"/>
                </a:lnTo>
                <a:lnTo>
                  <a:pt x="183797" y="143816"/>
                </a:lnTo>
                <a:lnTo>
                  <a:pt x="191264" y="72621"/>
                </a:lnTo>
                <a:lnTo>
                  <a:pt x="191313" y="48367"/>
                </a:lnTo>
                <a:lnTo>
                  <a:pt x="191180" y="47202"/>
                </a:lnTo>
                <a:lnTo>
                  <a:pt x="191083" y="46346"/>
                </a:lnTo>
                <a:lnTo>
                  <a:pt x="190494" y="43797"/>
                </a:lnTo>
                <a:close/>
              </a:path>
              <a:path w="210820" h="273685">
                <a:moveTo>
                  <a:pt x="56617" y="0"/>
                </a:moveTo>
                <a:lnTo>
                  <a:pt x="52618" y="0"/>
                </a:lnTo>
                <a:lnTo>
                  <a:pt x="51946" y="157"/>
                </a:lnTo>
                <a:lnTo>
                  <a:pt x="23052" y="47202"/>
                </a:lnTo>
                <a:lnTo>
                  <a:pt x="7686" y="114894"/>
                </a:lnTo>
                <a:lnTo>
                  <a:pt x="0" y="178945"/>
                </a:lnTo>
                <a:lnTo>
                  <a:pt x="101" y="206435"/>
                </a:lnTo>
                <a:lnTo>
                  <a:pt x="728" y="216780"/>
                </a:lnTo>
                <a:lnTo>
                  <a:pt x="756" y="217244"/>
                </a:lnTo>
                <a:lnTo>
                  <a:pt x="876" y="219219"/>
                </a:lnTo>
                <a:lnTo>
                  <a:pt x="23332" y="250860"/>
                </a:lnTo>
                <a:lnTo>
                  <a:pt x="38678" y="254985"/>
                </a:lnTo>
                <a:lnTo>
                  <a:pt x="54358" y="254985"/>
                </a:lnTo>
                <a:lnTo>
                  <a:pt x="84123" y="237299"/>
                </a:lnTo>
                <a:lnTo>
                  <a:pt x="42000" y="237299"/>
                </a:lnTo>
                <a:lnTo>
                  <a:pt x="38771" y="236865"/>
                </a:lnTo>
                <a:lnTo>
                  <a:pt x="36650" y="236865"/>
                </a:lnTo>
                <a:lnTo>
                  <a:pt x="35043" y="236437"/>
                </a:lnTo>
                <a:lnTo>
                  <a:pt x="35590" y="236437"/>
                </a:lnTo>
                <a:lnTo>
                  <a:pt x="32180" y="235060"/>
                </a:lnTo>
                <a:lnTo>
                  <a:pt x="31679" y="235060"/>
                </a:lnTo>
                <a:lnTo>
                  <a:pt x="30060" y="234204"/>
                </a:lnTo>
                <a:lnTo>
                  <a:pt x="30394" y="234204"/>
                </a:lnTo>
                <a:lnTo>
                  <a:pt x="27371" y="232189"/>
                </a:lnTo>
                <a:lnTo>
                  <a:pt x="27047" y="232189"/>
                </a:lnTo>
                <a:lnTo>
                  <a:pt x="25595" y="231005"/>
                </a:lnTo>
                <a:lnTo>
                  <a:pt x="25847" y="231005"/>
                </a:lnTo>
                <a:lnTo>
                  <a:pt x="23532" y="228691"/>
                </a:lnTo>
                <a:lnTo>
                  <a:pt x="23187" y="228691"/>
                </a:lnTo>
                <a:lnTo>
                  <a:pt x="21894" y="227054"/>
                </a:lnTo>
                <a:lnTo>
                  <a:pt x="22178" y="227054"/>
                </a:lnTo>
                <a:lnTo>
                  <a:pt x="20912" y="225002"/>
                </a:lnTo>
                <a:lnTo>
                  <a:pt x="20511" y="225002"/>
                </a:lnTo>
                <a:lnTo>
                  <a:pt x="20423" y="224692"/>
                </a:lnTo>
                <a:lnTo>
                  <a:pt x="20167" y="224221"/>
                </a:lnTo>
                <a:lnTo>
                  <a:pt x="19512" y="222732"/>
                </a:lnTo>
                <a:lnTo>
                  <a:pt x="19868" y="222732"/>
                </a:lnTo>
                <a:lnTo>
                  <a:pt x="19148" y="220190"/>
                </a:lnTo>
                <a:lnTo>
                  <a:pt x="18932" y="220190"/>
                </a:lnTo>
                <a:lnTo>
                  <a:pt x="18874" y="219219"/>
                </a:lnTo>
                <a:lnTo>
                  <a:pt x="18609" y="218286"/>
                </a:lnTo>
                <a:lnTo>
                  <a:pt x="18726" y="216780"/>
                </a:lnTo>
                <a:lnTo>
                  <a:pt x="18099" y="206435"/>
                </a:lnTo>
                <a:lnTo>
                  <a:pt x="18022" y="178945"/>
                </a:lnTo>
                <a:lnTo>
                  <a:pt x="20221" y="151679"/>
                </a:lnTo>
                <a:lnTo>
                  <a:pt x="20274" y="151022"/>
                </a:lnTo>
                <a:lnTo>
                  <a:pt x="20385" y="149645"/>
                </a:lnTo>
                <a:lnTo>
                  <a:pt x="20441" y="148957"/>
                </a:lnTo>
                <a:lnTo>
                  <a:pt x="20696" y="147518"/>
                </a:lnTo>
                <a:lnTo>
                  <a:pt x="25368" y="118088"/>
                </a:lnTo>
                <a:lnTo>
                  <a:pt x="25428" y="117709"/>
                </a:lnTo>
                <a:lnTo>
                  <a:pt x="31871" y="86033"/>
                </a:lnTo>
                <a:lnTo>
                  <a:pt x="31950" y="85643"/>
                </a:lnTo>
                <a:lnTo>
                  <a:pt x="40365" y="52020"/>
                </a:lnTo>
                <a:lnTo>
                  <a:pt x="40480" y="51561"/>
                </a:lnTo>
                <a:lnTo>
                  <a:pt x="47956" y="27302"/>
                </a:lnTo>
                <a:lnTo>
                  <a:pt x="47773" y="27302"/>
                </a:lnTo>
                <a:lnTo>
                  <a:pt x="48197" y="26520"/>
                </a:lnTo>
                <a:lnTo>
                  <a:pt x="48462" y="25659"/>
                </a:lnTo>
                <a:lnTo>
                  <a:pt x="48664" y="25659"/>
                </a:lnTo>
                <a:lnTo>
                  <a:pt x="50393" y="22471"/>
                </a:lnTo>
                <a:lnTo>
                  <a:pt x="49649" y="22471"/>
                </a:lnTo>
                <a:lnTo>
                  <a:pt x="51828" y="19824"/>
                </a:lnTo>
                <a:lnTo>
                  <a:pt x="52855" y="19824"/>
                </a:lnTo>
                <a:lnTo>
                  <a:pt x="53201" y="19538"/>
                </a:lnTo>
                <a:lnTo>
                  <a:pt x="52719" y="19538"/>
                </a:lnTo>
                <a:lnTo>
                  <a:pt x="54718" y="18286"/>
                </a:lnTo>
                <a:lnTo>
                  <a:pt x="55471" y="18286"/>
                </a:lnTo>
                <a:lnTo>
                  <a:pt x="59378" y="16508"/>
                </a:lnTo>
                <a:lnTo>
                  <a:pt x="63513" y="7331"/>
                </a:lnTo>
                <a:lnTo>
                  <a:pt x="63246" y="6193"/>
                </a:lnTo>
                <a:lnTo>
                  <a:pt x="62261" y="4025"/>
                </a:lnTo>
                <a:lnTo>
                  <a:pt x="61658" y="3186"/>
                </a:lnTo>
                <a:lnTo>
                  <a:pt x="59839" y="1451"/>
                </a:lnTo>
                <a:lnTo>
                  <a:pt x="58846" y="835"/>
                </a:lnTo>
                <a:lnTo>
                  <a:pt x="56617" y="0"/>
                </a:lnTo>
                <a:close/>
              </a:path>
              <a:path w="210820" h="273685">
                <a:moveTo>
                  <a:pt x="191900" y="243469"/>
                </a:moveTo>
                <a:lnTo>
                  <a:pt x="193144" y="244852"/>
                </a:lnTo>
                <a:lnTo>
                  <a:pt x="192593" y="244095"/>
                </a:lnTo>
                <a:lnTo>
                  <a:pt x="191900" y="243469"/>
                </a:lnTo>
                <a:close/>
              </a:path>
              <a:path w="210820" h="273685">
                <a:moveTo>
                  <a:pt x="192593" y="244095"/>
                </a:moveTo>
                <a:lnTo>
                  <a:pt x="193144" y="244852"/>
                </a:lnTo>
                <a:lnTo>
                  <a:pt x="193431" y="244852"/>
                </a:lnTo>
                <a:lnTo>
                  <a:pt x="192593" y="244095"/>
                </a:lnTo>
                <a:close/>
              </a:path>
              <a:path w="210820" h="273685">
                <a:moveTo>
                  <a:pt x="192138" y="243469"/>
                </a:moveTo>
                <a:lnTo>
                  <a:pt x="191900" y="243469"/>
                </a:lnTo>
                <a:lnTo>
                  <a:pt x="192593" y="244095"/>
                </a:lnTo>
                <a:lnTo>
                  <a:pt x="192138" y="243469"/>
                </a:lnTo>
                <a:close/>
              </a:path>
              <a:path w="210820" h="273685">
                <a:moveTo>
                  <a:pt x="188595" y="238598"/>
                </a:moveTo>
                <a:lnTo>
                  <a:pt x="188958" y="239382"/>
                </a:lnTo>
                <a:lnTo>
                  <a:pt x="189165" y="239382"/>
                </a:lnTo>
                <a:lnTo>
                  <a:pt x="188595" y="238598"/>
                </a:lnTo>
                <a:close/>
              </a:path>
              <a:path w="210820" h="273685">
                <a:moveTo>
                  <a:pt x="188074" y="237882"/>
                </a:moveTo>
                <a:lnTo>
                  <a:pt x="188496" y="238598"/>
                </a:lnTo>
                <a:lnTo>
                  <a:pt x="188409" y="238198"/>
                </a:lnTo>
                <a:lnTo>
                  <a:pt x="188074" y="237882"/>
                </a:lnTo>
                <a:close/>
              </a:path>
              <a:path w="210820" h="273685">
                <a:moveTo>
                  <a:pt x="188263" y="237882"/>
                </a:moveTo>
                <a:lnTo>
                  <a:pt x="188074" y="237882"/>
                </a:lnTo>
                <a:lnTo>
                  <a:pt x="188304" y="238198"/>
                </a:lnTo>
                <a:lnTo>
                  <a:pt x="188263" y="237882"/>
                </a:lnTo>
                <a:close/>
              </a:path>
              <a:path w="210820" h="273685">
                <a:moveTo>
                  <a:pt x="56942" y="236060"/>
                </a:moveTo>
                <a:lnTo>
                  <a:pt x="51176" y="237299"/>
                </a:lnTo>
                <a:lnTo>
                  <a:pt x="84123" y="237299"/>
                </a:lnTo>
                <a:lnTo>
                  <a:pt x="84722" y="236729"/>
                </a:lnTo>
                <a:lnTo>
                  <a:pt x="55751" y="236729"/>
                </a:lnTo>
                <a:lnTo>
                  <a:pt x="56942" y="236060"/>
                </a:lnTo>
                <a:close/>
              </a:path>
              <a:path w="210820" h="273685">
                <a:moveTo>
                  <a:pt x="35590" y="236437"/>
                </a:moveTo>
                <a:lnTo>
                  <a:pt x="35043" y="236437"/>
                </a:lnTo>
                <a:lnTo>
                  <a:pt x="36650" y="236865"/>
                </a:lnTo>
                <a:lnTo>
                  <a:pt x="35590" y="236437"/>
                </a:lnTo>
                <a:close/>
              </a:path>
              <a:path w="210820" h="273685">
                <a:moveTo>
                  <a:pt x="35590" y="236437"/>
                </a:moveTo>
                <a:lnTo>
                  <a:pt x="36650" y="236865"/>
                </a:lnTo>
                <a:lnTo>
                  <a:pt x="38771" y="236865"/>
                </a:lnTo>
                <a:lnTo>
                  <a:pt x="35590" y="236437"/>
                </a:lnTo>
                <a:close/>
              </a:path>
              <a:path w="210820" h="273685">
                <a:moveTo>
                  <a:pt x="58273" y="235774"/>
                </a:moveTo>
                <a:lnTo>
                  <a:pt x="56942" y="236060"/>
                </a:lnTo>
                <a:lnTo>
                  <a:pt x="55751" y="236729"/>
                </a:lnTo>
                <a:lnTo>
                  <a:pt x="58273" y="235774"/>
                </a:lnTo>
                <a:close/>
              </a:path>
              <a:path w="210820" h="273685">
                <a:moveTo>
                  <a:pt x="85649" y="235774"/>
                </a:moveTo>
                <a:lnTo>
                  <a:pt x="58273" y="235774"/>
                </a:lnTo>
                <a:lnTo>
                  <a:pt x="55751" y="236729"/>
                </a:lnTo>
                <a:lnTo>
                  <a:pt x="84722" y="236729"/>
                </a:lnTo>
                <a:lnTo>
                  <a:pt x="85649" y="235774"/>
                </a:lnTo>
                <a:close/>
              </a:path>
              <a:path w="210820" h="273685">
                <a:moveTo>
                  <a:pt x="62876" y="232725"/>
                </a:moveTo>
                <a:lnTo>
                  <a:pt x="56942" y="236060"/>
                </a:lnTo>
                <a:lnTo>
                  <a:pt x="58273" y="235774"/>
                </a:lnTo>
                <a:lnTo>
                  <a:pt x="85649" y="235774"/>
                </a:lnTo>
                <a:lnTo>
                  <a:pt x="85907" y="235494"/>
                </a:lnTo>
                <a:lnTo>
                  <a:pt x="87521" y="233492"/>
                </a:lnTo>
                <a:lnTo>
                  <a:pt x="62072" y="233492"/>
                </a:lnTo>
                <a:lnTo>
                  <a:pt x="62876" y="232725"/>
                </a:lnTo>
                <a:close/>
              </a:path>
              <a:path w="210820" h="273685">
                <a:moveTo>
                  <a:pt x="30060" y="234204"/>
                </a:moveTo>
                <a:lnTo>
                  <a:pt x="31679" y="235060"/>
                </a:lnTo>
                <a:lnTo>
                  <a:pt x="30909" y="234547"/>
                </a:lnTo>
                <a:lnTo>
                  <a:pt x="30060" y="234204"/>
                </a:lnTo>
                <a:close/>
              </a:path>
              <a:path w="210820" h="273685">
                <a:moveTo>
                  <a:pt x="30909" y="234547"/>
                </a:moveTo>
                <a:lnTo>
                  <a:pt x="31679" y="235060"/>
                </a:lnTo>
                <a:lnTo>
                  <a:pt x="32180" y="235060"/>
                </a:lnTo>
                <a:lnTo>
                  <a:pt x="30909" y="234547"/>
                </a:lnTo>
                <a:close/>
              </a:path>
              <a:path w="210820" h="273685">
                <a:moveTo>
                  <a:pt x="30394" y="234204"/>
                </a:moveTo>
                <a:lnTo>
                  <a:pt x="30060" y="234204"/>
                </a:lnTo>
                <a:lnTo>
                  <a:pt x="30909" y="234547"/>
                </a:lnTo>
                <a:lnTo>
                  <a:pt x="30394" y="234204"/>
                </a:lnTo>
                <a:close/>
              </a:path>
              <a:path w="210820" h="273685">
                <a:moveTo>
                  <a:pt x="63838" y="232189"/>
                </a:moveTo>
                <a:lnTo>
                  <a:pt x="62876" y="232725"/>
                </a:lnTo>
                <a:lnTo>
                  <a:pt x="62072" y="233492"/>
                </a:lnTo>
                <a:lnTo>
                  <a:pt x="63838" y="232189"/>
                </a:lnTo>
                <a:close/>
              </a:path>
              <a:path w="210820" h="273685">
                <a:moveTo>
                  <a:pt x="88570" y="232189"/>
                </a:moveTo>
                <a:lnTo>
                  <a:pt x="63838" y="232189"/>
                </a:lnTo>
                <a:lnTo>
                  <a:pt x="62072" y="233492"/>
                </a:lnTo>
                <a:lnTo>
                  <a:pt x="87521" y="233492"/>
                </a:lnTo>
                <a:lnTo>
                  <a:pt x="88570" y="232189"/>
                </a:lnTo>
                <a:close/>
              </a:path>
              <a:path w="210820" h="273685">
                <a:moveTo>
                  <a:pt x="182561" y="32950"/>
                </a:moveTo>
                <a:lnTo>
                  <a:pt x="178833" y="32950"/>
                </a:lnTo>
                <a:lnTo>
                  <a:pt x="177800" y="33246"/>
                </a:lnTo>
                <a:lnTo>
                  <a:pt x="159870" y="69185"/>
                </a:lnTo>
                <a:lnTo>
                  <a:pt x="141239" y="113009"/>
                </a:lnTo>
                <a:lnTo>
                  <a:pt x="127385" y="142768"/>
                </a:lnTo>
                <a:lnTo>
                  <a:pt x="127218" y="143090"/>
                </a:lnTo>
                <a:lnTo>
                  <a:pt x="127132" y="143239"/>
                </a:lnTo>
                <a:lnTo>
                  <a:pt x="127009" y="143426"/>
                </a:lnTo>
                <a:lnTo>
                  <a:pt x="111618" y="170444"/>
                </a:lnTo>
                <a:lnTo>
                  <a:pt x="87602" y="204544"/>
                </a:lnTo>
                <a:lnTo>
                  <a:pt x="86619" y="205971"/>
                </a:lnTo>
                <a:lnTo>
                  <a:pt x="72756" y="223179"/>
                </a:lnTo>
                <a:lnTo>
                  <a:pt x="72712" y="223358"/>
                </a:lnTo>
                <a:lnTo>
                  <a:pt x="62876" y="232725"/>
                </a:lnTo>
                <a:lnTo>
                  <a:pt x="63831" y="232189"/>
                </a:lnTo>
                <a:lnTo>
                  <a:pt x="88570" y="232189"/>
                </a:lnTo>
                <a:lnTo>
                  <a:pt x="100609" y="217244"/>
                </a:lnTo>
                <a:lnTo>
                  <a:pt x="126284" y="180818"/>
                </a:lnTo>
                <a:lnTo>
                  <a:pt x="157644" y="120319"/>
                </a:lnTo>
                <a:lnTo>
                  <a:pt x="173202" y="72621"/>
                </a:lnTo>
                <a:lnTo>
                  <a:pt x="173299" y="71690"/>
                </a:lnTo>
                <a:lnTo>
                  <a:pt x="173348" y="49392"/>
                </a:lnTo>
                <a:lnTo>
                  <a:pt x="172058" y="43797"/>
                </a:lnTo>
                <a:lnTo>
                  <a:pt x="190494" y="43797"/>
                </a:lnTo>
                <a:lnTo>
                  <a:pt x="184186" y="33384"/>
                </a:lnTo>
                <a:lnTo>
                  <a:pt x="182561" y="32950"/>
                </a:lnTo>
                <a:close/>
              </a:path>
              <a:path w="210820" h="273685">
                <a:moveTo>
                  <a:pt x="25595" y="231005"/>
                </a:moveTo>
                <a:lnTo>
                  <a:pt x="27047" y="232189"/>
                </a:lnTo>
                <a:lnTo>
                  <a:pt x="26352" y="231509"/>
                </a:lnTo>
                <a:lnTo>
                  <a:pt x="25595" y="231005"/>
                </a:lnTo>
                <a:close/>
              </a:path>
              <a:path w="210820" h="273685">
                <a:moveTo>
                  <a:pt x="26352" y="231509"/>
                </a:moveTo>
                <a:lnTo>
                  <a:pt x="27031" y="232189"/>
                </a:lnTo>
                <a:lnTo>
                  <a:pt x="27371" y="232189"/>
                </a:lnTo>
                <a:lnTo>
                  <a:pt x="26352" y="231509"/>
                </a:lnTo>
                <a:close/>
              </a:path>
              <a:path w="210820" h="273685">
                <a:moveTo>
                  <a:pt x="185306" y="231509"/>
                </a:moveTo>
                <a:lnTo>
                  <a:pt x="185456" y="232189"/>
                </a:lnTo>
                <a:lnTo>
                  <a:pt x="185622" y="232189"/>
                </a:lnTo>
                <a:lnTo>
                  <a:pt x="185306" y="231509"/>
                </a:lnTo>
                <a:close/>
              </a:path>
              <a:path w="210820" h="273685">
                <a:moveTo>
                  <a:pt x="25847" y="231005"/>
                </a:moveTo>
                <a:lnTo>
                  <a:pt x="25595" y="231005"/>
                </a:lnTo>
                <a:lnTo>
                  <a:pt x="26352" y="231509"/>
                </a:lnTo>
                <a:lnTo>
                  <a:pt x="25847" y="231005"/>
                </a:lnTo>
                <a:close/>
              </a:path>
              <a:path w="210820" h="273685">
                <a:moveTo>
                  <a:pt x="185059" y="230639"/>
                </a:moveTo>
                <a:lnTo>
                  <a:pt x="184903" y="230639"/>
                </a:lnTo>
                <a:lnTo>
                  <a:pt x="185072" y="231005"/>
                </a:lnTo>
                <a:lnTo>
                  <a:pt x="185059" y="230639"/>
                </a:lnTo>
                <a:close/>
              </a:path>
              <a:path w="210820" h="273685">
                <a:moveTo>
                  <a:pt x="21894" y="227054"/>
                </a:moveTo>
                <a:lnTo>
                  <a:pt x="23187" y="228691"/>
                </a:lnTo>
                <a:lnTo>
                  <a:pt x="22633" y="227792"/>
                </a:lnTo>
                <a:lnTo>
                  <a:pt x="21894" y="227054"/>
                </a:lnTo>
                <a:close/>
              </a:path>
              <a:path w="210820" h="273685">
                <a:moveTo>
                  <a:pt x="22633" y="227792"/>
                </a:moveTo>
                <a:lnTo>
                  <a:pt x="23187" y="228691"/>
                </a:lnTo>
                <a:lnTo>
                  <a:pt x="23532" y="228691"/>
                </a:lnTo>
                <a:lnTo>
                  <a:pt x="22633" y="227792"/>
                </a:lnTo>
                <a:close/>
              </a:path>
              <a:path w="210820" h="273685">
                <a:moveTo>
                  <a:pt x="22178" y="227054"/>
                </a:moveTo>
                <a:lnTo>
                  <a:pt x="21894" y="227054"/>
                </a:lnTo>
                <a:lnTo>
                  <a:pt x="22633" y="227792"/>
                </a:lnTo>
                <a:lnTo>
                  <a:pt x="22178" y="227054"/>
                </a:lnTo>
                <a:close/>
              </a:path>
              <a:path w="210820" h="273685">
                <a:moveTo>
                  <a:pt x="20170" y="223799"/>
                </a:moveTo>
                <a:lnTo>
                  <a:pt x="20289" y="224221"/>
                </a:lnTo>
                <a:lnTo>
                  <a:pt x="20374" y="224692"/>
                </a:lnTo>
                <a:lnTo>
                  <a:pt x="20511" y="225002"/>
                </a:lnTo>
                <a:lnTo>
                  <a:pt x="20912" y="225002"/>
                </a:lnTo>
                <a:lnTo>
                  <a:pt x="20170" y="223799"/>
                </a:lnTo>
                <a:close/>
              </a:path>
              <a:path w="210820" h="273685">
                <a:moveTo>
                  <a:pt x="19898" y="223358"/>
                </a:moveTo>
                <a:lnTo>
                  <a:pt x="19982" y="223799"/>
                </a:lnTo>
                <a:lnTo>
                  <a:pt x="20167" y="224221"/>
                </a:lnTo>
                <a:lnTo>
                  <a:pt x="20170" y="223799"/>
                </a:lnTo>
                <a:lnTo>
                  <a:pt x="19898" y="223358"/>
                </a:lnTo>
                <a:close/>
              </a:path>
              <a:path w="210820" h="273685">
                <a:moveTo>
                  <a:pt x="19868" y="222732"/>
                </a:moveTo>
                <a:lnTo>
                  <a:pt x="19512" y="222732"/>
                </a:lnTo>
                <a:lnTo>
                  <a:pt x="20170" y="223799"/>
                </a:lnTo>
                <a:lnTo>
                  <a:pt x="20045" y="223358"/>
                </a:lnTo>
                <a:lnTo>
                  <a:pt x="19995" y="223179"/>
                </a:lnTo>
                <a:lnTo>
                  <a:pt x="19868" y="222732"/>
                </a:lnTo>
                <a:close/>
              </a:path>
              <a:path w="210820" h="273685">
                <a:moveTo>
                  <a:pt x="183003" y="222732"/>
                </a:moveTo>
                <a:lnTo>
                  <a:pt x="183050" y="223358"/>
                </a:lnTo>
                <a:lnTo>
                  <a:pt x="183148" y="223179"/>
                </a:lnTo>
                <a:lnTo>
                  <a:pt x="183003" y="222732"/>
                </a:lnTo>
                <a:close/>
              </a:path>
              <a:path w="210820" h="273685">
                <a:moveTo>
                  <a:pt x="182934" y="221796"/>
                </a:moveTo>
                <a:lnTo>
                  <a:pt x="182794" y="221796"/>
                </a:lnTo>
                <a:lnTo>
                  <a:pt x="182991" y="222565"/>
                </a:lnTo>
                <a:lnTo>
                  <a:pt x="182934" y="221796"/>
                </a:lnTo>
                <a:close/>
              </a:path>
              <a:path w="210820" h="273685">
                <a:moveTo>
                  <a:pt x="18874" y="219219"/>
                </a:moveTo>
                <a:lnTo>
                  <a:pt x="18932" y="220190"/>
                </a:lnTo>
                <a:lnTo>
                  <a:pt x="19148" y="220190"/>
                </a:lnTo>
                <a:lnTo>
                  <a:pt x="18874" y="219219"/>
                </a:lnTo>
                <a:close/>
              </a:path>
              <a:path w="210820" h="273685">
                <a:moveTo>
                  <a:pt x="18817" y="218286"/>
                </a:moveTo>
                <a:lnTo>
                  <a:pt x="18609" y="218286"/>
                </a:lnTo>
                <a:lnTo>
                  <a:pt x="18874" y="219219"/>
                </a:lnTo>
                <a:lnTo>
                  <a:pt x="18817" y="218286"/>
                </a:lnTo>
                <a:close/>
              </a:path>
              <a:path w="210820" h="273685">
                <a:moveTo>
                  <a:pt x="187817" y="48367"/>
                </a:moveTo>
                <a:lnTo>
                  <a:pt x="173348" y="48367"/>
                </a:lnTo>
                <a:lnTo>
                  <a:pt x="173348" y="49392"/>
                </a:lnTo>
                <a:lnTo>
                  <a:pt x="173578" y="50389"/>
                </a:lnTo>
                <a:lnTo>
                  <a:pt x="173348" y="50389"/>
                </a:lnTo>
                <a:lnTo>
                  <a:pt x="173299" y="71690"/>
                </a:lnTo>
                <a:lnTo>
                  <a:pt x="171662" y="87357"/>
                </a:lnTo>
                <a:lnTo>
                  <a:pt x="176447" y="76106"/>
                </a:lnTo>
                <a:lnTo>
                  <a:pt x="186988" y="50389"/>
                </a:lnTo>
                <a:lnTo>
                  <a:pt x="173578" y="50389"/>
                </a:lnTo>
                <a:lnTo>
                  <a:pt x="173465" y="49392"/>
                </a:lnTo>
                <a:lnTo>
                  <a:pt x="187397" y="49392"/>
                </a:lnTo>
                <a:lnTo>
                  <a:pt x="187817" y="48367"/>
                </a:lnTo>
                <a:close/>
              </a:path>
              <a:path w="210820" h="273685">
                <a:moveTo>
                  <a:pt x="172058" y="43797"/>
                </a:moveTo>
                <a:lnTo>
                  <a:pt x="173348" y="49392"/>
                </a:lnTo>
                <a:lnTo>
                  <a:pt x="173348" y="48367"/>
                </a:lnTo>
                <a:lnTo>
                  <a:pt x="187817" y="48367"/>
                </a:lnTo>
                <a:lnTo>
                  <a:pt x="189121" y="45186"/>
                </a:lnTo>
                <a:lnTo>
                  <a:pt x="172058" y="43797"/>
                </a:lnTo>
                <a:close/>
              </a:path>
              <a:path w="210820" h="273685">
                <a:moveTo>
                  <a:pt x="48197" y="26520"/>
                </a:moveTo>
                <a:lnTo>
                  <a:pt x="47773" y="27302"/>
                </a:lnTo>
                <a:lnTo>
                  <a:pt x="47956" y="27302"/>
                </a:lnTo>
                <a:lnTo>
                  <a:pt x="48197" y="26520"/>
                </a:lnTo>
                <a:close/>
              </a:path>
              <a:path w="210820" h="273685">
                <a:moveTo>
                  <a:pt x="48664" y="25659"/>
                </a:moveTo>
                <a:lnTo>
                  <a:pt x="48462" y="25659"/>
                </a:lnTo>
                <a:lnTo>
                  <a:pt x="48197" y="26520"/>
                </a:lnTo>
                <a:lnTo>
                  <a:pt x="48664" y="25659"/>
                </a:lnTo>
                <a:close/>
              </a:path>
              <a:path w="210820" h="273685">
                <a:moveTo>
                  <a:pt x="51828" y="19824"/>
                </a:moveTo>
                <a:lnTo>
                  <a:pt x="49649" y="22471"/>
                </a:lnTo>
                <a:lnTo>
                  <a:pt x="50996" y="21359"/>
                </a:lnTo>
                <a:lnTo>
                  <a:pt x="51828" y="19824"/>
                </a:lnTo>
                <a:close/>
              </a:path>
              <a:path w="210820" h="273685">
                <a:moveTo>
                  <a:pt x="50996" y="21359"/>
                </a:moveTo>
                <a:lnTo>
                  <a:pt x="49649" y="22471"/>
                </a:lnTo>
                <a:lnTo>
                  <a:pt x="50393" y="22471"/>
                </a:lnTo>
                <a:lnTo>
                  <a:pt x="50996" y="21359"/>
                </a:lnTo>
                <a:close/>
              </a:path>
              <a:path w="210820" h="273685">
                <a:moveTo>
                  <a:pt x="52855" y="19824"/>
                </a:moveTo>
                <a:lnTo>
                  <a:pt x="51828" y="19824"/>
                </a:lnTo>
                <a:lnTo>
                  <a:pt x="50996" y="21359"/>
                </a:lnTo>
                <a:lnTo>
                  <a:pt x="52855" y="19824"/>
                </a:lnTo>
                <a:close/>
              </a:path>
              <a:path w="210820" h="273685">
                <a:moveTo>
                  <a:pt x="54718" y="18286"/>
                </a:moveTo>
                <a:lnTo>
                  <a:pt x="52719" y="19538"/>
                </a:lnTo>
                <a:lnTo>
                  <a:pt x="53793" y="19049"/>
                </a:lnTo>
                <a:lnTo>
                  <a:pt x="54718" y="18286"/>
                </a:lnTo>
                <a:close/>
              </a:path>
              <a:path w="210820" h="273685">
                <a:moveTo>
                  <a:pt x="53793" y="19049"/>
                </a:moveTo>
                <a:lnTo>
                  <a:pt x="52719" y="19538"/>
                </a:lnTo>
                <a:lnTo>
                  <a:pt x="53201" y="19538"/>
                </a:lnTo>
                <a:lnTo>
                  <a:pt x="53793" y="19049"/>
                </a:lnTo>
                <a:close/>
              </a:path>
              <a:path w="210820" h="273685">
                <a:moveTo>
                  <a:pt x="55471" y="18286"/>
                </a:moveTo>
                <a:lnTo>
                  <a:pt x="54718" y="18286"/>
                </a:lnTo>
                <a:lnTo>
                  <a:pt x="53793" y="19049"/>
                </a:lnTo>
                <a:lnTo>
                  <a:pt x="55471" y="18286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6045" y="2349244"/>
            <a:ext cx="1360055" cy="389995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83441" y="2814562"/>
            <a:ext cx="514723" cy="409671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09831" y="3014221"/>
            <a:ext cx="655660" cy="191952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10991" y="2855130"/>
            <a:ext cx="201829" cy="342879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2064067" y="2521800"/>
            <a:ext cx="280035" cy="112395"/>
          </a:xfrm>
          <a:custGeom>
            <a:avLst/>
            <a:gdLst/>
            <a:ahLst/>
            <a:cxnLst/>
            <a:rect l="l" t="t" r="r" b="b"/>
            <a:pathLst>
              <a:path w="280035" h="112394">
                <a:moveTo>
                  <a:pt x="244525" y="93294"/>
                </a:moveTo>
                <a:lnTo>
                  <a:pt x="224586" y="85394"/>
                </a:lnTo>
                <a:lnTo>
                  <a:pt x="222948" y="85394"/>
                </a:lnTo>
                <a:lnTo>
                  <a:pt x="204762" y="85813"/>
                </a:lnTo>
                <a:lnTo>
                  <a:pt x="185051" y="86690"/>
                </a:lnTo>
                <a:lnTo>
                  <a:pt x="165531" y="87122"/>
                </a:lnTo>
                <a:lnTo>
                  <a:pt x="144221" y="88023"/>
                </a:lnTo>
                <a:lnTo>
                  <a:pt x="123228" y="89763"/>
                </a:lnTo>
                <a:lnTo>
                  <a:pt x="104114" y="91071"/>
                </a:lnTo>
                <a:lnTo>
                  <a:pt x="86474" y="91922"/>
                </a:lnTo>
                <a:lnTo>
                  <a:pt x="68287" y="92417"/>
                </a:lnTo>
                <a:lnTo>
                  <a:pt x="57048" y="92417"/>
                </a:lnTo>
                <a:lnTo>
                  <a:pt x="50063" y="93294"/>
                </a:lnTo>
                <a:lnTo>
                  <a:pt x="40220" y="105308"/>
                </a:lnTo>
                <a:lnTo>
                  <a:pt x="41097" y="107518"/>
                </a:lnTo>
                <a:lnTo>
                  <a:pt x="46685" y="111861"/>
                </a:lnTo>
                <a:lnTo>
                  <a:pt x="46824" y="111861"/>
                </a:lnTo>
                <a:lnTo>
                  <a:pt x="47828" y="112077"/>
                </a:lnTo>
                <a:lnTo>
                  <a:pt x="50076" y="112077"/>
                </a:lnTo>
                <a:lnTo>
                  <a:pt x="51231" y="111861"/>
                </a:lnTo>
                <a:lnTo>
                  <a:pt x="53086" y="111112"/>
                </a:lnTo>
                <a:lnTo>
                  <a:pt x="53454" y="110972"/>
                </a:lnTo>
                <a:lnTo>
                  <a:pt x="56883" y="110540"/>
                </a:lnTo>
                <a:lnTo>
                  <a:pt x="58724" y="110312"/>
                </a:lnTo>
                <a:lnTo>
                  <a:pt x="70815" y="110312"/>
                </a:lnTo>
                <a:lnTo>
                  <a:pt x="87388" y="109867"/>
                </a:lnTo>
                <a:lnTo>
                  <a:pt x="105448" y="108991"/>
                </a:lnTo>
                <a:lnTo>
                  <a:pt x="124777" y="107670"/>
                </a:lnTo>
                <a:lnTo>
                  <a:pt x="145402" y="105943"/>
                </a:lnTo>
                <a:lnTo>
                  <a:pt x="166103" y="105079"/>
                </a:lnTo>
                <a:lnTo>
                  <a:pt x="185940" y="104635"/>
                </a:lnTo>
                <a:lnTo>
                  <a:pt x="205422" y="103771"/>
                </a:lnTo>
                <a:lnTo>
                  <a:pt x="222097" y="103378"/>
                </a:lnTo>
                <a:lnTo>
                  <a:pt x="224218" y="103378"/>
                </a:lnTo>
                <a:lnTo>
                  <a:pt x="235038" y="104190"/>
                </a:lnTo>
                <a:lnTo>
                  <a:pt x="237210" y="104190"/>
                </a:lnTo>
                <a:lnTo>
                  <a:pt x="244132" y="98450"/>
                </a:lnTo>
                <a:lnTo>
                  <a:pt x="244259" y="98209"/>
                </a:lnTo>
                <a:lnTo>
                  <a:pt x="244462" y="97485"/>
                </a:lnTo>
                <a:lnTo>
                  <a:pt x="244525" y="93294"/>
                </a:lnTo>
                <a:close/>
              </a:path>
              <a:path w="280035" h="112394">
                <a:moveTo>
                  <a:pt x="279654" y="10960"/>
                </a:moveTo>
                <a:lnTo>
                  <a:pt x="262102" y="0"/>
                </a:lnTo>
                <a:lnTo>
                  <a:pt x="246126" y="0"/>
                </a:lnTo>
                <a:lnTo>
                  <a:pt x="236245" y="342"/>
                </a:lnTo>
                <a:lnTo>
                  <a:pt x="220827" y="1663"/>
                </a:lnTo>
                <a:lnTo>
                  <a:pt x="203796" y="3403"/>
                </a:lnTo>
                <a:lnTo>
                  <a:pt x="186905" y="4699"/>
                </a:lnTo>
                <a:lnTo>
                  <a:pt x="154076" y="6426"/>
                </a:lnTo>
                <a:lnTo>
                  <a:pt x="138607" y="6858"/>
                </a:lnTo>
                <a:lnTo>
                  <a:pt x="123736" y="6858"/>
                </a:lnTo>
                <a:lnTo>
                  <a:pt x="109905" y="7315"/>
                </a:lnTo>
                <a:lnTo>
                  <a:pt x="84175" y="9093"/>
                </a:lnTo>
                <a:lnTo>
                  <a:pt x="71958" y="10502"/>
                </a:lnTo>
                <a:lnTo>
                  <a:pt x="72161" y="10502"/>
                </a:lnTo>
                <a:lnTo>
                  <a:pt x="60426" y="12776"/>
                </a:lnTo>
                <a:lnTo>
                  <a:pt x="23177" y="28663"/>
                </a:lnTo>
                <a:lnTo>
                  <a:pt x="0" y="56007"/>
                </a:lnTo>
                <a:lnTo>
                  <a:pt x="38" y="59766"/>
                </a:lnTo>
                <a:lnTo>
                  <a:pt x="7378" y="66649"/>
                </a:lnTo>
                <a:lnTo>
                  <a:pt x="10541" y="66649"/>
                </a:lnTo>
                <a:lnTo>
                  <a:pt x="12039" y="66192"/>
                </a:lnTo>
                <a:lnTo>
                  <a:pt x="14135" y="65074"/>
                </a:lnTo>
                <a:lnTo>
                  <a:pt x="15036" y="64338"/>
                </a:lnTo>
                <a:lnTo>
                  <a:pt x="21907" y="56007"/>
                </a:lnTo>
                <a:lnTo>
                  <a:pt x="30060" y="46570"/>
                </a:lnTo>
                <a:lnTo>
                  <a:pt x="32486" y="44424"/>
                </a:lnTo>
                <a:lnTo>
                  <a:pt x="34569" y="42519"/>
                </a:lnTo>
                <a:lnTo>
                  <a:pt x="39408" y="39039"/>
                </a:lnTo>
                <a:lnTo>
                  <a:pt x="39827" y="38735"/>
                </a:lnTo>
                <a:lnTo>
                  <a:pt x="40551" y="38341"/>
                </a:lnTo>
                <a:lnTo>
                  <a:pt x="45554" y="35699"/>
                </a:lnTo>
                <a:lnTo>
                  <a:pt x="45999" y="35458"/>
                </a:lnTo>
                <a:lnTo>
                  <a:pt x="47040" y="35115"/>
                </a:lnTo>
                <a:lnTo>
                  <a:pt x="53809" y="32854"/>
                </a:lnTo>
                <a:lnTo>
                  <a:pt x="54610" y="32639"/>
                </a:lnTo>
                <a:lnTo>
                  <a:pt x="64262" y="30327"/>
                </a:lnTo>
                <a:lnTo>
                  <a:pt x="75044" y="28244"/>
                </a:lnTo>
                <a:lnTo>
                  <a:pt x="74891" y="28244"/>
                </a:lnTo>
                <a:lnTo>
                  <a:pt x="85915" y="26974"/>
                </a:lnTo>
                <a:lnTo>
                  <a:pt x="110820" y="25247"/>
                </a:lnTo>
                <a:lnTo>
                  <a:pt x="124117" y="24815"/>
                </a:lnTo>
                <a:lnTo>
                  <a:pt x="139103" y="24815"/>
                </a:lnTo>
                <a:lnTo>
                  <a:pt x="155054" y="24371"/>
                </a:lnTo>
                <a:lnTo>
                  <a:pt x="188404" y="22606"/>
                </a:lnTo>
                <a:lnTo>
                  <a:pt x="205651" y="21285"/>
                </a:lnTo>
                <a:lnTo>
                  <a:pt x="221551" y="19646"/>
                </a:lnTo>
                <a:lnTo>
                  <a:pt x="221335" y="19646"/>
                </a:lnTo>
                <a:lnTo>
                  <a:pt x="237477" y="18262"/>
                </a:lnTo>
                <a:lnTo>
                  <a:pt x="250202" y="17843"/>
                </a:lnTo>
                <a:lnTo>
                  <a:pt x="259816" y="17843"/>
                </a:lnTo>
                <a:lnTo>
                  <a:pt x="270230" y="19646"/>
                </a:lnTo>
                <a:lnTo>
                  <a:pt x="271272" y="19646"/>
                </a:lnTo>
                <a:lnTo>
                  <a:pt x="273723" y="19100"/>
                </a:lnTo>
                <a:lnTo>
                  <a:pt x="274726" y="18656"/>
                </a:lnTo>
                <a:lnTo>
                  <a:pt x="275920" y="17843"/>
                </a:lnTo>
                <a:lnTo>
                  <a:pt x="276110" y="17703"/>
                </a:lnTo>
                <a:lnTo>
                  <a:pt x="276745" y="17259"/>
                </a:lnTo>
                <a:lnTo>
                  <a:pt x="277545" y="16408"/>
                </a:lnTo>
                <a:lnTo>
                  <a:pt x="278815" y="14401"/>
                </a:lnTo>
                <a:lnTo>
                  <a:pt x="279247" y="13309"/>
                </a:lnTo>
                <a:lnTo>
                  <a:pt x="279654" y="10960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508443" y="2274119"/>
            <a:ext cx="765693" cy="38630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422185" y="2407865"/>
            <a:ext cx="601243" cy="298568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4336886" y="2393466"/>
            <a:ext cx="1495425" cy="822960"/>
            <a:chOff x="4336886" y="2393466"/>
            <a:chExt cx="1495425" cy="822960"/>
          </a:xfrm>
        </p:grpSpPr>
        <p:pic>
          <p:nvPicPr>
            <p:cNvPr id="24" name="object 2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67997" y="2413342"/>
              <a:ext cx="363894" cy="268961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336886" y="2393466"/>
              <a:ext cx="1449923" cy="822523"/>
            </a:xfrm>
            <a:prstGeom prst="rect">
              <a:avLst/>
            </a:prstGeom>
          </p:spPr>
        </p:pic>
      </p:grpSp>
      <p:sp>
        <p:nvSpPr>
          <p:cNvPr id="26" name="object 26" descr=""/>
          <p:cNvSpPr/>
          <p:nvPr/>
        </p:nvSpPr>
        <p:spPr>
          <a:xfrm>
            <a:off x="1918906" y="3035172"/>
            <a:ext cx="219075" cy="93980"/>
          </a:xfrm>
          <a:custGeom>
            <a:avLst/>
            <a:gdLst/>
            <a:ahLst/>
            <a:cxnLst/>
            <a:rect l="l" t="t" r="r" b="b"/>
            <a:pathLst>
              <a:path w="219075" h="93980">
                <a:moveTo>
                  <a:pt x="185661" y="10579"/>
                </a:moveTo>
                <a:lnTo>
                  <a:pt x="169621" y="0"/>
                </a:lnTo>
                <a:lnTo>
                  <a:pt x="156743" y="0"/>
                </a:lnTo>
                <a:lnTo>
                  <a:pt x="139077" y="444"/>
                </a:lnTo>
                <a:lnTo>
                  <a:pt x="97078" y="2298"/>
                </a:lnTo>
                <a:lnTo>
                  <a:pt x="97967" y="2298"/>
                </a:lnTo>
                <a:lnTo>
                  <a:pt x="78333" y="3543"/>
                </a:lnTo>
                <a:lnTo>
                  <a:pt x="57721" y="5715"/>
                </a:lnTo>
                <a:lnTo>
                  <a:pt x="36639" y="7124"/>
                </a:lnTo>
                <a:lnTo>
                  <a:pt x="22517" y="7124"/>
                </a:lnTo>
                <a:lnTo>
                  <a:pt x="11658" y="8001"/>
                </a:lnTo>
                <a:lnTo>
                  <a:pt x="12217" y="8001"/>
                </a:lnTo>
                <a:lnTo>
                  <a:pt x="6248" y="9080"/>
                </a:lnTo>
                <a:lnTo>
                  <a:pt x="5168" y="9512"/>
                </a:lnTo>
                <a:lnTo>
                  <a:pt x="0" y="17030"/>
                </a:lnTo>
                <a:lnTo>
                  <a:pt x="25" y="18389"/>
                </a:lnTo>
                <a:lnTo>
                  <a:pt x="139" y="19037"/>
                </a:lnTo>
                <a:lnTo>
                  <a:pt x="190" y="19253"/>
                </a:lnTo>
                <a:lnTo>
                  <a:pt x="279" y="19786"/>
                </a:lnTo>
                <a:lnTo>
                  <a:pt x="342" y="20129"/>
                </a:lnTo>
                <a:lnTo>
                  <a:pt x="406" y="20485"/>
                </a:lnTo>
                <a:lnTo>
                  <a:pt x="787" y="21437"/>
                </a:lnTo>
                <a:lnTo>
                  <a:pt x="8382" y="26758"/>
                </a:lnTo>
                <a:lnTo>
                  <a:pt x="9461" y="26758"/>
                </a:lnTo>
                <a:lnTo>
                  <a:pt x="14782" y="25781"/>
                </a:lnTo>
                <a:lnTo>
                  <a:pt x="14541" y="25781"/>
                </a:lnTo>
                <a:lnTo>
                  <a:pt x="25069" y="24942"/>
                </a:lnTo>
                <a:lnTo>
                  <a:pt x="39458" y="24942"/>
                </a:lnTo>
                <a:lnTo>
                  <a:pt x="59728" y="23583"/>
                </a:lnTo>
                <a:lnTo>
                  <a:pt x="79946" y="21437"/>
                </a:lnTo>
                <a:lnTo>
                  <a:pt x="100685" y="20129"/>
                </a:lnTo>
                <a:lnTo>
                  <a:pt x="139801" y="18389"/>
                </a:lnTo>
                <a:lnTo>
                  <a:pt x="156933" y="17957"/>
                </a:lnTo>
                <a:lnTo>
                  <a:pt x="168503" y="17957"/>
                </a:lnTo>
                <a:lnTo>
                  <a:pt x="175806" y="19786"/>
                </a:lnTo>
                <a:lnTo>
                  <a:pt x="176745" y="19786"/>
                </a:lnTo>
                <a:lnTo>
                  <a:pt x="179095" y="19431"/>
                </a:lnTo>
                <a:lnTo>
                  <a:pt x="180200" y="19037"/>
                </a:lnTo>
                <a:lnTo>
                  <a:pt x="181991" y="17957"/>
                </a:lnTo>
                <a:lnTo>
                  <a:pt x="182245" y="17805"/>
                </a:lnTo>
                <a:lnTo>
                  <a:pt x="183108" y="17030"/>
                </a:lnTo>
                <a:lnTo>
                  <a:pt x="184531" y="15113"/>
                </a:lnTo>
                <a:lnTo>
                  <a:pt x="185026" y="14058"/>
                </a:lnTo>
                <a:lnTo>
                  <a:pt x="185597" y="11747"/>
                </a:lnTo>
                <a:lnTo>
                  <a:pt x="185661" y="10579"/>
                </a:lnTo>
                <a:close/>
              </a:path>
              <a:path w="219075" h="93980">
                <a:moveTo>
                  <a:pt x="218668" y="58623"/>
                </a:moveTo>
                <a:lnTo>
                  <a:pt x="218630" y="55092"/>
                </a:lnTo>
                <a:lnTo>
                  <a:pt x="218376" y="54203"/>
                </a:lnTo>
                <a:lnTo>
                  <a:pt x="218313" y="53962"/>
                </a:lnTo>
                <a:lnTo>
                  <a:pt x="211404" y="48069"/>
                </a:lnTo>
                <a:lnTo>
                  <a:pt x="208470" y="48069"/>
                </a:lnTo>
                <a:lnTo>
                  <a:pt x="169964" y="51104"/>
                </a:lnTo>
                <a:lnTo>
                  <a:pt x="113817" y="58191"/>
                </a:lnTo>
                <a:lnTo>
                  <a:pt x="74891" y="65633"/>
                </a:lnTo>
                <a:lnTo>
                  <a:pt x="40411" y="72605"/>
                </a:lnTo>
                <a:lnTo>
                  <a:pt x="40157" y="72605"/>
                </a:lnTo>
                <a:lnTo>
                  <a:pt x="26416" y="74231"/>
                </a:lnTo>
                <a:lnTo>
                  <a:pt x="18122" y="75107"/>
                </a:lnTo>
                <a:lnTo>
                  <a:pt x="15735" y="75692"/>
                </a:lnTo>
                <a:lnTo>
                  <a:pt x="7886" y="85991"/>
                </a:lnTo>
                <a:lnTo>
                  <a:pt x="8102" y="87134"/>
                </a:lnTo>
                <a:lnTo>
                  <a:pt x="14579" y="93687"/>
                </a:lnTo>
                <a:lnTo>
                  <a:pt x="14706" y="93687"/>
                </a:lnTo>
                <a:lnTo>
                  <a:pt x="15722" y="93903"/>
                </a:lnTo>
                <a:lnTo>
                  <a:pt x="17970" y="93903"/>
                </a:lnTo>
                <a:lnTo>
                  <a:pt x="19113" y="93687"/>
                </a:lnTo>
                <a:lnTo>
                  <a:pt x="20916" y="92976"/>
                </a:lnTo>
                <a:lnTo>
                  <a:pt x="21247" y="92837"/>
                </a:lnTo>
                <a:lnTo>
                  <a:pt x="25641" y="92379"/>
                </a:lnTo>
                <a:lnTo>
                  <a:pt x="28409" y="92087"/>
                </a:lnTo>
                <a:lnTo>
                  <a:pt x="43243" y="90335"/>
                </a:lnTo>
                <a:lnTo>
                  <a:pt x="43434" y="90335"/>
                </a:lnTo>
                <a:lnTo>
                  <a:pt x="116827" y="75907"/>
                </a:lnTo>
                <a:lnTo>
                  <a:pt x="171653" y="68986"/>
                </a:lnTo>
                <a:lnTo>
                  <a:pt x="211658" y="65836"/>
                </a:lnTo>
                <a:lnTo>
                  <a:pt x="212394" y="65633"/>
                </a:lnTo>
                <a:lnTo>
                  <a:pt x="212572" y="65633"/>
                </a:lnTo>
                <a:lnTo>
                  <a:pt x="214909" y="64439"/>
                </a:lnTo>
                <a:lnTo>
                  <a:pt x="215823" y="63715"/>
                </a:lnTo>
                <a:lnTo>
                  <a:pt x="217373" y="61912"/>
                </a:lnTo>
                <a:lnTo>
                  <a:pt x="217944" y="60883"/>
                </a:lnTo>
                <a:lnTo>
                  <a:pt x="218668" y="58623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262116" y="2888656"/>
            <a:ext cx="807647" cy="318089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302237" y="2908598"/>
            <a:ext cx="391479" cy="309532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881869" y="2873030"/>
            <a:ext cx="571165" cy="344985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752049" y="2907562"/>
            <a:ext cx="502307" cy="268370"/>
          </a:xfrm>
          <a:prstGeom prst="rect">
            <a:avLst/>
          </a:prstGeom>
        </p:spPr>
      </p:pic>
      <p:sp>
        <p:nvSpPr>
          <p:cNvPr id="31" name="object 31" descr=""/>
          <p:cNvSpPr/>
          <p:nvPr/>
        </p:nvSpPr>
        <p:spPr>
          <a:xfrm>
            <a:off x="67219" y="3420017"/>
            <a:ext cx="7489825" cy="18415"/>
          </a:xfrm>
          <a:custGeom>
            <a:avLst/>
            <a:gdLst/>
            <a:ahLst/>
            <a:cxnLst/>
            <a:rect l="l" t="t" r="r" b="b"/>
            <a:pathLst>
              <a:path w="7489825" h="18414">
                <a:moveTo>
                  <a:pt x="7489280" y="3"/>
                </a:moveTo>
                <a:lnTo>
                  <a:pt x="8980" y="0"/>
                </a:lnTo>
                <a:lnTo>
                  <a:pt x="0" y="7791"/>
                </a:lnTo>
                <a:lnTo>
                  <a:pt x="227" y="11319"/>
                </a:lnTo>
                <a:lnTo>
                  <a:pt x="1788" y="14490"/>
                </a:lnTo>
                <a:lnTo>
                  <a:pt x="4443" y="16823"/>
                </a:lnTo>
                <a:lnTo>
                  <a:pt x="7789" y="17962"/>
                </a:lnTo>
                <a:lnTo>
                  <a:pt x="7489280" y="17965"/>
                </a:lnTo>
                <a:lnTo>
                  <a:pt x="7489280" y="3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217641" y="3555128"/>
            <a:ext cx="250190" cy="497840"/>
          </a:xfrm>
          <a:custGeom>
            <a:avLst/>
            <a:gdLst/>
            <a:ahLst/>
            <a:cxnLst/>
            <a:rect l="l" t="t" r="r" b="b"/>
            <a:pathLst>
              <a:path w="250190" h="497839">
                <a:moveTo>
                  <a:pt x="52299" y="0"/>
                </a:moveTo>
                <a:lnTo>
                  <a:pt x="49769" y="0"/>
                </a:lnTo>
                <a:lnTo>
                  <a:pt x="48453" y="234"/>
                </a:lnTo>
                <a:lnTo>
                  <a:pt x="48667" y="234"/>
                </a:lnTo>
                <a:lnTo>
                  <a:pt x="46683" y="999"/>
                </a:lnTo>
                <a:lnTo>
                  <a:pt x="41901" y="10892"/>
                </a:lnTo>
                <a:lnTo>
                  <a:pt x="40995" y="23126"/>
                </a:lnTo>
                <a:lnTo>
                  <a:pt x="40975" y="23406"/>
                </a:lnTo>
                <a:lnTo>
                  <a:pt x="40849" y="25099"/>
                </a:lnTo>
                <a:lnTo>
                  <a:pt x="38164" y="51454"/>
                </a:lnTo>
                <a:lnTo>
                  <a:pt x="34408" y="90087"/>
                </a:lnTo>
                <a:lnTo>
                  <a:pt x="24196" y="191134"/>
                </a:lnTo>
                <a:lnTo>
                  <a:pt x="18828" y="250188"/>
                </a:lnTo>
                <a:lnTo>
                  <a:pt x="9699" y="348447"/>
                </a:lnTo>
                <a:lnTo>
                  <a:pt x="2213" y="428138"/>
                </a:lnTo>
                <a:lnTo>
                  <a:pt x="537" y="451002"/>
                </a:lnTo>
                <a:lnTo>
                  <a:pt x="0" y="466039"/>
                </a:lnTo>
                <a:lnTo>
                  <a:pt x="46" y="485622"/>
                </a:lnTo>
                <a:lnTo>
                  <a:pt x="208" y="487098"/>
                </a:lnTo>
                <a:lnTo>
                  <a:pt x="8925" y="497140"/>
                </a:lnTo>
                <a:lnTo>
                  <a:pt x="9068" y="497140"/>
                </a:lnTo>
                <a:lnTo>
                  <a:pt x="10578" y="497386"/>
                </a:lnTo>
                <a:lnTo>
                  <a:pt x="11550" y="497386"/>
                </a:lnTo>
                <a:lnTo>
                  <a:pt x="13283" y="497140"/>
                </a:lnTo>
                <a:lnTo>
                  <a:pt x="26440" y="485622"/>
                </a:lnTo>
                <a:lnTo>
                  <a:pt x="18282" y="485622"/>
                </a:lnTo>
                <a:lnTo>
                  <a:pt x="14725" y="481064"/>
                </a:lnTo>
                <a:lnTo>
                  <a:pt x="7084" y="481064"/>
                </a:lnTo>
                <a:lnTo>
                  <a:pt x="7755" y="480339"/>
                </a:lnTo>
                <a:lnTo>
                  <a:pt x="7110" y="480339"/>
                </a:lnTo>
                <a:lnTo>
                  <a:pt x="18478" y="451975"/>
                </a:lnTo>
                <a:lnTo>
                  <a:pt x="19712" y="435019"/>
                </a:lnTo>
                <a:lnTo>
                  <a:pt x="19803" y="433774"/>
                </a:lnTo>
                <a:lnTo>
                  <a:pt x="19914" y="432262"/>
                </a:lnTo>
                <a:lnTo>
                  <a:pt x="19980" y="431358"/>
                </a:lnTo>
                <a:lnTo>
                  <a:pt x="20085" y="429961"/>
                </a:lnTo>
                <a:lnTo>
                  <a:pt x="27586" y="350121"/>
                </a:lnTo>
                <a:lnTo>
                  <a:pt x="36717" y="251832"/>
                </a:lnTo>
                <a:lnTo>
                  <a:pt x="42078" y="192846"/>
                </a:lnTo>
                <a:lnTo>
                  <a:pt x="52285" y="91855"/>
                </a:lnTo>
                <a:lnTo>
                  <a:pt x="56040" y="53233"/>
                </a:lnTo>
                <a:lnTo>
                  <a:pt x="57289" y="40976"/>
                </a:lnTo>
                <a:lnTo>
                  <a:pt x="53263" y="40976"/>
                </a:lnTo>
                <a:lnTo>
                  <a:pt x="50818" y="40350"/>
                </a:lnTo>
                <a:lnTo>
                  <a:pt x="42594" y="11983"/>
                </a:lnTo>
                <a:lnTo>
                  <a:pt x="42472" y="10892"/>
                </a:lnTo>
                <a:lnTo>
                  <a:pt x="51752" y="10892"/>
                </a:lnTo>
                <a:lnTo>
                  <a:pt x="59967" y="9434"/>
                </a:lnTo>
                <a:lnTo>
                  <a:pt x="60386" y="9434"/>
                </a:lnTo>
                <a:lnTo>
                  <a:pt x="53415" y="234"/>
                </a:lnTo>
                <a:lnTo>
                  <a:pt x="52299" y="0"/>
                </a:lnTo>
                <a:close/>
              </a:path>
              <a:path w="250190" h="497839">
                <a:moveTo>
                  <a:pt x="17958" y="484167"/>
                </a:moveTo>
                <a:lnTo>
                  <a:pt x="17958" y="485208"/>
                </a:lnTo>
                <a:lnTo>
                  <a:pt x="18282" y="485622"/>
                </a:lnTo>
                <a:lnTo>
                  <a:pt x="17958" y="484167"/>
                </a:lnTo>
                <a:close/>
              </a:path>
              <a:path w="250190" h="497839">
                <a:moveTo>
                  <a:pt x="159195" y="384884"/>
                </a:moveTo>
                <a:lnTo>
                  <a:pt x="158297" y="384884"/>
                </a:lnTo>
                <a:lnTo>
                  <a:pt x="122670" y="385560"/>
                </a:lnTo>
                <a:lnTo>
                  <a:pt x="128719" y="385560"/>
                </a:lnTo>
                <a:lnTo>
                  <a:pt x="107527" y="388735"/>
                </a:lnTo>
                <a:lnTo>
                  <a:pt x="64578" y="411153"/>
                </a:lnTo>
                <a:lnTo>
                  <a:pt x="30504" y="447225"/>
                </a:lnTo>
                <a:lnTo>
                  <a:pt x="17958" y="484167"/>
                </a:lnTo>
                <a:lnTo>
                  <a:pt x="18190" y="485208"/>
                </a:lnTo>
                <a:lnTo>
                  <a:pt x="18282" y="485622"/>
                </a:lnTo>
                <a:lnTo>
                  <a:pt x="26440" y="485622"/>
                </a:lnTo>
                <a:lnTo>
                  <a:pt x="44911" y="457916"/>
                </a:lnTo>
                <a:lnTo>
                  <a:pt x="49862" y="451975"/>
                </a:lnTo>
                <a:lnTo>
                  <a:pt x="59407" y="440385"/>
                </a:lnTo>
                <a:lnTo>
                  <a:pt x="65240" y="435019"/>
                </a:lnTo>
                <a:lnTo>
                  <a:pt x="74888" y="425974"/>
                </a:lnTo>
                <a:lnTo>
                  <a:pt x="74738" y="425974"/>
                </a:lnTo>
                <a:lnTo>
                  <a:pt x="75299" y="425589"/>
                </a:lnTo>
                <a:lnTo>
                  <a:pt x="75670" y="425223"/>
                </a:lnTo>
                <a:lnTo>
                  <a:pt x="75832" y="425223"/>
                </a:lnTo>
                <a:lnTo>
                  <a:pt x="92493" y="413795"/>
                </a:lnTo>
                <a:lnTo>
                  <a:pt x="92294" y="413795"/>
                </a:lnTo>
                <a:lnTo>
                  <a:pt x="92934" y="413492"/>
                </a:lnTo>
                <a:lnTo>
                  <a:pt x="93533" y="413081"/>
                </a:lnTo>
                <a:lnTo>
                  <a:pt x="93802" y="413081"/>
                </a:lnTo>
                <a:lnTo>
                  <a:pt x="102229" y="409094"/>
                </a:lnTo>
                <a:lnTo>
                  <a:pt x="102482" y="409094"/>
                </a:lnTo>
                <a:lnTo>
                  <a:pt x="110574" y="406502"/>
                </a:lnTo>
                <a:lnTo>
                  <a:pt x="110192" y="406502"/>
                </a:lnTo>
                <a:lnTo>
                  <a:pt x="111601" y="406173"/>
                </a:lnTo>
                <a:lnTo>
                  <a:pt x="112387" y="406173"/>
                </a:lnTo>
                <a:lnTo>
                  <a:pt x="130181" y="403506"/>
                </a:lnTo>
                <a:lnTo>
                  <a:pt x="123597" y="403506"/>
                </a:lnTo>
                <a:lnTo>
                  <a:pt x="158678" y="402849"/>
                </a:lnTo>
                <a:lnTo>
                  <a:pt x="217736" y="402849"/>
                </a:lnTo>
                <a:lnTo>
                  <a:pt x="204677" y="395234"/>
                </a:lnTo>
                <a:lnTo>
                  <a:pt x="174500" y="385560"/>
                </a:lnTo>
                <a:lnTo>
                  <a:pt x="159195" y="384884"/>
                </a:lnTo>
                <a:close/>
              </a:path>
              <a:path w="250190" h="497839">
                <a:moveTo>
                  <a:pt x="13530" y="479532"/>
                </a:moveTo>
                <a:lnTo>
                  <a:pt x="17958" y="485208"/>
                </a:lnTo>
                <a:lnTo>
                  <a:pt x="17958" y="484167"/>
                </a:lnTo>
                <a:lnTo>
                  <a:pt x="17744" y="483204"/>
                </a:lnTo>
                <a:lnTo>
                  <a:pt x="17958" y="483204"/>
                </a:lnTo>
                <a:lnTo>
                  <a:pt x="17958" y="480339"/>
                </a:lnTo>
                <a:lnTo>
                  <a:pt x="15141" y="480339"/>
                </a:lnTo>
                <a:lnTo>
                  <a:pt x="13530" y="479532"/>
                </a:lnTo>
                <a:close/>
              </a:path>
              <a:path w="250190" h="497839">
                <a:moveTo>
                  <a:pt x="17958" y="483204"/>
                </a:moveTo>
                <a:lnTo>
                  <a:pt x="17744" y="483204"/>
                </a:lnTo>
                <a:lnTo>
                  <a:pt x="17958" y="484167"/>
                </a:lnTo>
                <a:lnTo>
                  <a:pt x="17958" y="483204"/>
                </a:lnTo>
                <a:close/>
              </a:path>
              <a:path w="250190" h="497839">
                <a:moveTo>
                  <a:pt x="9830" y="479050"/>
                </a:moveTo>
                <a:lnTo>
                  <a:pt x="8259" y="479794"/>
                </a:lnTo>
                <a:lnTo>
                  <a:pt x="7084" y="481064"/>
                </a:lnTo>
                <a:lnTo>
                  <a:pt x="9830" y="479050"/>
                </a:lnTo>
                <a:close/>
              </a:path>
              <a:path w="250190" h="497839">
                <a:moveTo>
                  <a:pt x="17958" y="479050"/>
                </a:moveTo>
                <a:lnTo>
                  <a:pt x="9830" y="479050"/>
                </a:lnTo>
                <a:lnTo>
                  <a:pt x="7084" y="481064"/>
                </a:lnTo>
                <a:lnTo>
                  <a:pt x="14725" y="481064"/>
                </a:lnTo>
                <a:lnTo>
                  <a:pt x="13530" y="479532"/>
                </a:lnTo>
                <a:lnTo>
                  <a:pt x="17958" y="479532"/>
                </a:lnTo>
                <a:lnTo>
                  <a:pt x="17958" y="479050"/>
                </a:lnTo>
                <a:close/>
              </a:path>
              <a:path w="250190" h="497839">
                <a:moveTo>
                  <a:pt x="8259" y="479794"/>
                </a:moveTo>
                <a:lnTo>
                  <a:pt x="7110" y="480339"/>
                </a:lnTo>
                <a:lnTo>
                  <a:pt x="7755" y="480339"/>
                </a:lnTo>
                <a:lnTo>
                  <a:pt x="8259" y="479794"/>
                </a:lnTo>
                <a:close/>
              </a:path>
              <a:path w="250190" h="497839">
                <a:moveTo>
                  <a:pt x="17958" y="479532"/>
                </a:moveTo>
                <a:lnTo>
                  <a:pt x="13530" y="479532"/>
                </a:lnTo>
                <a:lnTo>
                  <a:pt x="15141" y="480339"/>
                </a:lnTo>
                <a:lnTo>
                  <a:pt x="17958" y="480339"/>
                </a:lnTo>
                <a:lnTo>
                  <a:pt x="17958" y="479532"/>
                </a:lnTo>
                <a:close/>
              </a:path>
              <a:path w="250190" h="497839">
                <a:moveTo>
                  <a:pt x="17958" y="477437"/>
                </a:moveTo>
                <a:lnTo>
                  <a:pt x="10440" y="477437"/>
                </a:lnTo>
                <a:lnTo>
                  <a:pt x="9959" y="477957"/>
                </a:lnTo>
                <a:lnTo>
                  <a:pt x="9558" y="478560"/>
                </a:lnTo>
                <a:lnTo>
                  <a:pt x="9402" y="478560"/>
                </a:lnTo>
                <a:lnTo>
                  <a:pt x="8259" y="479794"/>
                </a:lnTo>
                <a:lnTo>
                  <a:pt x="9830" y="479050"/>
                </a:lnTo>
                <a:lnTo>
                  <a:pt x="17958" y="479050"/>
                </a:lnTo>
                <a:lnTo>
                  <a:pt x="17958" y="478560"/>
                </a:lnTo>
                <a:lnTo>
                  <a:pt x="9558" y="478560"/>
                </a:lnTo>
                <a:lnTo>
                  <a:pt x="10032" y="477957"/>
                </a:lnTo>
                <a:lnTo>
                  <a:pt x="17958" y="477957"/>
                </a:lnTo>
                <a:lnTo>
                  <a:pt x="17958" y="477437"/>
                </a:lnTo>
                <a:close/>
              </a:path>
              <a:path w="250190" h="497839">
                <a:moveTo>
                  <a:pt x="17975" y="466039"/>
                </a:moveTo>
                <a:lnTo>
                  <a:pt x="17694" y="466355"/>
                </a:lnTo>
                <a:lnTo>
                  <a:pt x="9959" y="477957"/>
                </a:lnTo>
                <a:lnTo>
                  <a:pt x="10440" y="477437"/>
                </a:lnTo>
                <a:lnTo>
                  <a:pt x="17958" y="477437"/>
                </a:lnTo>
                <a:lnTo>
                  <a:pt x="17975" y="466039"/>
                </a:lnTo>
                <a:close/>
              </a:path>
              <a:path w="250190" h="497839">
                <a:moveTo>
                  <a:pt x="231300" y="410749"/>
                </a:moveTo>
                <a:lnTo>
                  <a:pt x="195625" y="410749"/>
                </a:lnTo>
                <a:lnTo>
                  <a:pt x="196388" y="411153"/>
                </a:lnTo>
                <a:lnTo>
                  <a:pt x="196717" y="411289"/>
                </a:lnTo>
                <a:lnTo>
                  <a:pt x="196551" y="411289"/>
                </a:lnTo>
                <a:lnTo>
                  <a:pt x="220284" y="425223"/>
                </a:lnTo>
                <a:lnTo>
                  <a:pt x="237788" y="434566"/>
                </a:lnTo>
                <a:lnTo>
                  <a:pt x="239289" y="435019"/>
                </a:lnTo>
                <a:lnTo>
                  <a:pt x="242439" y="435019"/>
                </a:lnTo>
                <a:lnTo>
                  <a:pt x="249901" y="424606"/>
                </a:lnTo>
                <a:lnTo>
                  <a:pt x="249208" y="422328"/>
                </a:lnTo>
                <a:lnTo>
                  <a:pt x="248656" y="421298"/>
                </a:lnTo>
                <a:lnTo>
                  <a:pt x="247144" y="419459"/>
                </a:lnTo>
                <a:lnTo>
                  <a:pt x="246240" y="418718"/>
                </a:lnTo>
                <a:lnTo>
                  <a:pt x="232311" y="411289"/>
                </a:lnTo>
                <a:lnTo>
                  <a:pt x="196717" y="411289"/>
                </a:lnTo>
                <a:lnTo>
                  <a:pt x="196442" y="411153"/>
                </a:lnTo>
                <a:lnTo>
                  <a:pt x="232057" y="411153"/>
                </a:lnTo>
                <a:lnTo>
                  <a:pt x="231300" y="410749"/>
                </a:lnTo>
                <a:close/>
              </a:path>
              <a:path w="250190" h="497839">
                <a:moveTo>
                  <a:pt x="75299" y="425589"/>
                </a:moveTo>
                <a:lnTo>
                  <a:pt x="74738" y="425974"/>
                </a:lnTo>
                <a:lnTo>
                  <a:pt x="74888" y="425974"/>
                </a:lnTo>
                <a:lnTo>
                  <a:pt x="75299" y="425589"/>
                </a:lnTo>
                <a:close/>
              </a:path>
              <a:path w="250190" h="497839">
                <a:moveTo>
                  <a:pt x="75832" y="425223"/>
                </a:moveTo>
                <a:lnTo>
                  <a:pt x="75689" y="425223"/>
                </a:lnTo>
                <a:lnTo>
                  <a:pt x="75299" y="425589"/>
                </a:lnTo>
                <a:lnTo>
                  <a:pt x="75832" y="425223"/>
                </a:lnTo>
                <a:close/>
              </a:path>
              <a:path w="250190" h="497839">
                <a:moveTo>
                  <a:pt x="92934" y="413492"/>
                </a:moveTo>
                <a:lnTo>
                  <a:pt x="92294" y="413795"/>
                </a:lnTo>
                <a:lnTo>
                  <a:pt x="92493" y="413795"/>
                </a:lnTo>
                <a:lnTo>
                  <a:pt x="92934" y="413492"/>
                </a:lnTo>
                <a:close/>
              </a:path>
              <a:path w="250190" h="497839">
                <a:moveTo>
                  <a:pt x="93802" y="413081"/>
                </a:moveTo>
                <a:lnTo>
                  <a:pt x="93533" y="413081"/>
                </a:lnTo>
                <a:lnTo>
                  <a:pt x="92934" y="413492"/>
                </a:lnTo>
                <a:lnTo>
                  <a:pt x="93802" y="413081"/>
                </a:lnTo>
                <a:close/>
              </a:path>
              <a:path w="250190" h="497839">
                <a:moveTo>
                  <a:pt x="181985" y="405194"/>
                </a:moveTo>
                <a:lnTo>
                  <a:pt x="196388" y="411153"/>
                </a:lnTo>
                <a:lnTo>
                  <a:pt x="195625" y="410749"/>
                </a:lnTo>
                <a:lnTo>
                  <a:pt x="231300" y="410749"/>
                </a:lnTo>
                <a:lnTo>
                  <a:pt x="229440" y="409757"/>
                </a:lnTo>
                <a:lnTo>
                  <a:pt x="221994" y="405367"/>
                </a:lnTo>
                <a:lnTo>
                  <a:pt x="182882" y="405367"/>
                </a:lnTo>
                <a:lnTo>
                  <a:pt x="181985" y="405194"/>
                </a:lnTo>
                <a:close/>
              </a:path>
              <a:path w="250190" h="497839">
                <a:moveTo>
                  <a:pt x="102482" y="409094"/>
                </a:moveTo>
                <a:lnTo>
                  <a:pt x="102229" y="409094"/>
                </a:lnTo>
                <a:lnTo>
                  <a:pt x="101698" y="409345"/>
                </a:lnTo>
                <a:lnTo>
                  <a:pt x="102482" y="409094"/>
                </a:lnTo>
                <a:close/>
              </a:path>
              <a:path w="250190" h="497839">
                <a:moveTo>
                  <a:pt x="111601" y="406173"/>
                </a:moveTo>
                <a:lnTo>
                  <a:pt x="110192" y="406502"/>
                </a:lnTo>
                <a:lnTo>
                  <a:pt x="110574" y="406502"/>
                </a:lnTo>
                <a:lnTo>
                  <a:pt x="111601" y="406173"/>
                </a:lnTo>
                <a:close/>
              </a:path>
              <a:path w="250190" h="497839">
                <a:moveTo>
                  <a:pt x="112387" y="406173"/>
                </a:moveTo>
                <a:lnTo>
                  <a:pt x="111601" y="406173"/>
                </a:lnTo>
                <a:lnTo>
                  <a:pt x="110574" y="406502"/>
                </a:lnTo>
                <a:lnTo>
                  <a:pt x="110192" y="406502"/>
                </a:lnTo>
                <a:lnTo>
                  <a:pt x="112387" y="406173"/>
                </a:lnTo>
                <a:close/>
              </a:path>
              <a:path w="250190" h="497839">
                <a:moveTo>
                  <a:pt x="181144" y="404846"/>
                </a:moveTo>
                <a:lnTo>
                  <a:pt x="181985" y="405194"/>
                </a:lnTo>
                <a:lnTo>
                  <a:pt x="182882" y="405367"/>
                </a:lnTo>
                <a:lnTo>
                  <a:pt x="181144" y="404846"/>
                </a:lnTo>
                <a:close/>
              </a:path>
              <a:path w="250190" h="497839">
                <a:moveTo>
                  <a:pt x="221113" y="404846"/>
                </a:moveTo>
                <a:lnTo>
                  <a:pt x="181144" y="404846"/>
                </a:lnTo>
                <a:lnTo>
                  <a:pt x="182882" y="405367"/>
                </a:lnTo>
                <a:lnTo>
                  <a:pt x="221994" y="405367"/>
                </a:lnTo>
                <a:lnTo>
                  <a:pt x="221113" y="404846"/>
                </a:lnTo>
                <a:close/>
              </a:path>
              <a:path w="250190" h="497839">
                <a:moveTo>
                  <a:pt x="217734" y="402849"/>
                </a:moveTo>
                <a:lnTo>
                  <a:pt x="158678" y="402849"/>
                </a:lnTo>
                <a:lnTo>
                  <a:pt x="173713" y="403506"/>
                </a:lnTo>
                <a:lnTo>
                  <a:pt x="173215" y="403506"/>
                </a:lnTo>
                <a:lnTo>
                  <a:pt x="181985" y="405194"/>
                </a:lnTo>
                <a:lnTo>
                  <a:pt x="181144" y="404846"/>
                </a:lnTo>
                <a:lnTo>
                  <a:pt x="221113" y="404846"/>
                </a:lnTo>
                <a:lnTo>
                  <a:pt x="217734" y="402849"/>
                </a:lnTo>
                <a:close/>
              </a:path>
              <a:path w="250190" h="497839">
                <a:moveTo>
                  <a:pt x="59794" y="12507"/>
                </a:moveTo>
                <a:lnTo>
                  <a:pt x="42898" y="12507"/>
                </a:lnTo>
                <a:lnTo>
                  <a:pt x="43144" y="13440"/>
                </a:lnTo>
                <a:lnTo>
                  <a:pt x="42756" y="13440"/>
                </a:lnTo>
                <a:lnTo>
                  <a:pt x="47629" y="38258"/>
                </a:lnTo>
                <a:lnTo>
                  <a:pt x="47744" y="38387"/>
                </a:lnTo>
                <a:lnTo>
                  <a:pt x="49649" y="39815"/>
                </a:lnTo>
                <a:lnTo>
                  <a:pt x="50818" y="40350"/>
                </a:lnTo>
                <a:lnTo>
                  <a:pt x="53263" y="40976"/>
                </a:lnTo>
                <a:lnTo>
                  <a:pt x="54176" y="40976"/>
                </a:lnTo>
                <a:lnTo>
                  <a:pt x="56534" y="40638"/>
                </a:lnTo>
                <a:lnTo>
                  <a:pt x="57353" y="40350"/>
                </a:lnTo>
                <a:lnTo>
                  <a:pt x="58747" y="26673"/>
                </a:lnTo>
                <a:lnTo>
                  <a:pt x="59725" y="13440"/>
                </a:lnTo>
                <a:lnTo>
                  <a:pt x="43144" y="13440"/>
                </a:lnTo>
                <a:lnTo>
                  <a:pt x="42745" y="12507"/>
                </a:lnTo>
                <a:lnTo>
                  <a:pt x="59794" y="12507"/>
                </a:lnTo>
                <a:close/>
              </a:path>
              <a:path w="250190" h="497839">
                <a:moveTo>
                  <a:pt x="57353" y="40350"/>
                </a:moveTo>
                <a:lnTo>
                  <a:pt x="56534" y="40638"/>
                </a:lnTo>
                <a:lnTo>
                  <a:pt x="54176" y="40976"/>
                </a:lnTo>
                <a:lnTo>
                  <a:pt x="57289" y="40976"/>
                </a:lnTo>
                <a:lnTo>
                  <a:pt x="57353" y="40350"/>
                </a:lnTo>
                <a:close/>
              </a:path>
              <a:path w="250190" h="497839">
                <a:moveTo>
                  <a:pt x="60386" y="9434"/>
                </a:moveTo>
                <a:lnTo>
                  <a:pt x="59967" y="9434"/>
                </a:lnTo>
                <a:lnTo>
                  <a:pt x="59890" y="10892"/>
                </a:lnTo>
                <a:lnTo>
                  <a:pt x="59833" y="11983"/>
                </a:lnTo>
                <a:lnTo>
                  <a:pt x="59009" y="23126"/>
                </a:lnTo>
                <a:lnTo>
                  <a:pt x="58988" y="23406"/>
                </a:lnTo>
                <a:lnTo>
                  <a:pt x="58863" y="25099"/>
                </a:lnTo>
                <a:lnTo>
                  <a:pt x="58747" y="26673"/>
                </a:lnTo>
                <a:lnTo>
                  <a:pt x="57962" y="34366"/>
                </a:lnTo>
                <a:lnTo>
                  <a:pt x="57867" y="35299"/>
                </a:lnTo>
                <a:lnTo>
                  <a:pt x="57760" y="36353"/>
                </a:lnTo>
                <a:lnTo>
                  <a:pt x="57641" y="37517"/>
                </a:lnTo>
                <a:lnTo>
                  <a:pt x="57566" y="38258"/>
                </a:lnTo>
                <a:lnTo>
                  <a:pt x="57486" y="39038"/>
                </a:lnTo>
                <a:lnTo>
                  <a:pt x="57407" y="39815"/>
                </a:lnTo>
                <a:lnTo>
                  <a:pt x="57353" y="40350"/>
                </a:lnTo>
                <a:lnTo>
                  <a:pt x="62407" y="35468"/>
                </a:lnTo>
                <a:lnTo>
                  <a:pt x="62488" y="35299"/>
                </a:lnTo>
                <a:lnTo>
                  <a:pt x="63079" y="32993"/>
                </a:lnTo>
                <a:lnTo>
                  <a:pt x="62977" y="30648"/>
                </a:lnTo>
                <a:lnTo>
                  <a:pt x="61943" y="23406"/>
                </a:lnTo>
                <a:lnTo>
                  <a:pt x="60386" y="9434"/>
                </a:lnTo>
                <a:close/>
              </a:path>
              <a:path w="250190" h="497839">
                <a:moveTo>
                  <a:pt x="42512" y="11041"/>
                </a:moveTo>
                <a:lnTo>
                  <a:pt x="42620" y="12214"/>
                </a:lnTo>
                <a:lnTo>
                  <a:pt x="43144" y="13440"/>
                </a:lnTo>
                <a:lnTo>
                  <a:pt x="42512" y="11041"/>
                </a:lnTo>
                <a:close/>
              </a:path>
              <a:path w="250190" h="497839">
                <a:moveTo>
                  <a:pt x="51752" y="10892"/>
                </a:moveTo>
                <a:lnTo>
                  <a:pt x="42472" y="10892"/>
                </a:lnTo>
                <a:lnTo>
                  <a:pt x="42760" y="11983"/>
                </a:lnTo>
                <a:lnTo>
                  <a:pt x="42821" y="12214"/>
                </a:lnTo>
                <a:lnTo>
                  <a:pt x="42898" y="12507"/>
                </a:lnTo>
                <a:lnTo>
                  <a:pt x="42652" y="12507"/>
                </a:lnTo>
                <a:lnTo>
                  <a:pt x="51752" y="10892"/>
                </a:lnTo>
                <a:close/>
              </a:path>
              <a:path w="250190" h="497839">
                <a:moveTo>
                  <a:pt x="59967" y="9434"/>
                </a:moveTo>
                <a:lnTo>
                  <a:pt x="42652" y="12507"/>
                </a:lnTo>
                <a:lnTo>
                  <a:pt x="59794" y="12507"/>
                </a:lnTo>
                <a:lnTo>
                  <a:pt x="59890" y="10892"/>
                </a:lnTo>
                <a:lnTo>
                  <a:pt x="59967" y="9434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565619" y="3642459"/>
            <a:ext cx="422275" cy="572770"/>
            <a:chOff x="565619" y="3642459"/>
            <a:chExt cx="422275" cy="572770"/>
          </a:xfrm>
        </p:grpSpPr>
        <p:sp>
          <p:nvSpPr>
            <p:cNvPr id="34" name="object 34" descr=""/>
            <p:cNvSpPr/>
            <p:nvPr/>
          </p:nvSpPr>
          <p:spPr>
            <a:xfrm>
              <a:off x="565619" y="3785351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5" h="18414">
                  <a:moveTo>
                    <a:pt x="10170" y="0"/>
                  </a:moveTo>
                  <a:lnTo>
                    <a:pt x="7789" y="0"/>
                  </a:lnTo>
                  <a:lnTo>
                    <a:pt x="6643" y="227"/>
                  </a:lnTo>
                  <a:lnTo>
                    <a:pt x="0" y="7788"/>
                  </a:lnTo>
                  <a:lnTo>
                    <a:pt x="0" y="10170"/>
                  </a:lnTo>
                  <a:lnTo>
                    <a:pt x="7789" y="17960"/>
                  </a:lnTo>
                  <a:lnTo>
                    <a:pt x="10170" y="17960"/>
                  </a:lnTo>
                  <a:lnTo>
                    <a:pt x="17962" y="8980"/>
                  </a:lnTo>
                  <a:lnTo>
                    <a:pt x="17960" y="7788"/>
                  </a:lnTo>
                  <a:lnTo>
                    <a:pt x="10170" y="0"/>
                  </a:lnTo>
                  <a:close/>
                </a:path>
              </a:pathLst>
            </a:custGeom>
            <a:solidFill>
              <a:srgbClr val="505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74212" y="3642459"/>
              <a:ext cx="413276" cy="572601"/>
            </a:xfrm>
            <a:prstGeom prst="rect">
              <a:avLst/>
            </a:prstGeom>
          </p:spPr>
        </p:pic>
      </p:grpSp>
      <p:sp>
        <p:nvSpPr>
          <p:cNvPr id="36" name="object 36" descr=""/>
          <p:cNvSpPr/>
          <p:nvPr/>
        </p:nvSpPr>
        <p:spPr>
          <a:xfrm>
            <a:off x="1053211" y="3624376"/>
            <a:ext cx="184785" cy="356235"/>
          </a:xfrm>
          <a:custGeom>
            <a:avLst/>
            <a:gdLst/>
            <a:ahLst/>
            <a:cxnLst/>
            <a:rect l="l" t="t" r="r" b="b"/>
            <a:pathLst>
              <a:path w="184784" h="356235">
                <a:moveTo>
                  <a:pt x="184340" y="177876"/>
                </a:moveTo>
                <a:lnTo>
                  <a:pt x="177241" y="170751"/>
                </a:lnTo>
                <a:lnTo>
                  <a:pt x="173520" y="170751"/>
                </a:lnTo>
                <a:lnTo>
                  <a:pt x="149237" y="172262"/>
                </a:lnTo>
                <a:lnTo>
                  <a:pt x="126631" y="173393"/>
                </a:lnTo>
                <a:lnTo>
                  <a:pt x="127139" y="173393"/>
                </a:lnTo>
                <a:lnTo>
                  <a:pt x="103644" y="176187"/>
                </a:lnTo>
                <a:lnTo>
                  <a:pt x="103886" y="176187"/>
                </a:lnTo>
                <a:lnTo>
                  <a:pt x="80810" y="180822"/>
                </a:lnTo>
                <a:lnTo>
                  <a:pt x="87058" y="143319"/>
                </a:lnTo>
                <a:lnTo>
                  <a:pt x="87122" y="142976"/>
                </a:lnTo>
                <a:lnTo>
                  <a:pt x="95554" y="102412"/>
                </a:lnTo>
                <a:lnTo>
                  <a:pt x="95643" y="101981"/>
                </a:lnTo>
                <a:lnTo>
                  <a:pt x="113703" y="33502"/>
                </a:lnTo>
                <a:lnTo>
                  <a:pt x="122910" y="13792"/>
                </a:lnTo>
                <a:lnTo>
                  <a:pt x="123482" y="12776"/>
                </a:lnTo>
                <a:lnTo>
                  <a:pt x="124218" y="10515"/>
                </a:lnTo>
                <a:lnTo>
                  <a:pt x="124117" y="6769"/>
                </a:lnTo>
                <a:lnTo>
                  <a:pt x="123863" y="5854"/>
                </a:lnTo>
                <a:lnTo>
                  <a:pt x="117106" y="0"/>
                </a:lnTo>
                <a:lnTo>
                  <a:pt x="113436" y="0"/>
                </a:lnTo>
                <a:lnTo>
                  <a:pt x="87820" y="60833"/>
                </a:lnTo>
                <a:lnTo>
                  <a:pt x="78054" y="98323"/>
                </a:lnTo>
                <a:lnTo>
                  <a:pt x="69405" y="140030"/>
                </a:lnTo>
                <a:lnTo>
                  <a:pt x="61849" y="185293"/>
                </a:lnTo>
                <a:lnTo>
                  <a:pt x="54673" y="186994"/>
                </a:lnTo>
                <a:lnTo>
                  <a:pt x="33172" y="191287"/>
                </a:lnTo>
                <a:lnTo>
                  <a:pt x="15481" y="194411"/>
                </a:lnTo>
                <a:lnTo>
                  <a:pt x="14732" y="194576"/>
                </a:lnTo>
                <a:lnTo>
                  <a:pt x="0" y="206565"/>
                </a:lnTo>
                <a:lnTo>
                  <a:pt x="609" y="208864"/>
                </a:lnTo>
                <a:lnTo>
                  <a:pt x="8978" y="214464"/>
                </a:lnTo>
                <a:lnTo>
                  <a:pt x="9867" y="214464"/>
                </a:lnTo>
                <a:lnTo>
                  <a:pt x="18719" y="212102"/>
                </a:lnTo>
                <a:lnTo>
                  <a:pt x="36906" y="208864"/>
                </a:lnTo>
                <a:lnTo>
                  <a:pt x="58864" y="204470"/>
                </a:lnTo>
                <a:lnTo>
                  <a:pt x="59042" y="204431"/>
                </a:lnTo>
                <a:lnTo>
                  <a:pt x="55384" y="229501"/>
                </a:lnTo>
                <a:lnTo>
                  <a:pt x="50520" y="267373"/>
                </a:lnTo>
                <a:lnTo>
                  <a:pt x="47840" y="295300"/>
                </a:lnTo>
                <a:lnTo>
                  <a:pt x="47764" y="297014"/>
                </a:lnTo>
                <a:lnTo>
                  <a:pt x="47269" y="315785"/>
                </a:lnTo>
                <a:lnTo>
                  <a:pt x="47294" y="331914"/>
                </a:lnTo>
                <a:lnTo>
                  <a:pt x="47434" y="333362"/>
                </a:lnTo>
                <a:lnTo>
                  <a:pt x="47548" y="334568"/>
                </a:lnTo>
                <a:lnTo>
                  <a:pt x="47586" y="334975"/>
                </a:lnTo>
                <a:lnTo>
                  <a:pt x="47701" y="336067"/>
                </a:lnTo>
                <a:lnTo>
                  <a:pt x="47828" y="337400"/>
                </a:lnTo>
                <a:lnTo>
                  <a:pt x="62064" y="356095"/>
                </a:lnTo>
                <a:lnTo>
                  <a:pt x="65290" y="356095"/>
                </a:lnTo>
                <a:lnTo>
                  <a:pt x="72682" y="345643"/>
                </a:lnTo>
                <a:lnTo>
                  <a:pt x="71983" y="343369"/>
                </a:lnTo>
                <a:lnTo>
                  <a:pt x="71424" y="342341"/>
                </a:lnTo>
                <a:lnTo>
                  <a:pt x="67310" y="337400"/>
                </a:lnTo>
                <a:lnTo>
                  <a:pt x="66205" y="336067"/>
                </a:lnTo>
                <a:lnTo>
                  <a:pt x="66116" y="335851"/>
                </a:lnTo>
                <a:lnTo>
                  <a:pt x="65989" y="335775"/>
                </a:lnTo>
                <a:lnTo>
                  <a:pt x="65951" y="335445"/>
                </a:lnTo>
                <a:lnTo>
                  <a:pt x="65760" y="334975"/>
                </a:lnTo>
                <a:lnTo>
                  <a:pt x="65684" y="335445"/>
                </a:lnTo>
                <a:lnTo>
                  <a:pt x="65709" y="335673"/>
                </a:lnTo>
                <a:lnTo>
                  <a:pt x="65620" y="335445"/>
                </a:lnTo>
                <a:lnTo>
                  <a:pt x="65290" y="334975"/>
                </a:lnTo>
                <a:lnTo>
                  <a:pt x="65405" y="334568"/>
                </a:lnTo>
                <a:lnTo>
                  <a:pt x="65506" y="334975"/>
                </a:lnTo>
                <a:lnTo>
                  <a:pt x="65290" y="334975"/>
                </a:lnTo>
                <a:lnTo>
                  <a:pt x="65582" y="335343"/>
                </a:lnTo>
                <a:lnTo>
                  <a:pt x="65595" y="334568"/>
                </a:lnTo>
                <a:lnTo>
                  <a:pt x="65481" y="333362"/>
                </a:lnTo>
                <a:lnTo>
                  <a:pt x="65341" y="331914"/>
                </a:lnTo>
                <a:lnTo>
                  <a:pt x="65239" y="315785"/>
                </a:lnTo>
                <a:lnTo>
                  <a:pt x="65747" y="297014"/>
                </a:lnTo>
                <a:lnTo>
                  <a:pt x="73190" y="231940"/>
                </a:lnTo>
                <a:lnTo>
                  <a:pt x="106857" y="193916"/>
                </a:lnTo>
                <a:lnTo>
                  <a:pt x="106705" y="193916"/>
                </a:lnTo>
                <a:lnTo>
                  <a:pt x="128790" y="191287"/>
                </a:lnTo>
                <a:lnTo>
                  <a:pt x="150241" y="190207"/>
                </a:lnTo>
                <a:lnTo>
                  <a:pt x="177203" y="188518"/>
                </a:lnTo>
                <a:lnTo>
                  <a:pt x="184340" y="181406"/>
                </a:lnTo>
                <a:lnTo>
                  <a:pt x="184340" y="177876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105319" y="3672634"/>
            <a:ext cx="2527300" cy="375285"/>
            <a:chOff x="105319" y="3672634"/>
            <a:chExt cx="2527300" cy="375285"/>
          </a:xfrm>
        </p:grpSpPr>
        <p:pic>
          <p:nvPicPr>
            <p:cNvPr id="38" name="object 3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03739" y="3672634"/>
              <a:ext cx="913362" cy="372109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05319" y="4029619"/>
              <a:ext cx="2527300" cy="18415"/>
            </a:xfrm>
            <a:custGeom>
              <a:avLst/>
              <a:gdLst/>
              <a:ahLst/>
              <a:cxnLst/>
              <a:rect l="l" t="t" r="r" b="b"/>
              <a:pathLst>
                <a:path w="2527300" h="18414">
                  <a:moveTo>
                    <a:pt x="2519206" y="0"/>
                  </a:moveTo>
                  <a:lnTo>
                    <a:pt x="8980" y="1"/>
                  </a:lnTo>
                  <a:lnTo>
                    <a:pt x="0" y="7788"/>
                  </a:lnTo>
                  <a:lnTo>
                    <a:pt x="227" y="11316"/>
                  </a:lnTo>
                  <a:lnTo>
                    <a:pt x="1788" y="14488"/>
                  </a:lnTo>
                  <a:lnTo>
                    <a:pt x="4443" y="16821"/>
                  </a:lnTo>
                  <a:lnTo>
                    <a:pt x="6643" y="17731"/>
                  </a:lnTo>
                  <a:lnTo>
                    <a:pt x="8980" y="17959"/>
                  </a:lnTo>
                  <a:lnTo>
                    <a:pt x="2518014" y="17959"/>
                  </a:lnTo>
                  <a:lnTo>
                    <a:pt x="2520351" y="17731"/>
                  </a:lnTo>
                  <a:lnTo>
                    <a:pt x="2523522" y="16172"/>
                  </a:lnTo>
                  <a:lnTo>
                    <a:pt x="2525855" y="13516"/>
                  </a:lnTo>
                  <a:lnTo>
                    <a:pt x="2526995" y="10171"/>
                  </a:lnTo>
                  <a:lnTo>
                    <a:pt x="2526766" y="6643"/>
                  </a:lnTo>
                  <a:lnTo>
                    <a:pt x="2525206" y="3472"/>
                  </a:lnTo>
                  <a:lnTo>
                    <a:pt x="2522551" y="1139"/>
                  </a:lnTo>
                  <a:lnTo>
                    <a:pt x="2519206" y="0"/>
                  </a:lnTo>
                  <a:close/>
                </a:path>
              </a:pathLst>
            </a:custGeom>
            <a:solidFill>
              <a:srgbClr val="505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 descr=""/>
          <p:cNvGrpSpPr/>
          <p:nvPr/>
        </p:nvGrpSpPr>
        <p:grpSpPr>
          <a:xfrm>
            <a:off x="330154" y="4456329"/>
            <a:ext cx="1283970" cy="391160"/>
            <a:chOff x="330154" y="4456329"/>
            <a:chExt cx="1283970" cy="391160"/>
          </a:xfrm>
        </p:grpSpPr>
        <p:pic>
          <p:nvPicPr>
            <p:cNvPr id="41" name="object 4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30154" y="4456329"/>
              <a:ext cx="918660" cy="390650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60733" y="4612314"/>
              <a:ext cx="353005" cy="201084"/>
            </a:xfrm>
            <a:prstGeom prst="rect">
              <a:avLst/>
            </a:prstGeom>
          </p:spPr>
        </p:pic>
      </p:grpSp>
      <p:pic>
        <p:nvPicPr>
          <p:cNvPr id="43" name="object 43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887702" y="4521645"/>
            <a:ext cx="613806" cy="305523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571112" y="4578603"/>
            <a:ext cx="540339" cy="298171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335637" y="4546763"/>
            <a:ext cx="674332" cy="435062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162915" y="4546686"/>
            <a:ext cx="326820" cy="281421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560294" y="4585822"/>
            <a:ext cx="372197" cy="357323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039970" y="4693723"/>
            <a:ext cx="130650" cy="142057"/>
          </a:xfrm>
          <a:prstGeom prst="rect">
            <a:avLst/>
          </a:prstGeom>
        </p:spPr>
      </p:pic>
      <p:grpSp>
        <p:nvGrpSpPr>
          <p:cNvPr id="49" name="object 49" descr=""/>
          <p:cNvGrpSpPr/>
          <p:nvPr/>
        </p:nvGrpSpPr>
        <p:grpSpPr>
          <a:xfrm>
            <a:off x="3216819" y="4681871"/>
            <a:ext cx="2365375" cy="191770"/>
            <a:chOff x="3216819" y="4681871"/>
            <a:chExt cx="2365375" cy="191770"/>
          </a:xfrm>
        </p:grpSpPr>
        <p:pic>
          <p:nvPicPr>
            <p:cNvPr id="50" name="object 50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274810" y="4681871"/>
              <a:ext cx="307324" cy="175394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3216819" y="4855119"/>
              <a:ext cx="2345055" cy="18415"/>
            </a:xfrm>
            <a:custGeom>
              <a:avLst/>
              <a:gdLst/>
              <a:ahLst/>
              <a:cxnLst/>
              <a:rect l="l" t="t" r="r" b="b"/>
              <a:pathLst>
                <a:path w="2345054" h="18414">
                  <a:moveTo>
                    <a:pt x="2337111" y="0"/>
                  </a:moveTo>
                  <a:lnTo>
                    <a:pt x="8980" y="1"/>
                  </a:lnTo>
                  <a:lnTo>
                    <a:pt x="0" y="7788"/>
                  </a:lnTo>
                  <a:lnTo>
                    <a:pt x="228" y="11316"/>
                  </a:lnTo>
                  <a:lnTo>
                    <a:pt x="1788" y="14488"/>
                  </a:lnTo>
                  <a:lnTo>
                    <a:pt x="4443" y="16821"/>
                  </a:lnTo>
                  <a:lnTo>
                    <a:pt x="6643" y="17731"/>
                  </a:lnTo>
                  <a:lnTo>
                    <a:pt x="8980" y="17959"/>
                  </a:lnTo>
                  <a:lnTo>
                    <a:pt x="2335919" y="17959"/>
                  </a:lnTo>
                  <a:lnTo>
                    <a:pt x="2338256" y="17731"/>
                  </a:lnTo>
                  <a:lnTo>
                    <a:pt x="2341427" y="16172"/>
                  </a:lnTo>
                  <a:lnTo>
                    <a:pt x="2343760" y="13516"/>
                  </a:lnTo>
                  <a:lnTo>
                    <a:pt x="2344900" y="10171"/>
                  </a:lnTo>
                  <a:lnTo>
                    <a:pt x="2344672" y="6643"/>
                  </a:lnTo>
                  <a:lnTo>
                    <a:pt x="2343111" y="3472"/>
                  </a:lnTo>
                  <a:lnTo>
                    <a:pt x="2340456" y="1139"/>
                  </a:lnTo>
                  <a:lnTo>
                    <a:pt x="2337111" y="0"/>
                  </a:lnTo>
                  <a:close/>
                </a:path>
              </a:pathLst>
            </a:custGeom>
            <a:solidFill>
              <a:srgbClr val="505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2" name="object 52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396200" y="5004158"/>
            <a:ext cx="693271" cy="417770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223042" y="5161206"/>
            <a:ext cx="97218" cy="119965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388754" y="5007843"/>
            <a:ext cx="167694" cy="288687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4678375" y="5005549"/>
            <a:ext cx="253262" cy="430719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5000337" y="5013145"/>
            <a:ext cx="260649" cy="298644"/>
          </a:xfrm>
          <a:prstGeom prst="rect">
            <a:avLst/>
          </a:prstGeom>
        </p:spPr>
      </p:pic>
      <p:pic>
        <p:nvPicPr>
          <p:cNvPr id="57" name="object 57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404554" y="5095354"/>
            <a:ext cx="185487" cy="217314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726349" y="5145053"/>
            <a:ext cx="436509" cy="175614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6231406" y="5024050"/>
            <a:ext cx="930737" cy="324416"/>
          </a:xfrm>
          <a:prstGeom prst="rect">
            <a:avLst/>
          </a:prstGeom>
        </p:spPr>
      </p:pic>
      <p:sp>
        <p:nvSpPr>
          <p:cNvPr id="60" name="object 60" descr=""/>
          <p:cNvSpPr/>
          <p:nvPr/>
        </p:nvSpPr>
        <p:spPr>
          <a:xfrm>
            <a:off x="5515519" y="4855119"/>
            <a:ext cx="1594485" cy="18415"/>
          </a:xfrm>
          <a:custGeom>
            <a:avLst/>
            <a:gdLst/>
            <a:ahLst/>
            <a:cxnLst/>
            <a:rect l="l" t="t" r="r" b="b"/>
            <a:pathLst>
              <a:path w="1594484" h="18414">
                <a:moveTo>
                  <a:pt x="1586518" y="0"/>
                </a:moveTo>
                <a:lnTo>
                  <a:pt x="8980" y="1"/>
                </a:lnTo>
                <a:lnTo>
                  <a:pt x="0" y="7788"/>
                </a:lnTo>
                <a:lnTo>
                  <a:pt x="228" y="11316"/>
                </a:lnTo>
                <a:lnTo>
                  <a:pt x="1788" y="14488"/>
                </a:lnTo>
                <a:lnTo>
                  <a:pt x="4443" y="16821"/>
                </a:lnTo>
                <a:lnTo>
                  <a:pt x="6643" y="17731"/>
                </a:lnTo>
                <a:lnTo>
                  <a:pt x="8980" y="17959"/>
                </a:lnTo>
                <a:lnTo>
                  <a:pt x="1585327" y="17959"/>
                </a:lnTo>
                <a:lnTo>
                  <a:pt x="1587663" y="17731"/>
                </a:lnTo>
                <a:lnTo>
                  <a:pt x="1590835" y="16172"/>
                </a:lnTo>
                <a:lnTo>
                  <a:pt x="1593168" y="13516"/>
                </a:lnTo>
                <a:lnTo>
                  <a:pt x="1594307" y="10171"/>
                </a:lnTo>
                <a:lnTo>
                  <a:pt x="1594079" y="6643"/>
                </a:lnTo>
                <a:lnTo>
                  <a:pt x="1592519" y="3472"/>
                </a:lnTo>
                <a:lnTo>
                  <a:pt x="1589863" y="1139"/>
                </a:lnTo>
                <a:lnTo>
                  <a:pt x="1586518" y="0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1" name="object 61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285395" y="5590575"/>
            <a:ext cx="1143555" cy="342686"/>
          </a:xfrm>
          <a:prstGeom prst="rect">
            <a:avLst/>
          </a:prstGeom>
        </p:spPr>
      </p:pic>
      <p:grpSp>
        <p:nvGrpSpPr>
          <p:cNvPr id="62" name="object 62" descr=""/>
          <p:cNvGrpSpPr/>
          <p:nvPr/>
        </p:nvGrpSpPr>
        <p:grpSpPr>
          <a:xfrm>
            <a:off x="1659139" y="5654176"/>
            <a:ext cx="650240" cy="306705"/>
            <a:chOff x="1659139" y="5654176"/>
            <a:chExt cx="650240" cy="306705"/>
          </a:xfrm>
        </p:grpSpPr>
        <p:sp>
          <p:nvSpPr>
            <p:cNvPr id="63" name="object 63" descr=""/>
            <p:cNvSpPr/>
            <p:nvPr/>
          </p:nvSpPr>
          <p:spPr>
            <a:xfrm>
              <a:off x="1666320" y="5744955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4" h="18414">
                  <a:moveTo>
                    <a:pt x="10170" y="0"/>
                  </a:moveTo>
                  <a:lnTo>
                    <a:pt x="7788" y="0"/>
                  </a:lnTo>
                  <a:lnTo>
                    <a:pt x="6643" y="227"/>
                  </a:lnTo>
                  <a:lnTo>
                    <a:pt x="0" y="7788"/>
                  </a:lnTo>
                  <a:lnTo>
                    <a:pt x="0" y="10170"/>
                  </a:lnTo>
                  <a:lnTo>
                    <a:pt x="7788" y="17960"/>
                  </a:lnTo>
                  <a:lnTo>
                    <a:pt x="10170" y="17960"/>
                  </a:lnTo>
                  <a:lnTo>
                    <a:pt x="17961" y="8980"/>
                  </a:lnTo>
                  <a:lnTo>
                    <a:pt x="17959" y="7788"/>
                  </a:lnTo>
                  <a:lnTo>
                    <a:pt x="10170" y="0"/>
                  </a:lnTo>
                  <a:close/>
                </a:path>
              </a:pathLst>
            </a:custGeom>
            <a:solidFill>
              <a:srgbClr val="505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659139" y="5654176"/>
              <a:ext cx="649856" cy="306433"/>
            </a:xfrm>
            <a:prstGeom prst="rect">
              <a:avLst/>
            </a:prstGeom>
          </p:spPr>
        </p:pic>
      </p:grpSp>
      <p:pic>
        <p:nvPicPr>
          <p:cNvPr id="65" name="object 65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2490832" y="5660314"/>
            <a:ext cx="530916" cy="285884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3196560" y="5758103"/>
            <a:ext cx="120353" cy="141784"/>
          </a:xfrm>
          <a:prstGeom prst="rect">
            <a:avLst/>
          </a:prstGeom>
        </p:spPr>
      </p:pic>
      <p:grpSp>
        <p:nvGrpSpPr>
          <p:cNvPr id="67" name="object 67" descr=""/>
          <p:cNvGrpSpPr/>
          <p:nvPr/>
        </p:nvGrpSpPr>
        <p:grpSpPr>
          <a:xfrm>
            <a:off x="3166019" y="5627476"/>
            <a:ext cx="1228090" cy="312420"/>
            <a:chOff x="3166019" y="5627476"/>
            <a:chExt cx="1228090" cy="312420"/>
          </a:xfrm>
        </p:grpSpPr>
        <p:pic>
          <p:nvPicPr>
            <p:cNvPr id="68" name="object 68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373298" y="5724549"/>
              <a:ext cx="178851" cy="182913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166019" y="5627476"/>
              <a:ext cx="1207486" cy="312402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018534" y="5743468"/>
              <a:ext cx="375377" cy="161570"/>
            </a:xfrm>
            <a:prstGeom prst="rect">
              <a:avLst/>
            </a:prstGeom>
          </p:spPr>
        </p:pic>
      </p:grpSp>
      <p:pic>
        <p:nvPicPr>
          <p:cNvPr id="71" name="object 71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3134312" y="6177710"/>
            <a:ext cx="408278" cy="233018"/>
          </a:xfrm>
          <a:prstGeom prst="rect">
            <a:avLst/>
          </a:prstGeom>
        </p:spPr>
      </p:pic>
      <p:pic>
        <p:nvPicPr>
          <p:cNvPr id="72" name="object 72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3659705" y="6168311"/>
            <a:ext cx="404991" cy="310300"/>
          </a:xfrm>
          <a:prstGeom prst="rect">
            <a:avLst/>
          </a:prstGeom>
        </p:spPr>
      </p:pic>
      <p:pic>
        <p:nvPicPr>
          <p:cNvPr id="73" name="object 73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4158455" y="6334431"/>
            <a:ext cx="360978" cy="133037"/>
          </a:xfrm>
          <a:prstGeom prst="rect">
            <a:avLst/>
          </a:prstGeom>
        </p:spPr>
      </p:pic>
      <p:pic>
        <p:nvPicPr>
          <p:cNvPr id="74" name="object 74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4679064" y="6204399"/>
            <a:ext cx="758074" cy="266508"/>
          </a:xfrm>
          <a:prstGeom prst="rect">
            <a:avLst/>
          </a:prstGeom>
        </p:spPr>
      </p:pic>
      <p:grpSp>
        <p:nvGrpSpPr>
          <p:cNvPr id="75" name="object 75" descr=""/>
          <p:cNvGrpSpPr/>
          <p:nvPr/>
        </p:nvGrpSpPr>
        <p:grpSpPr>
          <a:xfrm>
            <a:off x="1708769" y="6567882"/>
            <a:ext cx="2741930" cy="1494155"/>
            <a:chOff x="1708769" y="6567882"/>
            <a:chExt cx="2741930" cy="1494155"/>
          </a:xfrm>
        </p:grpSpPr>
        <p:sp>
          <p:nvSpPr>
            <p:cNvPr id="76" name="object 76" descr=""/>
            <p:cNvSpPr/>
            <p:nvPr/>
          </p:nvSpPr>
          <p:spPr>
            <a:xfrm>
              <a:off x="2200808" y="6967436"/>
              <a:ext cx="2185035" cy="1094740"/>
            </a:xfrm>
            <a:custGeom>
              <a:avLst/>
              <a:gdLst/>
              <a:ahLst/>
              <a:cxnLst/>
              <a:rect l="l" t="t" r="r" b="b"/>
              <a:pathLst>
                <a:path w="2185035" h="1094740">
                  <a:moveTo>
                    <a:pt x="2184539" y="7315"/>
                  </a:moveTo>
                  <a:lnTo>
                    <a:pt x="2177618" y="0"/>
                  </a:lnTo>
                  <a:lnTo>
                    <a:pt x="2173757" y="0"/>
                  </a:lnTo>
                  <a:lnTo>
                    <a:pt x="2158873" y="21285"/>
                  </a:lnTo>
                  <a:lnTo>
                    <a:pt x="2149386" y="21285"/>
                  </a:lnTo>
                  <a:lnTo>
                    <a:pt x="2149386" y="39243"/>
                  </a:lnTo>
                  <a:lnTo>
                    <a:pt x="2099500" y="133769"/>
                  </a:lnTo>
                  <a:lnTo>
                    <a:pt x="2031250" y="254850"/>
                  </a:lnTo>
                  <a:lnTo>
                    <a:pt x="1963280" y="367258"/>
                  </a:lnTo>
                  <a:lnTo>
                    <a:pt x="1895297" y="471500"/>
                  </a:lnTo>
                  <a:lnTo>
                    <a:pt x="1827479" y="567321"/>
                  </a:lnTo>
                  <a:lnTo>
                    <a:pt x="1759483" y="655154"/>
                  </a:lnTo>
                  <a:lnTo>
                    <a:pt x="1725549" y="695934"/>
                  </a:lnTo>
                  <a:lnTo>
                    <a:pt x="1691678" y="734568"/>
                  </a:lnTo>
                  <a:lnTo>
                    <a:pt x="1657819" y="771118"/>
                  </a:lnTo>
                  <a:lnTo>
                    <a:pt x="1623999" y="805611"/>
                  </a:lnTo>
                  <a:lnTo>
                    <a:pt x="1590192" y="838022"/>
                  </a:lnTo>
                  <a:lnTo>
                    <a:pt x="1556410" y="868362"/>
                  </a:lnTo>
                  <a:lnTo>
                    <a:pt x="1522869" y="896467"/>
                  </a:lnTo>
                  <a:lnTo>
                    <a:pt x="1488960" y="922807"/>
                  </a:lnTo>
                  <a:lnTo>
                    <a:pt x="1455280" y="946937"/>
                  </a:lnTo>
                  <a:lnTo>
                    <a:pt x="1421638" y="968984"/>
                  </a:lnTo>
                  <a:lnTo>
                    <a:pt x="1388021" y="988961"/>
                  </a:lnTo>
                  <a:lnTo>
                    <a:pt x="1320901" y="1022731"/>
                  </a:lnTo>
                  <a:lnTo>
                    <a:pt x="1253921" y="1048283"/>
                  </a:lnTo>
                  <a:lnTo>
                    <a:pt x="1188872" y="1065225"/>
                  </a:lnTo>
                  <a:lnTo>
                    <a:pt x="1120482" y="1074788"/>
                  </a:lnTo>
                  <a:lnTo>
                    <a:pt x="1120089" y="1074788"/>
                  </a:lnTo>
                  <a:lnTo>
                    <a:pt x="1087386" y="1076312"/>
                  </a:lnTo>
                  <a:lnTo>
                    <a:pt x="1055497" y="1075829"/>
                  </a:lnTo>
                  <a:lnTo>
                    <a:pt x="1054417" y="1075829"/>
                  </a:lnTo>
                  <a:lnTo>
                    <a:pt x="1021308" y="1073315"/>
                  </a:lnTo>
                  <a:lnTo>
                    <a:pt x="1021105" y="1073315"/>
                  </a:lnTo>
                  <a:lnTo>
                    <a:pt x="987907" y="1068755"/>
                  </a:lnTo>
                  <a:lnTo>
                    <a:pt x="921232" y="1053528"/>
                  </a:lnTo>
                  <a:lnTo>
                    <a:pt x="854506" y="1030109"/>
                  </a:lnTo>
                  <a:lnTo>
                    <a:pt x="787730" y="998474"/>
                  </a:lnTo>
                  <a:lnTo>
                    <a:pt x="753960" y="979347"/>
                  </a:lnTo>
                  <a:lnTo>
                    <a:pt x="720864" y="958570"/>
                  </a:lnTo>
                  <a:lnTo>
                    <a:pt x="687400" y="935520"/>
                  </a:lnTo>
                  <a:lnTo>
                    <a:pt x="653719" y="910234"/>
                  </a:lnTo>
                  <a:lnTo>
                    <a:pt x="620268" y="883069"/>
                  </a:lnTo>
                  <a:lnTo>
                    <a:pt x="586727" y="853744"/>
                  </a:lnTo>
                  <a:lnTo>
                    <a:pt x="553250" y="822413"/>
                  </a:lnTo>
                  <a:lnTo>
                    <a:pt x="519760" y="789012"/>
                  </a:lnTo>
                  <a:lnTo>
                    <a:pt x="486244" y="753516"/>
                  </a:lnTo>
                  <a:lnTo>
                    <a:pt x="452729" y="715962"/>
                  </a:lnTo>
                  <a:lnTo>
                    <a:pt x="419214" y="676325"/>
                  </a:lnTo>
                  <a:lnTo>
                    <a:pt x="385826" y="634784"/>
                  </a:lnTo>
                  <a:lnTo>
                    <a:pt x="352209" y="590880"/>
                  </a:lnTo>
                  <a:lnTo>
                    <a:pt x="285064" y="496963"/>
                  </a:lnTo>
                  <a:lnTo>
                    <a:pt x="218020" y="394855"/>
                  </a:lnTo>
                  <a:lnTo>
                    <a:pt x="150977" y="284467"/>
                  </a:lnTo>
                  <a:lnTo>
                    <a:pt x="84074" y="165989"/>
                  </a:lnTo>
                  <a:lnTo>
                    <a:pt x="17157" y="39243"/>
                  </a:lnTo>
                  <a:lnTo>
                    <a:pt x="2149386" y="39243"/>
                  </a:lnTo>
                  <a:lnTo>
                    <a:pt x="2149386" y="21285"/>
                  </a:lnTo>
                  <a:lnTo>
                    <a:pt x="8991" y="21285"/>
                  </a:lnTo>
                  <a:lnTo>
                    <a:pt x="6654" y="21513"/>
                  </a:lnTo>
                  <a:lnTo>
                    <a:pt x="3479" y="23075"/>
                  </a:lnTo>
                  <a:lnTo>
                    <a:pt x="1143" y="25730"/>
                  </a:lnTo>
                  <a:lnTo>
                    <a:pt x="0" y="29083"/>
                  </a:lnTo>
                  <a:lnTo>
                    <a:pt x="228" y="32600"/>
                  </a:lnTo>
                  <a:lnTo>
                    <a:pt x="1790" y="35775"/>
                  </a:lnTo>
                  <a:lnTo>
                    <a:pt x="2641" y="36537"/>
                  </a:lnTo>
                  <a:lnTo>
                    <a:pt x="1308" y="38150"/>
                  </a:lnTo>
                  <a:lnTo>
                    <a:pt x="762" y="39179"/>
                  </a:lnTo>
                  <a:lnTo>
                    <a:pt x="50" y="41452"/>
                  </a:lnTo>
                  <a:lnTo>
                    <a:pt x="152" y="44983"/>
                  </a:lnTo>
                  <a:lnTo>
                    <a:pt x="68300" y="174599"/>
                  </a:lnTo>
                  <a:lnTo>
                    <a:pt x="135470" y="293547"/>
                  </a:lnTo>
                  <a:lnTo>
                    <a:pt x="202831" y="404456"/>
                  </a:lnTo>
                  <a:lnTo>
                    <a:pt x="270243" y="507111"/>
                  </a:lnTo>
                  <a:lnTo>
                    <a:pt x="337731" y="601510"/>
                  </a:lnTo>
                  <a:lnTo>
                    <a:pt x="371551" y="645706"/>
                  </a:lnTo>
                  <a:lnTo>
                    <a:pt x="405358" y="687755"/>
                  </a:lnTo>
                  <a:lnTo>
                    <a:pt x="439166" y="727748"/>
                  </a:lnTo>
                  <a:lnTo>
                    <a:pt x="473011" y="765670"/>
                  </a:lnTo>
                  <a:lnTo>
                    <a:pt x="506869" y="801535"/>
                  </a:lnTo>
                  <a:lnTo>
                    <a:pt x="540766" y="835329"/>
                  </a:lnTo>
                  <a:lnTo>
                    <a:pt x="574675" y="867067"/>
                  </a:lnTo>
                  <a:lnTo>
                    <a:pt x="608622" y="896747"/>
                  </a:lnTo>
                  <a:lnTo>
                    <a:pt x="642594" y="924344"/>
                  </a:lnTo>
                  <a:lnTo>
                    <a:pt x="676605" y="949896"/>
                  </a:lnTo>
                  <a:lnTo>
                    <a:pt x="710653" y="973366"/>
                  </a:lnTo>
                  <a:lnTo>
                    <a:pt x="744728" y="994765"/>
                  </a:lnTo>
                  <a:lnTo>
                    <a:pt x="778840" y="1014095"/>
                  </a:lnTo>
                  <a:lnTo>
                    <a:pt x="813003" y="1031354"/>
                  </a:lnTo>
                  <a:lnTo>
                    <a:pt x="881875" y="1059789"/>
                  </a:lnTo>
                  <a:lnTo>
                    <a:pt x="950493" y="1079677"/>
                  </a:lnTo>
                  <a:lnTo>
                    <a:pt x="1019073" y="1091171"/>
                  </a:lnTo>
                  <a:lnTo>
                    <a:pt x="1087450" y="1094257"/>
                  </a:lnTo>
                  <a:lnTo>
                    <a:pt x="1087856" y="1094257"/>
                  </a:lnTo>
                  <a:lnTo>
                    <a:pt x="1121854" y="1092682"/>
                  </a:lnTo>
                  <a:lnTo>
                    <a:pt x="1121994" y="1092682"/>
                  </a:lnTo>
                  <a:lnTo>
                    <a:pt x="1190675" y="1083233"/>
                  </a:lnTo>
                  <a:lnTo>
                    <a:pt x="1259941" y="1065225"/>
                  </a:lnTo>
                  <a:lnTo>
                    <a:pt x="1328204" y="1039152"/>
                  </a:lnTo>
                  <a:lnTo>
                    <a:pt x="1396860" y="1004608"/>
                  </a:lnTo>
                  <a:lnTo>
                    <a:pt x="1431163" y="984211"/>
                  </a:lnTo>
                  <a:lnTo>
                    <a:pt x="1465453" y="961745"/>
                  </a:lnTo>
                  <a:lnTo>
                    <a:pt x="1499717" y="937209"/>
                  </a:lnTo>
                  <a:lnTo>
                    <a:pt x="1533969" y="910602"/>
                  </a:lnTo>
                  <a:lnTo>
                    <a:pt x="1568196" y="881926"/>
                  </a:lnTo>
                  <a:lnTo>
                    <a:pt x="1602422" y="851192"/>
                  </a:lnTo>
                  <a:lnTo>
                    <a:pt x="1636623" y="818388"/>
                  </a:lnTo>
                  <a:lnTo>
                    <a:pt x="1670824" y="783513"/>
                  </a:lnTo>
                  <a:lnTo>
                    <a:pt x="1705025" y="746582"/>
                  </a:lnTo>
                  <a:lnTo>
                    <a:pt x="1739214" y="707593"/>
                  </a:lnTo>
                  <a:lnTo>
                    <a:pt x="1773389" y="666546"/>
                  </a:lnTo>
                  <a:lnTo>
                    <a:pt x="1841690" y="578319"/>
                  </a:lnTo>
                  <a:lnTo>
                    <a:pt x="1910041" y="481761"/>
                  </a:lnTo>
                  <a:lnTo>
                    <a:pt x="1978406" y="376961"/>
                  </a:lnTo>
                  <a:lnTo>
                    <a:pt x="2046770" y="263906"/>
                  </a:lnTo>
                  <a:lnTo>
                    <a:pt x="2115274" y="142379"/>
                  </a:lnTo>
                  <a:lnTo>
                    <a:pt x="2169706" y="39217"/>
                  </a:lnTo>
                  <a:lnTo>
                    <a:pt x="2171674" y="39027"/>
                  </a:lnTo>
                  <a:lnTo>
                    <a:pt x="2174849" y="37465"/>
                  </a:lnTo>
                  <a:lnTo>
                    <a:pt x="2177173" y="34810"/>
                  </a:lnTo>
                  <a:lnTo>
                    <a:pt x="2178316" y="31457"/>
                  </a:lnTo>
                  <a:lnTo>
                    <a:pt x="2178088" y="27927"/>
                  </a:lnTo>
                  <a:lnTo>
                    <a:pt x="2176907" y="25565"/>
                  </a:lnTo>
                  <a:lnTo>
                    <a:pt x="2184095" y="11963"/>
                  </a:lnTo>
                  <a:lnTo>
                    <a:pt x="2184438" y="10845"/>
                  </a:lnTo>
                  <a:lnTo>
                    <a:pt x="2184539" y="7315"/>
                  </a:lnTo>
                  <a:close/>
                </a:path>
              </a:pathLst>
            </a:custGeom>
            <a:solidFill>
              <a:srgbClr val="505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279825" y="6581838"/>
              <a:ext cx="310515" cy="1003300"/>
            </a:xfrm>
            <a:custGeom>
              <a:avLst/>
              <a:gdLst/>
              <a:ahLst/>
              <a:cxnLst/>
              <a:rect l="l" t="t" r="r" b="b"/>
              <a:pathLst>
                <a:path w="310514" h="1003300">
                  <a:moveTo>
                    <a:pt x="18935" y="950125"/>
                  </a:moveTo>
                  <a:lnTo>
                    <a:pt x="15544" y="950125"/>
                  </a:lnTo>
                  <a:lnTo>
                    <a:pt x="11696" y="949363"/>
                  </a:lnTo>
                  <a:lnTo>
                    <a:pt x="4318" y="946302"/>
                  </a:lnTo>
                  <a:lnTo>
                    <a:pt x="1066" y="944130"/>
                  </a:lnTo>
                  <a:lnTo>
                    <a:pt x="0" y="943063"/>
                  </a:lnTo>
                  <a:lnTo>
                    <a:pt x="0" y="994803"/>
                  </a:lnTo>
                  <a:lnTo>
                    <a:pt x="8216" y="1003020"/>
                  </a:lnTo>
                  <a:lnTo>
                    <a:pt x="10718" y="1003020"/>
                  </a:lnTo>
                  <a:lnTo>
                    <a:pt x="18935" y="994803"/>
                  </a:lnTo>
                  <a:lnTo>
                    <a:pt x="18935" y="950125"/>
                  </a:lnTo>
                  <a:close/>
                </a:path>
                <a:path w="310514" h="1003300">
                  <a:moveTo>
                    <a:pt x="18935" y="860653"/>
                  </a:moveTo>
                  <a:lnTo>
                    <a:pt x="17462" y="860958"/>
                  </a:lnTo>
                  <a:lnTo>
                    <a:pt x="9461" y="860958"/>
                  </a:lnTo>
                  <a:lnTo>
                    <a:pt x="5626" y="860183"/>
                  </a:lnTo>
                  <a:lnTo>
                    <a:pt x="0" y="857859"/>
                  </a:lnTo>
                  <a:lnTo>
                    <a:pt x="0" y="896937"/>
                  </a:lnTo>
                  <a:lnTo>
                    <a:pt x="1066" y="895870"/>
                  </a:lnTo>
                  <a:lnTo>
                    <a:pt x="4318" y="893686"/>
                  </a:lnTo>
                  <a:lnTo>
                    <a:pt x="11696" y="890638"/>
                  </a:lnTo>
                  <a:lnTo>
                    <a:pt x="15544" y="889863"/>
                  </a:lnTo>
                  <a:lnTo>
                    <a:pt x="18935" y="889863"/>
                  </a:lnTo>
                  <a:lnTo>
                    <a:pt x="18935" y="860958"/>
                  </a:lnTo>
                  <a:lnTo>
                    <a:pt x="18935" y="860653"/>
                  </a:lnTo>
                  <a:close/>
                </a:path>
                <a:path w="310514" h="1003300">
                  <a:moveTo>
                    <a:pt x="18935" y="724154"/>
                  </a:moveTo>
                  <a:lnTo>
                    <a:pt x="12509" y="724154"/>
                  </a:lnTo>
                  <a:lnTo>
                    <a:pt x="8661" y="723392"/>
                  </a:lnTo>
                  <a:lnTo>
                    <a:pt x="1282" y="720331"/>
                  </a:lnTo>
                  <a:lnTo>
                    <a:pt x="0" y="719467"/>
                  </a:lnTo>
                  <a:lnTo>
                    <a:pt x="0" y="803795"/>
                  </a:lnTo>
                  <a:lnTo>
                    <a:pt x="5626" y="801458"/>
                  </a:lnTo>
                  <a:lnTo>
                    <a:pt x="9461" y="800696"/>
                  </a:lnTo>
                  <a:lnTo>
                    <a:pt x="17462" y="800696"/>
                  </a:lnTo>
                  <a:lnTo>
                    <a:pt x="18935" y="800989"/>
                  </a:lnTo>
                  <a:lnTo>
                    <a:pt x="18935" y="800696"/>
                  </a:lnTo>
                  <a:lnTo>
                    <a:pt x="18935" y="724154"/>
                  </a:lnTo>
                  <a:close/>
                </a:path>
                <a:path w="310514" h="1003300">
                  <a:moveTo>
                    <a:pt x="18935" y="559993"/>
                  </a:moveTo>
                  <a:lnTo>
                    <a:pt x="13525" y="559993"/>
                  </a:lnTo>
                  <a:lnTo>
                    <a:pt x="9677" y="559231"/>
                  </a:lnTo>
                  <a:lnTo>
                    <a:pt x="2298" y="556171"/>
                  </a:lnTo>
                  <a:lnTo>
                    <a:pt x="0" y="554634"/>
                  </a:lnTo>
                  <a:lnTo>
                    <a:pt x="0" y="668578"/>
                  </a:lnTo>
                  <a:lnTo>
                    <a:pt x="1282" y="667715"/>
                  </a:lnTo>
                  <a:lnTo>
                    <a:pt x="8661" y="664667"/>
                  </a:lnTo>
                  <a:lnTo>
                    <a:pt x="12509" y="663892"/>
                  </a:lnTo>
                  <a:lnTo>
                    <a:pt x="18935" y="663892"/>
                  </a:lnTo>
                  <a:lnTo>
                    <a:pt x="18935" y="559993"/>
                  </a:lnTo>
                  <a:close/>
                </a:path>
                <a:path w="310514" h="1003300">
                  <a:moveTo>
                    <a:pt x="18935" y="292798"/>
                  </a:moveTo>
                  <a:lnTo>
                    <a:pt x="15430" y="293497"/>
                  </a:lnTo>
                  <a:lnTo>
                    <a:pt x="7442" y="293497"/>
                  </a:lnTo>
                  <a:lnTo>
                    <a:pt x="3924" y="292798"/>
                  </a:lnTo>
                  <a:lnTo>
                    <a:pt x="3759" y="292798"/>
                  </a:lnTo>
                  <a:lnTo>
                    <a:pt x="0" y="291236"/>
                  </a:lnTo>
                  <a:lnTo>
                    <a:pt x="0" y="505104"/>
                  </a:lnTo>
                  <a:lnTo>
                    <a:pt x="2298" y="503567"/>
                  </a:lnTo>
                  <a:lnTo>
                    <a:pt x="9677" y="500507"/>
                  </a:lnTo>
                  <a:lnTo>
                    <a:pt x="13525" y="499745"/>
                  </a:lnTo>
                  <a:lnTo>
                    <a:pt x="18935" y="499745"/>
                  </a:lnTo>
                  <a:lnTo>
                    <a:pt x="18935" y="293497"/>
                  </a:lnTo>
                  <a:lnTo>
                    <a:pt x="18935" y="292798"/>
                  </a:lnTo>
                  <a:close/>
                </a:path>
                <a:path w="310514" h="1003300">
                  <a:moveTo>
                    <a:pt x="18935" y="154673"/>
                  </a:moveTo>
                  <a:lnTo>
                    <a:pt x="15544" y="154673"/>
                  </a:lnTo>
                  <a:lnTo>
                    <a:pt x="11696" y="153898"/>
                  </a:lnTo>
                  <a:lnTo>
                    <a:pt x="4318" y="150850"/>
                  </a:lnTo>
                  <a:lnTo>
                    <a:pt x="1066" y="148666"/>
                  </a:lnTo>
                  <a:lnTo>
                    <a:pt x="0" y="147599"/>
                  </a:lnTo>
                  <a:lnTo>
                    <a:pt x="0" y="235496"/>
                  </a:lnTo>
                  <a:lnTo>
                    <a:pt x="3594" y="233997"/>
                  </a:lnTo>
                  <a:lnTo>
                    <a:pt x="7442" y="233235"/>
                  </a:lnTo>
                  <a:lnTo>
                    <a:pt x="15430" y="233235"/>
                  </a:lnTo>
                  <a:lnTo>
                    <a:pt x="18935" y="233934"/>
                  </a:lnTo>
                  <a:lnTo>
                    <a:pt x="18935" y="233235"/>
                  </a:lnTo>
                  <a:lnTo>
                    <a:pt x="18935" y="154673"/>
                  </a:lnTo>
                  <a:close/>
                </a:path>
                <a:path w="310514" h="1003300">
                  <a:moveTo>
                    <a:pt x="18935" y="8216"/>
                  </a:moveTo>
                  <a:lnTo>
                    <a:pt x="10718" y="0"/>
                  </a:lnTo>
                  <a:lnTo>
                    <a:pt x="8216" y="0"/>
                  </a:lnTo>
                  <a:lnTo>
                    <a:pt x="0" y="8216"/>
                  </a:lnTo>
                  <a:lnTo>
                    <a:pt x="0" y="87299"/>
                  </a:lnTo>
                  <a:lnTo>
                    <a:pt x="558" y="87071"/>
                  </a:lnTo>
                  <a:lnTo>
                    <a:pt x="4394" y="86309"/>
                  </a:lnTo>
                  <a:lnTo>
                    <a:pt x="12395" y="86309"/>
                  </a:lnTo>
                  <a:lnTo>
                    <a:pt x="16230" y="87071"/>
                  </a:lnTo>
                  <a:lnTo>
                    <a:pt x="18935" y="88188"/>
                  </a:lnTo>
                  <a:lnTo>
                    <a:pt x="18935" y="86309"/>
                  </a:lnTo>
                  <a:lnTo>
                    <a:pt x="18935" y="8216"/>
                  </a:lnTo>
                  <a:close/>
                </a:path>
                <a:path w="310514" h="1003300">
                  <a:moveTo>
                    <a:pt x="310248" y="218249"/>
                  </a:moveTo>
                  <a:lnTo>
                    <a:pt x="310045" y="217195"/>
                  </a:lnTo>
                  <a:lnTo>
                    <a:pt x="309410" y="215506"/>
                  </a:lnTo>
                  <a:lnTo>
                    <a:pt x="309295" y="215176"/>
                  </a:lnTo>
                  <a:lnTo>
                    <a:pt x="301498" y="209969"/>
                  </a:lnTo>
                  <a:lnTo>
                    <a:pt x="300977" y="209969"/>
                  </a:lnTo>
                  <a:lnTo>
                    <a:pt x="300977" y="228638"/>
                  </a:lnTo>
                  <a:lnTo>
                    <a:pt x="293255" y="229743"/>
                  </a:lnTo>
                  <a:lnTo>
                    <a:pt x="299974" y="228777"/>
                  </a:lnTo>
                  <a:lnTo>
                    <a:pt x="300977" y="228638"/>
                  </a:lnTo>
                  <a:lnTo>
                    <a:pt x="300977" y="209969"/>
                  </a:lnTo>
                  <a:lnTo>
                    <a:pt x="297688" y="209969"/>
                  </a:lnTo>
                  <a:lnTo>
                    <a:pt x="290576" y="210985"/>
                  </a:lnTo>
                  <a:lnTo>
                    <a:pt x="283629" y="220408"/>
                  </a:lnTo>
                  <a:lnTo>
                    <a:pt x="283781" y="221462"/>
                  </a:lnTo>
                  <a:lnTo>
                    <a:pt x="283857" y="222021"/>
                  </a:lnTo>
                  <a:lnTo>
                    <a:pt x="277774" y="227012"/>
                  </a:lnTo>
                  <a:lnTo>
                    <a:pt x="277609" y="227190"/>
                  </a:lnTo>
                  <a:lnTo>
                    <a:pt x="265569" y="235496"/>
                  </a:lnTo>
                  <a:lnTo>
                    <a:pt x="217182" y="264223"/>
                  </a:lnTo>
                  <a:lnTo>
                    <a:pt x="181660" y="278790"/>
                  </a:lnTo>
                  <a:lnTo>
                    <a:pt x="162039" y="286270"/>
                  </a:lnTo>
                  <a:lnTo>
                    <a:pt x="141439" y="294703"/>
                  </a:lnTo>
                  <a:lnTo>
                    <a:pt x="124802" y="302094"/>
                  </a:lnTo>
                  <a:lnTo>
                    <a:pt x="110350" y="309359"/>
                  </a:lnTo>
                  <a:lnTo>
                    <a:pt x="96608" y="314858"/>
                  </a:lnTo>
                  <a:lnTo>
                    <a:pt x="84594" y="319481"/>
                  </a:lnTo>
                  <a:lnTo>
                    <a:pt x="83743" y="319849"/>
                  </a:lnTo>
                  <a:lnTo>
                    <a:pt x="69240" y="327101"/>
                  </a:lnTo>
                  <a:lnTo>
                    <a:pt x="59410" y="331317"/>
                  </a:lnTo>
                  <a:lnTo>
                    <a:pt x="59410" y="331825"/>
                  </a:lnTo>
                  <a:lnTo>
                    <a:pt x="56527" y="332549"/>
                  </a:lnTo>
                  <a:lnTo>
                    <a:pt x="58585" y="332028"/>
                  </a:lnTo>
                  <a:lnTo>
                    <a:pt x="59410" y="331825"/>
                  </a:lnTo>
                  <a:lnTo>
                    <a:pt x="59410" y="331317"/>
                  </a:lnTo>
                  <a:lnTo>
                    <a:pt x="57899" y="331965"/>
                  </a:lnTo>
                  <a:lnTo>
                    <a:pt x="57746" y="332028"/>
                  </a:lnTo>
                  <a:lnTo>
                    <a:pt x="57162" y="332028"/>
                  </a:lnTo>
                  <a:lnTo>
                    <a:pt x="53200" y="332397"/>
                  </a:lnTo>
                  <a:lnTo>
                    <a:pt x="53200" y="333235"/>
                  </a:lnTo>
                  <a:lnTo>
                    <a:pt x="52209" y="332892"/>
                  </a:lnTo>
                  <a:lnTo>
                    <a:pt x="53200" y="333235"/>
                  </a:lnTo>
                  <a:lnTo>
                    <a:pt x="53200" y="332397"/>
                  </a:lnTo>
                  <a:lnTo>
                    <a:pt x="51257" y="332574"/>
                  </a:lnTo>
                  <a:lnTo>
                    <a:pt x="49733" y="332028"/>
                  </a:lnTo>
                  <a:lnTo>
                    <a:pt x="49009" y="331152"/>
                  </a:lnTo>
                  <a:lnTo>
                    <a:pt x="47472" y="329260"/>
                  </a:lnTo>
                  <a:lnTo>
                    <a:pt x="46875" y="328536"/>
                  </a:lnTo>
                  <a:lnTo>
                    <a:pt x="47053" y="328904"/>
                  </a:lnTo>
                  <a:lnTo>
                    <a:pt x="46355" y="327875"/>
                  </a:lnTo>
                  <a:lnTo>
                    <a:pt x="46875" y="328536"/>
                  </a:lnTo>
                  <a:lnTo>
                    <a:pt x="46520" y="327875"/>
                  </a:lnTo>
                  <a:lnTo>
                    <a:pt x="35775" y="316090"/>
                  </a:lnTo>
                  <a:lnTo>
                    <a:pt x="33667" y="316090"/>
                  </a:lnTo>
                  <a:lnTo>
                    <a:pt x="32054" y="316280"/>
                  </a:lnTo>
                  <a:lnTo>
                    <a:pt x="30492" y="316788"/>
                  </a:lnTo>
                  <a:lnTo>
                    <a:pt x="30657" y="316788"/>
                  </a:lnTo>
                  <a:lnTo>
                    <a:pt x="28689" y="317881"/>
                  </a:lnTo>
                  <a:lnTo>
                    <a:pt x="24828" y="325374"/>
                  </a:lnTo>
                  <a:lnTo>
                    <a:pt x="24980" y="326631"/>
                  </a:lnTo>
                  <a:lnTo>
                    <a:pt x="25031" y="327101"/>
                  </a:lnTo>
                  <a:lnTo>
                    <a:pt x="48768" y="351612"/>
                  </a:lnTo>
                  <a:lnTo>
                    <a:pt x="50952" y="351612"/>
                  </a:lnTo>
                  <a:lnTo>
                    <a:pt x="61125" y="350697"/>
                  </a:lnTo>
                  <a:lnTo>
                    <a:pt x="63995" y="349961"/>
                  </a:lnTo>
                  <a:lnTo>
                    <a:pt x="77444" y="344182"/>
                  </a:lnTo>
                  <a:lnTo>
                    <a:pt x="91833" y="336994"/>
                  </a:lnTo>
                  <a:lnTo>
                    <a:pt x="92354" y="336791"/>
                  </a:lnTo>
                  <a:lnTo>
                    <a:pt x="99301" y="334111"/>
                  </a:lnTo>
                  <a:lnTo>
                    <a:pt x="101600" y="333235"/>
                  </a:lnTo>
                  <a:lnTo>
                    <a:pt x="105194" y="331825"/>
                  </a:lnTo>
                  <a:lnTo>
                    <a:pt x="116992" y="327101"/>
                  </a:lnTo>
                  <a:lnTo>
                    <a:pt x="118110" y="326631"/>
                  </a:lnTo>
                  <a:lnTo>
                    <a:pt x="132410" y="319481"/>
                  </a:lnTo>
                  <a:lnTo>
                    <a:pt x="133642" y="318909"/>
                  </a:lnTo>
                  <a:lnTo>
                    <a:pt x="148882" y="312127"/>
                  </a:lnTo>
                  <a:lnTo>
                    <a:pt x="169011" y="303898"/>
                  </a:lnTo>
                  <a:lnTo>
                    <a:pt x="188302" y="296545"/>
                  </a:lnTo>
                  <a:lnTo>
                    <a:pt x="205867" y="290080"/>
                  </a:lnTo>
                  <a:lnTo>
                    <a:pt x="206476" y="289826"/>
                  </a:lnTo>
                  <a:lnTo>
                    <a:pt x="244132" y="271005"/>
                  </a:lnTo>
                  <a:lnTo>
                    <a:pt x="288391" y="242760"/>
                  </a:lnTo>
                  <a:lnTo>
                    <a:pt x="305282" y="228638"/>
                  </a:lnTo>
                  <a:lnTo>
                    <a:pt x="307428" y="226758"/>
                  </a:lnTo>
                  <a:lnTo>
                    <a:pt x="307975" y="226136"/>
                  </a:lnTo>
                  <a:lnTo>
                    <a:pt x="308914" y="224726"/>
                  </a:lnTo>
                  <a:lnTo>
                    <a:pt x="309283" y="223977"/>
                  </a:lnTo>
                  <a:lnTo>
                    <a:pt x="310121" y="221462"/>
                  </a:lnTo>
                  <a:lnTo>
                    <a:pt x="310248" y="218249"/>
                  </a:lnTo>
                  <a:close/>
                </a:path>
              </a:pathLst>
            </a:custGeom>
            <a:solidFill>
              <a:srgbClr val="C122B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673861" y="6567882"/>
              <a:ext cx="498763" cy="278947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1708759" y="6994347"/>
              <a:ext cx="2741930" cy="502920"/>
            </a:xfrm>
            <a:custGeom>
              <a:avLst/>
              <a:gdLst/>
              <a:ahLst/>
              <a:cxnLst/>
              <a:rect l="l" t="t" r="r" b="b"/>
              <a:pathLst>
                <a:path w="2741929" h="502920">
                  <a:moveTo>
                    <a:pt x="2741879" y="15722"/>
                  </a:moveTo>
                  <a:lnTo>
                    <a:pt x="1578140" y="0"/>
                  </a:lnTo>
                  <a:lnTo>
                    <a:pt x="1575676" y="228"/>
                  </a:lnTo>
                  <a:lnTo>
                    <a:pt x="1572323" y="1866"/>
                  </a:lnTo>
                  <a:lnTo>
                    <a:pt x="1569847" y="4648"/>
                  </a:lnTo>
                  <a:lnTo>
                    <a:pt x="1568627" y="8178"/>
                  </a:lnTo>
                  <a:lnTo>
                    <a:pt x="1568856" y="11899"/>
                  </a:lnTo>
                  <a:lnTo>
                    <a:pt x="1570482" y="15252"/>
                  </a:lnTo>
                  <a:lnTo>
                    <a:pt x="1571180" y="15887"/>
                  </a:lnTo>
                  <a:lnTo>
                    <a:pt x="5486" y="484543"/>
                  </a:lnTo>
                  <a:lnTo>
                    <a:pt x="0" y="494728"/>
                  </a:lnTo>
                  <a:lnTo>
                    <a:pt x="723" y="497116"/>
                  </a:lnTo>
                  <a:lnTo>
                    <a:pt x="8521" y="502602"/>
                  </a:lnTo>
                  <a:lnTo>
                    <a:pt x="10896" y="502602"/>
                  </a:lnTo>
                  <a:lnTo>
                    <a:pt x="1598180" y="27482"/>
                  </a:lnTo>
                  <a:lnTo>
                    <a:pt x="1603654" y="19761"/>
                  </a:lnTo>
                  <a:lnTo>
                    <a:pt x="1603654" y="19062"/>
                  </a:lnTo>
                  <a:lnTo>
                    <a:pt x="2732379" y="23901"/>
                  </a:lnTo>
                  <a:lnTo>
                    <a:pt x="2734843" y="23672"/>
                  </a:lnTo>
                  <a:lnTo>
                    <a:pt x="2738196" y="22047"/>
                  </a:lnTo>
                  <a:lnTo>
                    <a:pt x="2740660" y="19253"/>
                  </a:lnTo>
                  <a:lnTo>
                    <a:pt x="2741879" y="15722"/>
                  </a:lnTo>
                  <a:close/>
                </a:path>
              </a:pathLst>
            </a:custGeom>
            <a:solidFill>
              <a:srgbClr val="C122B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0" name="object 80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314391" y="8400457"/>
            <a:ext cx="194797" cy="222985"/>
          </a:xfrm>
          <a:prstGeom prst="rect">
            <a:avLst/>
          </a:prstGeom>
        </p:spPr>
      </p:pic>
      <p:sp>
        <p:nvSpPr>
          <p:cNvPr id="81" name="object 81" descr=""/>
          <p:cNvSpPr/>
          <p:nvPr/>
        </p:nvSpPr>
        <p:spPr>
          <a:xfrm>
            <a:off x="1592326" y="8500109"/>
            <a:ext cx="208279" cy="106045"/>
          </a:xfrm>
          <a:custGeom>
            <a:avLst/>
            <a:gdLst/>
            <a:ahLst/>
            <a:cxnLst/>
            <a:rect l="l" t="t" r="r" b="b"/>
            <a:pathLst>
              <a:path w="208280" h="106045">
                <a:moveTo>
                  <a:pt x="154114" y="7645"/>
                </a:moveTo>
                <a:lnTo>
                  <a:pt x="153758" y="6527"/>
                </a:lnTo>
                <a:lnTo>
                  <a:pt x="153720" y="6388"/>
                </a:lnTo>
                <a:lnTo>
                  <a:pt x="153619" y="6083"/>
                </a:lnTo>
                <a:lnTo>
                  <a:pt x="153543" y="5854"/>
                </a:lnTo>
                <a:lnTo>
                  <a:pt x="153352" y="5270"/>
                </a:lnTo>
                <a:lnTo>
                  <a:pt x="152730" y="4140"/>
                </a:lnTo>
                <a:lnTo>
                  <a:pt x="151091" y="2235"/>
                </a:lnTo>
                <a:lnTo>
                  <a:pt x="150126" y="1473"/>
                </a:lnTo>
                <a:lnTo>
                  <a:pt x="147878" y="330"/>
                </a:lnTo>
                <a:lnTo>
                  <a:pt x="146697" y="0"/>
                </a:lnTo>
                <a:lnTo>
                  <a:pt x="142836" y="0"/>
                </a:lnTo>
                <a:lnTo>
                  <a:pt x="124244" y="6083"/>
                </a:lnTo>
                <a:lnTo>
                  <a:pt x="124929" y="5854"/>
                </a:lnTo>
                <a:lnTo>
                  <a:pt x="113868" y="7645"/>
                </a:lnTo>
                <a:lnTo>
                  <a:pt x="27711" y="7645"/>
                </a:lnTo>
                <a:lnTo>
                  <a:pt x="17691" y="6527"/>
                </a:lnTo>
                <a:lnTo>
                  <a:pt x="16319" y="6388"/>
                </a:lnTo>
                <a:lnTo>
                  <a:pt x="10617" y="4953"/>
                </a:lnTo>
                <a:lnTo>
                  <a:pt x="8978" y="4953"/>
                </a:lnTo>
                <a:lnTo>
                  <a:pt x="6896" y="5270"/>
                </a:lnTo>
                <a:lnTo>
                  <a:pt x="5245" y="5854"/>
                </a:lnTo>
                <a:lnTo>
                  <a:pt x="5448" y="5854"/>
                </a:lnTo>
                <a:lnTo>
                  <a:pt x="3581" y="6972"/>
                </a:lnTo>
                <a:lnTo>
                  <a:pt x="0" y="14757"/>
                </a:lnTo>
                <a:lnTo>
                  <a:pt x="342" y="17094"/>
                </a:lnTo>
                <a:lnTo>
                  <a:pt x="660" y="17957"/>
                </a:lnTo>
                <a:lnTo>
                  <a:pt x="762" y="18249"/>
                </a:lnTo>
                <a:lnTo>
                  <a:pt x="25069" y="26416"/>
                </a:lnTo>
                <a:lnTo>
                  <a:pt x="116484" y="26416"/>
                </a:lnTo>
                <a:lnTo>
                  <a:pt x="153733" y="12509"/>
                </a:lnTo>
                <a:lnTo>
                  <a:pt x="154063" y="11328"/>
                </a:lnTo>
                <a:lnTo>
                  <a:pt x="154114" y="7645"/>
                </a:lnTo>
                <a:close/>
              </a:path>
              <a:path w="208280" h="106045">
                <a:moveTo>
                  <a:pt x="207759" y="74409"/>
                </a:moveTo>
                <a:lnTo>
                  <a:pt x="200914" y="66509"/>
                </a:lnTo>
                <a:lnTo>
                  <a:pt x="84836" y="66509"/>
                </a:lnTo>
                <a:lnTo>
                  <a:pt x="67475" y="81483"/>
                </a:lnTo>
                <a:lnTo>
                  <a:pt x="67373" y="81635"/>
                </a:lnTo>
                <a:lnTo>
                  <a:pt x="61722" y="92964"/>
                </a:lnTo>
                <a:lnTo>
                  <a:pt x="61391" y="94145"/>
                </a:lnTo>
                <a:lnTo>
                  <a:pt x="61366" y="97878"/>
                </a:lnTo>
                <a:lnTo>
                  <a:pt x="62191" y="100317"/>
                </a:lnTo>
                <a:lnTo>
                  <a:pt x="68910" y="105460"/>
                </a:lnTo>
                <a:lnTo>
                  <a:pt x="72555" y="105460"/>
                </a:lnTo>
                <a:lnTo>
                  <a:pt x="84010" y="90741"/>
                </a:lnTo>
                <a:lnTo>
                  <a:pt x="84455" y="90106"/>
                </a:lnTo>
                <a:lnTo>
                  <a:pt x="86702" y="86944"/>
                </a:lnTo>
                <a:lnTo>
                  <a:pt x="87439" y="85902"/>
                </a:lnTo>
                <a:lnTo>
                  <a:pt x="89242" y="85140"/>
                </a:lnTo>
                <a:lnTo>
                  <a:pt x="200164" y="85140"/>
                </a:lnTo>
                <a:lnTo>
                  <a:pt x="201955" y="84404"/>
                </a:lnTo>
                <a:lnTo>
                  <a:pt x="203073" y="83934"/>
                </a:lnTo>
                <a:lnTo>
                  <a:pt x="203441" y="83693"/>
                </a:lnTo>
                <a:lnTo>
                  <a:pt x="204101" y="83261"/>
                </a:lnTo>
                <a:lnTo>
                  <a:pt x="205867" y="81483"/>
                </a:lnTo>
                <a:lnTo>
                  <a:pt x="206552" y="80454"/>
                </a:lnTo>
                <a:lnTo>
                  <a:pt x="207518" y="78130"/>
                </a:lnTo>
                <a:lnTo>
                  <a:pt x="207759" y="76923"/>
                </a:lnTo>
                <a:lnTo>
                  <a:pt x="207759" y="74409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1972360" y="8247468"/>
            <a:ext cx="407034" cy="356235"/>
          </a:xfrm>
          <a:custGeom>
            <a:avLst/>
            <a:gdLst/>
            <a:ahLst/>
            <a:cxnLst/>
            <a:rect l="l" t="t" r="r" b="b"/>
            <a:pathLst>
              <a:path w="407035" h="356234">
                <a:moveTo>
                  <a:pt x="190017" y="9398"/>
                </a:moveTo>
                <a:lnTo>
                  <a:pt x="181089" y="0"/>
                </a:lnTo>
                <a:lnTo>
                  <a:pt x="179158" y="0"/>
                </a:lnTo>
                <a:lnTo>
                  <a:pt x="168452" y="39484"/>
                </a:lnTo>
                <a:lnTo>
                  <a:pt x="168440" y="309156"/>
                </a:lnTo>
                <a:lnTo>
                  <a:pt x="168668" y="310375"/>
                </a:lnTo>
                <a:lnTo>
                  <a:pt x="176644" y="317373"/>
                </a:lnTo>
                <a:lnTo>
                  <a:pt x="179158" y="317373"/>
                </a:lnTo>
                <a:lnTo>
                  <a:pt x="187439" y="39484"/>
                </a:lnTo>
                <a:lnTo>
                  <a:pt x="188595" y="20840"/>
                </a:lnTo>
                <a:lnTo>
                  <a:pt x="188633" y="20256"/>
                </a:lnTo>
                <a:lnTo>
                  <a:pt x="188798" y="19075"/>
                </a:lnTo>
                <a:lnTo>
                  <a:pt x="190017" y="9398"/>
                </a:lnTo>
                <a:close/>
              </a:path>
              <a:path w="407035" h="356234">
                <a:moveTo>
                  <a:pt x="406666" y="342785"/>
                </a:moveTo>
                <a:lnTo>
                  <a:pt x="406615" y="339064"/>
                </a:lnTo>
                <a:lnTo>
                  <a:pt x="405765" y="336702"/>
                </a:lnTo>
                <a:lnTo>
                  <a:pt x="405142" y="335635"/>
                </a:lnTo>
                <a:lnTo>
                  <a:pt x="403567" y="333908"/>
                </a:lnTo>
                <a:lnTo>
                  <a:pt x="401091" y="331165"/>
                </a:lnTo>
                <a:lnTo>
                  <a:pt x="400939" y="331000"/>
                </a:lnTo>
                <a:lnTo>
                  <a:pt x="400151" y="330136"/>
                </a:lnTo>
                <a:lnTo>
                  <a:pt x="399897" y="329844"/>
                </a:lnTo>
                <a:lnTo>
                  <a:pt x="399580" y="329501"/>
                </a:lnTo>
                <a:lnTo>
                  <a:pt x="398856" y="328701"/>
                </a:lnTo>
                <a:lnTo>
                  <a:pt x="398449" y="328015"/>
                </a:lnTo>
                <a:lnTo>
                  <a:pt x="398233" y="328015"/>
                </a:lnTo>
                <a:lnTo>
                  <a:pt x="378587" y="312610"/>
                </a:lnTo>
                <a:lnTo>
                  <a:pt x="378587" y="331927"/>
                </a:lnTo>
                <a:lnTo>
                  <a:pt x="378117" y="331165"/>
                </a:lnTo>
                <a:lnTo>
                  <a:pt x="378345" y="331419"/>
                </a:lnTo>
                <a:lnTo>
                  <a:pt x="378434" y="331660"/>
                </a:lnTo>
                <a:lnTo>
                  <a:pt x="378587" y="331927"/>
                </a:lnTo>
                <a:lnTo>
                  <a:pt x="378587" y="312610"/>
                </a:lnTo>
                <a:lnTo>
                  <a:pt x="374065" y="311467"/>
                </a:lnTo>
                <a:lnTo>
                  <a:pt x="371868" y="311200"/>
                </a:lnTo>
                <a:lnTo>
                  <a:pt x="336892" y="311200"/>
                </a:lnTo>
                <a:lnTo>
                  <a:pt x="308025" y="312508"/>
                </a:lnTo>
                <a:lnTo>
                  <a:pt x="308330" y="312508"/>
                </a:lnTo>
                <a:lnTo>
                  <a:pt x="240626" y="318897"/>
                </a:lnTo>
                <a:lnTo>
                  <a:pt x="160197" y="327825"/>
                </a:lnTo>
                <a:lnTo>
                  <a:pt x="127444" y="330339"/>
                </a:lnTo>
                <a:lnTo>
                  <a:pt x="92862" y="331660"/>
                </a:lnTo>
                <a:lnTo>
                  <a:pt x="38989" y="331660"/>
                </a:lnTo>
                <a:lnTo>
                  <a:pt x="18580" y="334213"/>
                </a:lnTo>
                <a:lnTo>
                  <a:pt x="0" y="346011"/>
                </a:lnTo>
                <a:lnTo>
                  <a:pt x="63" y="347243"/>
                </a:lnTo>
                <a:lnTo>
                  <a:pt x="482" y="348932"/>
                </a:lnTo>
                <a:lnTo>
                  <a:pt x="558" y="349237"/>
                </a:lnTo>
                <a:lnTo>
                  <a:pt x="673" y="349681"/>
                </a:lnTo>
                <a:lnTo>
                  <a:pt x="1079" y="350532"/>
                </a:lnTo>
                <a:lnTo>
                  <a:pt x="1193" y="350799"/>
                </a:lnTo>
                <a:lnTo>
                  <a:pt x="9410" y="355714"/>
                </a:lnTo>
                <a:lnTo>
                  <a:pt x="10401" y="355714"/>
                </a:lnTo>
                <a:lnTo>
                  <a:pt x="21209" y="353021"/>
                </a:lnTo>
                <a:lnTo>
                  <a:pt x="20929" y="353021"/>
                </a:lnTo>
                <a:lnTo>
                  <a:pt x="22009" y="352818"/>
                </a:lnTo>
                <a:lnTo>
                  <a:pt x="20929" y="353021"/>
                </a:lnTo>
                <a:lnTo>
                  <a:pt x="21488" y="352958"/>
                </a:lnTo>
                <a:lnTo>
                  <a:pt x="22555" y="352818"/>
                </a:lnTo>
                <a:lnTo>
                  <a:pt x="40792" y="350532"/>
                </a:lnTo>
                <a:lnTo>
                  <a:pt x="95211" y="350532"/>
                </a:lnTo>
                <a:lnTo>
                  <a:pt x="128892" y="349237"/>
                </a:lnTo>
                <a:lnTo>
                  <a:pt x="162369" y="346659"/>
                </a:lnTo>
                <a:lnTo>
                  <a:pt x="241973" y="337807"/>
                </a:lnTo>
                <a:lnTo>
                  <a:pt x="241820" y="337807"/>
                </a:lnTo>
                <a:lnTo>
                  <a:pt x="309829" y="331393"/>
                </a:lnTo>
                <a:lnTo>
                  <a:pt x="337477" y="330136"/>
                </a:lnTo>
                <a:lnTo>
                  <a:pt x="370611" y="330136"/>
                </a:lnTo>
                <a:lnTo>
                  <a:pt x="377977" y="331978"/>
                </a:lnTo>
                <a:lnTo>
                  <a:pt x="378752" y="332181"/>
                </a:lnTo>
                <a:lnTo>
                  <a:pt x="379183" y="332282"/>
                </a:lnTo>
                <a:lnTo>
                  <a:pt x="379666" y="332397"/>
                </a:lnTo>
                <a:lnTo>
                  <a:pt x="378599" y="332397"/>
                </a:lnTo>
                <a:lnTo>
                  <a:pt x="377977" y="331978"/>
                </a:lnTo>
                <a:lnTo>
                  <a:pt x="379145" y="332778"/>
                </a:lnTo>
                <a:lnTo>
                  <a:pt x="380339" y="334670"/>
                </a:lnTo>
                <a:lnTo>
                  <a:pt x="383133" y="339305"/>
                </a:lnTo>
                <a:lnTo>
                  <a:pt x="384187" y="340728"/>
                </a:lnTo>
                <a:lnTo>
                  <a:pt x="391083" y="348348"/>
                </a:lnTo>
                <a:lnTo>
                  <a:pt x="392074" y="349084"/>
                </a:lnTo>
                <a:lnTo>
                  <a:pt x="394347" y="350164"/>
                </a:lnTo>
                <a:lnTo>
                  <a:pt x="395833" y="350532"/>
                </a:lnTo>
                <a:lnTo>
                  <a:pt x="398907" y="350532"/>
                </a:lnTo>
                <a:lnTo>
                  <a:pt x="401307" y="349681"/>
                </a:lnTo>
                <a:lnTo>
                  <a:pt x="401434" y="349681"/>
                </a:lnTo>
                <a:lnTo>
                  <a:pt x="402691" y="348932"/>
                </a:lnTo>
                <a:lnTo>
                  <a:pt x="404558" y="347243"/>
                </a:lnTo>
                <a:lnTo>
                  <a:pt x="405295" y="346252"/>
                </a:lnTo>
                <a:lnTo>
                  <a:pt x="406361" y="343992"/>
                </a:lnTo>
                <a:lnTo>
                  <a:pt x="406666" y="342785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3" name="object 83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840510" y="8806260"/>
            <a:ext cx="381864" cy="239983"/>
          </a:xfrm>
          <a:prstGeom prst="rect">
            <a:avLst/>
          </a:prstGeom>
        </p:spPr>
      </p:pic>
      <p:pic>
        <p:nvPicPr>
          <p:cNvPr id="84" name="object 84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2382514" y="8846949"/>
            <a:ext cx="238818" cy="213347"/>
          </a:xfrm>
          <a:prstGeom prst="rect">
            <a:avLst/>
          </a:prstGeom>
        </p:spPr>
      </p:pic>
      <p:sp>
        <p:nvSpPr>
          <p:cNvPr id="85" name="object 85" descr=""/>
          <p:cNvSpPr/>
          <p:nvPr/>
        </p:nvSpPr>
        <p:spPr>
          <a:xfrm>
            <a:off x="1902061" y="8539584"/>
            <a:ext cx="715645" cy="37465"/>
          </a:xfrm>
          <a:custGeom>
            <a:avLst/>
            <a:gdLst/>
            <a:ahLst/>
            <a:cxnLst/>
            <a:rect l="l" t="t" r="r" b="b"/>
            <a:pathLst>
              <a:path w="715644" h="37465">
                <a:moveTo>
                  <a:pt x="507227" y="30001"/>
                </a:moveTo>
                <a:lnTo>
                  <a:pt x="77981" y="30001"/>
                </a:lnTo>
                <a:lnTo>
                  <a:pt x="97418" y="30614"/>
                </a:lnTo>
                <a:lnTo>
                  <a:pt x="122505" y="32546"/>
                </a:lnTo>
                <a:lnTo>
                  <a:pt x="122314" y="32546"/>
                </a:lnTo>
                <a:lnTo>
                  <a:pt x="148523" y="34925"/>
                </a:lnTo>
                <a:lnTo>
                  <a:pt x="180397" y="36791"/>
                </a:lnTo>
                <a:lnTo>
                  <a:pt x="214356" y="37411"/>
                </a:lnTo>
                <a:lnTo>
                  <a:pt x="373970" y="37411"/>
                </a:lnTo>
                <a:lnTo>
                  <a:pt x="414569" y="36791"/>
                </a:lnTo>
                <a:lnTo>
                  <a:pt x="415526" y="36791"/>
                </a:lnTo>
                <a:lnTo>
                  <a:pt x="453610" y="34292"/>
                </a:lnTo>
                <a:lnTo>
                  <a:pt x="507227" y="30001"/>
                </a:lnTo>
                <a:close/>
              </a:path>
              <a:path w="715644" h="37465">
                <a:moveTo>
                  <a:pt x="80151" y="11112"/>
                </a:moveTo>
                <a:lnTo>
                  <a:pt x="27015" y="11112"/>
                </a:lnTo>
                <a:lnTo>
                  <a:pt x="15389" y="12414"/>
                </a:lnTo>
                <a:lnTo>
                  <a:pt x="0" y="23384"/>
                </a:lnTo>
                <a:lnTo>
                  <a:pt x="274" y="25034"/>
                </a:lnTo>
                <a:lnTo>
                  <a:pt x="401" y="25793"/>
                </a:lnTo>
                <a:lnTo>
                  <a:pt x="8789" y="32546"/>
                </a:lnTo>
                <a:lnTo>
                  <a:pt x="9897" y="32546"/>
                </a:lnTo>
                <a:lnTo>
                  <a:pt x="17913" y="31203"/>
                </a:lnTo>
                <a:lnTo>
                  <a:pt x="17777" y="31203"/>
                </a:lnTo>
                <a:lnTo>
                  <a:pt x="28605" y="30001"/>
                </a:lnTo>
                <a:lnTo>
                  <a:pt x="507227" y="30001"/>
                </a:lnTo>
                <a:lnTo>
                  <a:pt x="597369" y="22571"/>
                </a:lnTo>
                <a:lnTo>
                  <a:pt x="624418" y="20723"/>
                </a:lnTo>
                <a:lnTo>
                  <a:pt x="644013" y="19636"/>
                </a:lnTo>
                <a:lnTo>
                  <a:pt x="642125" y="19636"/>
                </a:lnTo>
                <a:lnTo>
                  <a:pt x="665972" y="18888"/>
                </a:lnTo>
                <a:lnTo>
                  <a:pt x="715542" y="18888"/>
                </a:lnTo>
                <a:lnTo>
                  <a:pt x="715537" y="18535"/>
                </a:lnTo>
                <a:lnTo>
                  <a:pt x="218458" y="18535"/>
                </a:lnTo>
                <a:lnTo>
                  <a:pt x="181716" y="17865"/>
                </a:lnTo>
                <a:lnTo>
                  <a:pt x="181212" y="17865"/>
                </a:lnTo>
                <a:lnTo>
                  <a:pt x="150804" y="16079"/>
                </a:lnTo>
                <a:lnTo>
                  <a:pt x="150483" y="16079"/>
                </a:lnTo>
                <a:lnTo>
                  <a:pt x="122638" y="13549"/>
                </a:lnTo>
                <a:lnTo>
                  <a:pt x="98129" y="11676"/>
                </a:lnTo>
                <a:lnTo>
                  <a:pt x="80151" y="11112"/>
                </a:lnTo>
                <a:close/>
              </a:path>
              <a:path w="715644" h="37465">
                <a:moveTo>
                  <a:pt x="691347" y="21089"/>
                </a:moveTo>
                <a:lnTo>
                  <a:pt x="701921" y="27927"/>
                </a:lnTo>
                <a:lnTo>
                  <a:pt x="703066" y="28381"/>
                </a:lnTo>
                <a:lnTo>
                  <a:pt x="705537" y="28835"/>
                </a:lnTo>
                <a:lnTo>
                  <a:pt x="706685" y="28835"/>
                </a:lnTo>
                <a:lnTo>
                  <a:pt x="708803" y="28381"/>
                </a:lnTo>
                <a:lnTo>
                  <a:pt x="709016" y="28381"/>
                </a:lnTo>
                <a:lnTo>
                  <a:pt x="715131" y="22084"/>
                </a:lnTo>
                <a:lnTo>
                  <a:pt x="715244" y="21468"/>
                </a:lnTo>
                <a:lnTo>
                  <a:pt x="692458" y="21468"/>
                </a:lnTo>
                <a:lnTo>
                  <a:pt x="691347" y="21089"/>
                </a:lnTo>
                <a:close/>
              </a:path>
              <a:path w="715644" h="37465">
                <a:moveTo>
                  <a:pt x="690369" y="20457"/>
                </a:moveTo>
                <a:lnTo>
                  <a:pt x="691347" y="21089"/>
                </a:lnTo>
                <a:lnTo>
                  <a:pt x="692458" y="21468"/>
                </a:lnTo>
                <a:lnTo>
                  <a:pt x="690369" y="20457"/>
                </a:lnTo>
                <a:close/>
              </a:path>
              <a:path w="715644" h="37465">
                <a:moveTo>
                  <a:pt x="715429" y="20457"/>
                </a:moveTo>
                <a:lnTo>
                  <a:pt x="690369" y="20457"/>
                </a:lnTo>
                <a:lnTo>
                  <a:pt x="692458" y="21468"/>
                </a:lnTo>
                <a:lnTo>
                  <a:pt x="715244" y="21468"/>
                </a:lnTo>
                <a:lnTo>
                  <a:pt x="715313" y="21089"/>
                </a:lnTo>
                <a:lnTo>
                  <a:pt x="715429" y="20457"/>
                </a:lnTo>
                <a:close/>
              </a:path>
              <a:path w="715644" h="37465">
                <a:moveTo>
                  <a:pt x="685666" y="19155"/>
                </a:moveTo>
                <a:lnTo>
                  <a:pt x="691347" y="21089"/>
                </a:lnTo>
                <a:lnTo>
                  <a:pt x="690369" y="20457"/>
                </a:lnTo>
                <a:lnTo>
                  <a:pt x="715429" y="20457"/>
                </a:lnTo>
                <a:lnTo>
                  <a:pt x="715554" y="19636"/>
                </a:lnTo>
                <a:lnTo>
                  <a:pt x="687806" y="19636"/>
                </a:lnTo>
                <a:lnTo>
                  <a:pt x="685666" y="19155"/>
                </a:lnTo>
                <a:close/>
              </a:path>
              <a:path w="715644" h="37465">
                <a:moveTo>
                  <a:pt x="715542" y="18888"/>
                </a:moveTo>
                <a:lnTo>
                  <a:pt x="681406" y="18888"/>
                </a:lnTo>
                <a:lnTo>
                  <a:pt x="687954" y="19636"/>
                </a:lnTo>
                <a:lnTo>
                  <a:pt x="687080" y="19636"/>
                </a:lnTo>
                <a:lnTo>
                  <a:pt x="685666" y="19155"/>
                </a:lnTo>
                <a:lnTo>
                  <a:pt x="715546" y="19155"/>
                </a:lnTo>
                <a:lnTo>
                  <a:pt x="715542" y="18888"/>
                </a:lnTo>
                <a:close/>
              </a:path>
              <a:path w="715644" h="37465">
                <a:moveTo>
                  <a:pt x="715546" y="19155"/>
                </a:moveTo>
                <a:lnTo>
                  <a:pt x="685666" y="19155"/>
                </a:lnTo>
                <a:lnTo>
                  <a:pt x="687806" y="19636"/>
                </a:lnTo>
                <a:lnTo>
                  <a:pt x="715554" y="19636"/>
                </a:lnTo>
                <a:lnTo>
                  <a:pt x="715546" y="19155"/>
                </a:lnTo>
                <a:close/>
              </a:path>
              <a:path w="715644" h="37465">
                <a:moveTo>
                  <a:pt x="683002" y="0"/>
                </a:moveTo>
                <a:lnTo>
                  <a:pt x="663799" y="0"/>
                </a:lnTo>
                <a:lnTo>
                  <a:pt x="645595" y="570"/>
                </a:lnTo>
                <a:lnTo>
                  <a:pt x="623248" y="1811"/>
                </a:lnTo>
                <a:lnTo>
                  <a:pt x="595998" y="3671"/>
                </a:lnTo>
                <a:lnTo>
                  <a:pt x="451958" y="15416"/>
                </a:lnTo>
                <a:lnTo>
                  <a:pt x="414577" y="17865"/>
                </a:lnTo>
                <a:lnTo>
                  <a:pt x="368633" y="18535"/>
                </a:lnTo>
                <a:lnTo>
                  <a:pt x="715537" y="18535"/>
                </a:lnTo>
                <a:lnTo>
                  <a:pt x="715095" y="16470"/>
                </a:lnTo>
                <a:lnTo>
                  <a:pt x="715011" y="16079"/>
                </a:lnTo>
                <a:lnTo>
                  <a:pt x="689794" y="769"/>
                </a:lnTo>
                <a:lnTo>
                  <a:pt x="683002" y="0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2933443" y="8342712"/>
            <a:ext cx="1151890" cy="441959"/>
          </a:xfrm>
          <a:custGeom>
            <a:avLst/>
            <a:gdLst/>
            <a:ahLst/>
            <a:cxnLst/>
            <a:rect l="l" t="t" r="r" b="b"/>
            <a:pathLst>
              <a:path w="1151889" h="441959">
                <a:moveTo>
                  <a:pt x="737770" y="146049"/>
                </a:moveTo>
                <a:lnTo>
                  <a:pt x="699066" y="160019"/>
                </a:lnTo>
                <a:lnTo>
                  <a:pt x="640690" y="180339"/>
                </a:lnTo>
                <a:lnTo>
                  <a:pt x="550023" y="213411"/>
                </a:lnTo>
                <a:lnTo>
                  <a:pt x="512484" y="226059"/>
                </a:lnTo>
                <a:lnTo>
                  <a:pt x="473008" y="238759"/>
                </a:lnTo>
                <a:lnTo>
                  <a:pt x="433688" y="252729"/>
                </a:lnTo>
                <a:lnTo>
                  <a:pt x="433077" y="252729"/>
                </a:lnTo>
                <a:lnTo>
                  <a:pt x="397313" y="267969"/>
                </a:lnTo>
                <a:lnTo>
                  <a:pt x="362573" y="283313"/>
                </a:lnTo>
                <a:lnTo>
                  <a:pt x="355871" y="286127"/>
                </a:lnTo>
                <a:lnTo>
                  <a:pt x="354950" y="286531"/>
                </a:lnTo>
                <a:lnTo>
                  <a:pt x="326543" y="298516"/>
                </a:lnTo>
                <a:lnTo>
                  <a:pt x="291932" y="312419"/>
                </a:lnTo>
                <a:lnTo>
                  <a:pt x="196325" y="354329"/>
                </a:lnTo>
                <a:lnTo>
                  <a:pt x="196907" y="354329"/>
                </a:lnTo>
                <a:lnTo>
                  <a:pt x="167264" y="364489"/>
                </a:lnTo>
                <a:lnTo>
                  <a:pt x="139080" y="374649"/>
                </a:lnTo>
                <a:lnTo>
                  <a:pt x="111053" y="386079"/>
                </a:lnTo>
                <a:lnTo>
                  <a:pt x="84680" y="397805"/>
                </a:lnTo>
                <a:lnTo>
                  <a:pt x="64313" y="405236"/>
                </a:lnTo>
                <a:lnTo>
                  <a:pt x="45018" y="411479"/>
                </a:lnTo>
                <a:lnTo>
                  <a:pt x="45515" y="411479"/>
                </a:lnTo>
                <a:lnTo>
                  <a:pt x="29636" y="416559"/>
                </a:lnTo>
                <a:lnTo>
                  <a:pt x="31064" y="416559"/>
                </a:lnTo>
                <a:lnTo>
                  <a:pt x="18751" y="417829"/>
                </a:lnTo>
                <a:lnTo>
                  <a:pt x="12914" y="419099"/>
                </a:lnTo>
                <a:lnTo>
                  <a:pt x="10179" y="419099"/>
                </a:lnTo>
                <a:lnTo>
                  <a:pt x="6358" y="421639"/>
                </a:lnTo>
                <a:lnTo>
                  <a:pt x="0" y="433069"/>
                </a:lnTo>
                <a:lnTo>
                  <a:pt x="354" y="435609"/>
                </a:lnTo>
                <a:lnTo>
                  <a:pt x="763" y="436879"/>
                </a:lnTo>
                <a:lnTo>
                  <a:pt x="2043" y="439419"/>
                </a:lnTo>
                <a:lnTo>
                  <a:pt x="2866" y="439419"/>
                </a:lnTo>
                <a:lnTo>
                  <a:pt x="4875" y="441959"/>
                </a:lnTo>
                <a:lnTo>
                  <a:pt x="13299" y="441959"/>
                </a:lnTo>
                <a:lnTo>
                  <a:pt x="15460" y="440689"/>
                </a:lnTo>
                <a:lnTo>
                  <a:pt x="16377" y="439419"/>
                </a:lnTo>
                <a:lnTo>
                  <a:pt x="16890" y="438559"/>
                </a:lnTo>
                <a:lnTo>
                  <a:pt x="17192" y="438224"/>
                </a:lnTo>
                <a:lnTo>
                  <a:pt x="18267" y="436879"/>
                </a:lnTo>
                <a:lnTo>
                  <a:pt x="16424" y="436879"/>
                </a:lnTo>
                <a:lnTo>
                  <a:pt x="18978" y="436084"/>
                </a:lnTo>
                <a:lnTo>
                  <a:pt x="19401" y="435609"/>
                </a:lnTo>
                <a:lnTo>
                  <a:pt x="27364" y="435609"/>
                </a:lnTo>
                <a:lnTo>
                  <a:pt x="33413" y="434339"/>
                </a:lnTo>
                <a:lnTo>
                  <a:pt x="34842" y="434339"/>
                </a:lnTo>
                <a:lnTo>
                  <a:pt x="50721" y="430529"/>
                </a:lnTo>
                <a:lnTo>
                  <a:pt x="51217" y="429259"/>
                </a:lnTo>
                <a:lnTo>
                  <a:pt x="71243" y="422909"/>
                </a:lnTo>
                <a:lnTo>
                  <a:pt x="92558" y="414019"/>
                </a:lnTo>
                <a:lnTo>
                  <a:pt x="118220" y="403859"/>
                </a:lnTo>
                <a:lnTo>
                  <a:pt x="145836" y="392502"/>
                </a:lnTo>
                <a:lnTo>
                  <a:pt x="176765" y="381254"/>
                </a:lnTo>
                <a:lnTo>
                  <a:pt x="203309" y="372109"/>
                </a:lnTo>
                <a:lnTo>
                  <a:pt x="203890" y="370839"/>
                </a:lnTo>
                <a:lnTo>
                  <a:pt x="250788" y="350519"/>
                </a:lnTo>
                <a:lnTo>
                  <a:pt x="298563" y="330322"/>
                </a:lnTo>
                <a:lnTo>
                  <a:pt x="333811" y="316229"/>
                </a:lnTo>
                <a:lnTo>
                  <a:pt x="370108" y="300989"/>
                </a:lnTo>
                <a:lnTo>
                  <a:pt x="440496" y="270509"/>
                </a:lnTo>
                <a:lnTo>
                  <a:pt x="439886" y="270509"/>
                </a:lnTo>
                <a:lnTo>
                  <a:pt x="480713" y="256005"/>
                </a:lnTo>
                <a:lnTo>
                  <a:pt x="518478" y="243839"/>
                </a:lnTo>
                <a:lnTo>
                  <a:pt x="556459" y="231139"/>
                </a:lnTo>
                <a:lnTo>
                  <a:pt x="592063" y="218439"/>
                </a:lnTo>
                <a:lnTo>
                  <a:pt x="646986" y="198168"/>
                </a:lnTo>
                <a:lnTo>
                  <a:pt x="707652" y="176991"/>
                </a:lnTo>
                <a:lnTo>
                  <a:pt x="743762" y="165099"/>
                </a:lnTo>
                <a:lnTo>
                  <a:pt x="744253" y="163829"/>
                </a:lnTo>
                <a:lnTo>
                  <a:pt x="787131" y="147319"/>
                </a:lnTo>
                <a:lnTo>
                  <a:pt x="737279" y="147319"/>
                </a:lnTo>
                <a:lnTo>
                  <a:pt x="737770" y="146049"/>
                </a:lnTo>
                <a:close/>
              </a:path>
              <a:path w="1151889" h="441959">
                <a:moveTo>
                  <a:pt x="20500" y="435609"/>
                </a:moveTo>
                <a:lnTo>
                  <a:pt x="18978" y="436084"/>
                </a:lnTo>
                <a:lnTo>
                  <a:pt x="17067" y="438224"/>
                </a:lnTo>
                <a:lnTo>
                  <a:pt x="18893" y="436879"/>
                </a:lnTo>
                <a:lnTo>
                  <a:pt x="20500" y="435609"/>
                </a:lnTo>
                <a:close/>
              </a:path>
              <a:path w="1151889" h="441959">
                <a:moveTo>
                  <a:pt x="18978" y="436084"/>
                </a:moveTo>
                <a:lnTo>
                  <a:pt x="16424" y="436879"/>
                </a:lnTo>
                <a:lnTo>
                  <a:pt x="18267" y="436879"/>
                </a:lnTo>
                <a:lnTo>
                  <a:pt x="18978" y="436084"/>
                </a:lnTo>
                <a:close/>
              </a:path>
              <a:path w="1151889" h="441959">
                <a:moveTo>
                  <a:pt x="27364" y="435609"/>
                </a:moveTo>
                <a:lnTo>
                  <a:pt x="20500" y="435609"/>
                </a:lnTo>
                <a:lnTo>
                  <a:pt x="18893" y="436879"/>
                </a:lnTo>
                <a:lnTo>
                  <a:pt x="21315" y="436879"/>
                </a:lnTo>
                <a:lnTo>
                  <a:pt x="27364" y="435609"/>
                </a:lnTo>
                <a:close/>
              </a:path>
              <a:path w="1151889" h="441959">
                <a:moveTo>
                  <a:pt x="20500" y="435609"/>
                </a:moveTo>
                <a:lnTo>
                  <a:pt x="19401" y="435609"/>
                </a:lnTo>
                <a:lnTo>
                  <a:pt x="18978" y="436084"/>
                </a:lnTo>
                <a:lnTo>
                  <a:pt x="20500" y="435609"/>
                </a:lnTo>
                <a:close/>
              </a:path>
              <a:path w="1151889" h="441959">
                <a:moveTo>
                  <a:pt x="64348" y="405236"/>
                </a:moveTo>
                <a:lnTo>
                  <a:pt x="64016" y="405236"/>
                </a:lnTo>
                <a:lnTo>
                  <a:pt x="61113" y="406281"/>
                </a:lnTo>
                <a:lnTo>
                  <a:pt x="64348" y="405236"/>
                </a:lnTo>
                <a:close/>
              </a:path>
              <a:path w="1151889" h="441959">
                <a:moveTo>
                  <a:pt x="147854" y="391753"/>
                </a:moveTo>
                <a:lnTo>
                  <a:pt x="145815" y="392502"/>
                </a:lnTo>
                <a:lnTo>
                  <a:pt x="146021" y="392502"/>
                </a:lnTo>
                <a:lnTo>
                  <a:pt x="147854" y="391753"/>
                </a:lnTo>
                <a:close/>
              </a:path>
              <a:path w="1151889" h="441959">
                <a:moveTo>
                  <a:pt x="305901" y="327378"/>
                </a:moveTo>
                <a:lnTo>
                  <a:pt x="298546" y="330322"/>
                </a:lnTo>
                <a:lnTo>
                  <a:pt x="298888" y="330322"/>
                </a:lnTo>
                <a:lnTo>
                  <a:pt x="305901" y="327378"/>
                </a:lnTo>
                <a:close/>
              </a:path>
              <a:path w="1151889" h="441959">
                <a:moveTo>
                  <a:pt x="326551" y="298516"/>
                </a:moveTo>
                <a:lnTo>
                  <a:pt x="326366" y="298516"/>
                </a:lnTo>
                <a:lnTo>
                  <a:pt x="322308" y="300220"/>
                </a:lnTo>
                <a:lnTo>
                  <a:pt x="326551" y="298516"/>
                </a:lnTo>
                <a:close/>
              </a:path>
              <a:path w="1151889" h="441959">
                <a:moveTo>
                  <a:pt x="362562" y="283313"/>
                </a:moveTo>
                <a:lnTo>
                  <a:pt x="362294" y="283313"/>
                </a:lnTo>
                <a:lnTo>
                  <a:pt x="356545" y="285832"/>
                </a:lnTo>
                <a:lnTo>
                  <a:pt x="362562" y="283313"/>
                </a:lnTo>
                <a:close/>
              </a:path>
              <a:path w="1151889" h="441959">
                <a:moveTo>
                  <a:pt x="422097" y="278399"/>
                </a:moveTo>
                <a:lnTo>
                  <a:pt x="404769" y="285832"/>
                </a:lnTo>
                <a:lnTo>
                  <a:pt x="404992" y="285832"/>
                </a:lnTo>
                <a:lnTo>
                  <a:pt x="422097" y="278399"/>
                </a:lnTo>
                <a:close/>
              </a:path>
              <a:path w="1151889" h="441959">
                <a:moveTo>
                  <a:pt x="550032" y="213411"/>
                </a:moveTo>
                <a:lnTo>
                  <a:pt x="549870" y="213411"/>
                </a:lnTo>
                <a:lnTo>
                  <a:pt x="547198" y="214366"/>
                </a:lnTo>
                <a:lnTo>
                  <a:pt x="550032" y="213411"/>
                </a:lnTo>
                <a:close/>
              </a:path>
              <a:path w="1151889" h="441959">
                <a:moveTo>
                  <a:pt x="1081231" y="135889"/>
                </a:moveTo>
                <a:lnTo>
                  <a:pt x="1047592" y="135889"/>
                </a:lnTo>
                <a:lnTo>
                  <a:pt x="1045739" y="138429"/>
                </a:lnTo>
                <a:lnTo>
                  <a:pt x="1045010" y="138429"/>
                </a:lnTo>
                <a:lnTo>
                  <a:pt x="1043948" y="140969"/>
                </a:lnTo>
                <a:lnTo>
                  <a:pt x="1043655" y="142239"/>
                </a:lnTo>
                <a:lnTo>
                  <a:pt x="1043731" y="146049"/>
                </a:lnTo>
                <a:lnTo>
                  <a:pt x="1044590" y="148589"/>
                </a:lnTo>
                <a:lnTo>
                  <a:pt x="1045229" y="149859"/>
                </a:lnTo>
                <a:lnTo>
                  <a:pt x="1046925" y="151129"/>
                </a:lnTo>
                <a:lnTo>
                  <a:pt x="1047918" y="152399"/>
                </a:lnTo>
                <a:lnTo>
                  <a:pt x="1050196" y="153669"/>
                </a:lnTo>
                <a:lnTo>
                  <a:pt x="1055119" y="153669"/>
                </a:lnTo>
                <a:lnTo>
                  <a:pt x="1065268" y="149859"/>
                </a:lnTo>
                <a:lnTo>
                  <a:pt x="1065885" y="149859"/>
                </a:lnTo>
                <a:lnTo>
                  <a:pt x="1067053" y="148589"/>
                </a:lnTo>
                <a:lnTo>
                  <a:pt x="1067589" y="148589"/>
                </a:lnTo>
                <a:lnTo>
                  <a:pt x="1071105" y="144779"/>
                </a:lnTo>
                <a:lnTo>
                  <a:pt x="1071982" y="144779"/>
                </a:lnTo>
                <a:lnTo>
                  <a:pt x="1075008" y="142239"/>
                </a:lnTo>
                <a:lnTo>
                  <a:pt x="1081231" y="135889"/>
                </a:lnTo>
                <a:close/>
              </a:path>
              <a:path w="1151889" h="441959">
                <a:moveTo>
                  <a:pt x="1100400" y="25242"/>
                </a:moveTo>
                <a:lnTo>
                  <a:pt x="1099327" y="25399"/>
                </a:lnTo>
                <a:lnTo>
                  <a:pt x="1089186" y="27939"/>
                </a:lnTo>
                <a:lnTo>
                  <a:pt x="1077611" y="30479"/>
                </a:lnTo>
                <a:lnTo>
                  <a:pt x="1064707" y="34289"/>
                </a:lnTo>
                <a:lnTo>
                  <a:pt x="1049117" y="39526"/>
                </a:lnTo>
                <a:lnTo>
                  <a:pt x="1032884" y="43179"/>
                </a:lnTo>
                <a:lnTo>
                  <a:pt x="1012879" y="49641"/>
                </a:lnTo>
                <a:lnTo>
                  <a:pt x="991172" y="57149"/>
                </a:lnTo>
                <a:lnTo>
                  <a:pt x="967365" y="64769"/>
                </a:lnTo>
                <a:lnTo>
                  <a:pt x="938650" y="74929"/>
                </a:lnTo>
                <a:lnTo>
                  <a:pt x="907654" y="86438"/>
                </a:lnTo>
                <a:lnTo>
                  <a:pt x="873939" y="97789"/>
                </a:lnTo>
                <a:lnTo>
                  <a:pt x="807337" y="119379"/>
                </a:lnTo>
                <a:lnTo>
                  <a:pt x="773574" y="132079"/>
                </a:lnTo>
                <a:lnTo>
                  <a:pt x="737279" y="147319"/>
                </a:lnTo>
                <a:lnTo>
                  <a:pt x="787131" y="147319"/>
                </a:lnTo>
                <a:lnTo>
                  <a:pt x="813747" y="137159"/>
                </a:lnTo>
                <a:lnTo>
                  <a:pt x="813329" y="137159"/>
                </a:lnTo>
                <a:lnTo>
                  <a:pt x="914158" y="104139"/>
                </a:lnTo>
                <a:lnTo>
                  <a:pt x="945182" y="92709"/>
                </a:lnTo>
                <a:lnTo>
                  <a:pt x="973255" y="82665"/>
                </a:lnTo>
                <a:lnTo>
                  <a:pt x="996890" y="74929"/>
                </a:lnTo>
                <a:lnTo>
                  <a:pt x="1018796" y="67309"/>
                </a:lnTo>
                <a:lnTo>
                  <a:pt x="1036394" y="62762"/>
                </a:lnTo>
                <a:lnTo>
                  <a:pt x="1055028" y="57149"/>
                </a:lnTo>
                <a:lnTo>
                  <a:pt x="1070103" y="52069"/>
                </a:lnTo>
                <a:lnTo>
                  <a:pt x="1082393" y="49641"/>
                </a:lnTo>
                <a:lnTo>
                  <a:pt x="1093789" y="45813"/>
                </a:lnTo>
                <a:lnTo>
                  <a:pt x="1093393" y="45813"/>
                </a:lnTo>
                <a:lnTo>
                  <a:pt x="1103588" y="43179"/>
                </a:lnTo>
                <a:lnTo>
                  <a:pt x="1107095" y="43179"/>
                </a:lnTo>
                <a:lnTo>
                  <a:pt x="1110876" y="41909"/>
                </a:lnTo>
                <a:lnTo>
                  <a:pt x="1112537" y="41909"/>
                </a:lnTo>
                <a:lnTo>
                  <a:pt x="1119632" y="39526"/>
                </a:lnTo>
                <a:lnTo>
                  <a:pt x="1120010" y="39526"/>
                </a:lnTo>
                <a:lnTo>
                  <a:pt x="1120818" y="38099"/>
                </a:lnTo>
                <a:lnTo>
                  <a:pt x="1127782" y="35559"/>
                </a:lnTo>
                <a:lnTo>
                  <a:pt x="1128604" y="34289"/>
                </a:lnTo>
                <a:lnTo>
                  <a:pt x="1130053" y="33019"/>
                </a:lnTo>
                <a:lnTo>
                  <a:pt x="1130393" y="32304"/>
                </a:lnTo>
                <a:lnTo>
                  <a:pt x="1126411" y="30479"/>
                </a:lnTo>
                <a:lnTo>
                  <a:pt x="1118770" y="30479"/>
                </a:lnTo>
                <a:lnTo>
                  <a:pt x="1115454" y="29241"/>
                </a:lnTo>
                <a:lnTo>
                  <a:pt x="1117716" y="29241"/>
                </a:lnTo>
                <a:lnTo>
                  <a:pt x="1100400" y="25242"/>
                </a:lnTo>
                <a:close/>
              </a:path>
              <a:path w="1151889" h="441959">
                <a:moveTo>
                  <a:pt x="1071982" y="144779"/>
                </a:moveTo>
                <a:lnTo>
                  <a:pt x="1071105" y="144779"/>
                </a:lnTo>
                <a:lnTo>
                  <a:pt x="1070470" y="146049"/>
                </a:lnTo>
                <a:lnTo>
                  <a:pt x="1071982" y="144779"/>
                </a:lnTo>
                <a:close/>
              </a:path>
              <a:path w="1151889" h="441959">
                <a:moveTo>
                  <a:pt x="815934" y="136325"/>
                </a:moveTo>
                <a:lnTo>
                  <a:pt x="813329" y="137159"/>
                </a:lnTo>
                <a:lnTo>
                  <a:pt x="813747" y="137159"/>
                </a:lnTo>
                <a:lnTo>
                  <a:pt x="815934" y="136325"/>
                </a:lnTo>
                <a:close/>
              </a:path>
              <a:path w="1151889" h="441959">
                <a:moveTo>
                  <a:pt x="1056022" y="132930"/>
                </a:moveTo>
                <a:lnTo>
                  <a:pt x="1048645" y="135889"/>
                </a:lnTo>
                <a:lnTo>
                  <a:pt x="1081690" y="135889"/>
                </a:lnTo>
                <a:lnTo>
                  <a:pt x="1083051" y="134619"/>
                </a:lnTo>
                <a:lnTo>
                  <a:pt x="1054681" y="134619"/>
                </a:lnTo>
                <a:lnTo>
                  <a:pt x="1056022" y="132930"/>
                </a:lnTo>
                <a:close/>
              </a:path>
              <a:path w="1151889" h="441959">
                <a:moveTo>
                  <a:pt x="1058143" y="132079"/>
                </a:moveTo>
                <a:lnTo>
                  <a:pt x="1056022" y="132930"/>
                </a:lnTo>
                <a:lnTo>
                  <a:pt x="1054681" y="134619"/>
                </a:lnTo>
                <a:lnTo>
                  <a:pt x="1058143" y="132079"/>
                </a:lnTo>
                <a:close/>
              </a:path>
              <a:path w="1151889" h="441959">
                <a:moveTo>
                  <a:pt x="1085774" y="132079"/>
                </a:moveTo>
                <a:lnTo>
                  <a:pt x="1058143" y="132079"/>
                </a:lnTo>
                <a:lnTo>
                  <a:pt x="1054681" y="134619"/>
                </a:lnTo>
                <a:lnTo>
                  <a:pt x="1083051" y="134619"/>
                </a:lnTo>
                <a:lnTo>
                  <a:pt x="1085774" y="132079"/>
                </a:lnTo>
                <a:close/>
              </a:path>
              <a:path w="1151889" h="441959">
                <a:moveTo>
                  <a:pt x="1111450" y="77469"/>
                </a:moveTo>
                <a:lnTo>
                  <a:pt x="1102377" y="88899"/>
                </a:lnTo>
                <a:lnTo>
                  <a:pt x="1102008" y="88899"/>
                </a:lnTo>
                <a:lnTo>
                  <a:pt x="1092762" y="97789"/>
                </a:lnTo>
                <a:lnTo>
                  <a:pt x="1082932" y="106679"/>
                </a:lnTo>
                <a:lnTo>
                  <a:pt x="1082348" y="107949"/>
                </a:lnTo>
                <a:lnTo>
                  <a:pt x="1074787" y="115569"/>
                </a:lnTo>
                <a:lnTo>
                  <a:pt x="1075098" y="115569"/>
                </a:lnTo>
                <a:lnTo>
                  <a:pt x="1068292" y="121919"/>
                </a:lnTo>
                <a:lnTo>
                  <a:pt x="1068753" y="121919"/>
                </a:lnTo>
                <a:lnTo>
                  <a:pt x="1062704" y="126999"/>
                </a:lnTo>
                <a:lnTo>
                  <a:pt x="1062876" y="126999"/>
                </a:lnTo>
                <a:lnTo>
                  <a:pt x="1058340" y="130809"/>
                </a:lnTo>
                <a:lnTo>
                  <a:pt x="1057705" y="130809"/>
                </a:lnTo>
                <a:lnTo>
                  <a:pt x="1056022" y="132930"/>
                </a:lnTo>
                <a:lnTo>
                  <a:pt x="1058143" y="132079"/>
                </a:lnTo>
                <a:lnTo>
                  <a:pt x="1085774" y="132079"/>
                </a:lnTo>
                <a:lnTo>
                  <a:pt x="1088496" y="129539"/>
                </a:lnTo>
                <a:lnTo>
                  <a:pt x="1096369" y="120649"/>
                </a:lnTo>
                <a:lnTo>
                  <a:pt x="1095785" y="120649"/>
                </a:lnTo>
                <a:lnTo>
                  <a:pt x="1105635" y="111759"/>
                </a:lnTo>
                <a:lnTo>
                  <a:pt x="1116222" y="101599"/>
                </a:lnTo>
                <a:lnTo>
                  <a:pt x="1117173" y="100329"/>
                </a:lnTo>
                <a:lnTo>
                  <a:pt x="1126247" y="90169"/>
                </a:lnTo>
                <a:lnTo>
                  <a:pt x="1126656" y="88899"/>
                </a:lnTo>
                <a:lnTo>
                  <a:pt x="1102377" y="88899"/>
                </a:lnTo>
                <a:lnTo>
                  <a:pt x="1103389" y="87625"/>
                </a:lnTo>
                <a:lnTo>
                  <a:pt x="1127592" y="87625"/>
                </a:lnTo>
                <a:lnTo>
                  <a:pt x="1134117" y="78739"/>
                </a:lnTo>
                <a:lnTo>
                  <a:pt x="1111041" y="78739"/>
                </a:lnTo>
                <a:lnTo>
                  <a:pt x="1111450" y="77469"/>
                </a:lnTo>
                <a:close/>
              </a:path>
              <a:path w="1151889" h="441959">
                <a:moveTo>
                  <a:pt x="907675" y="86438"/>
                </a:moveTo>
                <a:lnTo>
                  <a:pt x="907436" y="86438"/>
                </a:lnTo>
                <a:lnTo>
                  <a:pt x="904830" y="87399"/>
                </a:lnTo>
                <a:lnTo>
                  <a:pt x="907675" y="86438"/>
                </a:lnTo>
                <a:close/>
              </a:path>
              <a:path w="1151889" h="441959">
                <a:moveTo>
                  <a:pt x="978332" y="80988"/>
                </a:moveTo>
                <a:lnTo>
                  <a:pt x="973226" y="82665"/>
                </a:lnTo>
                <a:lnTo>
                  <a:pt x="973589" y="82665"/>
                </a:lnTo>
                <a:lnTo>
                  <a:pt x="978332" y="80988"/>
                </a:lnTo>
                <a:close/>
              </a:path>
              <a:path w="1151889" h="441959">
                <a:moveTo>
                  <a:pt x="1126845" y="54609"/>
                </a:moveTo>
                <a:lnTo>
                  <a:pt x="1111041" y="78739"/>
                </a:lnTo>
                <a:lnTo>
                  <a:pt x="1134117" y="78739"/>
                </a:lnTo>
                <a:lnTo>
                  <a:pt x="1135049" y="77469"/>
                </a:lnTo>
                <a:lnTo>
                  <a:pt x="1142611" y="66039"/>
                </a:lnTo>
                <a:lnTo>
                  <a:pt x="1143071" y="64769"/>
                </a:lnTo>
                <a:lnTo>
                  <a:pt x="1147701" y="55879"/>
                </a:lnTo>
                <a:lnTo>
                  <a:pt x="1126387" y="55879"/>
                </a:lnTo>
                <a:lnTo>
                  <a:pt x="1126845" y="54609"/>
                </a:lnTo>
                <a:close/>
              </a:path>
              <a:path w="1151889" h="441959">
                <a:moveTo>
                  <a:pt x="1038433" y="62148"/>
                </a:moveTo>
                <a:lnTo>
                  <a:pt x="1036394" y="62762"/>
                </a:lnTo>
                <a:lnTo>
                  <a:pt x="1038182" y="62301"/>
                </a:lnTo>
                <a:lnTo>
                  <a:pt x="1038433" y="62148"/>
                </a:lnTo>
                <a:close/>
              </a:path>
              <a:path w="1151889" h="441959">
                <a:moveTo>
                  <a:pt x="1151149" y="45813"/>
                </a:moveTo>
                <a:lnTo>
                  <a:pt x="1131631" y="45813"/>
                </a:lnTo>
                <a:lnTo>
                  <a:pt x="1126387" y="55879"/>
                </a:lnTo>
                <a:lnTo>
                  <a:pt x="1147701" y="55879"/>
                </a:lnTo>
                <a:lnTo>
                  <a:pt x="1149041" y="53339"/>
                </a:lnTo>
                <a:lnTo>
                  <a:pt x="1150743" y="48259"/>
                </a:lnTo>
                <a:lnTo>
                  <a:pt x="1151149" y="45813"/>
                </a:lnTo>
                <a:close/>
              </a:path>
              <a:path w="1151889" h="441959">
                <a:moveTo>
                  <a:pt x="1132426" y="42739"/>
                </a:moveTo>
                <a:lnTo>
                  <a:pt x="1130972" y="47078"/>
                </a:lnTo>
                <a:lnTo>
                  <a:pt x="1131630" y="45813"/>
                </a:lnTo>
                <a:lnTo>
                  <a:pt x="1151156" y="45813"/>
                </a:lnTo>
                <a:lnTo>
                  <a:pt x="1151278" y="44449"/>
                </a:lnTo>
                <a:lnTo>
                  <a:pt x="1132282" y="44449"/>
                </a:lnTo>
                <a:lnTo>
                  <a:pt x="1132493" y="43179"/>
                </a:lnTo>
                <a:lnTo>
                  <a:pt x="1132426" y="42739"/>
                </a:lnTo>
                <a:close/>
              </a:path>
              <a:path w="1151889" h="441959">
                <a:moveTo>
                  <a:pt x="1095104" y="45371"/>
                </a:moveTo>
                <a:lnTo>
                  <a:pt x="1093393" y="45813"/>
                </a:lnTo>
                <a:lnTo>
                  <a:pt x="1093788" y="45813"/>
                </a:lnTo>
                <a:lnTo>
                  <a:pt x="1095104" y="45371"/>
                </a:lnTo>
                <a:close/>
              </a:path>
              <a:path w="1151889" h="441959">
                <a:moveTo>
                  <a:pt x="1107095" y="43179"/>
                </a:moveTo>
                <a:lnTo>
                  <a:pt x="1103588" y="43179"/>
                </a:lnTo>
                <a:lnTo>
                  <a:pt x="1103315" y="44449"/>
                </a:lnTo>
                <a:lnTo>
                  <a:pt x="1107095" y="43179"/>
                </a:lnTo>
                <a:close/>
              </a:path>
              <a:path w="1151889" h="441959">
                <a:moveTo>
                  <a:pt x="1151505" y="41909"/>
                </a:moveTo>
                <a:lnTo>
                  <a:pt x="1132704" y="41909"/>
                </a:lnTo>
                <a:lnTo>
                  <a:pt x="1132566" y="42739"/>
                </a:lnTo>
                <a:lnTo>
                  <a:pt x="1132389" y="43179"/>
                </a:lnTo>
                <a:lnTo>
                  <a:pt x="1132282" y="44449"/>
                </a:lnTo>
                <a:lnTo>
                  <a:pt x="1151278" y="44449"/>
                </a:lnTo>
                <a:lnTo>
                  <a:pt x="1151391" y="43179"/>
                </a:lnTo>
                <a:lnTo>
                  <a:pt x="1151505" y="41909"/>
                </a:lnTo>
                <a:close/>
              </a:path>
              <a:path w="1151889" h="441959">
                <a:moveTo>
                  <a:pt x="1132704" y="41909"/>
                </a:moveTo>
                <a:lnTo>
                  <a:pt x="1132426" y="42739"/>
                </a:lnTo>
                <a:lnTo>
                  <a:pt x="1132389" y="43179"/>
                </a:lnTo>
                <a:lnTo>
                  <a:pt x="1132566" y="42739"/>
                </a:lnTo>
                <a:lnTo>
                  <a:pt x="1132704" y="41909"/>
                </a:lnTo>
                <a:close/>
              </a:path>
              <a:path w="1151889" h="441959">
                <a:moveTo>
                  <a:pt x="1132815" y="33413"/>
                </a:moveTo>
                <a:lnTo>
                  <a:pt x="1132696" y="39526"/>
                </a:lnTo>
                <a:lnTo>
                  <a:pt x="1132495" y="41909"/>
                </a:lnTo>
                <a:lnTo>
                  <a:pt x="1132426" y="42739"/>
                </a:lnTo>
                <a:lnTo>
                  <a:pt x="1132704" y="41909"/>
                </a:lnTo>
                <a:lnTo>
                  <a:pt x="1151505" y="41909"/>
                </a:lnTo>
                <a:lnTo>
                  <a:pt x="1151718" y="39526"/>
                </a:lnTo>
                <a:lnTo>
                  <a:pt x="1151742" y="35559"/>
                </a:lnTo>
                <a:lnTo>
                  <a:pt x="1135590" y="35559"/>
                </a:lnTo>
                <a:lnTo>
                  <a:pt x="1133298" y="33634"/>
                </a:lnTo>
                <a:lnTo>
                  <a:pt x="1132815" y="33413"/>
                </a:lnTo>
                <a:close/>
              </a:path>
              <a:path w="1151889" h="441959">
                <a:moveTo>
                  <a:pt x="1133298" y="33634"/>
                </a:moveTo>
                <a:lnTo>
                  <a:pt x="1135590" y="35559"/>
                </a:lnTo>
                <a:lnTo>
                  <a:pt x="1135035" y="34289"/>
                </a:lnTo>
                <a:lnTo>
                  <a:pt x="1134729" y="34289"/>
                </a:lnTo>
                <a:lnTo>
                  <a:pt x="1133298" y="33634"/>
                </a:lnTo>
                <a:close/>
              </a:path>
              <a:path w="1151889" h="441959">
                <a:moveTo>
                  <a:pt x="1151758" y="29241"/>
                </a:moveTo>
                <a:lnTo>
                  <a:pt x="1132829" y="29241"/>
                </a:lnTo>
                <a:lnTo>
                  <a:pt x="1135590" y="35559"/>
                </a:lnTo>
                <a:lnTo>
                  <a:pt x="1151742" y="35559"/>
                </a:lnTo>
                <a:lnTo>
                  <a:pt x="1151758" y="29241"/>
                </a:lnTo>
                <a:close/>
              </a:path>
              <a:path w="1151889" h="441959">
                <a:moveTo>
                  <a:pt x="1132923" y="33229"/>
                </a:moveTo>
                <a:lnTo>
                  <a:pt x="1133035" y="33413"/>
                </a:lnTo>
                <a:lnTo>
                  <a:pt x="1133298" y="33634"/>
                </a:lnTo>
                <a:lnTo>
                  <a:pt x="1134729" y="34289"/>
                </a:lnTo>
                <a:lnTo>
                  <a:pt x="1132923" y="33229"/>
                </a:lnTo>
                <a:close/>
              </a:path>
              <a:path w="1151889" h="441959">
                <a:moveTo>
                  <a:pt x="1132829" y="29241"/>
                </a:moveTo>
                <a:lnTo>
                  <a:pt x="1132923" y="33229"/>
                </a:lnTo>
                <a:lnTo>
                  <a:pt x="1134729" y="34289"/>
                </a:lnTo>
                <a:lnTo>
                  <a:pt x="1135035" y="34289"/>
                </a:lnTo>
                <a:lnTo>
                  <a:pt x="1132829" y="29241"/>
                </a:lnTo>
                <a:close/>
              </a:path>
              <a:path w="1151889" h="441959">
                <a:moveTo>
                  <a:pt x="1132815" y="33229"/>
                </a:moveTo>
                <a:lnTo>
                  <a:pt x="1132815" y="33413"/>
                </a:lnTo>
                <a:lnTo>
                  <a:pt x="1133298" y="33634"/>
                </a:lnTo>
                <a:lnTo>
                  <a:pt x="1132815" y="33229"/>
                </a:lnTo>
                <a:close/>
              </a:path>
              <a:path w="1151889" h="441959">
                <a:moveTo>
                  <a:pt x="1103755" y="3809"/>
                </a:moveTo>
                <a:lnTo>
                  <a:pt x="1094681" y="3809"/>
                </a:lnTo>
                <a:lnTo>
                  <a:pt x="1121902" y="11429"/>
                </a:lnTo>
                <a:lnTo>
                  <a:pt x="1123842" y="11429"/>
                </a:lnTo>
                <a:lnTo>
                  <a:pt x="1128109" y="13969"/>
                </a:lnTo>
                <a:lnTo>
                  <a:pt x="1128890" y="13969"/>
                </a:lnTo>
                <a:lnTo>
                  <a:pt x="1130282" y="15239"/>
                </a:lnTo>
                <a:lnTo>
                  <a:pt x="1130861" y="16509"/>
                </a:lnTo>
                <a:lnTo>
                  <a:pt x="1132252" y="19049"/>
                </a:lnTo>
                <a:lnTo>
                  <a:pt x="1132989" y="20471"/>
                </a:lnTo>
                <a:lnTo>
                  <a:pt x="1133646" y="22859"/>
                </a:lnTo>
                <a:lnTo>
                  <a:pt x="1133537" y="25242"/>
                </a:lnTo>
                <a:lnTo>
                  <a:pt x="1133419" y="26275"/>
                </a:lnTo>
                <a:lnTo>
                  <a:pt x="1133374" y="26669"/>
                </a:lnTo>
                <a:lnTo>
                  <a:pt x="1133072" y="26669"/>
                </a:lnTo>
                <a:lnTo>
                  <a:pt x="1130393" y="32304"/>
                </a:lnTo>
                <a:lnTo>
                  <a:pt x="1132815" y="33413"/>
                </a:lnTo>
                <a:lnTo>
                  <a:pt x="1132815" y="33229"/>
                </a:lnTo>
                <a:lnTo>
                  <a:pt x="1132566" y="33019"/>
                </a:lnTo>
                <a:lnTo>
                  <a:pt x="1132815" y="33019"/>
                </a:lnTo>
                <a:lnTo>
                  <a:pt x="1132815" y="29241"/>
                </a:lnTo>
                <a:lnTo>
                  <a:pt x="1151758" y="29241"/>
                </a:lnTo>
                <a:lnTo>
                  <a:pt x="1151721" y="27724"/>
                </a:lnTo>
                <a:lnTo>
                  <a:pt x="1135484" y="13969"/>
                </a:lnTo>
                <a:lnTo>
                  <a:pt x="1134223" y="12699"/>
                </a:lnTo>
                <a:lnTo>
                  <a:pt x="1119855" y="7619"/>
                </a:lnTo>
                <a:lnTo>
                  <a:pt x="1118878" y="7619"/>
                </a:lnTo>
                <a:lnTo>
                  <a:pt x="1103755" y="3809"/>
                </a:lnTo>
                <a:close/>
              </a:path>
              <a:path w="1151889" h="441959">
                <a:moveTo>
                  <a:pt x="1132815" y="33019"/>
                </a:moveTo>
                <a:lnTo>
                  <a:pt x="1132566" y="33019"/>
                </a:lnTo>
                <a:lnTo>
                  <a:pt x="1132923" y="33229"/>
                </a:lnTo>
                <a:lnTo>
                  <a:pt x="1132815" y="33019"/>
                </a:lnTo>
                <a:close/>
              </a:path>
              <a:path w="1151889" h="441959">
                <a:moveTo>
                  <a:pt x="1058386" y="0"/>
                </a:moveTo>
                <a:lnTo>
                  <a:pt x="1051361" y="0"/>
                </a:lnTo>
                <a:lnTo>
                  <a:pt x="1051361" y="19049"/>
                </a:lnTo>
                <a:lnTo>
                  <a:pt x="1118393" y="19049"/>
                </a:lnTo>
                <a:lnTo>
                  <a:pt x="1115802" y="21379"/>
                </a:lnTo>
                <a:lnTo>
                  <a:pt x="1115782" y="26275"/>
                </a:lnTo>
                <a:lnTo>
                  <a:pt x="1127672" y="30479"/>
                </a:lnTo>
                <a:lnTo>
                  <a:pt x="1126411" y="30479"/>
                </a:lnTo>
                <a:lnTo>
                  <a:pt x="1130393" y="32304"/>
                </a:lnTo>
                <a:lnTo>
                  <a:pt x="1133072" y="26669"/>
                </a:lnTo>
                <a:lnTo>
                  <a:pt x="1133374" y="26669"/>
                </a:lnTo>
                <a:lnTo>
                  <a:pt x="1133419" y="26275"/>
                </a:lnTo>
                <a:lnTo>
                  <a:pt x="1133537" y="25242"/>
                </a:lnTo>
                <a:lnTo>
                  <a:pt x="1133646" y="22859"/>
                </a:lnTo>
                <a:lnTo>
                  <a:pt x="1132989" y="20471"/>
                </a:lnTo>
                <a:lnTo>
                  <a:pt x="1132252" y="19049"/>
                </a:lnTo>
                <a:lnTo>
                  <a:pt x="1130861" y="16509"/>
                </a:lnTo>
                <a:lnTo>
                  <a:pt x="1130282" y="15239"/>
                </a:lnTo>
                <a:lnTo>
                  <a:pt x="1128890" y="13969"/>
                </a:lnTo>
                <a:lnTo>
                  <a:pt x="1128109" y="13969"/>
                </a:lnTo>
                <a:lnTo>
                  <a:pt x="1123842" y="11429"/>
                </a:lnTo>
                <a:lnTo>
                  <a:pt x="1121902" y="11429"/>
                </a:lnTo>
                <a:lnTo>
                  <a:pt x="1094681" y="3809"/>
                </a:lnTo>
                <a:lnTo>
                  <a:pt x="1087277" y="3809"/>
                </a:lnTo>
                <a:lnTo>
                  <a:pt x="1079940" y="2577"/>
                </a:lnTo>
                <a:lnTo>
                  <a:pt x="1080320" y="2577"/>
                </a:lnTo>
                <a:lnTo>
                  <a:pt x="1067460" y="1269"/>
                </a:lnTo>
                <a:lnTo>
                  <a:pt x="1058386" y="0"/>
                </a:lnTo>
                <a:close/>
              </a:path>
              <a:path w="1151889" h="441959">
                <a:moveTo>
                  <a:pt x="1107103" y="23591"/>
                </a:moveTo>
                <a:lnTo>
                  <a:pt x="1105500" y="24129"/>
                </a:lnTo>
                <a:lnTo>
                  <a:pt x="1107160" y="24129"/>
                </a:lnTo>
                <a:lnTo>
                  <a:pt x="1100400" y="25242"/>
                </a:lnTo>
                <a:lnTo>
                  <a:pt x="1117716" y="29241"/>
                </a:lnTo>
                <a:lnTo>
                  <a:pt x="1115454" y="29241"/>
                </a:lnTo>
                <a:lnTo>
                  <a:pt x="1118770" y="30479"/>
                </a:lnTo>
                <a:lnTo>
                  <a:pt x="1116050" y="27939"/>
                </a:lnTo>
                <a:lnTo>
                  <a:pt x="1115825" y="27939"/>
                </a:lnTo>
                <a:lnTo>
                  <a:pt x="1114690" y="26669"/>
                </a:lnTo>
                <a:lnTo>
                  <a:pt x="1115792" y="26669"/>
                </a:lnTo>
                <a:lnTo>
                  <a:pt x="1115782" y="26275"/>
                </a:lnTo>
                <a:lnTo>
                  <a:pt x="1113306" y="25399"/>
                </a:lnTo>
                <a:lnTo>
                  <a:pt x="1114282" y="25399"/>
                </a:lnTo>
                <a:lnTo>
                  <a:pt x="1107103" y="23591"/>
                </a:lnTo>
                <a:close/>
              </a:path>
              <a:path w="1151889" h="441959">
                <a:moveTo>
                  <a:pt x="1115782" y="26275"/>
                </a:moveTo>
                <a:lnTo>
                  <a:pt x="1115820" y="27724"/>
                </a:lnTo>
                <a:lnTo>
                  <a:pt x="1118770" y="30479"/>
                </a:lnTo>
                <a:lnTo>
                  <a:pt x="1127672" y="30479"/>
                </a:lnTo>
                <a:lnTo>
                  <a:pt x="1115782" y="26275"/>
                </a:lnTo>
                <a:close/>
              </a:path>
              <a:path w="1151889" h="441959">
                <a:moveTo>
                  <a:pt x="1114690" y="26669"/>
                </a:moveTo>
                <a:lnTo>
                  <a:pt x="1115825" y="27939"/>
                </a:lnTo>
                <a:lnTo>
                  <a:pt x="1115820" y="27724"/>
                </a:lnTo>
                <a:lnTo>
                  <a:pt x="1114690" y="26669"/>
                </a:lnTo>
                <a:close/>
              </a:path>
              <a:path w="1151889" h="441959">
                <a:moveTo>
                  <a:pt x="1115820" y="27724"/>
                </a:moveTo>
                <a:lnTo>
                  <a:pt x="1115825" y="27939"/>
                </a:lnTo>
                <a:lnTo>
                  <a:pt x="1116050" y="27939"/>
                </a:lnTo>
                <a:lnTo>
                  <a:pt x="1115820" y="27724"/>
                </a:lnTo>
                <a:close/>
              </a:path>
              <a:path w="1151889" h="441959">
                <a:moveTo>
                  <a:pt x="1115792" y="26669"/>
                </a:moveTo>
                <a:lnTo>
                  <a:pt x="1114690" y="26669"/>
                </a:lnTo>
                <a:lnTo>
                  <a:pt x="1115820" y="27724"/>
                </a:lnTo>
                <a:lnTo>
                  <a:pt x="1115792" y="26669"/>
                </a:lnTo>
                <a:close/>
              </a:path>
              <a:path w="1151889" h="441959">
                <a:moveTo>
                  <a:pt x="1118393" y="19049"/>
                </a:moveTo>
                <a:lnTo>
                  <a:pt x="1112343" y="21589"/>
                </a:lnTo>
                <a:lnTo>
                  <a:pt x="1113062" y="21589"/>
                </a:lnTo>
                <a:lnTo>
                  <a:pt x="1107103" y="23591"/>
                </a:lnTo>
                <a:lnTo>
                  <a:pt x="1114282" y="25399"/>
                </a:lnTo>
                <a:lnTo>
                  <a:pt x="1113306" y="25399"/>
                </a:lnTo>
                <a:lnTo>
                  <a:pt x="1115782" y="26275"/>
                </a:lnTo>
                <a:lnTo>
                  <a:pt x="1115692" y="22859"/>
                </a:lnTo>
                <a:lnTo>
                  <a:pt x="1114155" y="22859"/>
                </a:lnTo>
                <a:lnTo>
                  <a:pt x="1115578" y="20471"/>
                </a:lnTo>
                <a:lnTo>
                  <a:pt x="1116812" y="20471"/>
                </a:lnTo>
                <a:lnTo>
                  <a:pt x="1118393" y="19049"/>
                </a:lnTo>
                <a:close/>
              </a:path>
              <a:path w="1151889" h="441959">
                <a:moveTo>
                  <a:pt x="1063906" y="19049"/>
                </a:moveTo>
                <a:lnTo>
                  <a:pt x="1056812" y="19049"/>
                </a:lnTo>
                <a:lnTo>
                  <a:pt x="1066969" y="20471"/>
                </a:lnTo>
                <a:lnTo>
                  <a:pt x="1077829" y="21589"/>
                </a:lnTo>
                <a:lnTo>
                  <a:pt x="1085159" y="21589"/>
                </a:lnTo>
                <a:lnTo>
                  <a:pt x="1091208" y="22859"/>
                </a:lnTo>
                <a:lnTo>
                  <a:pt x="1090085" y="22859"/>
                </a:lnTo>
                <a:lnTo>
                  <a:pt x="1100400" y="25242"/>
                </a:lnTo>
                <a:lnTo>
                  <a:pt x="1107160" y="24129"/>
                </a:lnTo>
                <a:lnTo>
                  <a:pt x="1105500" y="24129"/>
                </a:lnTo>
                <a:lnTo>
                  <a:pt x="1107103" y="23591"/>
                </a:lnTo>
                <a:lnTo>
                  <a:pt x="1098323" y="21379"/>
                </a:lnTo>
                <a:lnTo>
                  <a:pt x="1090215" y="20471"/>
                </a:lnTo>
                <a:lnTo>
                  <a:pt x="1079988" y="20471"/>
                </a:lnTo>
                <a:lnTo>
                  <a:pt x="1063906" y="19049"/>
                </a:lnTo>
                <a:close/>
              </a:path>
              <a:path w="1151889" h="441959">
                <a:moveTo>
                  <a:pt x="1098323" y="21379"/>
                </a:moveTo>
                <a:lnTo>
                  <a:pt x="1107103" y="23591"/>
                </a:lnTo>
                <a:lnTo>
                  <a:pt x="1113062" y="21589"/>
                </a:lnTo>
                <a:lnTo>
                  <a:pt x="1100204" y="21589"/>
                </a:lnTo>
                <a:lnTo>
                  <a:pt x="1098323" y="21379"/>
                </a:lnTo>
                <a:close/>
              </a:path>
              <a:path w="1151889" h="441959">
                <a:moveTo>
                  <a:pt x="1115630" y="20471"/>
                </a:moveTo>
                <a:lnTo>
                  <a:pt x="1115037" y="21379"/>
                </a:lnTo>
                <a:lnTo>
                  <a:pt x="1114155" y="22859"/>
                </a:lnTo>
                <a:lnTo>
                  <a:pt x="1115568" y="21589"/>
                </a:lnTo>
                <a:lnTo>
                  <a:pt x="1115630" y="20471"/>
                </a:lnTo>
                <a:close/>
              </a:path>
              <a:path w="1151889" h="441959">
                <a:moveTo>
                  <a:pt x="1115659" y="21589"/>
                </a:moveTo>
                <a:lnTo>
                  <a:pt x="1114155" y="22859"/>
                </a:lnTo>
                <a:lnTo>
                  <a:pt x="1115692" y="22859"/>
                </a:lnTo>
                <a:lnTo>
                  <a:pt x="1115659" y="21589"/>
                </a:lnTo>
                <a:close/>
              </a:path>
              <a:path w="1151889" h="441959">
                <a:moveTo>
                  <a:pt x="1118393" y="19049"/>
                </a:moveTo>
                <a:lnTo>
                  <a:pt x="1063906" y="19049"/>
                </a:lnTo>
                <a:lnTo>
                  <a:pt x="1079988" y="20471"/>
                </a:lnTo>
                <a:lnTo>
                  <a:pt x="1090215" y="20471"/>
                </a:lnTo>
                <a:lnTo>
                  <a:pt x="1100204" y="21589"/>
                </a:lnTo>
                <a:lnTo>
                  <a:pt x="1112343" y="21589"/>
                </a:lnTo>
                <a:lnTo>
                  <a:pt x="1118393" y="19049"/>
                </a:lnTo>
                <a:close/>
              </a:path>
              <a:path w="1151889" h="441959">
                <a:moveTo>
                  <a:pt x="1116812" y="20471"/>
                </a:moveTo>
                <a:lnTo>
                  <a:pt x="1115630" y="20471"/>
                </a:lnTo>
                <a:lnTo>
                  <a:pt x="1115659" y="21589"/>
                </a:lnTo>
                <a:lnTo>
                  <a:pt x="1115802" y="21379"/>
                </a:lnTo>
                <a:lnTo>
                  <a:pt x="1116812" y="20471"/>
                </a:lnTo>
                <a:close/>
              </a:path>
              <a:path w="1151889" h="441959">
                <a:moveTo>
                  <a:pt x="1051361" y="0"/>
                </a:moveTo>
                <a:lnTo>
                  <a:pt x="1048896" y="0"/>
                </a:lnTo>
                <a:lnTo>
                  <a:pt x="1046576" y="1269"/>
                </a:lnTo>
                <a:lnTo>
                  <a:pt x="1045498" y="2577"/>
                </a:lnTo>
                <a:lnTo>
                  <a:pt x="1043776" y="3809"/>
                </a:lnTo>
                <a:lnTo>
                  <a:pt x="1043091" y="5079"/>
                </a:lnTo>
                <a:lnTo>
                  <a:pt x="1042130" y="7619"/>
                </a:lnTo>
                <a:lnTo>
                  <a:pt x="1041890" y="8889"/>
                </a:lnTo>
                <a:lnTo>
                  <a:pt x="1041890" y="11429"/>
                </a:lnTo>
                <a:lnTo>
                  <a:pt x="1042130" y="11429"/>
                </a:lnTo>
                <a:lnTo>
                  <a:pt x="1043091" y="13969"/>
                </a:lnTo>
                <a:lnTo>
                  <a:pt x="1043776" y="15239"/>
                </a:lnTo>
                <a:lnTo>
                  <a:pt x="1045551" y="17779"/>
                </a:lnTo>
                <a:lnTo>
                  <a:pt x="1046576" y="17779"/>
                </a:lnTo>
                <a:lnTo>
                  <a:pt x="1048896" y="19049"/>
                </a:lnTo>
                <a:lnTo>
                  <a:pt x="1051361" y="19049"/>
                </a:lnTo>
                <a:lnTo>
                  <a:pt x="1051361" y="0"/>
                </a:lnTo>
                <a:close/>
              </a:path>
              <a:path w="1151889" h="441959">
                <a:moveTo>
                  <a:pt x="1064902" y="0"/>
                </a:moveTo>
                <a:lnTo>
                  <a:pt x="1058386" y="0"/>
                </a:lnTo>
                <a:lnTo>
                  <a:pt x="1067460" y="1269"/>
                </a:lnTo>
                <a:lnTo>
                  <a:pt x="1080320" y="2577"/>
                </a:lnTo>
                <a:lnTo>
                  <a:pt x="1079940" y="2577"/>
                </a:lnTo>
                <a:lnTo>
                  <a:pt x="1087277" y="3809"/>
                </a:lnTo>
                <a:lnTo>
                  <a:pt x="1102709" y="3809"/>
                </a:lnTo>
                <a:lnTo>
                  <a:pt x="1091366" y="1269"/>
                </a:lnTo>
                <a:lnTo>
                  <a:pt x="1079270" y="1269"/>
                </a:lnTo>
                <a:lnTo>
                  <a:pt x="1064902" y="0"/>
                </a:lnTo>
                <a:close/>
              </a:path>
            </a:pathLst>
          </a:custGeom>
          <a:solidFill>
            <a:srgbClr val="FF9F3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7" name="object 87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4287080" y="8320107"/>
            <a:ext cx="296451" cy="174858"/>
          </a:xfrm>
          <a:prstGeom prst="rect">
            <a:avLst/>
          </a:prstGeom>
        </p:spPr>
      </p:pic>
      <p:pic>
        <p:nvPicPr>
          <p:cNvPr id="88" name="object 88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4648627" y="8165300"/>
            <a:ext cx="478161" cy="302112"/>
          </a:xfrm>
          <a:prstGeom prst="rect">
            <a:avLst/>
          </a:prstGeom>
        </p:spPr>
      </p:pic>
      <p:grpSp>
        <p:nvGrpSpPr>
          <p:cNvPr id="89" name="object 89" descr=""/>
          <p:cNvGrpSpPr/>
          <p:nvPr/>
        </p:nvGrpSpPr>
        <p:grpSpPr>
          <a:xfrm>
            <a:off x="4258872" y="8540529"/>
            <a:ext cx="1151255" cy="731520"/>
            <a:chOff x="4258872" y="8540529"/>
            <a:chExt cx="1151255" cy="731520"/>
          </a:xfrm>
        </p:grpSpPr>
        <p:pic>
          <p:nvPicPr>
            <p:cNvPr id="90" name="object 90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844259" y="8567817"/>
              <a:ext cx="133639" cy="198624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258872" y="8540529"/>
              <a:ext cx="1115191" cy="731156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5390875" y="9123944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0727" y="0"/>
                  </a:moveTo>
                  <a:lnTo>
                    <a:pt x="8215" y="0"/>
                  </a:lnTo>
                  <a:lnTo>
                    <a:pt x="7007" y="240"/>
                  </a:lnTo>
                  <a:lnTo>
                    <a:pt x="0" y="8215"/>
                  </a:lnTo>
                  <a:lnTo>
                    <a:pt x="0" y="10727"/>
                  </a:lnTo>
                  <a:lnTo>
                    <a:pt x="8215" y="18943"/>
                  </a:lnTo>
                  <a:lnTo>
                    <a:pt x="10727" y="18943"/>
                  </a:lnTo>
                  <a:lnTo>
                    <a:pt x="18945" y="9471"/>
                  </a:lnTo>
                  <a:lnTo>
                    <a:pt x="18943" y="8215"/>
                  </a:lnTo>
                  <a:lnTo>
                    <a:pt x="10727" y="0"/>
                  </a:lnTo>
                  <a:close/>
                </a:path>
              </a:pathLst>
            </a:custGeom>
            <a:solidFill>
              <a:srgbClr val="FF9F3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3" name="object 93" descr=""/>
          <p:cNvGrpSpPr/>
          <p:nvPr/>
        </p:nvGrpSpPr>
        <p:grpSpPr>
          <a:xfrm>
            <a:off x="335791" y="9314475"/>
            <a:ext cx="739775" cy="375920"/>
            <a:chOff x="335791" y="9314475"/>
            <a:chExt cx="739775" cy="375920"/>
          </a:xfrm>
        </p:grpSpPr>
        <p:pic>
          <p:nvPicPr>
            <p:cNvPr id="94" name="object 94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35791" y="9314475"/>
              <a:ext cx="686968" cy="375434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1054456" y="9319619"/>
              <a:ext cx="20955" cy="354330"/>
            </a:xfrm>
            <a:custGeom>
              <a:avLst/>
              <a:gdLst/>
              <a:ahLst/>
              <a:cxnLst/>
              <a:rect l="l" t="t" r="r" b="b"/>
              <a:pathLst>
                <a:path w="20955" h="354329">
                  <a:moveTo>
                    <a:pt x="11782" y="0"/>
                  </a:moveTo>
                  <a:lnTo>
                    <a:pt x="10081" y="0"/>
                  </a:lnTo>
                  <a:lnTo>
                    <a:pt x="7360" y="695"/>
                  </a:lnTo>
                  <a:lnTo>
                    <a:pt x="7495" y="695"/>
                  </a:lnTo>
                  <a:lnTo>
                    <a:pt x="6537" y="1155"/>
                  </a:lnTo>
                  <a:lnTo>
                    <a:pt x="0" y="345618"/>
                  </a:lnTo>
                  <a:lnTo>
                    <a:pt x="240" y="346827"/>
                  </a:lnTo>
                  <a:lnTo>
                    <a:pt x="8216" y="353834"/>
                  </a:lnTo>
                  <a:lnTo>
                    <a:pt x="10727" y="353834"/>
                  </a:lnTo>
                  <a:lnTo>
                    <a:pt x="18990" y="30761"/>
                  </a:lnTo>
                  <a:lnTo>
                    <a:pt x="19758" y="16932"/>
                  </a:lnTo>
                  <a:lnTo>
                    <a:pt x="19803" y="16115"/>
                  </a:lnTo>
                  <a:lnTo>
                    <a:pt x="19989" y="15066"/>
                  </a:lnTo>
                  <a:lnTo>
                    <a:pt x="20770" y="9583"/>
                  </a:lnTo>
                  <a:lnTo>
                    <a:pt x="13798" y="288"/>
                  </a:lnTo>
                  <a:lnTo>
                    <a:pt x="11782" y="0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6" name="object 96" descr="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1343955" y="9270790"/>
            <a:ext cx="875352" cy="438402"/>
          </a:xfrm>
          <a:prstGeom prst="rect">
            <a:avLst/>
          </a:prstGeom>
        </p:spPr>
      </p:pic>
      <p:grpSp>
        <p:nvGrpSpPr>
          <p:cNvPr id="97" name="object 97" descr=""/>
          <p:cNvGrpSpPr/>
          <p:nvPr/>
        </p:nvGrpSpPr>
        <p:grpSpPr>
          <a:xfrm>
            <a:off x="214602" y="9337340"/>
            <a:ext cx="3535045" cy="383540"/>
            <a:chOff x="214602" y="9337340"/>
            <a:chExt cx="3535045" cy="383540"/>
          </a:xfrm>
        </p:grpSpPr>
        <p:pic>
          <p:nvPicPr>
            <p:cNvPr id="98" name="object 98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2523242" y="9337340"/>
              <a:ext cx="327869" cy="350520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214602" y="9701534"/>
              <a:ext cx="3535045" cy="19050"/>
            </a:xfrm>
            <a:custGeom>
              <a:avLst/>
              <a:gdLst/>
              <a:ahLst/>
              <a:cxnLst/>
              <a:rect l="l" t="t" r="r" b="b"/>
              <a:pathLst>
                <a:path w="3535045" h="19050">
                  <a:moveTo>
                    <a:pt x="3526352" y="1"/>
                  </a:moveTo>
                  <a:lnTo>
                    <a:pt x="9471" y="0"/>
                  </a:lnTo>
                  <a:lnTo>
                    <a:pt x="0" y="8217"/>
                  </a:lnTo>
                  <a:lnTo>
                    <a:pt x="240" y="11937"/>
                  </a:lnTo>
                  <a:lnTo>
                    <a:pt x="1886" y="15282"/>
                  </a:lnTo>
                  <a:lnTo>
                    <a:pt x="4686" y="17743"/>
                  </a:lnTo>
                  <a:lnTo>
                    <a:pt x="7007" y="18704"/>
                  </a:lnTo>
                  <a:lnTo>
                    <a:pt x="9471" y="18944"/>
                  </a:lnTo>
                  <a:lnTo>
                    <a:pt x="3525096" y="18944"/>
                  </a:lnTo>
                  <a:lnTo>
                    <a:pt x="3527561" y="18704"/>
                  </a:lnTo>
                  <a:lnTo>
                    <a:pt x="3530906" y="17058"/>
                  </a:lnTo>
                  <a:lnTo>
                    <a:pt x="3533366" y="14257"/>
                  </a:lnTo>
                  <a:lnTo>
                    <a:pt x="3534567" y="10728"/>
                  </a:lnTo>
                  <a:lnTo>
                    <a:pt x="3534327" y="7008"/>
                  </a:lnTo>
                  <a:lnTo>
                    <a:pt x="3532681" y="3663"/>
                  </a:lnTo>
                  <a:lnTo>
                    <a:pt x="3529881" y="1202"/>
                  </a:lnTo>
                  <a:lnTo>
                    <a:pt x="3526352" y="1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0" name="object 100" descr="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236708" y="9833433"/>
            <a:ext cx="275994" cy="385953"/>
          </a:xfrm>
          <a:prstGeom prst="rect">
            <a:avLst/>
          </a:prstGeom>
        </p:spPr>
      </p:pic>
      <p:pic>
        <p:nvPicPr>
          <p:cNvPr id="101" name="object 101" descr="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584386" y="9821572"/>
            <a:ext cx="830549" cy="399478"/>
          </a:xfrm>
          <a:prstGeom prst="rect">
            <a:avLst/>
          </a:prstGeom>
        </p:spPr>
      </p:pic>
      <p:pic>
        <p:nvPicPr>
          <p:cNvPr id="102" name="object 102" descr="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1553184" y="9830072"/>
            <a:ext cx="490316" cy="417873"/>
          </a:xfrm>
          <a:prstGeom prst="rect">
            <a:avLst/>
          </a:prstGeom>
        </p:spPr>
      </p:pic>
      <p:pic>
        <p:nvPicPr>
          <p:cNvPr id="103" name="object 103" descr="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2262831" y="10014526"/>
            <a:ext cx="85764" cy="187381"/>
          </a:xfrm>
          <a:prstGeom prst="rect">
            <a:avLst/>
          </a:prstGeom>
        </p:spPr>
      </p:pic>
      <p:pic>
        <p:nvPicPr>
          <p:cNvPr id="104" name="object 104" descr="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3791371" y="10050555"/>
            <a:ext cx="215102" cy="181005"/>
          </a:xfrm>
          <a:prstGeom prst="rect">
            <a:avLst/>
          </a:prstGeom>
        </p:spPr>
      </p:pic>
      <p:grpSp>
        <p:nvGrpSpPr>
          <p:cNvPr id="105" name="object 105" descr=""/>
          <p:cNvGrpSpPr/>
          <p:nvPr/>
        </p:nvGrpSpPr>
        <p:grpSpPr>
          <a:xfrm>
            <a:off x="2905133" y="9287006"/>
            <a:ext cx="81915" cy="375920"/>
            <a:chOff x="2905133" y="9287006"/>
            <a:chExt cx="81915" cy="375920"/>
          </a:xfrm>
        </p:grpSpPr>
        <p:sp>
          <p:nvSpPr>
            <p:cNvPr id="106" name="object 106" descr=""/>
            <p:cNvSpPr/>
            <p:nvPr/>
          </p:nvSpPr>
          <p:spPr>
            <a:xfrm>
              <a:off x="2919244" y="9287006"/>
              <a:ext cx="53340" cy="375920"/>
            </a:xfrm>
            <a:custGeom>
              <a:avLst/>
              <a:gdLst/>
              <a:ahLst/>
              <a:cxnLst/>
              <a:rect l="l" t="t" r="r" b="b"/>
              <a:pathLst>
                <a:path w="53339" h="375920">
                  <a:moveTo>
                    <a:pt x="4925" y="356540"/>
                  </a:moveTo>
                  <a:lnTo>
                    <a:pt x="1239" y="361050"/>
                  </a:lnTo>
                  <a:lnTo>
                    <a:pt x="659" y="362138"/>
                  </a:lnTo>
                  <a:lnTo>
                    <a:pt x="0" y="364323"/>
                  </a:lnTo>
                  <a:lnTo>
                    <a:pt x="65" y="368269"/>
                  </a:lnTo>
                  <a:lnTo>
                    <a:pt x="7831" y="375507"/>
                  </a:lnTo>
                  <a:lnTo>
                    <a:pt x="10272" y="375507"/>
                  </a:lnTo>
                  <a:lnTo>
                    <a:pt x="22162" y="364543"/>
                  </a:lnTo>
                  <a:lnTo>
                    <a:pt x="22285" y="364323"/>
                  </a:lnTo>
                  <a:lnTo>
                    <a:pt x="24414" y="358146"/>
                  </a:lnTo>
                  <a:lnTo>
                    <a:pt x="4372" y="358146"/>
                  </a:lnTo>
                  <a:lnTo>
                    <a:pt x="4925" y="356540"/>
                  </a:lnTo>
                  <a:close/>
                </a:path>
                <a:path w="53339" h="375920">
                  <a:moveTo>
                    <a:pt x="5995" y="355232"/>
                  </a:moveTo>
                  <a:lnTo>
                    <a:pt x="4925" y="356540"/>
                  </a:lnTo>
                  <a:lnTo>
                    <a:pt x="4372" y="358146"/>
                  </a:lnTo>
                  <a:lnTo>
                    <a:pt x="5995" y="355232"/>
                  </a:lnTo>
                  <a:close/>
                </a:path>
                <a:path w="53339" h="375920">
                  <a:moveTo>
                    <a:pt x="25419" y="355232"/>
                  </a:moveTo>
                  <a:lnTo>
                    <a:pt x="5995" y="355232"/>
                  </a:lnTo>
                  <a:lnTo>
                    <a:pt x="4372" y="358146"/>
                  </a:lnTo>
                  <a:lnTo>
                    <a:pt x="24414" y="358146"/>
                  </a:lnTo>
                  <a:lnTo>
                    <a:pt x="25419" y="355232"/>
                  </a:lnTo>
                  <a:close/>
                </a:path>
                <a:path w="53339" h="375920">
                  <a:moveTo>
                    <a:pt x="45591" y="0"/>
                  </a:moveTo>
                  <a:lnTo>
                    <a:pt x="41791" y="0"/>
                  </a:lnTo>
                  <a:lnTo>
                    <a:pt x="40602" y="325"/>
                  </a:lnTo>
                  <a:lnTo>
                    <a:pt x="31583" y="136498"/>
                  </a:lnTo>
                  <a:lnTo>
                    <a:pt x="30301" y="176024"/>
                  </a:lnTo>
                  <a:lnTo>
                    <a:pt x="27246" y="218446"/>
                  </a:lnTo>
                  <a:lnTo>
                    <a:pt x="22874" y="260441"/>
                  </a:lnTo>
                  <a:lnTo>
                    <a:pt x="13785" y="323432"/>
                  </a:lnTo>
                  <a:lnTo>
                    <a:pt x="4925" y="356540"/>
                  </a:lnTo>
                  <a:lnTo>
                    <a:pt x="5995" y="355232"/>
                  </a:lnTo>
                  <a:lnTo>
                    <a:pt x="25419" y="355232"/>
                  </a:lnTo>
                  <a:lnTo>
                    <a:pt x="26688" y="351548"/>
                  </a:lnTo>
                  <a:lnTo>
                    <a:pt x="36811" y="299074"/>
                  </a:lnTo>
                  <a:lnTo>
                    <a:pt x="46118" y="220108"/>
                  </a:lnTo>
                  <a:lnTo>
                    <a:pt x="49220" y="177016"/>
                  </a:lnTo>
                  <a:lnTo>
                    <a:pt x="50541" y="136498"/>
                  </a:lnTo>
                  <a:lnTo>
                    <a:pt x="50546" y="24331"/>
                  </a:lnTo>
                  <a:lnTo>
                    <a:pt x="50750" y="23202"/>
                  </a:lnTo>
                  <a:lnTo>
                    <a:pt x="51577" y="16319"/>
                  </a:lnTo>
                  <a:lnTo>
                    <a:pt x="51382" y="16319"/>
                  </a:lnTo>
                  <a:lnTo>
                    <a:pt x="51687" y="15403"/>
                  </a:lnTo>
                  <a:lnTo>
                    <a:pt x="51801" y="14452"/>
                  </a:lnTo>
                  <a:lnTo>
                    <a:pt x="52003" y="14452"/>
                  </a:lnTo>
                  <a:lnTo>
                    <a:pt x="53098" y="11163"/>
                  </a:lnTo>
                  <a:lnTo>
                    <a:pt x="47902" y="770"/>
                  </a:lnTo>
                  <a:lnTo>
                    <a:pt x="45591" y="0"/>
                  </a:lnTo>
                  <a:close/>
                </a:path>
                <a:path w="53339" h="375920">
                  <a:moveTo>
                    <a:pt x="51687" y="15403"/>
                  </a:moveTo>
                  <a:lnTo>
                    <a:pt x="51382" y="16319"/>
                  </a:lnTo>
                  <a:lnTo>
                    <a:pt x="51577" y="16319"/>
                  </a:lnTo>
                  <a:lnTo>
                    <a:pt x="51687" y="15403"/>
                  </a:lnTo>
                  <a:close/>
                </a:path>
                <a:path w="53339" h="375920">
                  <a:moveTo>
                    <a:pt x="52003" y="14452"/>
                  </a:moveTo>
                  <a:lnTo>
                    <a:pt x="51801" y="14452"/>
                  </a:lnTo>
                  <a:lnTo>
                    <a:pt x="51687" y="15403"/>
                  </a:lnTo>
                  <a:lnTo>
                    <a:pt x="52003" y="14452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905133" y="9447144"/>
              <a:ext cx="81461" cy="99938"/>
            </a:xfrm>
            <a:prstGeom prst="rect">
              <a:avLst/>
            </a:prstGeom>
          </p:spPr>
        </p:pic>
      </p:grpSp>
      <p:pic>
        <p:nvPicPr>
          <p:cNvPr id="108" name="object 108" descr="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4076800" y="9818899"/>
            <a:ext cx="856225" cy="402703"/>
          </a:xfrm>
          <a:prstGeom prst="rect">
            <a:avLst/>
          </a:prstGeom>
        </p:spPr>
      </p:pic>
      <p:grpSp>
        <p:nvGrpSpPr>
          <p:cNvPr id="109" name="object 109" descr=""/>
          <p:cNvGrpSpPr/>
          <p:nvPr/>
        </p:nvGrpSpPr>
        <p:grpSpPr>
          <a:xfrm>
            <a:off x="2905075" y="9272382"/>
            <a:ext cx="188595" cy="356870"/>
            <a:chOff x="2905075" y="9272382"/>
            <a:chExt cx="188595" cy="356870"/>
          </a:xfrm>
        </p:grpSpPr>
        <p:pic>
          <p:nvPicPr>
            <p:cNvPr id="110" name="object 110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905075" y="9272382"/>
              <a:ext cx="184358" cy="83592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3070631" y="9299237"/>
              <a:ext cx="22860" cy="330200"/>
            </a:xfrm>
            <a:custGeom>
              <a:avLst/>
              <a:gdLst/>
              <a:ahLst/>
              <a:cxnLst/>
              <a:rect l="l" t="t" r="r" b="b"/>
              <a:pathLst>
                <a:path w="22860" h="330200">
                  <a:moveTo>
                    <a:pt x="73" y="13719"/>
                  </a:moveTo>
                  <a:lnTo>
                    <a:pt x="432" y="33823"/>
                  </a:lnTo>
                  <a:lnTo>
                    <a:pt x="1305" y="61121"/>
                  </a:lnTo>
                  <a:lnTo>
                    <a:pt x="2190" y="94204"/>
                  </a:lnTo>
                  <a:lnTo>
                    <a:pt x="3072" y="130779"/>
                  </a:lnTo>
                  <a:lnTo>
                    <a:pt x="3521" y="170200"/>
                  </a:lnTo>
                  <a:lnTo>
                    <a:pt x="3453" y="298359"/>
                  </a:lnTo>
                  <a:lnTo>
                    <a:pt x="798" y="320495"/>
                  </a:lnTo>
                  <a:lnTo>
                    <a:pt x="894" y="321724"/>
                  </a:lnTo>
                  <a:lnTo>
                    <a:pt x="1510" y="323923"/>
                  </a:lnTo>
                  <a:lnTo>
                    <a:pt x="1572" y="324142"/>
                  </a:lnTo>
                  <a:lnTo>
                    <a:pt x="2129" y="325241"/>
                  </a:lnTo>
                  <a:lnTo>
                    <a:pt x="10471" y="329931"/>
                  </a:lnTo>
                  <a:lnTo>
                    <a:pt x="11363" y="329931"/>
                  </a:lnTo>
                  <a:lnTo>
                    <a:pt x="13795" y="329249"/>
                  </a:lnTo>
                  <a:lnTo>
                    <a:pt x="13939" y="329249"/>
                  </a:lnTo>
                  <a:lnTo>
                    <a:pt x="22468" y="170200"/>
                  </a:lnTo>
                  <a:lnTo>
                    <a:pt x="22030" y="131114"/>
                  </a:lnTo>
                  <a:lnTo>
                    <a:pt x="21157" y="94682"/>
                  </a:lnTo>
                  <a:lnTo>
                    <a:pt x="20277" y="61680"/>
                  </a:lnTo>
                  <a:lnTo>
                    <a:pt x="19402" y="34425"/>
                  </a:lnTo>
                  <a:lnTo>
                    <a:pt x="19163" y="21574"/>
                  </a:lnTo>
                  <a:lnTo>
                    <a:pt x="8216" y="21574"/>
                  </a:lnTo>
                  <a:lnTo>
                    <a:pt x="7007" y="21333"/>
                  </a:lnTo>
                  <a:lnTo>
                    <a:pt x="241" y="14566"/>
                  </a:lnTo>
                  <a:lnTo>
                    <a:pt x="73" y="13719"/>
                  </a:lnTo>
                  <a:close/>
                </a:path>
                <a:path w="22860" h="330200">
                  <a:moveTo>
                    <a:pt x="18947" y="9460"/>
                  </a:moveTo>
                  <a:lnTo>
                    <a:pt x="0" y="9626"/>
                  </a:lnTo>
                  <a:lnTo>
                    <a:pt x="73" y="13719"/>
                  </a:lnTo>
                  <a:lnTo>
                    <a:pt x="241" y="14566"/>
                  </a:lnTo>
                  <a:lnTo>
                    <a:pt x="8216" y="21574"/>
                  </a:lnTo>
                  <a:lnTo>
                    <a:pt x="10728" y="21574"/>
                  </a:lnTo>
                  <a:lnTo>
                    <a:pt x="18947" y="9460"/>
                  </a:lnTo>
                  <a:close/>
                </a:path>
                <a:path w="22860" h="330200">
                  <a:moveTo>
                    <a:pt x="19015" y="13357"/>
                  </a:moveTo>
                  <a:lnTo>
                    <a:pt x="18872" y="13719"/>
                  </a:lnTo>
                  <a:lnTo>
                    <a:pt x="18704" y="14566"/>
                  </a:lnTo>
                  <a:lnTo>
                    <a:pt x="17743" y="16887"/>
                  </a:lnTo>
                  <a:lnTo>
                    <a:pt x="10728" y="21574"/>
                  </a:lnTo>
                  <a:lnTo>
                    <a:pt x="19163" y="21574"/>
                  </a:lnTo>
                  <a:lnTo>
                    <a:pt x="19037" y="14566"/>
                  </a:lnTo>
                  <a:lnTo>
                    <a:pt x="19015" y="13357"/>
                  </a:lnTo>
                  <a:close/>
                </a:path>
                <a:path w="22860" h="330200">
                  <a:moveTo>
                    <a:pt x="10757" y="0"/>
                  </a:moveTo>
                  <a:lnTo>
                    <a:pt x="8139" y="0"/>
                  </a:lnTo>
                  <a:lnTo>
                    <a:pt x="6939" y="247"/>
                  </a:lnTo>
                  <a:lnTo>
                    <a:pt x="306" y="6845"/>
                  </a:lnTo>
                  <a:lnTo>
                    <a:pt x="238" y="7009"/>
                  </a:lnTo>
                  <a:lnTo>
                    <a:pt x="33" y="8042"/>
                  </a:lnTo>
                  <a:lnTo>
                    <a:pt x="0" y="9626"/>
                  </a:lnTo>
                  <a:lnTo>
                    <a:pt x="18945" y="9460"/>
                  </a:lnTo>
                  <a:lnTo>
                    <a:pt x="18920" y="8042"/>
                  </a:lnTo>
                  <a:lnTo>
                    <a:pt x="18696" y="7009"/>
                  </a:lnTo>
                  <a:lnTo>
                    <a:pt x="18661" y="6845"/>
                  </a:lnTo>
                  <a:lnTo>
                    <a:pt x="11947" y="247"/>
                  </a:lnTo>
                  <a:lnTo>
                    <a:pt x="10757" y="0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2" name="object 112" descr="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3156962" y="9278078"/>
            <a:ext cx="533110" cy="372215"/>
          </a:xfrm>
          <a:prstGeom prst="rect">
            <a:avLst/>
          </a:prstGeom>
        </p:spPr>
      </p:pic>
      <p:pic>
        <p:nvPicPr>
          <p:cNvPr id="113" name="object 113" descr="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5204898" y="9876792"/>
            <a:ext cx="372822" cy="384204"/>
          </a:xfrm>
          <a:prstGeom prst="rect">
            <a:avLst/>
          </a:prstGeom>
        </p:spPr>
      </p:pic>
      <p:pic>
        <p:nvPicPr>
          <p:cNvPr id="114" name="object 114" descr="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2086890" y="9882458"/>
            <a:ext cx="1515008" cy="765359"/>
          </a:xfrm>
          <a:prstGeom prst="rect">
            <a:avLst/>
          </a:prstGeom>
        </p:spPr>
      </p:pic>
      <p:pic>
        <p:nvPicPr>
          <p:cNvPr id="115" name="object 115" descr="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7023802" y="10029207"/>
            <a:ext cx="390275" cy="234252"/>
          </a:xfrm>
          <a:prstGeom prst="rect">
            <a:avLst/>
          </a:prstGeom>
        </p:spPr>
      </p:pic>
      <p:pic>
        <p:nvPicPr>
          <p:cNvPr id="116" name="object 116" descr="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163948" y="10519526"/>
            <a:ext cx="203487" cy="133873"/>
          </a:xfrm>
          <a:prstGeom prst="rect">
            <a:avLst/>
          </a:prstGeom>
        </p:spPr>
      </p:pic>
      <p:pic>
        <p:nvPicPr>
          <p:cNvPr id="117" name="object 117" descr="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488087" y="10327486"/>
            <a:ext cx="687075" cy="365932"/>
          </a:xfrm>
          <a:prstGeom prst="rect">
            <a:avLst/>
          </a:prstGeom>
        </p:spPr>
      </p:pic>
      <p:pic>
        <p:nvPicPr>
          <p:cNvPr id="118" name="object 118" descr="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5677529" y="9933537"/>
            <a:ext cx="630726" cy="748643"/>
          </a:xfrm>
          <a:prstGeom prst="rect">
            <a:avLst/>
          </a:prstGeom>
        </p:spPr>
      </p:pic>
      <p:pic>
        <p:nvPicPr>
          <p:cNvPr id="119" name="object 119" descr="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1401157" y="10377481"/>
            <a:ext cx="528765" cy="229716"/>
          </a:xfrm>
          <a:prstGeom prst="rect">
            <a:avLst/>
          </a:prstGeom>
        </p:spPr>
      </p:pic>
      <p:pic>
        <p:nvPicPr>
          <p:cNvPr id="120" name="object 120" descr="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6328105" y="10072978"/>
            <a:ext cx="533919" cy="597439"/>
          </a:xfrm>
          <a:prstGeom prst="rect">
            <a:avLst/>
          </a:prstGeom>
        </p:spPr>
      </p:pic>
      <p:pic>
        <p:nvPicPr>
          <p:cNvPr id="121" name="object 121" descr="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3801772" y="10367644"/>
            <a:ext cx="677929" cy="325755"/>
          </a:xfrm>
          <a:prstGeom prst="rect">
            <a:avLst/>
          </a:prstGeom>
        </p:spPr>
      </p:pic>
      <p:pic>
        <p:nvPicPr>
          <p:cNvPr id="122" name="object 122" descr="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4640174" y="10328157"/>
            <a:ext cx="445449" cy="314032"/>
          </a:xfrm>
          <a:prstGeom prst="rect">
            <a:avLst/>
          </a:prstGeom>
        </p:spPr>
      </p:pic>
      <p:pic>
        <p:nvPicPr>
          <p:cNvPr id="123" name="object 123" descr="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5201776" y="10403521"/>
            <a:ext cx="651510" cy="289878"/>
          </a:xfrm>
          <a:prstGeom prst="rect">
            <a:avLst/>
          </a:prstGeom>
        </p:spPr>
      </p:pic>
      <p:pic>
        <p:nvPicPr>
          <p:cNvPr id="124" name="object 124" descr="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6995042" y="10442321"/>
            <a:ext cx="561456" cy="238247"/>
          </a:xfrm>
          <a:prstGeom prst="rect">
            <a:avLst/>
          </a:prstGeom>
        </p:spPr>
      </p:pic>
      <p:pic>
        <p:nvPicPr>
          <p:cNvPr id="125" name="object 125" descr="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669466" y="1942043"/>
            <a:ext cx="1594373" cy="258201"/>
          </a:xfrm>
          <a:prstGeom prst="rect">
            <a:avLst/>
          </a:prstGeom>
        </p:spPr>
      </p:pic>
      <p:sp>
        <p:nvSpPr>
          <p:cNvPr id="126" name="object 126" descr=""/>
          <p:cNvSpPr/>
          <p:nvPr/>
        </p:nvSpPr>
        <p:spPr>
          <a:xfrm>
            <a:off x="5631869" y="4522416"/>
            <a:ext cx="599440" cy="246379"/>
          </a:xfrm>
          <a:custGeom>
            <a:avLst/>
            <a:gdLst/>
            <a:ahLst/>
            <a:cxnLst/>
            <a:rect l="l" t="t" r="r" b="b"/>
            <a:pathLst>
              <a:path w="599439" h="246379">
                <a:moveTo>
                  <a:pt x="43756" y="216524"/>
                </a:moveTo>
                <a:lnTo>
                  <a:pt x="4023" y="228395"/>
                </a:lnTo>
                <a:lnTo>
                  <a:pt x="0" y="234502"/>
                </a:lnTo>
                <a:lnTo>
                  <a:pt x="22" y="238230"/>
                </a:lnTo>
                <a:lnTo>
                  <a:pt x="8039" y="245842"/>
                </a:lnTo>
                <a:lnTo>
                  <a:pt x="10656" y="245842"/>
                </a:lnTo>
                <a:lnTo>
                  <a:pt x="12495" y="245339"/>
                </a:lnTo>
                <a:lnTo>
                  <a:pt x="22872" y="240155"/>
                </a:lnTo>
                <a:lnTo>
                  <a:pt x="29470" y="237329"/>
                </a:lnTo>
                <a:lnTo>
                  <a:pt x="28957" y="237329"/>
                </a:lnTo>
                <a:lnTo>
                  <a:pt x="30831" y="236747"/>
                </a:lnTo>
                <a:lnTo>
                  <a:pt x="31863" y="236747"/>
                </a:lnTo>
                <a:lnTo>
                  <a:pt x="34091" y="236300"/>
                </a:lnTo>
                <a:lnTo>
                  <a:pt x="33732" y="236300"/>
                </a:lnTo>
                <a:lnTo>
                  <a:pt x="46015" y="235357"/>
                </a:lnTo>
                <a:lnTo>
                  <a:pt x="47626" y="235090"/>
                </a:lnTo>
                <a:lnTo>
                  <a:pt x="60619" y="231786"/>
                </a:lnTo>
                <a:lnTo>
                  <a:pt x="61305" y="231581"/>
                </a:lnTo>
                <a:lnTo>
                  <a:pt x="85445" y="223451"/>
                </a:lnTo>
                <a:lnTo>
                  <a:pt x="103512" y="216729"/>
                </a:lnTo>
                <a:lnTo>
                  <a:pt x="42952" y="216729"/>
                </a:lnTo>
                <a:lnTo>
                  <a:pt x="43756" y="216524"/>
                </a:lnTo>
                <a:close/>
              </a:path>
              <a:path w="599439" h="246379">
                <a:moveTo>
                  <a:pt x="30831" y="236747"/>
                </a:moveTo>
                <a:lnTo>
                  <a:pt x="28957" y="237329"/>
                </a:lnTo>
                <a:lnTo>
                  <a:pt x="29922" y="237136"/>
                </a:lnTo>
                <a:lnTo>
                  <a:pt x="30831" y="236747"/>
                </a:lnTo>
                <a:close/>
              </a:path>
              <a:path w="599439" h="246379">
                <a:moveTo>
                  <a:pt x="29922" y="237136"/>
                </a:moveTo>
                <a:lnTo>
                  <a:pt x="28957" y="237329"/>
                </a:lnTo>
                <a:lnTo>
                  <a:pt x="29470" y="237329"/>
                </a:lnTo>
                <a:lnTo>
                  <a:pt x="29922" y="237136"/>
                </a:lnTo>
                <a:close/>
              </a:path>
              <a:path w="599439" h="246379">
                <a:moveTo>
                  <a:pt x="31863" y="236747"/>
                </a:moveTo>
                <a:lnTo>
                  <a:pt x="30831" y="236747"/>
                </a:lnTo>
                <a:lnTo>
                  <a:pt x="29922" y="237136"/>
                </a:lnTo>
                <a:lnTo>
                  <a:pt x="31863" y="236747"/>
                </a:lnTo>
                <a:close/>
              </a:path>
              <a:path w="599439" h="246379">
                <a:moveTo>
                  <a:pt x="579323" y="4967"/>
                </a:moveTo>
                <a:lnTo>
                  <a:pt x="571511" y="8426"/>
                </a:lnTo>
                <a:lnTo>
                  <a:pt x="559711" y="12965"/>
                </a:lnTo>
                <a:lnTo>
                  <a:pt x="544061" y="19782"/>
                </a:lnTo>
                <a:lnTo>
                  <a:pt x="527535" y="26205"/>
                </a:lnTo>
                <a:lnTo>
                  <a:pt x="508848" y="32746"/>
                </a:lnTo>
                <a:lnTo>
                  <a:pt x="487972" y="40337"/>
                </a:lnTo>
                <a:lnTo>
                  <a:pt x="465141" y="48901"/>
                </a:lnTo>
                <a:lnTo>
                  <a:pt x="429312" y="63046"/>
                </a:lnTo>
                <a:lnTo>
                  <a:pt x="392285" y="77289"/>
                </a:lnTo>
                <a:lnTo>
                  <a:pt x="283657" y="120736"/>
                </a:lnTo>
                <a:lnTo>
                  <a:pt x="255582" y="131029"/>
                </a:lnTo>
                <a:lnTo>
                  <a:pt x="223762" y="144517"/>
                </a:lnTo>
                <a:lnTo>
                  <a:pt x="194461" y="157744"/>
                </a:lnTo>
                <a:lnTo>
                  <a:pt x="167118" y="169061"/>
                </a:lnTo>
                <a:lnTo>
                  <a:pt x="141504" y="180446"/>
                </a:lnTo>
                <a:lnTo>
                  <a:pt x="119147" y="190693"/>
                </a:lnTo>
                <a:lnTo>
                  <a:pt x="78825" y="205691"/>
                </a:lnTo>
                <a:lnTo>
                  <a:pt x="55167" y="213622"/>
                </a:lnTo>
                <a:lnTo>
                  <a:pt x="42952" y="216729"/>
                </a:lnTo>
                <a:lnTo>
                  <a:pt x="44186" y="216524"/>
                </a:lnTo>
                <a:lnTo>
                  <a:pt x="104061" y="216524"/>
                </a:lnTo>
                <a:lnTo>
                  <a:pt x="126077" y="208333"/>
                </a:lnTo>
                <a:lnTo>
                  <a:pt x="126721" y="208066"/>
                </a:lnTo>
                <a:lnTo>
                  <a:pt x="149301" y="197717"/>
                </a:lnTo>
                <a:lnTo>
                  <a:pt x="174591" y="186474"/>
                </a:lnTo>
                <a:lnTo>
                  <a:pt x="202269" y="175014"/>
                </a:lnTo>
                <a:lnTo>
                  <a:pt x="231370" y="161874"/>
                </a:lnTo>
                <a:lnTo>
                  <a:pt x="262134" y="148821"/>
                </a:lnTo>
                <a:lnTo>
                  <a:pt x="290711" y="138328"/>
                </a:lnTo>
                <a:lnTo>
                  <a:pt x="399267" y="94902"/>
                </a:lnTo>
                <a:lnTo>
                  <a:pt x="436190" y="80700"/>
                </a:lnTo>
                <a:lnTo>
                  <a:pt x="471841" y="66626"/>
                </a:lnTo>
                <a:lnTo>
                  <a:pt x="494536" y="58116"/>
                </a:lnTo>
                <a:lnTo>
                  <a:pt x="515217" y="50594"/>
                </a:lnTo>
                <a:lnTo>
                  <a:pt x="534419" y="43865"/>
                </a:lnTo>
                <a:lnTo>
                  <a:pt x="551427" y="37249"/>
                </a:lnTo>
                <a:lnTo>
                  <a:pt x="566527" y="30651"/>
                </a:lnTo>
                <a:lnTo>
                  <a:pt x="578798" y="25925"/>
                </a:lnTo>
                <a:lnTo>
                  <a:pt x="579490" y="25619"/>
                </a:lnTo>
                <a:lnTo>
                  <a:pt x="578912" y="24658"/>
                </a:lnTo>
                <a:lnTo>
                  <a:pt x="578497" y="23497"/>
                </a:lnTo>
                <a:lnTo>
                  <a:pt x="578268" y="21957"/>
                </a:lnTo>
                <a:lnTo>
                  <a:pt x="578187" y="19782"/>
                </a:lnTo>
                <a:lnTo>
                  <a:pt x="580852" y="9114"/>
                </a:lnTo>
                <a:lnTo>
                  <a:pt x="599234" y="9114"/>
                </a:lnTo>
                <a:lnTo>
                  <a:pt x="598464" y="6037"/>
                </a:lnTo>
                <a:lnTo>
                  <a:pt x="598175" y="5419"/>
                </a:lnTo>
                <a:lnTo>
                  <a:pt x="578646" y="5419"/>
                </a:lnTo>
                <a:lnTo>
                  <a:pt x="579323" y="4967"/>
                </a:lnTo>
                <a:close/>
              </a:path>
              <a:path w="599439" h="246379">
                <a:moveTo>
                  <a:pt x="104061" y="216524"/>
                </a:moveTo>
                <a:lnTo>
                  <a:pt x="44186" y="216524"/>
                </a:lnTo>
                <a:lnTo>
                  <a:pt x="42952" y="216729"/>
                </a:lnTo>
                <a:lnTo>
                  <a:pt x="103512" y="216729"/>
                </a:lnTo>
                <a:lnTo>
                  <a:pt x="104061" y="216524"/>
                </a:lnTo>
                <a:close/>
              </a:path>
              <a:path w="599439" h="246379">
                <a:moveTo>
                  <a:pt x="599234" y="9114"/>
                </a:moveTo>
                <a:lnTo>
                  <a:pt x="580852" y="9114"/>
                </a:lnTo>
                <a:lnTo>
                  <a:pt x="580852" y="12001"/>
                </a:lnTo>
                <a:lnTo>
                  <a:pt x="594826" y="17405"/>
                </a:lnTo>
                <a:lnTo>
                  <a:pt x="589156" y="21182"/>
                </a:lnTo>
                <a:lnTo>
                  <a:pt x="587749" y="21957"/>
                </a:lnTo>
                <a:lnTo>
                  <a:pt x="579490" y="25619"/>
                </a:lnTo>
                <a:lnTo>
                  <a:pt x="580205" y="26810"/>
                </a:lnTo>
                <a:lnTo>
                  <a:pt x="581033" y="27724"/>
                </a:lnTo>
                <a:lnTo>
                  <a:pt x="583051" y="29220"/>
                </a:lnTo>
                <a:lnTo>
                  <a:pt x="584165" y="29745"/>
                </a:lnTo>
                <a:lnTo>
                  <a:pt x="587785" y="30651"/>
                </a:lnTo>
                <a:lnTo>
                  <a:pt x="586245" y="30651"/>
                </a:lnTo>
                <a:lnTo>
                  <a:pt x="590317" y="30045"/>
                </a:lnTo>
                <a:lnTo>
                  <a:pt x="591152" y="29745"/>
                </a:lnTo>
                <a:lnTo>
                  <a:pt x="591283" y="29745"/>
                </a:lnTo>
                <a:lnTo>
                  <a:pt x="593632" y="28337"/>
                </a:lnTo>
                <a:lnTo>
                  <a:pt x="594544" y="27509"/>
                </a:lnTo>
                <a:lnTo>
                  <a:pt x="595945" y="25619"/>
                </a:lnTo>
                <a:lnTo>
                  <a:pt x="596040" y="25491"/>
                </a:lnTo>
                <a:lnTo>
                  <a:pt x="596565" y="24377"/>
                </a:lnTo>
                <a:lnTo>
                  <a:pt x="599420" y="12965"/>
                </a:lnTo>
                <a:lnTo>
                  <a:pt x="599423" y="9869"/>
                </a:lnTo>
                <a:lnTo>
                  <a:pt x="599234" y="9114"/>
                </a:lnTo>
                <a:close/>
              </a:path>
              <a:path w="599439" h="246379">
                <a:moveTo>
                  <a:pt x="580852" y="9114"/>
                </a:moveTo>
                <a:lnTo>
                  <a:pt x="578187" y="19782"/>
                </a:lnTo>
                <a:lnTo>
                  <a:pt x="578268" y="21957"/>
                </a:lnTo>
                <a:lnTo>
                  <a:pt x="578497" y="23497"/>
                </a:lnTo>
                <a:lnTo>
                  <a:pt x="578812" y="24377"/>
                </a:lnTo>
                <a:lnTo>
                  <a:pt x="578912" y="24658"/>
                </a:lnTo>
                <a:lnTo>
                  <a:pt x="579413" y="25491"/>
                </a:lnTo>
                <a:lnTo>
                  <a:pt x="579490" y="25619"/>
                </a:lnTo>
                <a:lnTo>
                  <a:pt x="587749" y="21957"/>
                </a:lnTo>
                <a:lnTo>
                  <a:pt x="589156" y="21182"/>
                </a:lnTo>
                <a:lnTo>
                  <a:pt x="594826" y="17405"/>
                </a:lnTo>
                <a:lnTo>
                  <a:pt x="585269" y="13709"/>
                </a:lnTo>
                <a:lnTo>
                  <a:pt x="580852" y="13709"/>
                </a:lnTo>
                <a:lnTo>
                  <a:pt x="580425" y="12001"/>
                </a:lnTo>
                <a:lnTo>
                  <a:pt x="580379" y="11818"/>
                </a:lnTo>
                <a:lnTo>
                  <a:pt x="580852" y="11818"/>
                </a:lnTo>
                <a:lnTo>
                  <a:pt x="580852" y="9114"/>
                </a:lnTo>
                <a:close/>
              </a:path>
              <a:path w="599439" h="246379">
                <a:moveTo>
                  <a:pt x="580379" y="11818"/>
                </a:moveTo>
                <a:lnTo>
                  <a:pt x="580852" y="13709"/>
                </a:lnTo>
                <a:lnTo>
                  <a:pt x="580852" y="12001"/>
                </a:lnTo>
                <a:lnTo>
                  <a:pt x="580379" y="11818"/>
                </a:lnTo>
                <a:close/>
              </a:path>
              <a:path w="599439" h="246379">
                <a:moveTo>
                  <a:pt x="580852" y="12001"/>
                </a:moveTo>
                <a:lnTo>
                  <a:pt x="580852" y="13709"/>
                </a:lnTo>
                <a:lnTo>
                  <a:pt x="585269" y="13709"/>
                </a:lnTo>
                <a:lnTo>
                  <a:pt x="580852" y="12001"/>
                </a:lnTo>
                <a:close/>
              </a:path>
              <a:path w="599439" h="246379">
                <a:moveTo>
                  <a:pt x="580852" y="11818"/>
                </a:moveTo>
                <a:lnTo>
                  <a:pt x="580379" y="11818"/>
                </a:lnTo>
                <a:lnTo>
                  <a:pt x="580852" y="12001"/>
                </a:lnTo>
                <a:lnTo>
                  <a:pt x="580852" y="11818"/>
                </a:lnTo>
                <a:close/>
              </a:path>
              <a:path w="599439" h="246379">
                <a:moveTo>
                  <a:pt x="580053" y="4643"/>
                </a:moveTo>
                <a:lnTo>
                  <a:pt x="579323" y="4967"/>
                </a:lnTo>
                <a:lnTo>
                  <a:pt x="578646" y="5419"/>
                </a:lnTo>
                <a:lnTo>
                  <a:pt x="580053" y="4643"/>
                </a:lnTo>
                <a:close/>
              </a:path>
              <a:path w="599439" h="246379">
                <a:moveTo>
                  <a:pt x="597734" y="4643"/>
                </a:moveTo>
                <a:lnTo>
                  <a:pt x="580053" y="4643"/>
                </a:lnTo>
                <a:lnTo>
                  <a:pt x="578646" y="5419"/>
                </a:lnTo>
                <a:lnTo>
                  <a:pt x="598175" y="5419"/>
                </a:lnTo>
                <a:lnTo>
                  <a:pt x="597965" y="4967"/>
                </a:lnTo>
                <a:lnTo>
                  <a:pt x="597734" y="4643"/>
                </a:lnTo>
                <a:close/>
              </a:path>
              <a:path w="599439" h="246379">
                <a:moveTo>
                  <a:pt x="590131" y="0"/>
                </a:moveTo>
                <a:lnTo>
                  <a:pt x="588839" y="0"/>
                </a:lnTo>
                <a:lnTo>
                  <a:pt x="586442" y="497"/>
                </a:lnTo>
                <a:lnTo>
                  <a:pt x="585335" y="962"/>
                </a:lnTo>
                <a:lnTo>
                  <a:pt x="579323" y="4967"/>
                </a:lnTo>
                <a:lnTo>
                  <a:pt x="580053" y="4643"/>
                </a:lnTo>
                <a:lnTo>
                  <a:pt x="597734" y="4643"/>
                </a:lnTo>
                <a:lnTo>
                  <a:pt x="596519" y="2969"/>
                </a:lnTo>
                <a:lnTo>
                  <a:pt x="595641" y="2148"/>
                </a:lnTo>
                <a:lnTo>
                  <a:pt x="593750" y="962"/>
                </a:lnTo>
                <a:lnTo>
                  <a:pt x="592662" y="497"/>
                </a:lnTo>
                <a:lnTo>
                  <a:pt x="592909" y="497"/>
                </a:lnTo>
                <a:lnTo>
                  <a:pt x="590131" y="0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7" name="object 127" descr="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6366960" y="4150147"/>
            <a:ext cx="784397" cy="515994"/>
          </a:xfrm>
          <a:prstGeom prst="rect">
            <a:avLst/>
          </a:prstGeom>
        </p:spPr>
      </p:pic>
      <p:pic>
        <p:nvPicPr>
          <p:cNvPr id="128" name="object 128" descr="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3281624" y="6826448"/>
            <a:ext cx="182918" cy="147520"/>
          </a:xfrm>
          <a:prstGeom prst="rect">
            <a:avLst/>
          </a:prstGeom>
        </p:spPr>
      </p:pic>
      <p:pic>
        <p:nvPicPr>
          <p:cNvPr id="129" name="object 129" descr="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2984233" y="7101390"/>
            <a:ext cx="443140" cy="883787"/>
          </a:xfrm>
          <a:prstGeom prst="rect">
            <a:avLst/>
          </a:prstGeom>
        </p:spPr>
      </p:pic>
      <p:pic>
        <p:nvPicPr>
          <p:cNvPr id="130" name="object 130" descr="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3511638" y="7765519"/>
            <a:ext cx="243824" cy="155430"/>
          </a:xfrm>
          <a:prstGeom prst="rect">
            <a:avLst/>
          </a:prstGeom>
        </p:spPr>
      </p:pic>
      <p:sp>
        <p:nvSpPr>
          <p:cNvPr id="131" name="object 131" descr=""/>
          <p:cNvSpPr/>
          <p:nvPr/>
        </p:nvSpPr>
        <p:spPr>
          <a:xfrm>
            <a:off x="4516088" y="7533276"/>
            <a:ext cx="74930" cy="332105"/>
          </a:xfrm>
          <a:custGeom>
            <a:avLst/>
            <a:gdLst/>
            <a:ahLst/>
            <a:cxnLst/>
            <a:rect l="l" t="t" r="r" b="b"/>
            <a:pathLst>
              <a:path w="74929" h="332104">
                <a:moveTo>
                  <a:pt x="10115" y="0"/>
                </a:moveTo>
                <a:lnTo>
                  <a:pt x="8787" y="0"/>
                </a:lnTo>
                <a:lnTo>
                  <a:pt x="6330" y="525"/>
                </a:lnTo>
                <a:lnTo>
                  <a:pt x="560" y="6311"/>
                </a:lnTo>
                <a:lnTo>
                  <a:pt x="454" y="6578"/>
                </a:lnTo>
                <a:lnTo>
                  <a:pt x="0" y="9048"/>
                </a:lnTo>
                <a:lnTo>
                  <a:pt x="19" y="10281"/>
                </a:lnTo>
                <a:lnTo>
                  <a:pt x="7927" y="47190"/>
                </a:lnTo>
                <a:lnTo>
                  <a:pt x="13867" y="72646"/>
                </a:lnTo>
                <a:lnTo>
                  <a:pt x="21548" y="104204"/>
                </a:lnTo>
                <a:lnTo>
                  <a:pt x="30839" y="137988"/>
                </a:lnTo>
                <a:lnTo>
                  <a:pt x="39248" y="169105"/>
                </a:lnTo>
                <a:lnTo>
                  <a:pt x="45972" y="195994"/>
                </a:lnTo>
                <a:lnTo>
                  <a:pt x="50235" y="214461"/>
                </a:lnTo>
                <a:lnTo>
                  <a:pt x="50907" y="217239"/>
                </a:lnTo>
                <a:lnTo>
                  <a:pt x="53878" y="237294"/>
                </a:lnTo>
                <a:lnTo>
                  <a:pt x="54211" y="239359"/>
                </a:lnTo>
                <a:lnTo>
                  <a:pt x="55806" y="261683"/>
                </a:lnTo>
                <a:lnTo>
                  <a:pt x="55766" y="285179"/>
                </a:lnTo>
                <a:lnTo>
                  <a:pt x="52533" y="321556"/>
                </a:lnTo>
                <a:lnTo>
                  <a:pt x="52557" y="324032"/>
                </a:lnTo>
                <a:lnTo>
                  <a:pt x="60188" y="331809"/>
                </a:lnTo>
                <a:lnTo>
                  <a:pt x="63607" y="331809"/>
                </a:lnTo>
                <a:lnTo>
                  <a:pt x="74790" y="285179"/>
                </a:lnTo>
                <a:lnTo>
                  <a:pt x="74802" y="261683"/>
                </a:lnTo>
                <a:lnTo>
                  <a:pt x="73258" y="240071"/>
                </a:lnTo>
                <a:lnTo>
                  <a:pt x="73207" y="239359"/>
                </a:lnTo>
                <a:lnTo>
                  <a:pt x="64396" y="191566"/>
                </a:lnTo>
                <a:lnTo>
                  <a:pt x="49119" y="133008"/>
                </a:lnTo>
                <a:lnTo>
                  <a:pt x="39893" y="99453"/>
                </a:lnTo>
                <a:lnTo>
                  <a:pt x="32299" y="68256"/>
                </a:lnTo>
                <a:lnTo>
                  <a:pt x="26419" y="43054"/>
                </a:lnTo>
                <a:lnTo>
                  <a:pt x="18599" y="6578"/>
                </a:lnTo>
                <a:lnTo>
                  <a:pt x="18541" y="6311"/>
                </a:lnTo>
                <a:lnTo>
                  <a:pt x="18163" y="5433"/>
                </a:lnTo>
                <a:lnTo>
                  <a:pt x="12716" y="525"/>
                </a:lnTo>
                <a:lnTo>
                  <a:pt x="12980" y="525"/>
                </a:lnTo>
                <a:lnTo>
                  <a:pt x="10115" y="0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2" name="object 132" descr="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3724748" y="7600938"/>
            <a:ext cx="727397" cy="646403"/>
          </a:xfrm>
          <a:prstGeom prst="rect">
            <a:avLst/>
          </a:prstGeom>
        </p:spPr>
      </p:pic>
      <p:pic>
        <p:nvPicPr>
          <p:cNvPr id="133" name="object 133" descr="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2679641" y="7082203"/>
            <a:ext cx="182504" cy="192081"/>
          </a:xfrm>
          <a:prstGeom prst="rect">
            <a:avLst/>
          </a:prstGeom>
        </p:spPr>
      </p:pic>
      <p:pic>
        <p:nvPicPr>
          <p:cNvPr id="134" name="object 134" descr="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3628471" y="6962007"/>
            <a:ext cx="192024" cy="1830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54" y="2691909"/>
            <a:ext cx="5018110" cy="260039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002" y="6396617"/>
            <a:ext cx="2558759" cy="16492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292976" y="57294"/>
            <a:ext cx="226060" cy="496570"/>
          </a:xfrm>
          <a:custGeom>
            <a:avLst/>
            <a:gdLst/>
            <a:ahLst/>
            <a:cxnLst/>
            <a:rect l="l" t="t" r="r" b="b"/>
            <a:pathLst>
              <a:path w="226059" h="496570">
                <a:moveTo>
                  <a:pt x="62758" y="459740"/>
                </a:moveTo>
                <a:lnTo>
                  <a:pt x="55445" y="459740"/>
                </a:lnTo>
                <a:lnTo>
                  <a:pt x="54335" y="461010"/>
                </a:lnTo>
                <a:lnTo>
                  <a:pt x="52327" y="462279"/>
                </a:lnTo>
                <a:lnTo>
                  <a:pt x="51506" y="463550"/>
                </a:lnTo>
                <a:lnTo>
                  <a:pt x="50229" y="464820"/>
                </a:lnTo>
                <a:lnTo>
                  <a:pt x="49822" y="466090"/>
                </a:lnTo>
                <a:lnTo>
                  <a:pt x="49646" y="467360"/>
                </a:lnTo>
                <a:lnTo>
                  <a:pt x="49538" y="469900"/>
                </a:lnTo>
                <a:lnTo>
                  <a:pt x="53480" y="485140"/>
                </a:lnTo>
                <a:lnTo>
                  <a:pt x="54391" y="487679"/>
                </a:lnTo>
                <a:lnTo>
                  <a:pt x="56791" y="491490"/>
                </a:lnTo>
                <a:lnTo>
                  <a:pt x="57310" y="492760"/>
                </a:lnTo>
                <a:lnTo>
                  <a:pt x="58536" y="494029"/>
                </a:lnTo>
                <a:lnTo>
                  <a:pt x="59220" y="494029"/>
                </a:lnTo>
                <a:lnTo>
                  <a:pt x="62769" y="496570"/>
                </a:lnTo>
                <a:lnTo>
                  <a:pt x="78407" y="496570"/>
                </a:lnTo>
                <a:lnTo>
                  <a:pt x="89513" y="495300"/>
                </a:lnTo>
                <a:lnTo>
                  <a:pt x="92079" y="495300"/>
                </a:lnTo>
                <a:lnTo>
                  <a:pt x="104895" y="488950"/>
                </a:lnTo>
                <a:lnTo>
                  <a:pt x="106614" y="487679"/>
                </a:lnTo>
                <a:lnTo>
                  <a:pt x="112890" y="482854"/>
                </a:lnTo>
                <a:lnTo>
                  <a:pt x="72225" y="482854"/>
                </a:lnTo>
                <a:lnTo>
                  <a:pt x="71804" y="481530"/>
                </a:lnTo>
                <a:lnTo>
                  <a:pt x="70208" y="479763"/>
                </a:lnTo>
                <a:lnTo>
                  <a:pt x="66713" y="478790"/>
                </a:lnTo>
                <a:lnTo>
                  <a:pt x="71097" y="478790"/>
                </a:lnTo>
                <a:lnTo>
                  <a:pt x="67883" y="466090"/>
                </a:lnTo>
                <a:lnTo>
                  <a:pt x="67349" y="464820"/>
                </a:lnTo>
                <a:lnTo>
                  <a:pt x="65839" y="462279"/>
                </a:lnTo>
                <a:lnTo>
                  <a:pt x="64921" y="461010"/>
                </a:lnTo>
                <a:lnTo>
                  <a:pt x="62758" y="459740"/>
                </a:lnTo>
                <a:close/>
              </a:path>
              <a:path w="226059" h="496570">
                <a:moveTo>
                  <a:pt x="86630" y="476251"/>
                </a:moveTo>
                <a:lnTo>
                  <a:pt x="75525" y="478790"/>
                </a:lnTo>
                <a:lnTo>
                  <a:pt x="71097" y="478790"/>
                </a:lnTo>
                <a:lnTo>
                  <a:pt x="71424" y="479763"/>
                </a:lnTo>
                <a:lnTo>
                  <a:pt x="72895" y="482600"/>
                </a:lnTo>
                <a:lnTo>
                  <a:pt x="72144" y="482600"/>
                </a:lnTo>
                <a:lnTo>
                  <a:pt x="72225" y="482854"/>
                </a:lnTo>
                <a:lnTo>
                  <a:pt x="112890" y="482854"/>
                </a:lnTo>
                <a:lnTo>
                  <a:pt x="113221" y="482600"/>
                </a:lnTo>
                <a:lnTo>
                  <a:pt x="72895" y="482600"/>
                </a:lnTo>
                <a:lnTo>
                  <a:pt x="71882" y="481530"/>
                </a:lnTo>
                <a:lnTo>
                  <a:pt x="114613" y="481530"/>
                </a:lnTo>
                <a:lnTo>
                  <a:pt x="119829" y="477520"/>
                </a:lnTo>
                <a:lnTo>
                  <a:pt x="84066" y="477520"/>
                </a:lnTo>
                <a:lnTo>
                  <a:pt x="86630" y="476251"/>
                </a:lnTo>
                <a:close/>
              </a:path>
              <a:path w="226059" h="496570">
                <a:moveTo>
                  <a:pt x="71424" y="479763"/>
                </a:moveTo>
                <a:lnTo>
                  <a:pt x="71428" y="480096"/>
                </a:lnTo>
                <a:lnTo>
                  <a:pt x="71882" y="481530"/>
                </a:lnTo>
                <a:lnTo>
                  <a:pt x="72895" y="482600"/>
                </a:lnTo>
                <a:lnTo>
                  <a:pt x="71424" y="479763"/>
                </a:lnTo>
                <a:close/>
              </a:path>
              <a:path w="226059" h="496570">
                <a:moveTo>
                  <a:pt x="70283" y="479763"/>
                </a:moveTo>
                <a:lnTo>
                  <a:pt x="70523" y="480096"/>
                </a:lnTo>
                <a:lnTo>
                  <a:pt x="71882" y="481530"/>
                </a:lnTo>
                <a:lnTo>
                  <a:pt x="71348" y="480096"/>
                </a:lnTo>
                <a:lnTo>
                  <a:pt x="71501" y="480096"/>
                </a:lnTo>
                <a:lnTo>
                  <a:pt x="70283" y="479763"/>
                </a:lnTo>
                <a:close/>
              </a:path>
              <a:path w="226059" h="496570">
                <a:moveTo>
                  <a:pt x="69286" y="478790"/>
                </a:moveTo>
                <a:lnTo>
                  <a:pt x="70283" y="479763"/>
                </a:lnTo>
                <a:lnTo>
                  <a:pt x="71501" y="480096"/>
                </a:lnTo>
                <a:lnTo>
                  <a:pt x="70883" y="479763"/>
                </a:lnTo>
                <a:lnTo>
                  <a:pt x="69286" y="478790"/>
                </a:lnTo>
                <a:close/>
              </a:path>
              <a:path w="226059" h="496570">
                <a:moveTo>
                  <a:pt x="70919" y="478790"/>
                </a:moveTo>
                <a:lnTo>
                  <a:pt x="69286" y="478790"/>
                </a:lnTo>
                <a:lnTo>
                  <a:pt x="71428" y="480096"/>
                </a:lnTo>
                <a:lnTo>
                  <a:pt x="71239" y="479763"/>
                </a:lnTo>
                <a:lnTo>
                  <a:pt x="70919" y="478790"/>
                </a:lnTo>
                <a:close/>
              </a:path>
              <a:path w="226059" h="496570">
                <a:moveTo>
                  <a:pt x="70919" y="478790"/>
                </a:moveTo>
                <a:lnTo>
                  <a:pt x="71239" y="479763"/>
                </a:lnTo>
                <a:lnTo>
                  <a:pt x="71348" y="480096"/>
                </a:lnTo>
                <a:lnTo>
                  <a:pt x="71424" y="479763"/>
                </a:lnTo>
                <a:lnTo>
                  <a:pt x="70919" y="478790"/>
                </a:lnTo>
                <a:close/>
              </a:path>
              <a:path w="226059" h="496570">
                <a:moveTo>
                  <a:pt x="69286" y="478790"/>
                </a:moveTo>
                <a:lnTo>
                  <a:pt x="66713" y="478790"/>
                </a:lnTo>
                <a:lnTo>
                  <a:pt x="70283" y="479763"/>
                </a:lnTo>
                <a:lnTo>
                  <a:pt x="69286" y="478790"/>
                </a:lnTo>
                <a:close/>
              </a:path>
              <a:path w="226059" h="496570">
                <a:moveTo>
                  <a:pt x="71097" y="478790"/>
                </a:moveTo>
                <a:lnTo>
                  <a:pt x="70919" y="478790"/>
                </a:lnTo>
                <a:lnTo>
                  <a:pt x="71424" y="479763"/>
                </a:lnTo>
                <a:lnTo>
                  <a:pt x="71097" y="478790"/>
                </a:lnTo>
                <a:close/>
              </a:path>
              <a:path w="226059" h="496570">
                <a:moveTo>
                  <a:pt x="119939" y="453390"/>
                </a:moveTo>
                <a:lnTo>
                  <a:pt x="95162" y="472440"/>
                </a:lnTo>
                <a:lnTo>
                  <a:pt x="94319" y="472440"/>
                </a:lnTo>
                <a:lnTo>
                  <a:pt x="84066" y="477520"/>
                </a:lnTo>
                <a:lnTo>
                  <a:pt x="119829" y="477520"/>
                </a:lnTo>
                <a:lnTo>
                  <a:pt x="126436" y="472440"/>
                </a:lnTo>
                <a:lnTo>
                  <a:pt x="95162" y="472440"/>
                </a:lnTo>
                <a:lnTo>
                  <a:pt x="96754" y="471264"/>
                </a:lnTo>
                <a:lnTo>
                  <a:pt x="127965" y="471264"/>
                </a:lnTo>
                <a:lnTo>
                  <a:pt x="131391" y="468629"/>
                </a:lnTo>
                <a:lnTo>
                  <a:pt x="132067" y="468629"/>
                </a:lnTo>
                <a:lnTo>
                  <a:pt x="147446" y="454660"/>
                </a:lnTo>
                <a:lnTo>
                  <a:pt x="119263" y="454660"/>
                </a:lnTo>
                <a:lnTo>
                  <a:pt x="119939" y="453390"/>
                </a:lnTo>
                <a:close/>
              </a:path>
              <a:path w="226059" h="496570">
                <a:moveTo>
                  <a:pt x="22187" y="54610"/>
                </a:moveTo>
                <a:lnTo>
                  <a:pt x="11305" y="54610"/>
                </a:lnTo>
                <a:lnTo>
                  <a:pt x="7489" y="57150"/>
                </a:lnTo>
                <a:lnTo>
                  <a:pt x="6625" y="57150"/>
                </a:lnTo>
                <a:lnTo>
                  <a:pt x="5091" y="58420"/>
                </a:lnTo>
                <a:lnTo>
                  <a:pt x="4462" y="59690"/>
                </a:lnTo>
                <a:lnTo>
                  <a:pt x="2368" y="63500"/>
                </a:lnTo>
                <a:lnTo>
                  <a:pt x="1330" y="67310"/>
                </a:lnTo>
                <a:lnTo>
                  <a:pt x="48" y="78740"/>
                </a:lnTo>
                <a:lnTo>
                  <a:pt x="0" y="264160"/>
                </a:lnTo>
                <a:lnTo>
                  <a:pt x="1647" y="326390"/>
                </a:lnTo>
                <a:lnTo>
                  <a:pt x="1715" y="328929"/>
                </a:lnTo>
                <a:lnTo>
                  <a:pt x="4217" y="383540"/>
                </a:lnTo>
                <a:lnTo>
                  <a:pt x="5941" y="426720"/>
                </a:lnTo>
                <a:lnTo>
                  <a:pt x="5991" y="427990"/>
                </a:lnTo>
                <a:lnTo>
                  <a:pt x="7415" y="453390"/>
                </a:lnTo>
                <a:lnTo>
                  <a:pt x="7487" y="454660"/>
                </a:lnTo>
                <a:lnTo>
                  <a:pt x="7552" y="455834"/>
                </a:lnTo>
                <a:lnTo>
                  <a:pt x="7632" y="457252"/>
                </a:lnTo>
                <a:lnTo>
                  <a:pt x="7700" y="458470"/>
                </a:lnTo>
                <a:lnTo>
                  <a:pt x="8172" y="461010"/>
                </a:lnTo>
                <a:lnTo>
                  <a:pt x="9380" y="464820"/>
                </a:lnTo>
                <a:lnTo>
                  <a:pt x="9904" y="466090"/>
                </a:lnTo>
                <a:lnTo>
                  <a:pt x="11291" y="467360"/>
                </a:lnTo>
                <a:lnTo>
                  <a:pt x="12114" y="467360"/>
                </a:lnTo>
                <a:lnTo>
                  <a:pt x="14016" y="468629"/>
                </a:lnTo>
                <a:lnTo>
                  <a:pt x="15038" y="469900"/>
                </a:lnTo>
                <a:lnTo>
                  <a:pt x="21569" y="469900"/>
                </a:lnTo>
                <a:lnTo>
                  <a:pt x="23528" y="468629"/>
                </a:lnTo>
                <a:lnTo>
                  <a:pt x="24386" y="467360"/>
                </a:lnTo>
                <a:lnTo>
                  <a:pt x="25860" y="466090"/>
                </a:lnTo>
                <a:lnTo>
                  <a:pt x="26432" y="464820"/>
                </a:lnTo>
                <a:lnTo>
                  <a:pt x="27244" y="462279"/>
                </a:lnTo>
                <a:lnTo>
                  <a:pt x="27459" y="462279"/>
                </a:lnTo>
                <a:lnTo>
                  <a:pt x="27514" y="459740"/>
                </a:lnTo>
                <a:lnTo>
                  <a:pt x="8542" y="459740"/>
                </a:lnTo>
                <a:lnTo>
                  <a:pt x="9279" y="427990"/>
                </a:lnTo>
                <a:lnTo>
                  <a:pt x="9397" y="422910"/>
                </a:lnTo>
                <a:lnTo>
                  <a:pt x="11899" y="362289"/>
                </a:lnTo>
                <a:lnTo>
                  <a:pt x="12000" y="359410"/>
                </a:lnTo>
                <a:lnTo>
                  <a:pt x="14711" y="331470"/>
                </a:lnTo>
                <a:lnTo>
                  <a:pt x="14834" y="330200"/>
                </a:lnTo>
                <a:lnTo>
                  <a:pt x="14957" y="328929"/>
                </a:lnTo>
                <a:lnTo>
                  <a:pt x="15080" y="327660"/>
                </a:lnTo>
                <a:lnTo>
                  <a:pt x="15204" y="326390"/>
                </a:lnTo>
                <a:lnTo>
                  <a:pt x="19660" y="290957"/>
                </a:lnTo>
                <a:lnTo>
                  <a:pt x="18941" y="264160"/>
                </a:lnTo>
                <a:lnTo>
                  <a:pt x="18945" y="80010"/>
                </a:lnTo>
                <a:lnTo>
                  <a:pt x="19149" y="78740"/>
                </a:lnTo>
                <a:lnTo>
                  <a:pt x="19661" y="73660"/>
                </a:lnTo>
                <a:lnTo>
                  <a:pt x="14597" y="73660"/>
                </a:lnTo>
                <a:lnTo>
                  <a:pt x="17288" y="72784"/>
                </a:lnTo>
                <a:lnTo>
                  <a:pt x="19553" y="70857"/>
                </a:lnTo>
                <a:lnTo>
                  <a:pt x="20174" y="68579"/>
                </a:lnTo>
                <a:lnTo>
                  <a:pt x="27993" y="68579"/>
                </a:lnTo>
                <a:lnTo>
                  <a:pt x="28954" y="66040"/>
                </a:lnTo>
                <a:lnTo>
                  <a:pt x="29195" y="64770"/>
                </a:lnTo>
                <a:lnTo>
                  <a:pt x="29195" y="62229"/>
                </a:lnTo>
                <a:lnTo>
                  <a:pt x="28954" y="62229"/>
                </a:lnTo>
                <a:lnTo>
                  <a:pt x="27993" y="59690"/>
                </a:lnTo>
                <a:lnTo>
                  <a:pt x="27309" y="58420"/>
                </a:lnTo>
                <a:lnTo>
                  <a:pt x="25532" y="55879"/>
                </a:lnTo>
                <a:lnTo>
                  <a:pt x="24508" y="55879"/>
                </a:lnTo>
                <a:lnTo>
                  <a:pt x="22187" y="54610"/>
                </a:lnTo>
                <a:close/>
              </a:path>
              <a:path w="226059" h="496570">
                <a:moveTo>
                  <a:pt x="19660" y="290957"/>
                </a:moveTo>
                <a:lnTo>
                  <a:pt x="15204" y="326390"/>
                </a:lnTo>
                <a:lnTo>
                  <a:pt x="12246" y="356870"/>
                </a:lnTo>
                <a:lnTo>
                  <a:pt x="12123" y="358140"/>
                </a:lnTo>
                <a:lnTo>
                  <a:pt x="12000" y="359410"/>
                </a:lnTo>
                <a:lnTo>
                  <a:pt x="11899" y="362289"/>
                </a:lnTo>
                <a:lnTo>
                  <a:pt x="9397" y="422910"/>
                </a:lnTo>
                <a:lnTo>
                  <a:pt x="8690" y="453390"/>
                </a:lnTo>
                <a:lnTo>
                  <a:pt x="8660" y="454660"/>
                </a:lnTo>
                <a:lnTo>
                  <a:pt x="8542" y="459740"/>
                </a:lnTo>
                <a:lnTo>
                  <a:pt x="26622" y="457252"/>
                </a:lnTo>
                <a:lnTo>
                  <a:pt x="26148" y="454660"/>
                </a:lnTo>
                <a:lnTo>
                  <a:pt x="26477" y="454660"/>
                </a:lnTo>
                <a:lnTo>
                  <a:pt x="24982" y="427990"/>
                </a:lnTo>
                <a:lnTo>
                  <a:pt x="24911" y="426720"/>
                </a:lnTo>
                <a:lnTo>
                  <a:pt x="23407" y="388620"/>
                </a:lnTo>
                <a:lnTo>
                  <a:pt x="22232" y="362289"/>
                </a:lnTo>
                <a:lnTo>
                  <a:pt x="20818" y="331470"/>
                </a:lnTo>
                <a:lnTo>
                  <a:pt x="20702" y="328929"/>
                </a:lnTo>
                <a:lnTo>
                  <a:pt x="20610" y="326390"/>
                </a:lnTo>
                <a:lnTo>
                  <a:pt x="19660" y="290957"/>
                </a:lnTo>
                <a:close/>
              </a:path>
              <a:path w="226059" h="496570">
                <a:moveTo>
                  <a:pt x="120542" y="0"/>
                </a:moveTo>
                <a:lnTo>
                  <a:pt x="117826" y="0"/>
                </a:lnTo>
                <a:lnTo>
                  <a:pt x="109283" y="1270"/>
                </a:lnTo>
                <a:lnTo>
                  <a:pt x="79519" y="40640"/>
                </a:lnTo>
                <a:lnTo>
                  <a:pt x="79276" y="41910"/>
                </a:lnTo>
                <a:lnTo>
                  <a:pt x="69024" y="67310"/>
                </a:lnTo>
                <a:lnTo>
                  <a:pt x="57749" y="100329"/>
                </a:lnTo>
                <a:lnTo>
                  <a:pt x="57544" y="101600"/>
                </a:lnTo>
                <a:lnTo>
                  <a:pt x="46354" y="143510"/>
                </a:lnTo>
                <a:lnTo>
                  <a:pt x="35192" y="194310"/>
                </a:lnTo>
                <a:lnTo>
                  <a:pt x="28723" y="228600"/>
                </a:lnTo>
                <a:lnTo>
                  <a:pt x="21433" y="276860"/>
                </a:lnTo>
                <a:lnTo>
                  <a:pt x="19660" y="290957"/>
                </a:lnTo>
                <a:lnTo>
                  <a:pt x="20610" y="326390"/>
                </a:lnTo>
                <a:lnTo>
                  <a:pt x="20702" y="328929"/>
                </a:lnTo>
                <a:lnTo>
                  <a:pt x="23207" y="383540"/>
                </a:lnTo>
                <a:lnTo>
                  <a:pt x="24911" y="426720"/>
                </a:lnTo>
                <a:lnTo>
                  <a:pt x="26406" y="453390"/>
                </a:lnTo>
                <a:lnTo>
                  <a:pt x="26477" y="454660"/>
                </a:lnTo>
                <a:lnTo>
                  <a:pt x="26543" y="455834"/>
                </a:lnTo>
                <a:lnTo>
                  <a:pt x="27020" y="457252"/>
                </a:lnTo>
                <a:lnTo>
                  <a:pt x="26622" y="457252"/>
                </a:lnTo>
                <a:lnTo>
                  <a:pt x="8542" y="459740"/>
                </a:lnTo>
                <a:lnTo>
                  <a:pt x="27514" y="459740"/>
                </a:lnTo>
                <a:lnTo>
                  <a:pt x="27570" y="457252"/>
                </a:lnTo>
                <a:lnTo>
                  <a:pt x="27020" y="457252"/>
                </a:lnTo>
                <a:lnTo>
                  <a:pt x="26543" y="455834"/>
                </a:lnTo>
                <a:lnTo>
                  <a:pt x="27602" y="455834"/>
                </a:lnTo>
                <a:lnTo>
                  <a:pt x="28226" y="427990"/>
                </a:lnTo>
                <a:lnTo>
                  <a:pt x="28340" y="422910"/>
                </a:lnTo>
                <a:lnTo>
                  <a:pt x="30832" y="362289"/>
                </a:lnTo>
                <a:lnTo>
                  <a:pt x="33711" y="331470"/>
                </a:lnTo>
                <a:lnTo>
                  <a:pt x="33830" y="330200"/>
                </a:lnTo>
                <a:lnTo>
                  <a:pt x="33949" y="328929"/>
                </a:lnTo>
                <a:lnTo>
                  <a:pt x="34067" y="327660"/>
                </a:lnTo>
                <a:lnTo>
                  <a:pt x="40227" y="279400"/>
                </a:lnTo>
                <a:lnTo>
                  <a:pt x="47461" y="231140"/>
                </a:lnTo>
                <a:lnTo>
                  <a:pt x="47637" y="231140"/>
                </a:lnTo>
                <a:lnTo>
                  <a:pt x="53808" y="198120"/>
                </a:lnTo>
                <a:lnTo>
                  <a:pt x="64859" y="148590"/>
                </a:lnTo>
                <a:lnTo>
                  <a:pt x="75184" y="108147"/>
                </a:lnTo>
                <a:lnTo>
                  <a:pt x="75675" y="106688"/>
                </a:lnTo>
                <a:lnTo>
                  <a:pt x="75605" y="106498"/>
                </a:lnTo>
                <a:lnTo>
                  <a:pt x="75883" y="105410"/>
                </a:lnTo>
                <a:lnTo>
                  <a:pt x="76105" y="105410"/>
                </a:lnTo>
                <a:lnTo>
                  <a:pt x="86784" y="73660"/>
                </a:lnTo>
                <a:lnTo>
                  <a:pt x="87105" y="73660"/>
                </a:lnTo>
                <a:lnTo>
                  <a:pt x="96869" y="48260"/>
                </a:lnTo>
                <a:lnTo>
                  <a:pt x="97237" y="48260"/>
                </a:lnTo>
                <a:lnTo>
                  <a:pt x="105170" y="31750"/>
                </a:lnTo>
                <a:lnTo>
                  <a:pt x="105354" y="31750"/>
                </a:lnTo>
                <a:lnTo>
                  <a:pt x="110480" y="24129"/>
                </a:lnTo>
                <a:lnTo>
                  <a:pt x="110151" y="24129"/>
                </a:lnTo>
                <a:lnTo>
                  <a:pt x="112490" y="21590"/>
                </a:lnTo>
                <a:lnTo>
                  <a:pt x="111829" y="21590"/>
                </a:lnTo>
                <a:lnTo>
                  <a:pt x="113161" y="20756"/>
                </a:lnTo>
                <a:lnTo>
                  <a:pt x="113331" y="20613"/>
                </a:lnTo>
                <a:lnTo>
                  <a:pt x="113782" y="20320"/>
                </a:lnTo>
                <a:lnTo>
                  <a:pt x="112999" y="20320"/>
                </a:lnTo>
                <a:lnTo>
                  <a:pt x="115888" y="19050"/>
                </a:lnTo>
                <a:lnTo>
                  <a:pt x="153485" y="19050"/>
                </a:lnTo>
                <a:lnTo>
                  <a:pt x="149092" y="13970"/>
                </a:lnTo>
                <a:lnTo>
                  <a:pt x="148385" y="12700"/>
                </a:lnTo>
                <a:lnTo>
                  <a:pt x="141336" y="6350"/>
                </a:lnTo>
                <a:lnTo>
                  <a:pt x="138960" y="5079"/>
                </a:lnTo>
                <a:lnTo>
                  <a:pt x="133193" y="1270"/>
                </a:lnTo>
                <a:lnTo>
                  <a:pt x="129940" y="1270"/>
                </a:lnTo>
                <a:lnTo>
                  <a:pt x="120542" y="0"/>
                </a:lnTo>
                <a:close/>
              </a:path>
              <a:path w="226059" h="496570">
                <a:moveTo>
                  <a:pt x="26148" y="454660"/>
                </a:moveTo>
                <a:lnTo>
                  <a:pt x="26629" y="457252"/>
                </a:lnTo>
                <a:lnTo>
                  <a:pt x="26543" y="455834"/>
                </a:lnTo>
                <a:lnTo>
                  <a:pt x="26148" y="454660"/>
                </a:lnTo>
                <a:close/>
              </a:path>
              <a:path w="226059" h="496570">
                <a:moveTo>
                  <a:pt x="26477" y="454660"/>
                </a:moveTo>
                <a:lnTo>
                  <a:pt x="26148" y="454660"/>
                </a:lnTo>
                <a:lnTo>
                  <a:pt x="26543" y="455834"/>
                </a:lnTo>
                <a:lnTo>
                  <a:pt x="26477" y="454660"/>
                </a:lnTo>
                <a:close/>
              </a:path>
              <a:path w="226059" h="496570">
                <a:moveTo>
                  <a:pt x="165047" y="401320"/>
                </a:moveTo>
                <a:lnTo>
                  <a:pt x="145396" y="427990"/>
                </a:lnTo>
                <a:lnTo>
                  <a:pt x="145974" y="427990"/>
                </a:lnTo>
                <a:lnTo>
                  <a:pt x="134013" y="440690"/>
                </a:lnTo>
                <a:lnTo>
                  <a:pt x="134642" y="440690"/>
                </a:lnTo>
                <a:lnTo>
                  <a:pt x="119263" y="454660"/>
                </a:lnTo>
                <a:lnTo>
                  <a:pt x="147446" y="454660"/>
                </a:lnTo>
                <a:lnTo>
                  <a:pt x="148075" y="453390"/>
                </a:lnTo>
                <a:lnTo>
                  <a:pt x="160036" y="440690"/>
                </a:lnTo>
                <a:lnTo>
                  <a:pt x="160614" y="439420"/>
                </a:lnTo>
                <a:lnTo>
                  <a:pt x="180264" y="412750"/>
                </a:lnTo>
                <a:lnTo>
                  <a:pt x="180709" y="412750"/>
                </a:lnTo>
                <a:lnTo>
                  <a:pt x="186974" y="402590"/>
                </a:lnTo>
                <a:lnTo>
                  <a:pt x="164602" y="402590"/>
                </a:lnTo>
                <a:lnTo>
                  <a:pt x="165047" y="401320"/>
                </a:lnTo>
                <a:close/>
              </a:path>
              <a:path w="226059" h="496570">
                <a:moveTo>
                  <a:pt x="174000" y="387350"/>
                </a:moveTo>
                <a:lnTo>
                  <a:pt x="164602" y="402590"/>
                </a:lnTo>
                <a:lnTo>
                  <a:pt x="186974" y="402590"/>
                </a:lnTo>
                <a:lnTo>
                  <a:pt x="190107" y="397510"/>
                </a:lnTo>
                <a:lnTo>
                  <a:pt x="190467" y="396240"/>
                </a:lnTo>
                <a:lnTo>
                  <a:pt x="194495" y="388620"/>
                </a:lnTo>
                <a:lnTo>
                  <a:pt x="173640" y="388620"/>
                </a:lnTo>
                <a:lnTo>
                  <a:pt x="174000" y="387350"/>
                </a:lnTo>
                <a:close/>
              </a:path>
              <a:path w="226059" h="496570">
                <a:moveTo>
                  <a:pt x="183038" y="369570"/>
                </a:moveTo>
                <a:lnTo>
                  <a:pt x="173640" y="388620"/>
                </a:lnTo>
                <a:lnTo>
                  <a:pt x="194495" y="388620"/>
                </a:lnTo>
                <a:lnTo>
                  <a:pt x="199865" y="378460"/>
                </a:lnTo>
                <a:lnTo>
                  <a:pt x="200136" y="378460"/>
                </a:lnTo>
                <a:lnTo>
                  <a:pt x="203420" y="370840"/>
                </a:lnTo>
                <a:lnTo>
                  <a:pt x="182768" y="370840"/>
                </a:lnTo>
                <a:lnTo>
                  <a:pt x="183038" y="369570"/>
                </a:lnTo>
                <a:close/>
              </a:path>
              <a:path w="226059" h="496570">
                <a:moveTo>
                  <a:pt x="198763" y="330200"/>
                </a:moveTo>
                <a:lnTo>
                  <a:pt x="191287" y="350520"/>
                </a:lnTo>
                <a:lnTo>
                  <a:pt x="191525" y="350520"/>
                </a:lnTo>
                <a:lnTo>
                  <a:pt x="182768" y="370840"/>
                </a:lnTo>
                <a:lnTo>
                  <a:pt x="203420" y="370840"/>
                </a:lnTo>
                <a:lnTo>
                  <a:pt x="208893" y="358140"/>
                </a:lnTo>
                <a:lnTo>
                  <a:pt x="209131" y="356870"/>
                </a:lnTo>
                <a:lnTo>
                  <a:pt x="216607" y="336550"/>
                </a:lnTo>
                <a:lnTo>
                  <a:pt x="216897" y="335279"/>
                </a:lnTo>
                <a:lnTo>
                  <a:pt x="217839" y="331470"/>
                </a:lnTo>
                <a:lnTo>
                  <a:pt x="198473" y="331470"/>
                </a:lnTo>
                <a:lnTo>
                  <a:pt x="198763" y="330200"/>
                </a:lnTo>
                <a:close/>
              </a:path>
              <a:path w="226059" h="496570">
                <a:moveTo>
                  <a:pt x="214303" y="144779"/>
                </a:moveTo>
                <a:lnTo>
                  <a:pt x="194964" y="144779"/>
                </a:lnTo>
                <a:lnTo>
                  <a:pt x="203035" y="186690"/>
                </a:lnTo>
                <a:lnTo>
                  <a:pt x="203390" y="187970"/>
                </a:lnTo>
                <a:lnTo>
                  <a:pt x="205952" y="212090"/>
                </a:lnTo>
                <a:lnTo>
                  <a:pt x="206477" y="228600"/>
                </a:lnTo>
                <a:lnTo>
                  <a:pt x="206598" y="232391"/>
                </a:lnTo>
                <a:lnTo>
                  <a:pt x="206710" y="235912"/>
                </a:lnTo>
                <a:lnTo>
                  <a:pt x="206734" y="237490"/>
                </a:lnTo>
                <a:lnTo>
                  <a:pt x="206072" y="276860"/>
                </a:lnTo>
                <a:lnTo>
                  <a:pt x="205945" y="285750"/>
                </a:lnTo>
                <a:lnTo>
                  <a:pt x="205438" y="290957"/>
                </a:lnTo>
                <a:lnTo>
                  <a:pt x="203813" y="308610"/>
                </a:lnTo>
                <a:lnTo>
                  <a:pt x="198473" y="331470"/>
                </a:lnTo>
                <a:lnTo>
                  <a:pt x="217839" y="331470"/>
                </a:lnTo>
                <a:lnTo>
                  <a:pt x="222236" y="313690"/>
                </a:lnTo>
                <a:lnTo>
                  <a:pt x="222453" y="312420"/>
                </a:lnTo>
                <a:lnTo>
                  <a:pt x="224803" y="288290"/>
                </a:lnTo>
                <a:lnTo>
                  <a:pt x="224868" y="285750"/>
                </a:lnTo>
                <a:lnTo>
                  <a:pt x="225676" y="237490"/>
                </a:lnTo>
                <a:lnTo>
                  <a:pt x="225569" y="232391"/>
                </a:lnTo>
                <a:lnTo>
                  <a:pt x="224886" y="212090"/>
                </a:lnTo>
                <a:lnTo>
                  <a:pt x="224843" y="210820"/>
                </a:lnTo>
                <a:lnTo>
                  <a:pt x="222233" y="186690"/>
                </a:lnTo>
                <a:lnTo>
                  <a:pt x="222115" y="185420"/>
                </a:lnTo>
                <a:lnTo>
                  <a:pt x="214303" y="144779"/>
                </a:lnTo>
                <a:close/>
              </a:path>
              <a:path w="226059" h="496570">
                <a:moveTo>
                  <a:pt x="47637" y="231140"/>
                </a:moveTo>
                <a:lnTo>
                  <a:pt x="47461" y="231140"/>
                </a:lnTo>
                <a:lnTo>
                  <a:pt x="46745" y="235912"/>
                </a:lnTo>
                <a:lnTo>
                  <a:pt x="47637" y="231140"/>
                </a:lnTo>
                <a:close/>
              </a:path>
              <a:path w="226059" h="496570">
                <a:moveTo>
                  <a:pt x="202097" y="104140"/>
                </a:moveTo>
                <a:lnTo>
                  <a:pt x="182409" y="104140"/>
                </a:lnTo>
                <a:lnTo>
                  <a:pt x="182695" y="105410"/>
                </a:lnTo>
                <a:lnTo>
                  <a:pt x="183130" y="106498"/>
                </a:lnTo>
                <a:lnTo>
                  <a:pt x="195180" y="145906"/>
                </a:lnTo>
                <a:lnTo>
                  <a:pt x="194964" y="144779"/>
                </a:lnTo>
                <a:lnTo>
                  <a:pt x="214303" y="144779"/>
                </a:lnTo>
                <a:lnTo>
                  <a:pt x="213310" y="139700"/>
                </a:lnTo>
                <a:lnTo>
                  <a:pt x="202097" y="104140"/>
                </a:lnTo>
                <a:close/>
              </a:path>
              <a:path w="226059" h="496570">
                <a:moveTo>
                  <a:pt x="76105" y="105410"/>
                </a:moveTo>
                <a:lnTo>
                  <a:pt x="75883" y="105410"/>
                </a:lnTo>
                <a:lnTo>
                  <a:pt x="75605" y="106498"/>
                </a:lnTo>
                <a:lnTo>
                  <a:pt x="75556" y="106688"/>
                </a:lnTo>
                <a:lnTo>
                  <a:pt x="75738" y="106498"/>
                </a:lnTo>
                <a:lnTo>
                  <a:pt x="76105" y="105410"/>
                </a:lnTo>
                <a:close/>
              </a:path>
              <a:path w="226059" h="496570">
                <a:moveTo>
                  <a:pt x="194797" y="85090"/>
                </a:moveTo>
                <a:lnTo>
                  <a:pt x="174579" y="85090"/>
                </a:lnTo>
                <a:lnTo>
                  <a:pt x="182695" y="105410"/>
                </a:lnTo>
                <a:lnTo>
                  <a:pt x="182618" y="104824"/>
                </a:lnTo>
                <a:lnTo>
                  <a:pt x="182409" y="104140"/>
                </a:lnTo>
                <a:lnTo>
                  <a:pt x="202097" y="104140"/>
                </a:lnTo>
                <a:lnTo>
                  <a:pt x="200495" y="99060"/>
                </a:lnTo>
                <a:lnTo>
                  <a:pt x="200208" y="97790"/>
                </a:lnTo>
                <a:lnTo>
                  <a:pt x="194797" y="85090"/>
                </a:lnTo>
                <a:close/>
              </a:path>
              <a:path w="226059" h="496570">
                <a:moveTo>
                  <a:pt x="178781" y="53340"/>
                </a:moveTo>
                <a:lnTo>
                  <a:pt x="157239" y="53340"/>
                </a:lnTo>
                <a:lnTo>
                  <a:pt x="166210" y="68579"/>
                </a:lnTo>
                <a:lnTo>
                  <a:pt x="165890" y="68579"/>
                </a:lnTo>
                <a:lnTo>
                  <a:pt x="174861" y="86360"/>
                </a:lnTo>
                <a:lnTo>
                  <a:pt x="174579" y="85090"/>
                </a:lnTo>
                <a:lnTo>
                  <a:pt x="194797" y="85090"/>
                </a:lnTo>
                <a:lnTo>
                  <a:pt x="192092" y="78740"/>
                </a:lnTo>
                <a:lnTo>
                  <a:pt x="191809" y="77470"/>
                </a:lnTo>
                <a:lnTo>
                  <a:pt x="182838" y="59690"/>
                </a:lnTo>
                <a:lnTo>
                  <a:pt x="182519" y="59690"/>
                </a:lnTo>
                <a:lnTo>
                  <a:pt x="178781" y="53340"/>
                </a:lnTo>
                <a:close/>
              </a:path>
              <a:path w="226059" h="496570">
                <a:moveTo>
                  <a:pt x="87105" y="73660"/>
                </a:moveTo>
                <a:lnTo>
                  <a:pt x="86784" y="73660"/>
                </a:lnTo>
                <a:lnTo>
                  <a:pt x="86617" y="74929"/>
                </a:lnTo>
                <a:lnTo>
                  <a:pt x="87105" y="73660"/>
                </a:lnTo>
                <a:close/>
              </a:path>
              <a:path w="226059" h="496570">
                <a:moveTo>
                  <a:pt x="17288" y="72784"/>
                </a:moveTo>
                <a:lnTo>
                  <a:pt x="14597" y="73660"/>
                </a:lnTo>
                <a:lnTo>
                  <a:pt x="16259" y="73660"/>
                </a:lnTo>
                <a:lnTo>
                  <a:pt x="17288" y="72784"/>
                </a:lnTo>
                <a:close/>
              </a:path>
              <a:path w="226059" h="496570">
                <a:moveTo>
                  <a:pt x="18502" y="72390"/>
                </a:moveTo>
                <a:lnTo>
                  <a:pt x="17288" y="72784"/>
                </a:lnTo>
                <a:lnTo>
                  <a:pt x="16259" y="73660"/>
                </a:lnTo>
                <a:lnTo>
                  <a:pt x="18502" y="72390"/>
                </a:lnTo>
                <a:close/>
              </a:path>
              <a:path w="226059" h="496570">
                <a:moveTo>
                  <a:pt x="19914" y="71156"/>
                </a:moveTo>
                <a:lnTo>
                  <a:pt x="19136" y="72390"/>
                </a:lnTo>
                <a:lnTo>
                  <a:pt x="18502" y="72390"/>
                </a:lnTo>
                <a:lnTo>
                  <a:pt x="16259" y="73660"/>
                </a:lnTo>
                <a:lnTo>
                  <a:pt x="19661" y="73660"/>
                </a:lnTo>
                <a:lnTo>
                  <a:pt x="19750" y="72784"/>
                </a:lnTo>
                <a:lnTo>
                  <a:pt x="19790" y="72390"/>
                </a:lnTo>
                <a:lnTo>
                  <a:pt x="19914" y="71156"/>
                </a:lnTo>
                <a:close/>
              </a:path>
              <a:path w="226059" h="496570">
                <a:moveTo>
                  <a:pt x="27309" y="69850"/>
                </a:moveTo>
                <a:lnTo>
                  <a:pt x="20738" y="69850"/>
                </a:lnTo>
                <a:lnTo>
                  <a:pt x="19914" y="71156"/>
                </a:lnTo>
                <a:lnTo>
                  <a:pt x="19790" y="72390"/>
                </a:lnTo>
                <a:lnTo>
                  <a:pt x="19750" y="72784"/>
                </a:lnTo>
                <a:lnTo>
                  <a:pt x="19661" y="73660"/>
                </a:lnTo>
                <a:lnTo>
                  <a:pt x="22187" y="73660"/>
                </a:lnTo>
                <a:lnTo>
                  <a:pt x="24508" y="72390"/>
                </a:lnTo>
                <a:lnTo>
                  <a:pt x="25503" y="71156"/>
                </a:lnTo>
                <a:lnTo>
                  <a:pt x="27309" y="69850"/>
                </a:lnTo>
                <a:close/>
              </a:path>
              <a:path w="226059" h="496570">
                <a:moveTo>
                  <a:pt x="19553" y="70857"/>
                </a:moveTo>
                <a:lnTo>
                  <a:pt x="17288" y="72784"/>
                </a:lnTo>
                <a:lnTo>
                  <a:pt x="18502" y="72390"/>
                </a:lnTo>
                <a:lnTo>
                  <a:pt x="19136" y="72390"/>
                </a:lnTo>
                <a:lnTo>
                  <a:pt x="19472" y="71156"/>
                </a:lnTo>
                <a:lnTo>
                  <a:pt x="19553" y="70857"/>
                </a:lnTo>
                <a:close/>
              </a:path>
              <a:path w="226059" h="496570">
                <a:moveTo>
                  <a:pt x="19981" y="70493"/>
                </a:moveTo>
                <a:lnTo>
                  <a:pt x="19553" y="70857"/>
                </a:lnTo>
                <a:lnTo>
                  <a:pt x="19136" y="72390"/>
                </a:lnTo>
                <a:lnTo>
                  <a:pt x="19914" y="71156"/>
                </a:lnTo>
                <a:lnTo>
                  <a:pt x="19981" y="70493"/>
                </a:lnTo>
                <a:close/>
              </a:path>
              <a:path w="226059" h="496570">
                <a:moveTo>
                  <a:pt x="20738" y="69850"/>
                </a:moveTo>
                <a:lnTo>
                  <a:pt x="19981" y="70493"/>
                </a:lnTo>
                <a:lnTo>
                  <a:pt x="19914" y="71156"/>
                </a:lnTo>
                <a:lnTo>
                  <a:pt x="20738" y="69850"/>
                </a:lnTo>
                <a:close/>
              </a:path>
              <a:path w="226059" h="496570">
                <a:moveTo>
                  <a:pt x="20174" y="68579"/>
                </a:moveTo>
                <a:lnTo>
                  <a:pt x="19653" y="70493"/>
                </a:lnTo>
                <a:lnTo>
                  <a:pt x="19553" y="70857"/>
                </a:lnTo>
                <a:lnTo>
                  <a:pt x="19981" y="70493"/>
                </a:lnTo>
                <a:lnTo>
                  <a:pt x="20174" y="68579"/>
                </a:lnTo>
                <a:close/>
              </a:path>
              <a:path w="226059" h="496570">
                <a:moveTo>
                  <a:pt x="27993" y="68579"/>
                </a:moveTo>
                <a:lnTo>
                  <a:pt x="20174" y="68579"/>
                </a:lnTo>
                <a:lnTo>
                  <a:pt x="20046" y="69850"/>
                </a:lnTo>
                <a:lnTo>
                  <a:pt x="19981" y="70493"/>
                </a:lnTo>
                <a:lnTo>
                  <a:pt x="20738" y="69850"/>
                </a:lnTo>
                <a:lnTo>
                  <a:pt x="27309" y="69850"/>
                </a:lnTo>
                <a:lnTo>
                  <a:pt x="27993" y="68579"/>
                </a:lnTo>
                <a:close/>
              </a:path>
              <a:path w="226059" h="496570">
                <a:moveTo>
                  <a:pt x="158978" y="25400"/>
                </a:moveTo>
                <a:lnTo>
                  <a:pt x="134705" y="25400"/>
                </a:lnTo>
                <a:lnTo>
                  <a:pt x="150083" y="43179"/>
                </a:lnTo>
                <a:lnTo>
                  <a:pt x="149577" y="43179"/>
                </a:lnTo>
                <a:lnTo>
                  <a:pt x="157694" y="54610"/>
                </a:lnTo>
                <a:lnTo>
                  <a:pt x="157239" y="53340"/>
                </a:lnTo>
                <a:lnTo>
                  <a:pt x="178781" y="53340"/>
                </a:lnTo>
                <a:lnTo>
                  <a:pt x="173548" y="44450"/>
                </a:lnTo>
                <a:lnTo>
                  <a:pt x="173093" y="43179"/>
                </a:lnTo>
                <a:lnTo>
                  <a:pt x="164977" y="31750"/>
                </a:lnTo>
                <a:lnTo>
                  <a:pt x="164470" y="31750"/>
                </a:lnTo>
                <a:lnTo>
                  <a:pt x="158978" y="25400"/>
                </a:lnTo>
                <a:close/>
              </a:path>
              <a:path w="226059" h="496570">
                <a:moveTo>
                  <a:pt x="97237" y="48260"/>
                </a:moveTo>
                <a:lnTo>
                  <a:pt x="96869" y="48260"/>
                </a:lnTo>
                <a:lnTo>
                  <a:pt x="96627" y="49529"/>
                </a:lnTo>
                <a:lnTo>
                  <a:pt x="97237" y="48260"/>
                </a:lnTo>
                <a:close/>
              </a:path>
              <a:path w="226059" h="496570">
                <a:moveTo>
                  <a:pt x="105354" y="31750"/>
                </a:moveTo>
                <a:lnTo>
                  <a:pt x="105170" y="31750"/>
                </a:lnTo>
                <a:lnTo>
                  <a:pt x="104712" y="32704"/>
                </a:lnTo>
                <a:lnTo>
                  <a:pt x="105354" y="31750"/>
                </a:lnTo>
                <a:close/>
              </a:path>
              <a:path w="226059" h="496570">
                <a:moveTo>
                  <a:pt x="128848" y="20756"/>
                </a:moveTo>
                <a:lnTo>
                  <a:pt x="135411" y="26670"/>
                </a:lnTo>
                <a:lnTo>
                  <a:pt x="134705" y="25400"/>
                </a:lnTo>
                <a:lnTo>
                  <a:pt x="158978" y="25400"/>
                </a:lnTo>
                <a:lnTo>
                  <a:pt x="155682" y="21590"/>
                </a:lnTo>
                <a:lnTo>
                  <a:pt x="130740" y="21590"/>
                </a:lnTo>
                <a:lnTo>
                  <a:pt x="128848" y="20756"/>
                </a:lnTo>
                <a:close/>
              </a:path>
              <a:path w="226059" h="496570">
                <a:moveTo>
                  <a:pt x="111334" y="22860"/>
                </a:moveTo>
                <a:lnTo>
                  <a:pt x="110151" y="24129"/>
                </a:lnTo>
                <a:lnTo>
                  <a:pt x="110480" y="24129"/>
                </a:lnTo>
                <a:lnTo>
                  <a:pt x="111334" y="22860"/>
                </a:lnTo>
                <a:close/>
              </a:path>
              <a:path w="226059" h="496570">
                <a:moveTo>
                  <a:pt x="113390" y="20613"/>
                </a:moveTo>
                <a:lnTo>
                  <a:pt x="113110" y="20756"/>
                </a:lnTo>
                <a:lnTo>
                  <a:pt x="111829" y="21590"/>
                </a:lnTo>
                <a:lnTo>
                  <a:pt x="112490" y="21590"/>
                </a:lnTo>
                <a:lnTo>
                  <a:pt x="113390" y="20613"/>
                </a:lnTo>
                <a:close/>
              </a:path>
              <a:path w="226059" h="496570">
                <a:moveTo>
                  <a:pt x="128363" y="20320"/>
                </a:moveTo>
                <a:lnTo>
                  <a:pt x="128848" y="20756"/>
                </a:lnTo>
                <a:lnTo>
                  <a:pt x="130740" y="21590"/>
                </a:lnTo>
                <a:lnTo>
                  <a:pt x="128363" y="20320"/>
                </a:lnTo>
                <a:close/>
              </a:path>
              <a:path w="226059" h="496570">
                <a:moveTo>
                  <a:pt x="154584" y="20320"/>
                </a:moveTo>
                <a:lnTo>
                  <a:pt x="128363" y="20320"/>
                </a:lnTo>
                <a:lnTo>
                  <a:pt x="130740" y="21590"/>
                </a:lnTo>
                <a:lnTo>
                  <a:pt x="155682" y="21590"/>
                </a:lnTo>
                <a:lnTo>
                  <a:pt x="154584" y="20320"/>
                </a:lnTo>
                <a:close/>
              </a:path>
              <a:path w="226059" h="496570">
                <a:moveTo>
                  <a:pt x="153485" y="19050"/>
                </a:moveTo>
                <a:lnTo>
                  <a:pt x="124972" y="19050"/>
                </a:lnTo>
                <a:lnTo>
                  <a:pt x="128848" y="20756"/>
                </a:lnTo>
                <a:lnTo>
                  <a:pt x="128363" y="20320"/>
                </a:lnTo>
                <a:lnTo>
                  <a:pt x="154584" y="20320"/>
                </a:lnTo>
                <a:lnTo>
                  <a:pt x="153485" y="19050"/>
                </a:lnTo>
                <a:close/>
              </a:path>
              <a:path w="226059" h="496570">
                <a:moveTo>
                  <a:pt x="113858" y="20320"/>
                </a:moveTo>
                <a:lnTo>
                  <a:pt x="113660" y="20320"/>
                </a:lnTo>
                <a:lnTo>
                  <a:pt x="113390" y="20613"/>
                </a:lnTo>
                <a:lnTo>
                  <a:pt x="113858" y="20320"/>
                </a:lnTo>
                <a:close/>
              </a:path>
              <a:path w="226059" h="496570">
                <a:moveTo>
                  <a:pt x="115888" y="19050"/>
                </a:moveTo>
                <a:lnTo>
                  <a:pt x="112999" y="20320"/>
                </a:lnTo>
                <a:lnTo>
                  <a:pt x="113858" y="20320"/>
                </a:lnTo>
                <a:lnTo>
                  <a:pt x="115888" y="19050"/>
                </a:lnTo>
                <a:close/>
              </a:path>
              <a:path w="226059" h="496570">
                <a:moveTo>
                  <a:pt x="121543" y="19050"/>
                </a:moveTo>
                <a:lnTo>
                  <a:pt x="115888" y="19050"/>
                </a:lnTo>
                <a:lnTo>
                  <a:pt x="113858" y="20320"/>
                </a:lnTo>
                <a:lnTo>
                  <a:pt x="112999" y="20320"/>
                </a:lnTo>
                <a:lnTo>
                  <a:pt x="121543" y="19050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90340" y="355682"/>
            <a:ext cx="33020" cy="194945"/>
          </a:xfrm>
          <a:custGeom>
            <a:avLst/>
            <a:gdLst/>
            <a:ahLst/>
            <a:cxnLst/>
            <a:rect l="l" t="t" r="r" b="b"/>
            <a:pathLst>
              <a:path w="33020" h="194945">
                <a:moveTo>
                  <a:pt x="19623" y="0"/>
                </a:moveTo>
                <a:lnTo>
                  <a:pt x="12275" y="0"/>
                </a:lnTo>
                <a:lnTo>
                  <a:pt x="10878" y="321"/>
                </a:lnTo>
                <a:lnTo>
                  <a:pt x="1137" y="11857"/>
                </a:lnTo>
                <a:lnTo>
                  <a:pt x="1067" y="12103"/>
                </a:lnTo>
                <a:lnTo>
                  <a:pt x="0" y="22992"/>
                </a:lnTo>
                <a:lnTo>
                  <a:pt x="27" y="164918"/>
                </a:lnTo>
                <a:lnTo>
                  <a:pt x="142" y="167345"/>
                </a:lnTo>
                <a:lnTo>
                  <a:pt x="260" y="169821"/>
                </a:lnTo>
                <a:lnTo>
                  <a:pt x="374" y="172227"/>
                </a:lnTo>
                <a:lnTo>
                  <a:pt x="426" y="173316"/>
                </a:lnTo>
                <a:lnTo>
                  <a:pt x="534" y="175577"/>
                </a:lnTo>
                <a:lnTo>
                  <a:pt x="582" y="176582"/>
                </a:lnTo>
                <a:lnTo>
                  <a:pt x="703" y="179126"/>
                </a:lnTo>
                <a:lnTo>
                  <a:pt x="819" y="181574"/>
                </a:lnTo>
                <a:lnTo>
                  <a:pt x="11707" y="194508"/>
                </a:lnTo>
                <a:lnTo>
                  <a:pt x="12580" y="194508"/>
                </a:lnTo>
                <a:lnTo>
                  <a:pt x="25101" y="181574"/>
                </a:lnTo>
                <a:lnTo>
                  <a:pt x="20946" y="181574"/>
                </a:lnTo>
                <a:lnTo>
                  <a:pt x="4098" y="179423"/>
                </a:lnTo>
                <a:lnTo>
                  <a:pt x="6874" y="175577"/>
                </a:lnTo>
                <a:lnTo>
                  <a:pt x="8020" y="173316"/>
                </a:lnTo>
                <a:lnTo>
                  <a:pt x="10082" y="169538"/>
                </a:lnTo>
                <a:lnTo>
                  <a:pt x="11055" y="168087"/>
                </a:lnTo>
                <a:lnTo>
                  <a:pt x="16549" y="161349"/>
                </a:lnTo>
                <a:lnTo>
                  <a:pt x="17499" y="160564"/>
                </a:lnTo>
                <a:lnTo>
                  <a:pt x="18903" y="159808"/>
                </a:lnTo>
                <a:lnTo>
                  <a:pt x="18903" y="23915"/>
                </a:lnTo>
                <a:lnTo>
                  <a:pt x="19039" y="22992"/>
                </a:lnTo>
                <a:lnTo>
                  <a:pt x="19443" y="18868"/>
                </a:lnTo>
                <a:lnTo>
                  <a:pt x="13700" y="18868"/>
                </a:lnTo>
                <a:lnTo>
                  <a:pt x="16598" y="18199"/>
                </a:lnTo>
                <a:lnTo>
                  <a:pt x="19556" y="15251"/>
                </a:lnTo>
                <a:lnTo>
                  <a:pt x="19777" y="14471"/>
                </a:lnTo>
                <a:lnTo>
                  <a:pt x="19861" y="14178"/>
                </a:lnTo>
                <a:lnTo>
                  <a:pt x="19925" y="13950"/>
                </a:lnTo>
                <a:lnTo>
                  <a:pt x="26337" y="13950"/>
                </a:lnTo>
                <a:lnTo>
                  <a:pt x="27102" y="12103"/>
                </a:lnTo>
                <a:lnTo>
                  <a:pt x="27204" y="11857"/>
                </a:lnTo>
                <a:lnTo>
                  <a:pt x="27444" y="10648"/>
                </a:lnTo>
                <a:lnTo>
                  <a:pt x="27444" y="8138"/>
                </a:lnTo>
                <a:lnTo>
                  <a:pt x="20437" y="162"/>
                </a:lnTo>
                <a:lnTo>
                  <a:pt x="19623" y="0"/>
                </a:lnTo>
                <a:close/>
              </a:path>
              <a:path w="33020" h="194945">
                <a:moveTo>
                  <a:pt x="18903" y="159808"/>
                </a:moveTo>
                <a:lnTo>
                  <a:pt x="6874" y="175577"/>
                </a:lnTo>
                <a:lnTo>
                  <a:pt x="4098" y="179423"/>
                </a:lnTo>
                <a:lnTo>
                  <a:pt x="20946" y="181574"/>
                </a:lnTo>
                <a:lnTo>
                  <a:pt x="20625" y="181574"/>
                </a:lnTo>
                <a:lnTo>
                  <a:pt x="20273" y="180668"/>
                </a:lnTo>
                <a:lnTo>
                  <a:pt x="19746" y="180668"/>
                </a:lnTo>
                <a:lnTo>
                  <a:pt x="19717" y="180061"/>
                </a:lnTo>
                <a:lnTo>
                  <a:pt x="19482" y="179423"/>
                </a:lnTo>
                <a:lnTo>
                  <a:pt x="19113" y="177686"/>
                </a:lnTo>
                <a:lnTo>
                  <a:pt x="19604" y="177686"/>
                </a:lnTo>
                <a:lnTo>
                  <a:pt x="19504" y="175577"/>
                </a:lnTo>
                <a:lnTo>
                  <a:pt x="19396" y="173316"/>
                </a:lnTo>
                <a:lnTo>
                  <a:pt x="19344" y="172227"/>
                </a:lnTo>
                <a:lnTo>
                  <a:pt x="19230" y="169821"/>
                </a:lnTo>
                <a:lnTo>
                  <a:pt x="19112" y="167345"/>
                </a:lnTo>
                <a:lnTo>
                  <a:pt x="18996" y="164918"/>
                </a:lnTo>
                <a:lnTo>
                  <a:pt x="18903" y="159808"/>
                </a:lnTo>
                <a:close/>
              </a:path>
              <a:path w="33020" h="194945">
                <a:moveTo>
                  <a:pt x="24643" y="158882"/>
                </a:moveTo>
                <a:lnTo>
                  <a:pt x="22137" y="158882"/>
                </a:lnTo>
                <a:lnTo>
                  <a:pt x="20888" y="159011"/>
                </a:lnTo>
                <a:lnTo>
                  <a:pt x="19710" y="159373"/>
                </a:lnTo>
                <a:lnTo>
                  <a:pt x="18903" y="159808"/>
                </a:lnTo>
                <a:lnTo>
                  <a:pt x="18996" y="164918"/>
                </a:lnTo>
                <a:lnTo>
                  <a:pt x="19112" y="167345"/>
                </a:lnTo>
                <a:lnTo>
                  <a:pt x="19230" y="169821"/>
                </a:lnTo>
                <a:lnTo>
                  <a:pt x="19344" y="172227"/>
                </a:lnTo>
                <a:lnTo>
                  <a:pt x="19396" y="173316"/>
                </a:lnTo>
                <a:lnTo>
                  <a:pt x="19504" y="175577"/>
                </a:lnTo>
                <a:lnTo>
                  <a:pt x="19552" y="176582"/>
                </a:lnTo>
                <a:lnTo>
                  <a:pt x="19673" y="179126"/>
                </a:lnTo>
                <a:lnTo>
                  <a:pt x="20625" y="181574"/>
                </a:lnTo>
                <a:lnTo>
                  <a:pt x="25101" y="181574"/>
                </a:lnTo>
                <a:lnTo>
                  <a:pt x="25925" y="180061"/>
                </a:lnTo>
                <a:lnTo>
                  <a:pt x="25744" y="180061"/>
                </a:lnTo>
                <a:lnTo>
                  <a:pt x="26264" y="179423"/>
                </a:lnTo>
                <a:lnTo>
                  <a:pt x="26371" y="179126"/>
                </a:lnTo>
                <a:lnTo>
                  <a:pt x="26717" y="178610"/>
                </a:lnTo>
                <a:lnTo>
                  <a:pt x="26926" y="178610"/>
                </a:lnTo>
                <a:lnTo>
                  <a:pt x="31235" y="173316"/>
                </a:lnTo>
                <a:lnTo>
                  <a:pt x="31812" y="172227"/>
                </a:lnTo>
                <a:lnTo>
                  <a:pt x="32532" y="169821"/>
                </a:lnTo>
                <a:lnTo>
                  <a:pt x="32524" y="167345"/>
                </a:lnTo>
                <a:lnTo>
                  <a:pt x="32394" y="166095"/>
                </a:lnTo>
                <a:lnTo>
                  <a:pt x="32032" y="164918"/>
                </a:lnTo>
                <a:lnTo>
                  <a:pt x="31096" y="163182"/>
                </a:lnTo>
                <a:lnTo>
                  <a:pt x="30973" y="162952"/>
                </a:lnTo>
                <a:lnTo>
                  <a:pt x="30852" y="162728"/>
                </a:lnTo>
                <a:lnTo>
                  <a:pt x="30055" y="161757"/>
                </a:lnTo>
                <a:lnTo>
                  <a:pt x="28108" y="160171"/>
                </a:lnTo>
                <a:lnTo>
                  <a:pt x="27019" y="159593"/>
                </a:lnTo>
                <a:lnTo>
                  <a:pt x="24643" y="158882"/>
                </a:lnTo>
                <a:close/>
              </a:path>
              <a:path w="33020" h="194945">
                <a:moveTo>
                  <a:pt x="19788" y="179423"/>
                </a:moveTo>
                <a:lnTo>
                  <a:pt x="19617" y="180061"/>
                </a:lnTo>
                <a:lnTo>
                  <a:pt x="19746" y="180668"/>
                </a:lnTo>
                <a:lnTo>
                  <a:pt x="20273" y="180668"/>
                </a:lnTo>
                <a:lnTo>
                  <a:pt x="19788" y="179423"/>
                </a:lnTo>
                <a:close/>
              </a:path>
              <a:path w="33020" h="194945">
                <a:moveTo>
                  <a:pt x="19113" y="177686"/>
                </a:moveTo>
                <a:lnTo>
                  <a:pt x="19617" y="180061"/>
                </a:lnTo>
                <a:lnTo>
                  <a:pt x="19673" y="179126"/>
                </a:lnTo>
                <a:lnTo>
                  <a:pt x="19113" y="177686"/>
                </a:lnTo>
                <a:close/>
              </a:path>
              <a:path w="33020" h="194945">
                <a:moveTo>
                  <a:pt x="26274" y="179423"/>
                </a:moveTo>
                <a:lnTo>
                  <a:pt x="25744" y="180061"/>
                </a:lnTo>
                <a:lnTo>
                  <a:pt x="25925" y="180061"/>
                </a:lnTo>
                <a:lnTo>
                  <a:pt x="26274" y="179423"/>
                </a:lnTo>
                <a:close/>
              </a:path>
              <a:path w="33020" h="194945">
                <a:moveTo>
                  <a:pt x="26717" y="178610"/>
                </a:moveTo>
                <a:lnTo>
                  <a:pt x="26172" y="179423"/>
                </a:lnTo>
                <a:lnTo>
                  <a:pt x="26505" y="179126"/>
                </a:lnTo>
                <a:lnTo>
                  <a:pt x="26717" y="178610"/>
                </a:lnTo>
                <a:close/>
              </a:path>
              <a:path w="33020" h="194945">
                <a:moveTo>
                  <a:pt x="19604" y="177686"/>
                </a:moveTo>
                <a:lnTo>
                  <a:pt x="19113" y="177686"/>
                </a:lnTo>
                <a:lnTo>
                  <a:pt x="19673" y="179126"/>
                </a:lnTo>
                <a:lnTo>
                  <a:pt x="19604" y="177686"/>
                </a:lnTo>
                <a:close/>
              </a:path>
              <a:path w="33020" h="194945">
                <a:moveTo>
                  <a:pt x="26926" y="178610"/>
                </a:moveTo>
                <a:lnTo>
                  <a:pt x="26717" y="178610"/>
                </a:lnTo>
                <a:lnTo>
                  <a:pt x="26435" y="179126"/>
                </a:lnTo>
                <a:lnTo>
                  <a:pt x="26926" y="178610"/>
                </a:lnTo>
                <a:close/>
              </a:path>
              <a:path w="33020" h="194945">
                <a:moveTo>
                  <a:pt x="16598" y="18199"/>
                </a:moveTo>
                <a:lnTo>
                  <a:pt x="13700" y="18868"/>
                </a:lnTo>
                <a:lnTo>
                  <a:pt x="15927" y="18868"/>
                </a:lnTo>
                <a:lnTo>
                  <a:pt x="16598" y="18199"/>
                </a:lnTo>
                <a:close/>
              </a:path>
              <a:path w="33020" h="194945">
                <a:moveTo>
                  <a:pt x="17840" y="17913"/>
                </a:moveTo>
                <a:lnTo>
                  <a:pt x="16598" y="18199"/>
                </a:lnTo>
                <a:lnTo>
                  <a:pt x="15927" y="18868"/>
                </a:lnTo>
                <a:lnTo>
                  <a:pt x="16382" y="18624"/>
                </a:lnTo>
                <a:lnTo>
                  <a:pt x="17840" y="17913"/>
                </a:lnTo>
                <a:close/>
              </a:path>
              <a:path w="33020" h="194945">
                <a:moveTo>
                  <a:pt x="19537" y="17913"/>
                </a:moveTo>
                <a:lnTo>
                  <a:pt x="17840" y="17913"/>
                </a:lnTo>
                <a:lnTo>
                  <a:pt x="15882" y="18868"/>
                </a:lnTo>
                <a:lnTo>
                  <a:pt x="19443" y="18868"/>
                </a:lnTo>
                <a:lnTo>
                  <a:pt x="19537" y="17913"/>
                </a:lnTo>
                <a:close/>
              </a:path>
              <a:path w="33020" h="194945">
                <a:moveTo>
                  <a:pt x="26047" y="14471"/>
                </a:moveTo>
                <a:lnTo>
                  <a:pt x="20339" y="14471"/>
                </a:lnTo>
                <a:lnTo>
                  <a:pt x="19758" y="15655"/>
                </a:lnTo>
                <a:lnTo>
                  <a:pt x="19628" y="16978"/>
                </a:lnTo>
                <a:lnTo>
                  <a:pt x="19561" y="17663"/>
                </a:lnTo>
                <a:lnTo>
                  <a:pt x="19443" y="18868"/>
                </a:lnTo>
                <a:lnTo>
                  <a:pt x="19215" y="18868"/>
                </a:lnTo>
                <a:lnTo>
                  <a:pt x="20437" y="18624"/>
                </a:lnTo>
                <a:lnTo>
                  <a:pt x="22757" y="17663"/>
                </a:lnTo>
                <a:lnTo>
                  <a:pt x="23782" y="16978"/>
                </a:lnTo>
                <a:lnTo>
                  <a:pt x="25509" y="15251"/>
                </a:lnTo>
                <a:lnTo>
                  <a:pt x="26047" y="14471"/>
                </a:lnTo>
                <a:close/>
              </a:path>
              <a:path w="33020" h="194945">
                <a:moveTo>
                  <a:pt x="19556" y="15251"/>
                </a:moveTo>
                <a:lnTo>
                  <a:pt x="16598" y="18199"/>
                </a:lnTo>
                <a:lnTo>
                  <a:pt x="17840" y="17913"/>
                </a:lnTo>
                <a:lnTo>
                  <a:pt x="19537" y="17913"/>
                </a:lnTo>
                <a:lnTo>
                  <a:pt x="19607" y="17194"/>
                </a:lnTo>
                <a:lnTo>
                  <a:pt x="19004" y="17194"/>
                </a:lnTo>
                <a:lnTo>
                  <a:pt x="19109" y="16978"/>
                </a:lnTo>
                <a:lnTo>
                  <a:pt x="19441" y="15655"/>
                </a:lnTo>
                <a:lnTo>
                  <a:pt x="19556" y="15251"/>
                </a:lnTo>
                <a:close/>
              </a:path>
              <a:path w="33020" h="194945">
                <a:moveTo>
                  <a:pt x="19758" y="15655"/>
                </a:moveTo>
                <a:lnTo>
                  <a:pt x="19065" y="16978"/>
                </a:lnTo>
                <a:lnTo>
                  <a:pt x="19004" y="17194"/>
                </a:lnTo>
                <a:lnTo>
                  <a:pt x="19607" y="17194"/>
                </a:lnTo>
                <a:lnTo>
                  <a:pt x="19758" y="15655"/>
                </a:lnTo>
                <a:close/>
              </a:path>
              <a:path w="33020" h="194945">
                <a:moveTo>
                  <a:pt x="19824" y="14984"/>
                </a:moveTo>
                <a:lnTo>
                  <a:pt x="19556" y="15251"/>
                </a:lnTo>
                <a:lnTo>
                  <a:pt x="19065" y="16978"/>
                </a:lnTo>
                <a:lnTo>
                  <a:pt x="19758" y="15655"/>
                </a:lnTo>
                <a:lnTo>
                  <a:pt x="19824" y="14984"/>
                </a:lnTo>
                <a:close/>
              </a:path>
              <a:path w="33020" h="194945">
                <a:moveTo>
                  <a:pt x="20339" y="14471"/>
                </a:moveTo>
                <a:lnTo>
                  <a:pt x="19824" y="14984"/>
                </a:lnTo>
                <a:lnTo>
                  <a:pt x="19758" y="15655"/>
                </a:lnTo>
                <a:lnTo>
                  <a:pt x="20339" y="14471"/>
                </a:lnTo>
                <a:close/>
              </a:path>
              <a:path w="33020" h="194945">
                <a:moveTo>
                  <a:pt x="19874" y="14471"/>
                </a:moveTo>
                <a:lnTo>
                  <a:pt x="19632" y="14984"/>
                </a:lnTo>
                <a:lnTo>
                  <a:pt x="19556" y="15251"/>
                </a:lnTo>
                <a:lnTo>
                  <a:pt x="19824" y="14984"/>
                </a:lnTo>
                <a:lnTo>
                  <a:pt x="19874" y="14471"/>
                </a:lnTo>
                <a:close/>
              </a:path>
              <a:path w="33020" h="194945">
                <a:moveTo>
                  <a:pt x="26337" y="13950"/>
                </a:moveTo>
                <a:lnTo>
                  <a:pt x="19925" y="13950"/>
                </a:lnTo>
                <a:lnTo>
                  <a:pt x="19824" y="14984"/>
                </a:lnTo>
                <a:lnTo>
                  <a:pt x="20339" y="14471"/>
                </a:lnTo>
                <a:lnTo>
                  <a:pt x="26047" y="14471"/>
                </a:lnTo>
                <a:lnTo>
                  <a:pt x="26243" y="14178"/>
                </a:lnTo>
                <a:lnTo>
                  <a:pt x="26337" y="13950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1503" y="282202"/>
            <a:ext cx="150360" cy="23067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9702" y="270191"/>
            <a:ext cx="230741" cy="480291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307974" y="194981"/>
            <a:ext cx="550545" cy="278765"/>
            <a:chOff x="1307974" y="194981"/>
            <a:chExt cx="550545" cy="278765"/>
          </a:xfrm>
        </p:grpSpPr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7974" y="222322"/>
              <a:ext cx="550362" cy="251237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813759" y="194981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0727" y="0"/>
                  </a:moveTo>
                  <a:lnTo>
                    <a:pt x="8215" y="0"/>
                  </a:lnTo>
                  <a:lnTo>
                    <a:pt x="7006" y="241"/>
                  </a:lnTo>
                  <a:lnTo>
                    <a:pt x="0" y="8216"/>
                  </a:lnTo>
                  <a:lnTo>
                    <a:pt x="0" y="10727"/>
                  </a:lnTo>
                  <a:lnTo>
                    <a:pt x="8215" y="18944"/>
                  </a:lnTo>
                  <a:lnTo>
                    <a:pt x="10727" y="18944"/>
                  </a:lnTo>
                  <a:lnTo>
                    <a:pt x="18945" y="9471"/>
                  </a:lnTo>
                  <a:lnTo>
                    <a:pt x="18943" y="8216"/>
                  </a:lnTo>
                  <a:lnTo>
                    <a:pt x="10727" y="0"/>
                  </a:lnTo>
                  <a:close/>
                </a:path>
              </a:pathLst>
            </a:custGeom>
            <a:solidFill>
              <a:srgbClr val="505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35077" y="259899"/>
            <a:ext cx="393244" cy="21973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45920" y="104794"/>
            <a:ext cx="498502" cy="43793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81413" y="83704"/>
            <a:ext cx="490243" cy="57557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40260" y="176456"/>
            <a:ext cx="155187" cy="277895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4259338" y="170357"/>
            <a:ext cx="142240" cy="271145"/>
          </a:xfrm>
          <a:custGeom>
            <a:avLst/>
            <a:gdLst/>
            <a:ahLst/>
            <a:cxnLst/>
            <a:rect l="l" t="t" r="r" b="b"/>
            <a:pathLst>
              <a:path w="142239" h="271145">
                <a:moveTo>
                  <a:pt x="56451" y="250748"/>
                </a:moveTo>
                <a:lnTo>
                  <a:pt x="35852" y="250748"/>
                </a:lnTo>
                <a:lnTo>
                  <a:pt x="35598" y="250748"/>
                </a:lnTo>
                <a:lnTo>
                  <a:pt x="31076" y="255879"/>
                </a:lnTo>
                <a:lnTo>
                  <a:pt x="30454" y="256946"/>
                </a:lnTo>
                <a:lnTo>
                  <a:pt x="29641" y="259321"/>
                </a:lnTo>
                <a:lnTo>
                  <a:pt x="29629" y="263055"/>
                </a:lnTo>
                <a:lnTo>
                  <a:pt x="29946" y="264236"/>
                </a:lnTo>
                <a:lnTo>
                  <a:pt x="37604" y="270738"/>
                </a:lnTo>
                <a:lnTo>
                  <a:pt x="40259" y="270738"/>
                </a:lnTo>
                <a:lnTo>
                  <a:pt x="56095" y="252526"/>
                </a:lnTo>
                <a:lnTo>
                  <a:pt x="56451" y="250748"/>
                </a:lnTo>
                <a:close/>
              </a:path>
              <a:path w="142239" h="271145">
                <a:moveTo>
                  <a:pt x="99136" y="152819"/>
                </a:moveTo>
                <a:lnTo>
                  <a:pt x="98945" y="151257"/>
                </a:lnTo>
                <a:lnTo>
                  <a:pt x="98691" y="150469"/>
                </a:lnTo>
                <a:lnTo>
                  <a:pt x="98577" y="150114"/>
                </a:lnTo>
                <a:lnTo>
                  <a:pt x="97345" y="147891"/>
                </a:lnTo>
                <a:lnTo>
                  <a:pt x="96545" y="146951"/>
                </a:lnTo>
                <a:lnTo>
                  <a:pt x="94576" y="145389"/>
                </a:lnTo>
                <a:lnTo>
                  <a:pt x="93751" y="144983"/>
                </a:lnTo>
                <a:lnTo>
                  <a:pt x="93980" y="144983"/>
                </a:lnTo>
                <a:lnTo>
                  <a:pt x="91059" y="144145"/>
                </a:lnTo>
                <a:lnTo>
                  <a:pt x="89001" y="144145"/>
                </a:lnTo>
                <a:lnTo>
                  <a:pt x="81953" y="144983"/>
                </a:lnTo>
                <a:lnTo>
                  <a:pt x="81051" y="144983"/>
                </a:lnTo>
                <a:lnTo>
                  <a:pt x="69951" y="145389"/>
                </a:lnTo>
                <a:lnTo>
                  <a:pt x="70789" y="145389"/>
                </a:lnTo>
                <a:lnTo>
                  <a:pt x="64541" y="145808"/>
                </a:lnTo>
                <a:lnTo>
                  <a:pt x="65239" y="124714"/>
                </a:lnTo>
                <a:lnTo>
                  <a:pt x="66408" y="92392"/>
                </a:lnTo>
                <a:lnTo>
                  <a:pt x="67589" y="63296"/>
                </a:lnTo>
                <a:lnTo>
                  <a:pt x="67970" y="35280"/>
                </a:lnTo>
                <a:lnTo>
                  <a:pt x="68351" y="15849"/>
                </a:lnTo>
                <a:lnTo>
                  <a:pt x="68732" y="9994"/>
                </a:lnTo>
                <a:lnTo>
                  <a:pt x="68656" y="7518"/>
                </a:lnTo>
                <a:lnTo>
                  <a:pt x="61163" y="0"/>
                </a:lnTo>
                <a:lnTo>
                  <a:pt x="57416" y="0"/>
                </a:lnTo>
                <a:lnTo>
                  <a:pt x="48641" y="62890"/>
                </a:lnTo>
                <a:lnTo>
                  <a:pt x="47472" y="91668"/>
                </a:lnTo>
                <a:lnTo>
                  <a:pt x="46304" y="124053"/>
                </a:lnTo>
                <a:lnTo>
                  <a:pt x="45529" y="147485"/>
                </a:lnTo>
                <a:lnTo>
                  <a:pt x="35572" y="148170"/>
                </a:lnTo>
                <a:lnTo>
                  <a:pt x="24930" y="148170"/>
                </a:lnTo>
                <a:lnTo>
                  <a:pt x="13614" y="150114"/>
                </a:lnTo>
                <a:lnTo>
                  <a:pt x="0" y="163207"/>
                </a:lnTo>
                <a:lnTo>
                  <a:pt x="787" y="165582"/>
                </a:lnTo>
                <a:lnTo>
                  <a:pt x="7543" y="170789"/>
                </a:lnTo>
                <a:lnTo>
                  <a:pt x="11188" y="170789"/>
                </a:lnTo>
                <a:lnTo>
                  <a:pt x="17183" y="168795"/>
                </a:lnTo>
                <a:lnTo>
                  <a:pt x="16840" y="168795"/>
                </a:lnTo>
                <a:lnTo>
                  <a:pt x="27355" y="166979"/>
                </a:lnTo>
                <a:lnTo>
                  <a:pt x="38138" y="166979"/>
                </a:lnTo>
                <a:lnTo>
                  <a:pt x="44805" y="166522"/>
                </a:lnTo>
                <a:lnTo>
                  <a:pt x="43586" y="193078"/>
                </a:lnTo>
                <a:lnTo>
                  <a:pt x="41668" y="219659"/>
                </a:lnTo>
                <a:lnTo>
                  <a:pt x="39852" y="237121"/>
                </a:lnTo>
                <a:lnTo>
                  <a:pt x="37820" y="247307"/>
                </a:lnTo>
                <a:lnTo>
                  <a:pt x="36322" y="249923"/>
                </a:lnTo>
                <a:lnTo>
                  <a:pt x="35852" y="250748"/>
                </a:lnTo>
                <a:lnTo>
                  <a:pt x="36449" y="249923"/>
                </a:lnTo>
                <a:lnTo>
                  <a:pt x="56616" y="249923"/>
                </a:lnTo>
                <a:lnTo>
                  <a:pt x="56769" y="249186"/>
                </a:lnTo>
                <a:lnTo>
                  <a:pt x="56832" y="248818"/>
                </a:lnTo>
                <a:lnTo>
                  <a:pt x="57404" y="245973"/>
                </a:lnTo>
                <a:lnTo>
                  <a:pt x="58432" y="240830"/>
                </a:lnTo>
                <a:lnTo>
                  <a:pt x="58559" y="239979"/>
                </a:lnTo>
                <a:lnTo>
                  <a:pt x="60540" y="221348"/>
                </a:lnTo>
                <a:lnTo>
                  <a:pt x="62509" y="194195"/>
                </a:lnTo>
                <a:lnTo>
                  <a:pt x="63855" y="164846"/>
                </a:lnTo>
                <a:lnTo>
                  <a:pt x="72948" y="164249"/>
                </a:lnTo>
                <a:lnTo>
                  <a:pt x="83413" y="163855"/>
                </a:lnTo>
                <a:lnTo>
                  <a:pt x="83642" y="163855"/>
                </a:lnTo>
                <a:lnTo>
                  <a:pt x="92036" y="162864"/>
                </a:lnTo>
                <a:lnTo>
                  <a:pt x="99110" y="155067"/>
                </a:lnTo>
                <a:lnTo>
                  <a:pt x="99136" y="152819"/>
                </a:lnTo>
                <a:close/>
              </a:path>
              <a:path w="142239" h="271145">
                <a:moveTo>
                  <a:pt x="142049" y="233133"/>
                </a:moveTo>
                <a:lnTo>
                  <a:pt x="133819" y="223659"/>
                </a:lnTo>
                <a:lnTo>
                  <a:pt x="131318" y="223659"/>
                </a:lnTo>
                <a:lnTo>
                  <a:pt x="123101" y="231876"/>
                </a:lnTo>
                <a:lnTo>
                  <a:pt x="123101" y="234391"/>
                </a:lnTo>
                <a:lnTo>
                  <a:pt x="131318" y="242608"/>
                </a:lnTo>
                <a:lnTo>
                  <a:pt x="133819" y="242608"/>
                </a:lnTo>
                <a:lnTo>
                  <a:pt x="142049" y="233133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257228" y="574724"/>
            <a:ext cx="4302125" cy="19050"/>
          </a:xfrm>
          <a:custGeom>
            <a:avLst/>
            <a:gdLst/>
            <a:ahLst/>
            <a:cxnLst/>
            <a:rect l="l" t="t" r="r" b="b"/>
            <a:pathLst>
              <a:path w="4302125" h="19050">
                <a:moveTo>
                  <a:pt x="4293519" y="3"/>
                </a:moveTo>
                <a:lnTo>
                  <a:pt x="9471" y="0"/>
                </a:lnTo>
                <a:lnTo>
                  <a:pt x="0" y="8219"/>
                </a:lnTo>
                <a:lnTo>
                  <a:pt x="240" y="11940"/>
                </a:lnTo>
                <a:lnTo>
                  <a:pt x="1886" y="15284"/>
                </a:lnTo>
                <a:lnTo>
                  <a:pt x="4686" y="17745"/>
                </a:lnTo>
                <a:lnTo>
                  <a:pt x="7007" y="18707"/>
                </a:lnTo>
                <a:lnTo>
                  <a:pt x="9471" y="18950"/>
                </a:lnTo>
                <a:lnTo>
                  <a:pt x="4292264" y="18950"/>
                </a:lnTo>
                <a:lnTo>
                  <a:pt x="4294728" y="18707"/>
                </a:lnTo>
                <a:lnTo>
                  <a:pt x="4298073" y="17061"/>
                </a:lnTo>
                <a:lnTo>
                  <a:pt x="4300535" y="14260"/>
                </a:lnTo>
                <a:lnTo>
                  <a:pt x="4301736" y="10731"/>
                </a:lnTo>
                <a:lnTo>
                  <a:pt x="4301495" y="7010"/>
                </a:lnTo>
                <a:lnTo>
                  <a:pt x="4299849" y="3666"/>
                </a:lnTo>
                <a:lnTo>
                  <a:pt x="4297049" y="1205"/>
                </a:lnTo>
                <a:lnTo>
                  <a:pt x="4293519" y="3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1742" y="975973"/>
            <a:ext cx="3073932" cy="1501426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24885" y="762905"/>
            <a:ext cx="1302547" cy="280075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69147" y="695430"/>
            <a:ext cx="537114" cy="391876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813305" y="779024"/>
            <a:ext cx="687030" cy="412097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998229" y="696066"/>
            <a:ext cx="1249255" cy="1097584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87830" y="3276215"/>
            <a:ext cx="468514" cy="453974"/>
          </a:xfrm>
          <a:prstGeom prst="rect">
            <a:avLst/>
          </a:prstGeom>
        </p:spPr>
      </p:pic>
      <p:sp>
        <p:nvSpPr>
          <p:cNvPr id="23" name="object 23" descr=""/>
          <p:cNvSpPr/>
          <p:nvPr/>
        </p:nvSpPr>
        <p:spPr>
          <a:xfrm>
            <a:off x="6062929" y="3215271"/>
            <a:ext cx="254635" cy="551815"/>
          </a:xfrm>
          <a:custGeom>
            <a:avLst/>
            <a:gdLst/>
            <a:ahLst/>
            <a:cxnLst/>
            <a:rect l="l" t="t" r="r" b="b"/>
            <a:pathLst>
              <a:path w="254635" h="551814">
                <a:moveTo>
                  <a:pt x="254139" y="9334"/>
                </a:moveTo>
                <a:lnTo>
                  <a:pt x="248348" y="723"/>
                </a:lnTo>
                <a:lnTo>
                  <a:pt x="248577" y="723"/>
                </a:lnTo>
                <a:lnTo>
                  <a:pt x="245668" y="0"/>
                </a:lnTo>
                <a:lnTo>
                  <a:pt x="244030" y="0"/>
                </a:lnTo>
                <a:lnTo>
                  <a:pt x="212509" y="55651"/>
                </a:lnTo>
                <a:lnTo>
                  <a:pt x="196596" y="100368"/>
                </a:lnTo>
                <a:lnTo>
                  <a:pt x="178904" y="154635"/>
                </a:lnTo>
                <a:lnTo>
                  <a:pt x="160096" y="213487"/>
                </a:lnTo>
                <a:lnTo>
                  <a:pt x="137693" y="277710"/>
                </a:lnTo>
                <a:lnTo>
                  <a:pt x="127965" y="302374"/>
                </a:lnTo>
                <a:lnTo>
                  <a:pt x="125958" y="297129"/>
                </a:lnTo>
                <a:lnTo>
                  <a:pt x="122250" y="283032"/>
                </a:lnTo>
                <a:lnTo>
                  <a:pt x="121018" y="278422"/>
                </a:lnTo>
                <a:lnTo>
                  <a:pt x="111887" y="239496"/>
                </a:lnTo>
                <a:lnTo>
                  <a:pt x="105791" y="212686"/>
                </a:lnTo>
                <a:lnTo>
                  <a:pt x="97751" y="184188"/>
                </a:lnTo>
                <a:lnTo>
                  <a:pt x="68757" y="108813"/>
                </a:lnTo>
                <a:lnTo>
                  <a:pt x="49009" y="68668"/>
                </a:lnTo>
                <a:lnTo>
                  <a:pt x="36258" y="44958"/>
                </a:lnTo>
                <a:lnTo>
                  <a:pt x="27101" y="26073"/>
                </a:lnTo>
                <a:lnTo>
                  <a:pt x="26784" y="25450"/>
                </a:lnTo>
                <a:lnTo>
                  <a:pt x="25577" y="23380"/>
                </a:lnTo>
                <a:lnTo>
                  <a:pt x="20078" y="13881"/>
                </a:lnTo>
                <a:lnTo>
                  <a:pt x="10185" y="6134"/>
                </a:lnTo>
                <a:lnTo>
                  <a:pt x="8013" y="6134"/>
                </a:lnTo>
                <a:lnTo>
                  <a:pt x="0" y="17018"/>
                </a:lnTo>
                <a:lnTo>
                  <a:pt x="698" y="19418"/>
                </a:lnTo>
                <a:lnTo>
                  <a:pt x="1257" y="20523"/>
                </a:lnTo>
                <a:lnTo>
                  <a:pt x="4038" y="24003"/>
                </a:lnTo>
                <a:lnTo>
                  <a:pt x="10045" y="34328"/>
                </a:lnTo>
                <a:lnTo>
                  <a:pt x="19189" y="53213"/>
                </a:lnTo>
                <a:lnTo>
                  <a:pt x="32156" y="77343"/>
                </a:lnTo>
                <a:lnTo>
                  <a:pt x="47663" y="108813"/>
                </a:lnTo>
                <a:lnTo>
                  <a:pt x="51257" y="116078"/>
                </a:lnTo>
                <a:lnTo>
                  <a:pt x="66128" y="151993"/>
                </a:lnTo>
                <a:lnTo>
                  <a:pt x="68719" y="158178"/>
                </a:lnTo>
                <a:lnTo>
                  <a:pt x="77711" y="184188"/>
                </a:lnTo>
                <a:lnTo>
                  <a:pt x="79514" y="189344"/>
                </a:lnTo>
                <a:lnTo>
                  <a:pt x="87312" y="216877"/>
                </a:lnTo>
                <a:lnTo>
                  <a:pt x="102628" y="283032"/>
                </a:lnTo>
                <a:lnTo>
                  <a:pt x="118313" y="321665"/>
                </a:lnTo>
                <a:lnTo>
                  <a:pt x="119837" y="323011"/>
                </a:lnTo>
                <a:lnTo>
                  <a:pt x="112852" y="340753"/>
                </a:lnTo>
                <a:lnTo>
                  <a:pt x="89750" y="393649"/>
                </a:lnTo>
                <a:lnTo>
                  <a:pt x="70294" y="436791"/>
                </a:lnTo>
                <a:lnTo>
                  <a:pt x="40957" y="499770"/>
                </a:lnTo>
                <a:lnTo>
                  <a:pt x="33032" y="518045"/>
                </a:lnTo>
                <a:lnTo>
                  <a:pt x="32562" y="519404"/>
                </a:lnTo>
                <a:lnTo>
                  <a:pt x="29514" y="530974"/>
                </a:lnTo>
                <a:lnTo>
                  <a:pt x="29286" y="532142"/>
                </a:lnTo>
                <a:lnTo>
                  <a:pt x="29044" y="533984"/>
                </a:lnTo>
                <a:lnTo>
                  <a:pt x="28956" y="534644"/>
                </a:lnTo>
                <a:lnTo>
                  <a:pt x="28867" y="535292"/>
                </a:lnTo>
                <a:lnTo>
                  <a:pt x="29476" y="533984"/>
                </a:lnTo>
                <a:lnTo>
                  <a:pt x="29273" y="534644"/>
                </a:lnTo>
                <a:lnTo>
                  <a:pt x="28867" y="535292"/>
                </a:lnTo>
                <a:lnTo>
                  <a:pt x="27089" y="539216"/>
                </a:lnTo>
                <a:lnTo>
                  <a:pt x="26835" y="540283"/>
                </a:lnTo>
                <a:lnTo>
                  <a:pt x="26924" y="544017"/>
                </a:lnTo>
                <a:lnTo>
                  <a:pt x="34620" y="551332"/>
                </a:lnTo>
                <a:lnTo>
                  <a:pt x="38087" y="551332"/>
                </a:lnTo>
                <a:lnTo>
                  <a:pt x="47917" y="535800"/>
                </a:lnTo>
                <a:lnTo>
                  <a:pt x="47980" y="535292"/>
                </a:lnTo>
                <a:lnTo>
                  <a:pt x="48069" y="534644"/>
                </a:lnTo>
                <a:lnTo>
                  <a:pt x="48323" y="533984"/>
                </a:lnTo>
                <a:lnTo>
                  <a:pt x="50888" y="524230"/>
                </a:lnTo>
                <a:lnTo>
                  <a:pt x="53098" y="519404"/>
                </a:lnTo>
                <a:lnTo>
                  <a:pt x="58242" y="507542"/>
                </a:lnTo>
                <a:lnTo>
                  <a:pt x="87528" y="444690"/>
                </a:lnTo>
                <a:lnTo>
                  <a:pt x="107061" y="401332"/>
                </a:lnTo>
                <a:lnTo>
                  <a:pt x="130213" y="348335"/>
                </a:lnTo>
                <a:lnTo>
                  <a:pt x="138366" y="327660"/>
                </a:lnTo>
                <a:lnTo>
                  <a:pt x="138747" y="327406"/>
                </a:lnTo>
                <a:lnTo>
                  <a:pt x="142036" y="319646"/>
                </a:lnTo>
                <a:lnTo>
                  <a:pt x="141859" y="318782"/>
                </a:lnTo>
                <a:lnTo>
                  <a:pt x="155321" y="284657"/>
                </a:lnTo>
                <a:lnTo>
                  <a:pt x="178079" y="219494"/>
                </a:lnTo>
                <a:lnTo>
                  <a:pt x="196938" y="160464"/>
                </a:lnTo>
                <a:lnTo>
                  <a:pt x="214528" y="106489"/>
                </a:lnTo>
                <a:lnTo>
                  <a:pt x="230301" y="62179"/>
                </a:lnTo>
                <a:lnTo>
                  <a:pt x="242366" y="30213"/>
                </a:lnTo>
                <a:lnTo>
                  <a:pt x="245948" y="21678"/>
                </a:lnTo>
                <a:lnTo>
                  <a:pt x="246329" y="20764"/>
                </a:lnTo>
                <a:lnTo>
                  <a:pt x="247103" y="19710"/>
                </a:lnTo>
                <a:lnTo>
                  <a:pt x="247307" y="19443"/>
                </a:lnTo>
                <a:lnTo>
                  <a:pt x="248031" y="18465"/>
                </a:lnTo>
                <a:lnTo>
                  <a:pt x="254076" y="10566"/>
                </a:lnTo>
                <a:lnTo>
                  <a:pt x="254139" y="9334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365083" y="3242117"/>
            <a:ext cx="285598" cy="478790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803278" y="3236918"/>
            <a:ext cx="202942" cy="416904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7140867" y="3233875"/>
            <a:ext cx="41275" cy="412115"/>
          </a:xfrm>
          <a:custGeom>
            <a:avLst/>
            <a:gdLst/>
            <a:ahLst/>
            <a:cxnLst/>
            <a:rect l="l" t="t" r="r" b="b"/>
            <a:pathLst>
              <a:path w="41275" h="412114">
                <a:moveTo>
                  <a:pt x="32882" y="0"/>
                </a:moveTo>
                <a:lnTo>
                  <a:pt x="30626" y="0"/>
                </a:lnTo>
                <a:lnTo>
                  <a:pt x="29157" y="157"/>
                </a:lnTo>
                <a:lnTo>
                  <a:pt x="4936" y="45546"/>
                </a:lnTo>
                <a:lnTo>
                  <a:pt x="1223" y="115234"/>
                </a:lnTo>
                <a:lnTo>
                  <a:pt x="3" y="160949"/>
                </a:lnTo>
                <a:lnTo>
                  <a:pt x="0" y="250871"/>
                </a:lnTo>
                <a:lnTo>
                  <a:pt x="460" y="302745"/>
                </a:lnTo>
                <a:lnTo>
                  <a:pt x="468" y="303669"/>
                </a:lnTo>
                <a:lnTo>
                  <a:pt x="1782" y="330384"/>
                </a:lnTo>
                <a:lnTo>
                  <a:pt x="1866" y="332101"/>
                </a:lnTo>
                <a:lnTo>
                  <a:pt x="6136" y="378449"/>
                </a:lnTo>
                <a:lnTo>
                  <a:pt x="22907" y="411488"/>
                </a:lnTo>
                <a:lnTo>
                  <a:pt x="25445" y="411488"/>
                </a:lnTo>
                <a:lnTo>
                  <a:pt x="33520" y="403550"/>
                </a:lnTo>
                <a:lnTo>
                  <a:pt x="33418" y="399823"/>
                </a:lnTo>
                <a:lnTo>
                  <a:pt x="33068" y="398641"/>
                </a:lnTo>
                <a:lnTo>
                  <a:pt x="27780" y="388588"/>
                </a:lnTo>
                <a:lnTo>
                  <a:pt x="27313" y="388588"/>
                </a:lnTo>
                <a:lnTo>
                  <a:pt x="26390" y="385946"/>
                </a:lnTo>
                <a:lnTo>
                  <a:pt x="26810" y="385946"/>
                </a:lnTo>
                <a:lnTo>
                  <a:pt x="25046" y="376681"/>
                </a:lnTo>
                <a:lnTo>
                  <a:pt x="24957" y="376211"/>
                </a:lnTo>
                <a:lnTo>
                  <a:pt x="24876" y="375789"/>
                </a:lnTo>
                <a:lnTo>
                  <a:pt x="20893" y="332101"/>
                </a:lnTo>
                <a:lnTo>
                  <a:pt x="20773" y="330780"/>
                </a:lnTo>
                <a:lnTo>
                  <a:pt x="20737" y="330384"/>
                </a:lnTo>
                <a:lnTo>
                  <a:pt x="19439" y="303669"/>
                </a:lnTo>
                <a:lnTo>
                  <a:pt x="19394" y="302745"/>
                </a:lnTo>
                <a:lnTo>
                  <a:pt x="18949" y="250871"/>
                </a:lnTo>
                <a:lnTo>
                  <a:pt x="18959" y="160949"/>
                </a:lnTo>
                <a:lnTo>
                  <a:pt x="20158" y="115940"/>
                </a:lnTo>
                <a:lnTo>
                  <a:pt x="21978" y="77661"/>
                </a:lnTo>
                <a:lnTo>
                  <a:pt x="23776" y="47697"/>
                </a:lnTo>
                <a:lnTo>
                  <a:pt x="23807" y="47189"/>
                </a:lnTo>
                <a:lnTo>
                  <a:pt x="23950" y="46054"/>
                </a:lnTo>
                <a:lnTo>
                  <a:pt x="25963" y="28449"/>
                </a:lnTo>
                <a:lnTo>
                  <a:pt x="25718" y="28449"/>
                </a:lnTo>
                <a:lnTo>
                  <a:pt x="26079" y="27431"/>
                </a:lnTo>
                <a:lnTo>
                  <a:pt x="26201" y="26365"/>
                </a:lnTo>
                <a:lnTo>
                  <a:pt x="26457" y="26365"/>
                </a:lnTo>
                <a:lnTo>
                  <a:pt x="26953" y="24964"/>
                </a:lnTo>
                <a:lnTo>
                  <a:pt x="25770" y="24964"/>
                </a:lnTo>
                <a:lnTo>
                  <a:pt x="28309" y="21137"/>
                </a:lnTo>
                <a:lnTo>
                  <a:pt x="29638" y="21137"/>
                </a:lnTo>
                <a:lnTo>
                  <a:pt x="31104" y="20090"/>
                </a:lnTo>
                <a:lnTo>
                  <a:pt x="31678" y="20090"/>
                </a:lnTo>
                <a:lnTo>
                  <a:pt x="37053" y="17155"/>
                </a:lnTo>
                <a:lnTo>
                  <a:pt x="40967" y="9681"/>
                </a:lnTo>
                <a:lnTo>
                  <a:pt x="40699" y="7184"/>
                </a:lnTo>
                <a:lnTo>
                  <a:pt x="35293" y="708"/>
                </a:lnTo>
                <a:lnTo>
                  <a:pt x="32882" y="0"/>
                </a:lnTo>
                <a:close/>
              </a:path>
              <a:path w="41275" h="412114">
                <a:moveTo>
                  <a:pt x="26390" y="385946"/>
                </a:moveTo>
                <a:lnTo>
                  <a:pt x="27313" y="388588"/>
                </a:lnTo>
                <a:lnTo>
                  <a:pt x="27049" y="387199"/>
                </a:lnTo>
                <a:lnTo>
                  <a:pt x="26390" y="385946"/>
                </a:lnTo>
                <a:close/>
              </a:path>
              <a:path w="41275" h="412114">
                <a:moveTo>
                  <a:pt x="27049" y="387199"/>
                </a:moveTo>
                <a:lnTo>
                  <a:pt x="27313" y="388588"/>
                </a:lnTo>
                <a:lnTo>
                  <a:pt x="27780" y="388588"/>
                </a:lnTo>
                <a:lnTo>
                  <a:pt x="27049" y="387199"/>
                </a:lnTo>
                <a:close/>
              </a:path>
              <a:path w="41275" h="412114">
                <a:moveTo>
                  <a:pt x="26810" y="385946"/>
                </a:moveTo>
                <a:lnTo>
                  <a:pt x="26390" y="385946"/>
                </a:lnTo>
                <a:lnTo>
                  <a:pt x="27049" y="387199"/>
                </a:lnTo>
                <a:lnTo>
                  <a:pt x="26810" y="385946"/>
                </a:lnTo>
                <a:close/>
              </a:path>
              <a:path w="41275" h="412114">
                <a:moveTo>
                  <a:pt x="26079" y="27431"/>
                </a:moveTo>
                <a:lnTo>
                  <a:pt x="25718" y="28449"/>
                </a:lnTo>
                <a:lnTo>
                  <a:pt x="25963" y="28449"/>
                </a:lnTo>
                <a:lnTo>
                  <a:pt x="26079" y="27431"/>
                </a:lnTo>
                <a:close/>
              </a:path>
              <a:path w="41275" h="412114">
                <a:moveTo>
                  <a:pt x="26457" y="26365"/>
                </a:moveTo>
                <a:lnTo>
                  <a:pt x="26201" y="26365"/>
                </a:lnTo>
                <a:lnTo>
                  <a:pt x="26079" y="27431"/>
                </a:lnTo>
                <a:lnTo>
                  <a:pt x="26457" y="26365"/>
                </a:lnTo>
                <a:close/>
              </a:path>
              <a:path w="41275" h="412114">
                <a:moveTo>
                  <a:pt x="28210" y="21417"/>
                </a:moveTo>
                <a:lnTo>
                  <a:pt x="27655" y="22123"/>
                </a:lnTo>
                <a:lnTo>
                  <a:pt x="25770" y="24964"/>
                </a:lnTo>
                <a:lnTo>
                  <a:pt x="27520" y="23365"/>
                </a:lnTo>
                <a:lnTo>
                  <a:pt x="28210" y="21417"/>
                </a:lnTo>
                <a:close/>
              </a:path>
              <a:path w="41275" h="412114">
                <a:moveTo>
                  <a:pt x="27520" y="23365"/>
                </a:moveTo>
                <a:lnTo>
                  <a:pt x="25770" y="24964"/>
                </a:lnTo>
                <a:lnTo>
                  <a:pt x="26953" y="24964"/>
                </a:lnTo>
                <a:lnTo>
                  <a:pt x="27520" y="23365"/>
                </a:lnTo>
                <a:close/>
              </a:path>
              <a:path w="41275" h="412114">
                <a:moveTo>
                  <a:pt x="29759" y="21137"/>
                </a:moveTo>
                <a:lnTo>
                  <a:pt x="28309" y="21137"/>
                </a:lnTo>
                <a:lnTo>
                  <a:pt x="27520" y="23365"/>
                </a:lnTo>
                <a:lnTo>
                  <a:pt x="29652" y="21417"/>
                </a:lnTo>
                <a:lnTo>
                  <a:pt x="29248" y="21417"/>
                </a:lnTo>
                <a:lnTo>
                  <a:pt x="29759" y="21137"/>
                </a:lnTo>
                <a:close/>
              </a:path>
              <a:path w="41275" h="412114">
                <a:moveTo>
                  <a:pt x="30252" y="20868"/>
                </a:moveTo>
                <a:lnTo>
                  <a:pt x="29638" y="21137"/>
                </a:lnTo>
                <a:lnTo>
                  <a:pt x="29248" y="21417"/>
                </a:lnTo>
                <a:lnTo>
                  <a:pt x="29652" y="21417"/>
                </a:lnTo>
                <a:lnTo>
                  <a:pt x="30252" y="20868"/>
                </a:lnTo>
                <a:close/>
              </a:path>
              <a:path w="41275" h="412114">
                <a:moveTo>
                  <a:pt x="31104" y="20090"/>
                </a:moveTo>
                <a:lnTo>
                  <a:pt x="29638" y="21137"/>
                </a:lnTo>
                <a:lnTo>
                  <a:pt x="30252" y="20868"/>
                </a:lnTo>
                <a:lnTo>
                  <a:pt x="31104" y="20090"/>
                </a:lnTo>
                <a:close/>
              </a:path>
              <a:path w="41275" h="412114">
                <a:moveTo>
                  <a:pt x="31678" y="20090"/>
                </a:moveTo>
                <a:lnTo>
                  <a:pt x="31104" y="20090"/>
                </a:lnTo>
                <a:lnTo>
                  <a:pt x="30252" y="20868"/>
                </a:lnTo>
                <a:lnTo>
                  <a:pt x="31678" y="20090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7257904" y="3256989"/>
            <a:ext cx="180340" cy="335280"/>
          </a:xfrm>
          <a:custGeom>
            <a:avLst/>
            <a:gdLst/>
            <a:ahLst/>
            <a:cxnLst/>
            <a:rect l="l" t="t" r="r" b="b"/>
            <a:pathLst>
              <a:path w="180340" h="335279">
                <a:moveTo>
                  <a:pt x="14246" y="0"/>
                </a:moveTo>
                <a:lnTo>
                  <a:pt x="12546" y="0"/>
                </a:lnTo>
                <a:lnTo>
                  <a:pt x="10530" y="288"/>
                </a:lnTo>
                <a:lnTo>
                  <a:pt x="561" y="14922"/>
                </a:lnTo>
                <a:lnTo>
                  <a:pt x="457" y="15460"/>
                </a:lnTo>
                <a:lnTo>
                  <a:pt x="0" y="22927"/>
                </a:lnTo>
                <a:lnTo>
                  <a:pt x="15" y="75032"/>
                </a:lnTo>
                <a:lnTo>
                  <a:pt x="1006" y="95741"/>
                </a:lnTo>
                <a:lnTo>
                  <a:pt x="1092" y="97539"/>
                </a:lnTo>
                <a:lnTo>
                  <a:pt x="4105" y="129072"/>
                </a:lnTo>
                <a:lnTo>
                  <a:pt x="4200" y="130072"/>
                </a:lnTo>
                <a:lnTo>
                  <a:pt x="4321" y="131337"/>
                </a:lnTo>
                <a:lnTo>
                  <a:pt x="12272" y="194923"/>
                </a:lnTo>
                <a:lnTo>
                  <a:pt x="18983" y="240687"/>
                </a:lnTo>
                <a:lnTo>
                  <a:pt x="29420" y="301453"/>
                </a:lnTo>
                <a:lnTo>
                  <a:pt x="48131" y="334858"/>
                </a:lnTo>
                <a:lnTo>
                  <a:pt x="49137" y="335069"/>
                </a:lnTo>
                <a:lnTo>
                  <a:pt x="52135" y="335069"/>
                </a:lnTo>
                <a:lnTo>
                  <a:pt x="63592" y="320125"/>
                </a:lnTo>
                <a:lnTo>
                  <a:pt x="42899" y="320125"/>
                </a:lnTo>
                <a:lnTo>
                  <a:pt x="44214" y="318340"/>
                </a:lnTo>
                <a:lnTo>
                  <a:pt x="48569" y="305273"/>
                </a:lnTo>
                <a:lnTo>
                  <a:pt x="49369" y="302741"/>
                </a:lnTo>
                <a:lnTo>
                  <a:pt x="48023" y="297738"/>
                </a:lnTo>
                <a:lnTo>
                  <a:pt x="47936" y="297414"/>
                </a:lnTo>
                <a:lnTo>
                  <a:pt x="47859" y="297131"/>
                </a:lnTo>
                <a:lnTo>
                  <a:pt x="43210" y="273790"/>
                </a:lnTo>
                <a:lnTo>
                  <a:pt x="43125" y="273362"/>
                </a:lnTo>
                <a:lnTo>
                  <a:pt x="37724" y="237884"/>
                </a:lnTo>
                <a:lnTo>
                  <a:pt x="31048" y="192374"/>
                </a:lnTo>
                <a:lnTo>
                  <a:pt x="23418" y="131337"/>
                </a:lnTo>
                <a:lnTo>
                  <a:pt x="23309" y="130465"/>
                </a:lnTo>
                <a:lnTo>
                  <a:pt x="23259" y="130072"/>
                </a:lnTo>
                <a:lnTo>
                  <a:pt x="18986" y="75032"/>
                </a:lnTo>
                <a:lnTo>
                  <a:pt x="18983" y="22927"/>
                </a:lnTo>
                <a:lnTo>
                  <a:pt x="19222" y="19033"/>
                </a:lnTo>
                <a:lnTo>
                  <a:pt x="18901" y="19033"/>
                </a:lnTo>
                <a:lnTo>
                  <a:pt x="19130" y="17855"/>
                </a:lnTo>
                <a:lnTo>
                  <a:pt x="19178" y="17607"/>
                </a:lnTo>
                <a:lnTo>
                  <a:pt x="18864" y="17607"/>
                </a:lnTo>
                <a:lnTo>
                  <a:pt x="20273" y="14922"/>
                </a:lnTo>
                <a:lnTo>
                  <a:pt x="20876" y="14922"/>
                </a:lnTo>
                <a:lnTo>
                  <a:pt x="21443" y="14165"/>
                </a:lnTo>
                <a:lnTo>
                  <a:pt x="21977" y="13054"/>
                </a:lnTo>
                <a:lnTo>
                  <a:pt x="22600" y="10621"/>
                </a:lnTo>
                <a:lnTo>
                  <a:pt x="22601" y="8931"/>
                </a:lnTo>
                <a:lnTo>
                  <a:pt x="22312" y="6904"/>
                </a:lnTo>
                <a:lnTo>
                  <a:pt x="21903" y="5741"/>
                </a:lnTo>
                <a:lnTo>
                  <a:pt x="20623" y="3580"/>
                </a:lnTo>
                <a:lnTo>
                  <a:pt x="19922" y="2799"/>
                </a:lnTo>
                <a:lnTo>
                  <a:pt x="19800" y="2663"/>
                </a:lnTo>
                <a:lnTo>
                  <a:pt x="17791" y="1155"/>
                </a:lnTo>
                <a:lnTo>
                  <a:pt x="16834" y="697"/>
                </a:lnTo>
                <a:lnTo>
                  <a:pt x="16967" y="697"/>
                </a:lnTo>
                <a:lnTo>
                  <a:pt x="14246" y="0"/>
                </a:lnTo>
                <a:close/>
              </a:path>
              <a:path w="180340" h="335279">
                <a:moveTo>
                  <a:pt x="44214" y="318340"/>
                </a:moveTo>
                <a:lnTo>
                  <a:pt x="42899" y="320125"/>
                </a:lnTo>
                <a:lnTo>
                  <a:pt x="42648" y="320125"/>
                </a:lnTo>
                <a:lnTo>
                  <a:pt x="43418" y="319901"/>
                </a:lnTo>
                <a:lnTo>
                  <a:pt x="43693" y="319901"/>
                </a:lnTo>
                <a:lnTo>
                  <a:pt x="44214" y="318340"/>
                </a:lnTo>
                <a:close/>
              </a:path>
              <a:path w="180340" h="335279">
                <a:moveTo>
                  <a:pt x="52868" y="317156"/>
                </a:moveTo>
                <a:lnTo>
                  <a:pt x="42648" y="320125"/>
                </a:lnTo>
                <a:lnTo>
                  <a:pt x="56212" y="320125"/>
                </a:lnTo>
                <a:lnTo>
                  <a:pt x="52868" y="317156"/>
                </a:lnTo>
                <a:close/>
              </a:path>
              <a:path w="180340" h="335279">
                <a:moveTo>
                  <a:pt x="53880" y="315753"/>
                </a:moveTo>
                <a:lnTo>
                  <a:pt x="51287" y="315753"/>
                </a:lnTo>
                <a:lnTo>
                  <a:pt x="54029" y="316819"/>
                </a:lnTo>
                <a:lnTo>
                  <a:pt x="52868" y="317156"/>
                </a:lnTo>
                <a:lnTo>
                  <a:pt x="56212" y="320125"/>
                </a:lnTo>
                <a:lnTo>
                  <a:pt x="53880" y="315753"/>
                </a:lnTo>
                <a:close/>
              </a:path>
              <a:path w="180340" h="335279">
                <a:moveTo>
                  <a:pt x="160037" y="39733"/>
                </a:moveTo>
                <a:lnTo>
                  <a:pt x="154342" y="49041"/>
                </a:lnTo>
                <a:lnTo>
                  <a:pt x="144038" y="64804"/>
                </a:lnTo>
                <a:lnTo>
                  <a:pt x="128802" y="89180"/>
                </a:lnTo>
                <a:lnTo>
                  <a:pt x="95633" y="162267"/>
                </a:lnTo>
                <a:lnTo>
                  <a:pt x="79052" y="207735"/>
                </a:lnTo>
                <a:lnTo>
                  <a:pt x="65600" y="249928"/>
                </a:lnTo>
                <a:lnTo>
                  <a:pt x="55883" y="282117"/>
                </a:lnTo>
                <a:lnTo>
                  <a:pt x="49369" y="302741"/>
                </a:lnTo>
                <a:lnTo>
                  <a:pt x="51844" y="311935"/>
                </a:lnTo>
                <a:lnTo>
                  <a:pt x="56093" y="319901"/>
                </a:lnTo>
                <a:lnTo>
                  <a:pt x="56212" y="320125"/>
                </a:lnTo>
                <a:lnTo>
                  <a:pt x="63592" y="320125"/>
                </a:lnTo>
                <a:lnTo>
                  <a:pt x="66639" y="310984"/>
                </a:lnTo>
                <a:lnTo>
                  <a:pt x="73987" y="287705"/>
                </a:lnTo>
                <a:lnTo>
                  <a:pt x="83697" y="255545"/>
                </a:lnTo>
                <a:lnTo>
                  <a:pt x="96986" y="213861"/>
                </a:lnTo>
                <a:lnTo>
                  <a:pt x="97105" y="213489"/>
                </a:lnTo>
                <a:lnTo>
                  <a:pt x="113318" y="169076"/>
                </a:lnTo>
                <a:lnTo>
                  <a:pt x="129157" y="130072"/>
                </a:lnTo>
                <a:lnTo>
                  <a:pt x="129609" y="129265"/>
                </a:lnTo>
                <a:lnTo>
                  <a:pt x="145277" y="98507"/>
                </a:lnTo>
                <a:lnTo>
                  <a:pt x="145924" y="97539"/>
                </a:lnTo>
                <a:lnTo>
                  <a:pt x="159989" y="75032"/>
                </a:lnTo>
                <a:lnTo>
                  <a:pt x="170364" y="59161"/>
                </a:lnTo>
                <a:lnTo>
                  <a:pt x="174775" y="51950"/>
                </a:lnTo>
                <a:lnTo>
                  <a:pt x="168344" y="51950"/>
                </a:lnTo>
                <a:lnTo>
                  <a:pt x="165701" y="51314"/>
                </a:lnTo>
                <a:lnTo>
                  <a:pt x="159635" y="41404"/>
                </a:lnTo>
                <a:lnTo>
                  <a:pt x="160037" y="39733"/>
                </a:lnTo>
                <a:close/>
              </a:path>
              <a:path w="180340" h="335279">
                <a:moveTo>
                  <a:pt x="45090" y="317156"/>
                </a:moveTo>
                <a:lnTo>
                  <a:pt x="44214" y="318340"/>
                </a:lnTo>
                <a:lnTo>
                  <a:pt x="43693" y="319901"/>
                </a:lnTo>
                <a:lnTo>
                  <a:pt x="45090" y="317156"/>
                </a:lnTo>
                <a:close/>
              </a:path>
              <a:path w="180340" h="335279">
                <a:moveTo>
                  <a:pt x="52868" y="317156"/>
                </a:moveTo>
                <a:lnTo>
                  <a:pt x="45090" y="317156"/>
                </a:lnTo>
                <a:lnTo>
                  <a:pt x="43667" y="319901"/>
                </a:lnTo>
                <a:lnTo>
                  <a:pt x="43418" y="319901"/>
                </a:lnTo>
                <a:lnTo>
                  <a:pt x="52868" y="317156"/>
                </a:lnTo>
                <a:close/>
              </a:path>
              <a:path w="180340" h="335279">
                <a:moveTo>
                  <a:pt x="49369" y="302741"/>
                </a:moveTo>
                <a:lnTo>
                  <a:pt x="48615" y="305130"/>
                </a:lnTo>
                <a:lnTo>
                  <a:pt x="44214" y="318340"/>
                </a:lnTo>
                <a:lnTo>
                  <a:pt x="45085" y="317156"/>
                </a:lnTo>
                <a:lnTo>
                  <a:pt x="52868" y="317156"/>
                </a:lnTo>
                <a:lnTo>
                  <a:pt x="51287" y="315753"/>
                </a:lnTo>
                <a:lnTo>
                  <a:pt x="53880" y="315753"/>
                </a:lnTo>
                <a:lnTo>
                  <a:pt x="52402" y="312981"/>
                </a:lnTo>
                <a:lnTo>
                  <a:pt x="52125" y="312981"/>
                </a:lnTo>
                <a:lnTo>
                  <a:pt x="51337" y="310984"/>
                </a:lnTo>
                <a:lnTo>
                  <a:pt x="51588" y="310984"/>
                </a:lnTo>
                <a:lnTo>
                  <a:pt x="49369" y="302741"/>
                </a:lnTo>
                <a:close/>
              </a:path>
              <a:path w="180340" h="335279">
                <a:moveTo>
                  <a:pt x="51287" y="315753"/>
                </a:moveTo>
                <a:lnTo>
                  <a:pt x="52868" y="317156"/>
                </a:lnTo>
                <a:lnTo>
                  <a:pt x="54029" y="316819"/>
                </a:lnTo>
                <a:lnTo>
                  <a:pt x="51287" y="315753"/>
                </a:lnTo>
                <a:close/>
              </a:path>
              <a:path w="180340" h="335279">
                <a:moveTo>
                  <a:pt x="51337" y="310984"/>
                </a:moveTo>
                <a:lnTo>
                  <a:pt x="52125" y="312981"/>
                </a:lnTo>
                <a:lnTo>
                  <a:pt x="51844" y="311935"/>
                </a:lnTo>
                <a:lnTo>
                  <a:pt x="51337" y="310984"/>
                </a:lnTo>
                <a:close/>
              </a:path>
              <a:path w="180340" h="335279">
                <a:moveTo>
                  <a:pt x="51844" y="311935"/>
                </a:moveTo>
                <a:lnTo>
                  <a:pt x="52125" y="312981"/>
                </a:lnTo>
                <a:lnTo>
                  <a:pt x="52402" y="312981"/>
                </a:lnTo>
                <a:lnTo>
                  <a:pt x="51844" y="311935"/>
                </a:lnTo>
                <a:close/>
              </a:path>
              <a:path w="180340" h="335279">
                <a:moveTo>
                  <a:pt x="51588" y="310984"/>
                </a:moveTo>
                <a:lnTo>
                  <a:pt x="51337" y="310984"/>
                </a:lnTo>
                <a:lnTo>
                  <a:pt x="51844" y="311935"/>
                </a:lnTo>
                <a:lnTo>
                  <a:pt x="51588" y="310984"/>
                </a:lnTo>
                <a:close/>
              </a:path>
              <a:path w="180340" h="335279">
                <a:moveTo>
                  <a:pt x="161925" y="36213"/>
                </a:moveTo>
                <a:lnTo>
                  <a:pt x="161540" y="37122"/>
                </a:lnTo>
                <a:lnTo>
                  <a:pt x="161155" y="37843"/>
                </a:lnTo>
                <a:lnTo>
                  <a:pt x="161053" y="38070"/>
                </a:lnTo>
                <a:lnTo>
                  <a:pt x="160508" y="38962"/>
                </a:lnTo>
                <a:lnTo>
                  <a:pt x="160108" y="39439"/>
                </a:lnTo>
                <a:lnTo>
                  <a:pt x="159635" y="41404"/>
                </a:lnTo>
                <a:lnTo>
                  <a:pt x="168344" y="51950"/>
                </a:lnTo>
                <a:lnTo>
                  <a:pt x="169374" y="51950"/>
                </a:lnTo>
                <a:lnTo>
                  <a:pt x="177984" y="46342"/>
                </a:lnTo>
                <a:lnTo>
                  <a:pt x="177191" y="45768"/>
                </a:lnTo>
                <a:lnTo>
                  <a:pt x="161925" y="36213"/>
                </a:lnTo>
                <a:close/>
              </a:path>
              <a:path w="180340" h="335279">
                <a:moveTo>
                  <a:pt x="178096" y="46342"/>
                </a:moveTo>
                <a:lnTo>
                  <a:pt x="177166" y="47466"/>
                </a:lnTo>
                <a:lnTo>
                  <a:pt x="175999" y="49041"/>
                </a:lnTo>
                <a:lnTo>
                  <a:pt x="175154" y="49822"/>
                </a:lnTo>
                <a:lnTo>
                  <a:pt x="173012" y="51132"/>
                </a:lnTo>
                <a:lnTo>
                  <a:pt x="171856" y="51559"/>
                </a:lnTo>
                <a:lnTo>
                  <a:pt x="169374" y="51950"/>
                </a:lnTo>
                <a:lnTo>
                  <a:pt x="174775" y="51950"/>
                </a:lnTo>
                <a:lnTo>
                  <a:pt x="177223" y="47948"/>
                </a:lnTo>
                <a:lnTo>
                  <a:pt x="178096" y="46342"/>
                </a:lnTo>
                <a:close/>
              </a:path>
              <a:path w="180340" h="335279">
                <a:moveTo>
                  <a:pt x="170932" y="31195"/>
                </a:moveTo>
                <a:lnTo>
                  <a:pt x="169732" y="31195"/>
                </a:lnTo>
                <a:lnTo>
                  <a:pt x="167379" y="31650"/>
                </a:lnTo>
                <a:lnTo>
                  <a:pt x="162107" y="36060"/>
                </a:lnTo>
                <a:lnTo>
                  <a:pt x="161925" y="36213"/>
                </a:lnTo>
                <a:lnTo>
                  <a:pt x="178108" y="46342"/>
                </a:lnTo>
                <a:lnTo>
                  <a:pt x="179279" y="44122"/>
                </a:lnTo>
                <a:lnTo>
                  <a:pt x="179630" y="42997"/>
                </a:lnTo>
                <a:lnTo>
                  <a:pt x="179813" y="41404"/>
                </a:lnTo>
                <a:lnTo>
                  <a:pt x="179818" y="39439"/>
                </a:lnTo>
                <a:lnTo>
                  <a:pt x="179200" y="37122"/>
                </a:lnTo>
                <a:lnTo>
                  <a:pt x="173325" y="31650"/>
                </a:lnTo>
                <a:lnTo>
                  <a:pt x="170932" y="31195"/>
                </a:lnTo>
                <a:close/>
              </a:path>
              <a:path w="180340" h="335279">
                <a:moveTo>
                  <a:pt x="162025" y="36213"/>
                </a:moveTo>
                <a:lnTo>
                  <a:pt x="161264" y="37122"/>
                </a:lnTo>
                <a:lnTo>
                  <a:pt x="160740" y="37843"/>
                </a:lnTo>
                <a:lnTo>
                  <a:pt x="160223" y="38962"/>
                </a:lnTo>
                <a:lnTo>
                  <a:pt x="160108" y="39439"/>
                </a:lnTo>
                <a:lnTo>
                  <a:pt x="160508" y="38962"/>
                </a:lnTo>
                <a:lnTo>
                  <a:pt x="161053" y="38070"/>
                </a:lnTo>
                <a:lnTo>
                  <a:pt x="161155" y="37843"/>
                </a:lnTo>
                <a:lnTo>
                  <a:pt x="162025" y="36213"/>
                </a:lnTo>
                <a:close/>
              </a:path>
              <a:path w="180340" h="335279">
                <a:moveTo>
                  <a:pt x="19344" y="17042"/>
                </a:moveTo>
                <a:lnTo>
                  <a:pt x="19178" y="17607"/>
                </a:lnTo>
                <a:lnTo>
                  <a:pt x="18901" y="19033"/>
                </a:lnTo>
                <a:lnTo>
                  <a:pt x="19294" y="17855"/>
                </a:lnTo>
                <a:lnTo>
                  <a:pt x="19344" y="17042"/>
                </a:lnTo>
                <a:close/>
              </a:path>
              <a:path w="180340" h="335279">
                <a:moveTo>
                  <a:pt x="19294" y="17855"/>
                </a:moveTo>
                <a:lnTo>
                  <a:pt x="18901" y="19033"/>
                </a:lnTo>
                <a:lnTo>
                  <a:pt x="19222" y="19033"/>
                </a:lnTo>
                <a:lnTo>
                  <a:pt x="19294" y="17855"/>
                </a:lnTo>
                <a:close/>
              </a:path>
              <a:path w="180340" h="335279">
                <a:moveTo>
                  <a:pt x="19364" y="16646"/>
                </a:moveTo>
                <a:lnTo>
                  <a:pt x="18864" y="17607"/>
                </a:lnTo>
                <a:lnTo>
                  <a:pt x="19288" y="17042"/>
                </a:lnTo>
                <a:lnTo>
                  <a:pt x="19364" y="16646"/>
                </a:lnTo>
                <a:close/>
              </a:path>
              <a:path w="180340" h="335279">
                <a:moveTo>
                  <a:pt x="19288" y="17042"/>
                </a:moveTo>
                <a:lnTo>
                  <a:pt x="18864" y="17607"/>
                </a:lnTo>
                <a:lnTo>
                  <a:pt x="19178" y="17607"/>
                </a:lnTo>
                <a:lnTo>
                  <a:pt x="19288" y="17042"/>
                </a:lnTo>
                <a:close/>
              </a:path>
              <a:path w="180340" h="335279">
                <a:moveTo>
                  <a:pt x="19697" y="16646"/>
                </a:moveTo>
                <a:lnTo>
                  <a:pt x="19344" y="17042"/>
                </a:lnTo>
                <a:lnTo>
                  <a:pt x="19309" y="17607"/>
                </a:lnTo>
                <a:lnTo>
                  <a:pt x="19565" y="17042"/>
                </a:lnTo>
                <a:lnTo>
                  <a:pt x="19697" y="16646"/>
                </a:lnTo>
                <a:close/>
              </a:path>
              <a:path w="180340" h="335279">
                <a:moveTo>
                  <a:pt x="20093" y="15460"/>
                </a:moveTo>
                <a:lnTo>
                  <a:pt x="19511" y="16374"/>
                </a:lnTo>
                <a:lnTo>
                  <a:pt x="19368" y="16646"/>
                </a:lnTo>
                <a:lnTo>
                  <a:pt x="19344" y="17042"/>
                </a:lnTo>
                <a:lnTo>
                  <a:pt x="19584" y="16646"/>
                </a:lnTo>
                <a:lnTo>
                  <a:pt x="19788" y="16374"/>
                </a:lnTo>
                <a:lnTo>
                  <a:pt x="20093" y="15460"/>
                </a:lnTo>
                <a:close/>
              </a:path>
              <a:path w="180340" h="335279">
                <a:moveTo>
                  <a:pt x="20876" y="14922"/>
                </a:moveTo>
                <a:lnTo>
                  <a:pt x="20273" y="14922"/>
                </a:lnTo>
                <a:lnTo>
                  <a:pt x="19788" y="16374"/>
                </a:lnTo>
                <a:lnTo>
                  <a:pt x="20876" y="14922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41328" y="5388024"/>
            <a:ext cx="7515225" cy="19050"/>
          </a:xfrm>
          <a:custGeom>
            <a:avLst/>
            <a:gdLst/>
            <a:ahLst/>
            <a:cxnLst/>
            <a:rect l="l" t="t" r="r" b="b"/>
            <a:pathLst>
              <a:path w="7515225" h="19050">
                <a:moveTo>
                  <a:pt x="7515171" y="0"/>
                </a:moveTo>
                <a:lnTo>
                  <a:pt x="9471" y="1"/>
                </a:lnTo>
                <a:lnTo>
                  <a:pt x="0" y="8219"/>
                </a:lnTo>
                <a:lnTo>
                  <a:pt x="240" y="11940"/>
                </a:lnTo>
                <a:lnTo>
                  <a:pt x="1886" y="15284"/>
                </a:lnTo>
                <a:lnTo>
                  <a:pt x="4686" y="17745"/>
                </a:lnTo>
                <a:lnTo>
                  <a:pt x="8215" y="18947"/>
                </a:lnTo>
                <a:lnTo>
                  <a:pt x="7515171" y="18949"/>
                </a:lnTo>
                <a:lnTo>
                  <a:pt x="751517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object 2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91474" y="5505641"/>
            <a:ext cx="499164" cy="379227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69332" y="5449120"/>
            <a:ext cx="861043" cy="421702"/>
          </a:xfrm>
          <a:prstGeom prst="rect">
            <a:avLst/>
          </a:prstGeom>
        </p:spPr>
      </p:pic>
      <p:grpSp>
        <p:nvGrpSpPr>
          <p:cNvPr id="31" name="object 31" descr=""/>
          <p:cNvGrpSpPr/>
          <p:nvPr/>
        </p:nvGrpSpPr>
        <p:grpSpPr>
          <a:xfrm>
            <a:off x="206428" y="5639978"/>
            <a:ext cx="1990725" cy="288290"/>
            <a:chOff x="206428" y="5639978"/>
            <a:chExt cx="1990725" cy="288290"/>
          </a:xfrm>
        </p:grpSpPr>
        <p:pic>
          <p:nvPicPr>
            <p:cNvPr id="32" name="object 3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06012" y="5639978"/>
              <a:ext cx="334083" cy="256259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206428" y="5908724"/>
              <a:ext cx="1990725" cy="19050"/>
            </a:xfrm>
            <a:custGeom>
              <a:avLst/>
              <a:gdLst/>
              <a:ahLst/>
              <a:cxnLst/>
              <a:rect l="l" t="t" r="r" b="b"/>
              <a:pathLst>
                <a:path w="1990725" h="19050">
                  <a:moveTo>
                    <a:pt x="1982161" y="3"/>
                  </a:moveTo>
                  <a:lnTo>
                    <a:pt x="9471" y="0"/>
                  </a:lnTo>
                  <a:lnTo>
                    <a:pt x="0" y="8219"/>
                  </a:lnTo>
                  <a:lnTo>
                    <a:pt x="240" y="11940"/>
                  </a:lnTo>
                  <a:lnTo>
                    <a:pt x="1886" y="15284"/>
                  </a:lnTo>
                  <a:lnTo>
                    <a:pt x="4686" y="17745"/>
                  </a:lnTo>
                  <a:lnTo>
                    <a:pt x="7007" y="18707"/>
                  </a:lnTo>
                  <a:lnTo>
                    <a:pt x="9471" y="18950"/>
                  </a:lnTo>
                  <a:lnTo>
                    <a:pt x="1980905" y="18950"/>
                  </a:lnTo>
                  <a:lnTo>
                    <a:pt x="1983370" y="18707"/>
                  </a:lnTo>
                  <a:lnTo>
                    <a:pt x="1986715" y="17061"/>
                  </a:lnTo>
                  <a:lnTo>
                    <a:pt x="1989175" y="14260"/>
                  </a:lnTo>
                  <a:lnTo>
                    <a:pt x="1990378" y="10731"/>
                  </a:lnTo>
                  <a:lnTo>
                    <a:pt x="1990137" y="7010"/>
                  </a:lnTo>
                  <a:lnTo>
                    <a:pt x="1988491" y="3666"/>
                  </a:lnTo>
                  <a:lnTo>
                    <a:pt x="1985690" y="1205"/>
                  </a:lnTo>
                  <a:lnTo>
                    <a:pt x="1982161" y="3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/>
          <p:nvPr/>
        </p:nvSpPr>
        <p:spPr>
          <a:xfrm>
            <a:off x="2368849" y="5730351"/>
            <a:ext cx="292100" cy="47625"/>
          </a:xfrm>
          <a:custGeom>
            <a:avLst/>
            <a:gdLst/>
            <a:ahLst/>
            <a:cxnLst/>
            <a:rect l="l" t="t" r="r" b="b"/>
            <a:pathLst>
              <a:path w="292100" h="47625">
                <a:moveTo>
                  <a:pt x="256289" y="24391"/>
                </a:moveTo>
                <a:lnTo>
                  <a:pt x="36196" y="24391"/>
                </a:lnTo>
                <a:lnTo>
                  <a:pt x="17308" y="26419"/>
                </a:lnTo>
                <a:lnTo>
                  <a:pt x="0" y="37536"/>
                </a:lnTo>
                <a:lnTo>
                  <a:pt x="38" y="38768"/>
                </a:lnTo>
                <a:lnTo>
                  <a:pt x="7004" y="47094"/>
                </a:lnTo>
                <a:lnTo>
                  <a:pt x="7331" y="47094"/>
                </a:lnTo>
                <a:lnTo>
                  <a:pt x="9224" y="47410"/>
                </a:lnTo>
                <a:lnTo>
                  <a:pt x="10295" y="47410"/>
                </a:lnTo>
                <a:lnTo>
                  <a:pt x="19638" y="45258"/>
                </a:lnTo>
                <a:lnTo>
                  <a:pt x="19328" y="45258"/>
                </a:lnTo>
                <a:lnTo>
                  <a:pt x="37751" y="43286"/>
                </a:lnTo>
                <a:lnTo>
                  <a:pt x="37484" y="43286"/>
                </a:lnTo>
                <a:lnTo>
                  <a:pt x="60417" y="42611"/>
                </a:lnTo>
                <a:lnTo>
                  <a:pt x="60595" y="42611"/>
                </a:lnTo>
                <a:lnTo>
                  <a:pt x="92213" y="39857"/>
                </a:lnTo>
                <a:lnTo>
                  <a:pt x="164788" y="31795"/>
                </a:lnTo>
                <a:lnTo>
                  <a:pt x="200906" y="29115"/>
                </a:lnTo>
                <a:lnTo>
                  <a:pt x="236063" y="27082"/>
                </a:lnTo>
                <a:lnTo>
                  <a:pt x="236269" y="27082"/>
                </a:lnTo>
                <a:lnTo>
                  <a:pt x="256289" y="24391"/>
                </a:lnTo>
                <a:close/>
              </a:path>
              <a:path w="292100" h="47625">
                <a:moveTo>
                  <a:pt x="282663" y="0"/>
                </a:moveTo>
                <a:lnTo>
                  <a:pt x="281398" y="0"/>
                </a:lnTo>
                <a:lnTo>
                  <a:pt x="253692" y="5645"/>
                </a:lnTo>
                <a:lnTo>
                  <a:pt x="253538" y="5645"/>
                </a:lnTo>
                <a:lnTo>
                  <a:pt x="234255" y="8237"/>
                </a:lnTo>
                <a:lnTo>
                  <a:pt x="233805" y="8237"/>
                </a:lnTo>
                <a:lnTo>
                  <a:pt x="199741" y="10203"/>
                </a:lnTo>
                <a:lnTo>
                  <a:pt x="162970" y="12932"/>
                </a:lnTo>
                <a:lnTo>
                  <a:pt x="90101" y="21027"/>
                </a:lnTo>
                <a:lnTo>
                  <a:pt x="59319" y="23703"/>
                </a:lnTo>
                <a:lnTo>
                  <a:pt x="58815" y="23703"/>
                </a:lnTo>
                <a:lnTo>
                  <a:pt x="35229" y="24391"/>
                </a:lnTo>
                <a:lnTo>
                  <a:pt x="256592" y="24391"/>
                </a:lnTo>
                <a:lnTo>
                  <a:pt x="291592" y="8869"/>
                </a:lnTo>
                <a:lnTo>
                  <a:pt x="291090" y="6409"/>
                </a:lnTo>
                <a:lnTo>
                  <a:pt x="285097" y="472"/>
                </a:lnTo>
                <a:lnTo>
                  <a:pt x="282663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774995" y="5550156"/>
            <a:ext cx="224003" cy="316229"/>
          </a:xfrm>
          <a:prstGeom prst="rect">
            <a:avLst/>
          </a:prstGeom>
        </p:spPr>
      </p:pic>
      <p:sp>
        <p:nvSpPr>
          <p:cNvPr id="36" name="object 36" descr=""/>
          <p:cNvSpPr/>
          <p:nvPr/>
        </p:nvSpPr>
        <p:spPr>
          <a:xfrm>
            <a:off x="3069090" y="5761552"/>
            <a:ext cx="34290" cy="101600"/>
          </a:xfrm>
          <a:custGeom>
            <a:avLst/>
            <a:gdLst/>
            <a:ahLst/>
            <a:cxnLst/>
            <a:rect l="l" t="t" r="r" b="b"/>
            <a:pathLst>
              <a:path w="34289" h="101600">
                <a:moveTo>
                  <a:pt x="16792" y="0"/>
                </a:moveTo>
                <a:lnTo>
                  <a:pt x="12992" y="0"/>
                </a:lnTo>
                <a:lnTo>
                  <a:pt x="10682" y="769"/>
                </a:lnTo>
                <a:lnTo>
                  <a:pt x="965" y="18082"/>
                </a:lnTo>
                <a:lnTo>
                  <a:pt x="852" y="18542"/>
                </a:lnTo>
                <a:lnTo>
                  <a:pt x="743" y="18992"/>
                </a:lnTo>
                <a:lnTo>
                  <a:pt x="183" y="23477"/>
                </a:lnTo>
                <a:lnTo>
                  <a:pt x="71" y="24370"/>
                </a:lnTo>
                <a:lnTo>
                  <a:pt x="0" y="78174"/>
                </a:lnTo>
                <a:lnTo>
                  <a:pt x="127" y="79097"/>
                </a:lnTo>
                <a:lnTo>
                  <a:pt x="226" y="79820"/>
                </a:lnTo>
                <a:lnTo>
                  <a:pt x="23591" y="101198"/>
                </a:lnTo>
                <a:lnTo>
                  <a:pt x="24682" y="101198"/>
                </a:lnTo>
                <a:lnTo>
                  <a:pt x="33859" y="91281"/>
                </a:lnTo>
                <a:lnTo>
                  <a:pt x="33433" y="88806"/>
                </a:lnTo>
                <a:lnTo>
                  <a:pt x="24640" y="82797"/>
                </a:lnTo>
                <a:lnTo>
                  <a:pt x="21171" y="81227"/>
                </a:lnTo>
                <a:lnTo>
                  <a:pt x="21764" y="81227"/>
                </a:lnTo>
                <a:lnTo>
                  <a:pt x="21364" y="80713"/>
                </a:lnTo>
                <a:lnTo>
                  <a:pt x="20966" y="80427"/>
                </a:lnTo>
                <a:lnTo>
                  <a:pt x="20337" y="79820"/>
                </a:lnTo>
                <a:lnTo>
                  <a:pt x="19776" y="79820"/>
                </a:lnTo>
                <a:lnTo>
                  <a:pt x="19666" y="79428"/>
                </a:lnTo>
                <a:lnTo>
                  <a:pt x="19412" y="79097"/>
                </a:lnTo>
                <a:lnTo>
                  <a:pt x="18946" y="78174"/>
                </a:lnTo>
                <a:lnTo>
                  <a:pt x="18946" y="78027"/>
                </a:lnTo>
                <a:lnTo>
                  <a:pt x="18659" y="77605"/>
                </a:lnTo>
                <a:lnTo>
                  <a:pt x="18130" y="76558"/>
                </a:lnTo>
                <a:lnTo>
                  <a:pt x="18726" y="76558"/>
                </a:lnTo>
                <a:lnTo>
                  <a:pt x="18595" y="75604"/>
                </a:lnTo>
                <a:lnTo>
                  <a:pt x="18946" y="75604"/>
                </a:lnTo>
                <a:lnTo>
                  <a:pt x="18946" y="25547"/>
                </a:lnTo>
                <a:lnTo>
                  <a:pt x="19167" y="24370"/>
                </a:lnTo>
                <a:lnTo>
                  <a:pt x="19279" y="23477"/>
                </a:lnTo>
                <a:lnTo>
                  <a:pt x="19018" y="23477"/>
                </a:lnTo>
                <a:lnTo>
                  <a:pt x="19548" y="21324"/>
                </a:lnTo>
                <a:lnTo>
                  <a:pt x="19825" y="21324"/>
                </a:lnTo>
                <a:lnTo>
                  <a:pt x="21041" y="18082"/>
                </a:lnTo>
                <a:lnTo>
                  <a:pt x="21728" y="16822"/>
                </a:lnTo>
                <a:lnTo>
                  <a:pt x="23901" y="12471"/>
                </a:lnTo>
                <a:lnTo>
                  <a:pt x="24188" y="11427"/>
                </a:lnTo>
                <a:lnTo>
                  <a:pt x="24252" y="7555"/>
                </a:lnTo>
                <a:lnTo>
                  <a:pt x="23457" y="5171"/>
                </a:lnTo>
                <a:lnTo>
                  <a:pt x="22847" y="4100"/>
                </a:lnTo>
                <a:lnTo>
                  <a:pt x="21201" y="2203"/>
                </a:lnTo>
                <a:lnTo>
                  <a:pt x="20227" y="1447"/>
                </a:lnTo>
                <a:lnTo>
                  <a:pt x="17980" y="325"/>
                </a:lnTo>
                <a:lnTo>
                  <a:pt x="16792" y="0"/>
                </a:lnTo>
                <a:close/>
              </a:path>
              <a:path w="34289" h="101600">
                <a:moveTo>
                  <a:pt x="21171" y="81227"/>
                </a:moveTo>
                <a:lnTo>
                  <a:pt x="24640" y="82797"/>
                </a:lnTo>
                <a:lnTo>
                  <a:pt x="22901" y="81619"/>
                </a:lnTo>
                <a:lnTo>
                  <a:pt x="21171" y="81227"/>
                </a:lnTo>
                <a:close/>
              </a:path>
              <a:path w="34289" h="101600">
                <a:moveTo>
                  <a:pt x="22901" y="81619"/>
                </a:moveTo>
                <a:lnTo>
                  <a:pt x="24640" y="82797"/>
                </a:lnTo>
                <a:lnTo>
                  <a:pt x="28106" y="82797"/>
                </a:lnTo>
                <a:lnTo>
                  <a:pt x="22901" y="81619"/>
                </a:lnTo>
                <a:close/>
              </a:path>
              <a:path w="34289" h="101600">
                <a:moveTo>
                  <a:pt x="21142" y="80427"/>
                </a:moveTo>
                <a:lnTo>
                  <a:pt x="21262" y="80713"/>
                </a:lnTo>
                <a:lnTo>
                  <a:pt x="21795" y="81227"/>
                </a:lnTo>
                <a:lnTo>
                  <a:pt x="21171" y="81227"/>
                </a:lnTo>
                <a:lnTo>
                  <a:pt x="22901" y="81619"/>
                </a:lnTo>
                <a:lnTo>
                  <a:pt x="21142" y="80427"/>
                </a:lnTo>
                <a:close/>
              </a:path>
              <a:path w="34289" h="101600">
                <a:moveTo>
                  <a:pt x="20245" y="79820"/>
                </a:moveTo>
                <a:lnTo>
                  <a:pt x="20966" y="80427"/>
                </a:lnTo>
                <a:lnTo>
                  <a:pt x="21262" y="80713"/>
                </a:lnTo>
                <a:lnTo>
                  <a:pt x="21142" y="80427"/>
                </a:lnTo>
                <a:lnTo>
                  <a:pt x="20245" y="79820"/>
                </a:lnTo>
                <a:close/>
              </a:path>
              <a:path w="34289" h="101600">
                <a:moveTo>
                  <a:pt x="19388" y="78174"/>
                </a:moveTo>
                <a:lnTo>
                  <a:pt x="19587" y="79097"/>
                </a:lnTo>
                <a:lnTo>
                  <a:pt x="19930" y="79428"/>
                </a:lnTo>
                <a:lnTo>
                  <a:pt x="20245" y="79820"/>
                </a:lnTo>
                <a:lnTo>
                  <a:pt x="21142" y="80427"/>
                </a:lnTo>
                <a:lnTo>
                  <a:pt x="19388" y="78174"/>
                </a:lnTo>
                <a:close/>
              </a:path>
              <a:path w="34289" h="101600">
                <a:moveTo>
                  <a:pt x="19666" y="79428"/>
                </a:moveTo>
                <a:lnTo>
                  <a:pt x="19776" y="79820"/>
                </a:lnTo>
                <a:lnTo>
                  <a:pt x="20245" y="79820"/>
                </a:lnTo>
                <a:lnTo>
                  <a:pt x="19666" y="79428"/>
                </a:lnTo>
                <a:close/>
              </a:path>
              <a:path w="34289" h="101600">
                <a:moveTo>
                  <a:pt x="18946" y="77605"/>
                </a:moveTo>
                <a:lnTo>
                  <a:pt x="18946" y="78174"/>
                </a:lnTo>
                <a:lnTo>
                  <a:pt x="19578" y="79428"/>
                </a:lnTo>
                <a:lnTo>
                  <a:pt x="19574" y="79097"/>
                </a:lnTo>
                <a:lnTo>
                  <a:pt x="19315" y="78174"/>
                </a:lnTo>
                <a:lnTo>
                  <a:pt x="19274" y="78027"/>
                </a:lnTo>
                <a:lnTo>
                  <a:pt x="18946" y="77605"/>
                </a:lnTo>
                <a:close/>
              </a:path>
              <a:path w="34289" h="101600">
                <a:moveTo>
                  <a:pt x="18362" y="76855"/>
                </a:moveTo>
                <a:lnTo>
                  <a:pt x="18659" y="77605"/>
                </a:lnTo>
                <a:lnTo>
                  <a:pt x="18872" y="78027"/>
                </a:lnTo>
                <a:lnTo>
                  <a:pt x="18870" y="77605"/>
                </a:lnTo>
                <a:lnTo>
                  <a:pt x="18362" y="76855"/>
                </a:lnTo>
                <a:close/>
              </a:path>
              <a:path w="34289" h="101600">
                <a:moveTo>
                  <a:pt x="18946" y="76855"/>
                </a:moveTo>
                <a:lnTo>
                  <a:pt x="18946" y="77605"/>
                </a:lnTo>
                <a:lnTo>
                  <a:pt x="19274" y="78027"/>
                </a:lnTo>
                <a:lnTo>
                  <a:pt x="18946" y="76855"/>
                </a:lnTo>
                <a:close/>
              </a:path>
              <a:path w="34289" h="101600">
                <a:moveTo>
                  <a:pt x="18726" y="76558"/>
                </a:moveTo>
                <a:lnTo>
                  <a:pt x="18130" y="76558"/>
                </a:lnTo>
                <a:lnTo>
                  <a:pt x="18946" y="77605"/>
                </a:lnTo>
                <a:lnTo>
                  <a:pt x="18767" y="76855"/>
                </a:lnTo>
                <a:lnTo>
                  <a:pt x="18726" y="76558"/>
                </a:lnTo>
                <a:close/>
              </a:path>
              <a:path w="34289" h="101600">
                <a:moveTo>
                  <a:pt x="18595" y="75604"/>
                </a:moveTo>
                <a:lnTo>
                  <a:pt x="18726" y="76558"/>
                </a:lnTo>
                <a:lnTo>
                  <a:pt x="18767" y="76855"/>
                </a:lnTo>
                <a:lnTo>
                  <a:pt x="18870" y="77605"/>
                </a:lnTo>
                <a:lnTo>
                  <a:pt x="18946" y="76558"/>
                </a:lnTo>
                <a:lnTo>
                  <a:pt x="18595" y="75604"/>
                </a:lnTo>
                <a:close/>
              </a:path>
              <a:path w="34289" h="101600">
                <a:moveTo>
                  <a:pt x="18946" y="75604"/>
                </a:moveTo>
                <a:lnTo>
                  <a:pt x="18595" y="75604"/>
                </a:lnTo>
                <a:lnTo>
                  <a:pt x="18862" y="76558"/>
                </a:lnTo>
                <a:lnTo>
                  <a:pt x="18946" y="75604"/>
                </a:lnTo>
                <a:close/>
              </a:path>
              <a:path w="34289" h="101600">
                <a:moveTo>
                  <a:pt x="19548" y="21324"/>
                </a:moveTo>
                <a:lnTo>
                  <a:pt x="19018" y="23477"/>
                </a:lnTo>
                <a:lnTo>
                  <a:pt x="19409" y="22435"/>
                </a:lnTo>
                <a:lnTo>
                  <a:pt x="19548" y="21324"/>
                </a:lnTo>
                <a:close/>
              </a:path>
              <a:path w="34289" h="101600">
                <a:moveTo>
                  <a:pt x="19409" y="22435"/>
                </a:moveTo>
                <a:lnTo>
                  <a:pt x="19018" y="23477"/>
                </a:lnTo>
                <a:lnTo>
                  <a:pt x="19279" y="23477"/>
                </a:lnTo>
                <a:lnTo>
                  <a:pt x="19409" y="22435"/>
                </a:lnTo>
                <a:close/>
              </a:path>
              <a:path w="34289" h="101600">
                <a:moveTo>
                  <a:pt x="19825" y="21324"/>
                </a:moveTo>
                <a:lnTo>
                  <a:pt x="19548" y="21324"/>
                </a:lnTo>
                <a:lnTo>
                  <a:pt x="19409" y="22435"/>
                </a:lnTo>
                <a:lnTo>
                  <a:pt x="19825" y="21324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object 37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188115" y="5702764"/>
            <a:ext cx="698186" cy="221982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867689" y="6282132"/>
            <a:ext cx="828794" cy="282254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65869" y="7471764"/>
            <a:ext cx="795207" cy="1472859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522775" y="6675555"/>
            <a:ext cx="110723" cy="140464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814979" y="6583139"/>
            <a:ext cx="275242" cy="252407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882868" y="6647789"/>
            <a:ext cx="429080" cy="525204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890935" y="6679603"/>
            <a:ext cx="112104" cy="116361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503543" y="7004627"/>
            <a:ext cx="466037" cy="125034"/>
          </a:xfrm>
          <a:prstGeom prst="rect">
            <a:avLst/>
          </a:prstGeom>
        </p:spPr>
      </p:pic>
      <p:grpSp>
        <p:nvGrpSpPr>
          <p:cNvPr id="45" name="object 45" descr=""/>
          <p:cNvGrpSpPr/>
          <p:nvPr/>
        </p:nvGrpSpPr>
        <p:grpSpPr>
          <a:xfrm>
            <a:off x="2965820" y="7273889"/>
            <a:ext cx="153670" cy="201295"/>
            <a:chOff x="2965820" y="7273889"/>
            <a:chExt cx="153670" cy="201295"/>
          </a:xfrm>
        </p:grpSpPr>
        <p:sp>
          <p:nvSpPr>
            <p:cNvPr id="46" name="object 46" descr=""/>
            <p:cNvSpPr/>
            <p:nvPr/>
          </p:nvSpPr>
          <p:spPr>
            <a:xfrm>
              <a:off x="2965820" y="7273889"/>
              <a:ext cx="30480" cy="201295"/>
            </a:xfrm>
            <a:custGeom>
              <a:avLst/>
              <a:gdLst/>
              <a:ahLst/>
              <a:cxnLst/>
              <a:rect l="l" t="t" r="r" b="b"/>
              <a:pathLst>
                <a:path w="30480" h="201295">
                  <a:moveTo>
                    <a:pt x="2163" y="12811"/>
                  </a:moveTo>
                  <a:lnTo>
                    <a:pt x="2246" y="65495"/>
                  </a:lnTo>
                  <a:lnTo>
                    <a:pt x="2983" y="98974"/>
                  </a:lnTo>
                  <a:lnTo>
                    <a:pt x="2995" y="99551"/>
                  </a:lnTo>
                  <a:lnTo>
                    <a:pt x="4458" y="131981"/>
                  </a:lnTo>
                  <a:lnTo>
                    <a:pt x="4504" y="132994"/>
                  </a:lnTo>
                  <a:lnTo>
                    <a:pt x="5749" y="147096"/>
                  </a:lnTo>
                  <a:lnTo>
                    <a:pt x="5802" y="147698"/>
                  </a:lnTo>
                  <a:lnTo>
                    <a:pt x="17606" y="196813"/>
                  </a:lnTo>
                  <a:lnTo>
                    <a:pt x="22414" y="200734"/>
                  </a:lnTo>
                  <a:lnTo>
                    <a:pt x="24485" y="200734"/>
                  </a:lnTo>
                  <a:lnTo>
                    <a:pt x="30059" y="193403"/>
                  </a:lnTo>
                  <a:lnTo>
                    <a:pt x="21412" y="161818"/>
                  </a:lnTo>
                  <a:lnTo>
                    <a:pt x="21338" y="161545"/>
                  </a:lnTo>
                  <a:lnTo>
                    <a:pt x="21264" y="161278"/>
                  </a:lnTo>
                  <a:lnTo>
                    <a:pt x="18796" y="147698"/>
                  </a:lnTo>
                  <a:lnTo>
                    <a:pt x="18685" y="147096"/>
                  </a:lnTo>
                  <a:lnTo>
                    <a:pt x="17469" y="132994"/>
                  </a:lnTo>
                  <a:lnTo>
                    <a:pt x="17380" y="131981"/>
                  </a:lnTo>
                  <a:lnTo>
                    <a:pt x="15923" y="99551"/>
                  </a:lnTo>
                  <a:lnTo>
                    <a:pt x="15163" y="65495"/>
                  </a:lnTo>
                  <a:lnTo>
                    <a:pt x="15153" y="14434"/>
                  </a:lnTo>
                  <a:lnTo>
                    <a:pt x="5693" y="14434"/>
                  </a:lnTo>
                  <a:lnTo>
                    <a:pt x="4034" y="14010"/>
                  </a:lnTo>
                  <a:lnTo>
                    <a:pt x="3277" y="13647"/>
                  </a:lnTo>
                  <a:lnTo>
                    <a:pt x="2163" y="12811"/>
                  </a:lnTo>
                  <a:close/>
                </a:path>
                <a:path w="30480" h="201295">
                  <a:moveTo>
                    <a:pt x="2167" y="9992"/>
                  </a:moveTo>
                  <a:lnTo>
                    <a:pt x="2163" y="12811"/>
                  </a:lnTo>
                  <a:lnTo>
                    <a:pt x="3277" y="13647"/>
                  </a:lnTo>
                  <a:lnTo>
                    <a:pt x="4034" y="14010"/>
                  </a:lnTo>
                  <a:lnTo>
                    <a:pt x="5693" y="14434"/>
                  </a:lnTo>
                  <a:lnTo>
                    <a:pt x="7664" y="14434"/>
                  </a:lnTo>
                  <a:lnTo>
                    <a:pt x="12060" y="11272"/>
                  </a:lnTo>
                  <a:lnTo>
                    <a:pt x="2990" y="11272"/>
                  </a:lnTo>
                  <a:lnTo>
                    <a:pt x="2167" y="9992"/>
                  </a:lnTo>
                  <a:close/>
                </a:path>
                <a:path w="30480" h="201295">
                  <a:moveTo>
                    <a:pt x="14895" y="8041"/>
                  </a:moveTo>
                  <a:lnTo>
                    <a:pt x="1969" y="8041"/>
                  </a:lnTo>
                  <a:lnTo>
                    <a:pt x="2524" y="9795"/>
                  </a:lnTo>
                  <a:lnTo>
                    <a:pt x="2586" y="9992"/>
                  </a:lnTo>
                  <a:lnTo>
                    <a:pt x="12749" y="10354"/>
                  </a:lnTo>
                  <a:lnTo>
                    <a:pt x="11631" y="11842"/>
                  </a:lnTo>
                  <a:lnTo>
                    <a:pt x="7664" y="14434"/>
                  </a:lnTo>
                  <a:lnTo>
                    <a:pt x="15154" y="14434"/>
                  </a:lnTo>
                  <a:lnTo>
                    <a:pt x="15049" y="11842"/>
                  </a:lnTo>
                  <a:lnTo>
                    <a:pt x="14929" y="8882"/>
                  </a:lnTo>
                  <a:lnTo>
                    <a:pt x="14895" y="8041"/>
                  </a:lnTo>
                  <a:close/>
                </a:path>
                <a:path w="30480" h="201295">
                  <a:moveTo>
                    <a:pt x="8229" y="0"/>
                  </a:moveTo>
                  <a:lnTo>
                    <a:pt x="7221" y="0"/>
                  </a:lnTo>
                  <a:lnTo>
                    <a:pt x="5748" y="232"/>
                  </a:lnTo>
                  <a:lnTo>
                    <a:pt x="0" y="7195"/>
                  </a:lnTo>
                  <a:lnTo>
                    <a:pt x="73" y="8882"/>
                  </a:lnTo>
                  <a:lnTo>
                    <a:pt x="2163" y="12811"/>
                  </a:lnTo>
                  <a:lnTo>
                    <a:pt x="2040" y="9795"/>
                  </a:lnTo>
                  <a:lnTo>
                    <a:pt x="1969" y="8041"/>
                  </a:lnTo>
                  <a:lnTo>
                    <a:pt x="14895" y="8041"/>
                  </a:lnTo>
                  <a:lnTo>
                    <a:pt x="9865" y="380"/>
                  </a:lnTo>
                  <a:lnTo>
                    <a:pt x="8229" y="0"/>
                  </a:lnTo>
                  <a:close/>
                </a:path>
                <a:path w="30480" h="201295">
                  <a:moveTo>
                    <a:pt x="1969" y="8041"/>
                  </a:moveTo>
                  <a:lnTo>
                    <a:pt x="2040" y="9795"/>
                  </a:lnTo>
                  <a:lnTo>
                    <a:pt x="2990" y="11272"/>
                  </a:lnTo>
                  <a:lnTo>
                    <a:pt x="1969" y="8041"/>
                  </a:lnTo>
                  <a:close/>
                </a:path>
                <a:path w="30480" h="201295">
                  <a:moveTo>
                    <a:pt x="2586" y="9992"/>
                  </a:moveTo>
                  <a:lnTo>
                    <a:pt x="2990" y="11272"/>
                  </a:lnTo>
                  <a:lnTo>
                    <a:pt x="12060" y="11272"/>
                  </a:lnTo>
                  <a:lnTo>
                    <a:pt x="12623" y="10521"/>
                  </a:lnTo>
                  <a:lnTo>
                    <a:pt x="12749" y="10354"/>
                  </a:lnTo>
                  <a:lnTo>
                    <a:pt x="2586" y="9992"/>
                  </a:lnTo>
                  <a:close/>
                </a:path>
              </a:pathLst>
            </a:custGeom>
            <a:solidFill>
              <a:srgbClr val="FB314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026318" y="7276850"/>
              <a:ext cx="92575" cy="178419"/>
            </a:xfrm>
            <a:prstGeom prst="rect">
              <a:avLst/>
            </a:prstGeom>
          </p:spPr>
        </p:pic>
      </p:grpSp>
      <p:pic>
        <p:nvPicPr>
          <p:cNvPr id="48" name="object 48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169626" y="6639124"/>
            <a:ext cx="855149" cy="984900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319825" y="7255357"/>
            <a:ext cx="416808" cy="223728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3879913" y="7230010"/>
            <a:ext cx="195122" cy="252818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889112" y="7706789"/>
            <a:ext cx="219041" cy="131337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293112" y="7730275"/>
            <a:ext cx="169466" cy="102820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554943" y="7693265"/>
            <a:ext cx="761816" cy="141488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772636" y="8702193"/>
            <a:ext cx="739907" cy="249936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2700672" y="8790906"/>
            <a:ext cx="204527" cy="113230"/>
          </a:xfrm>
          <a:prstGeom prst="rect">
            <a:avLst/>
          </a:prstGeom>
        </p:spPr>
      </p:pic>
      <p:grpSp>
        <p:nvGrpSpPr>
          <p:cNvPr id="56" name="object 56" descr=""/>
          <p:cNvGrpSpPr/>
          <p:nvPr/>
        </p:nvGrpSpPr>
        <p:grpSpPr>
          <a:xfrm>
            <a:off x="3584878" y="8698638"/>
            <a:ext cx="94615" cy="214629"/>
            <a:chOff x="3584878" y="8698638"/>
            <a:chExt cx="94615" cy="214629"/>
          </a:xfrm>
        </p:grpSpPr>
        <p:pic>
          <p:nvPicPr>
            <p:cNvPr id="57" name="object 57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584878" y="8698638"/>
              <a:ext cx="94347" cy="146530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3601899" y="8887387"/>
              <a:ext cx="11430" cy="26034"/>
            </a:xfrm>
            <a:custGeom>
              <a:avLst/>
              <a:gdLst/>
              <a:ahLst/>
              <a:cxnLst/>
              <a:rect l="l" t="t" r="r" b="b"/>
              <a:pathLst>
                <a:path w="11429" h="26034">
                  <a:moveTo>
                    <a:pt x="6431" y="0"/>
                  </a:moveTo>
                  <a:lnTo>
                    <a:pt x="4925" y="0"/>
                  </a:lnTo>
                  <a:lnTo>
                    <a:pt x="4201" y="143"/>
                  </a:lnTo>
                  <a:lnTo>
                    <a:pt x="0" y="4926"/>
                  </a:lnTo>
                  <a:lnTo>
                    <a:pt x="0" y="20801"/>
                  </a:lnTo>
                  <a:lnTo>
                    <a:pt x="4925" y="25727"/>
                  </a:lnTo>
                  <a:lnTo>
                    <a:pt x="6431" y="25727"/>
                  </a:lnTo>
                  <a:lnTo>
                    <a:pt x="11357" y="20801"/>
                  </a:lnTo>
                  <a:lnTo>
                    <a:pt x="11357" y="4926"/>
                  </a:lnTo>
                  <a:lnTo>
                    <a:pt x="6431" y="0"/>
                  </a:lnTo>
                  <a:close/>
                </a:path>
              </a:pathLst>
            </a:custGeom>
            <a:solidFill>
              <a:srgbClr val="C122B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9" name="object 59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762288" y="9027746"/>
            <a:ext cx="395351" cy="212210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2726052" y="8659126"/>
            <a:ext cx="866942" cy="606517"/>
          </a:xfrm>
          <a:prstGeom prst="rect">
            <a:avLst/>
          </a:prstGeom>
        </p:spPr>
      </p:pic>
      <p:sp>
        <p:nvSpPr>
          <p:cNvPr id="61" name="object 61" descr=""/>
          <p:cNvSpPr/>
          <p:nvPr/>
        </p:nvSpPr>
        <p:spPr>
          <a:xfrm>
            <a:off x="2572284" y="9225133"/>
            <a:ext cx="45720" cy="126364"/>
          </a:xfrm>
          <a:custGeom>
            <a:avLst/>
            <a:gdLst/>
            <a:ahLst/>
            <a:cxnLst/>
            <a:rect l="l" t="t" r="r" b="b"/>
            <a:pathLst>
              <a:path w="45719" h="126365">
                <a:moveTo>
                  <a:pt x="40938" y="0"/>
                </a:moveTo>
                <a:lnTo>
                  <a:pt x="39432" y="0"/>
                </a:lnTo>
                <a:lnTo>
                  <a:pt x="38708" y="143"/>
                </a:lnTo>
                <a:lnTo>
                  <a:pt x="19208" y="47410"/>
                </a:lnTo>
                <a:lnTo>
                  <a:pt x="13263" y="70001"/>
                </a:lnTo>
                <a:lnTo>
                  <a:pt x="7556" y="91041"/>
                </a:lnTo>
                <a:lnTo>
                  <a:pt x="3500" y="108497"/>
                </a:lnTo>
                <a:lnTo>
                  <a:pt x="0" y="119635"/>
                </a:lnTo>
                <a:lnTo>
                  <a:pt x="53" y="121870"/>
                </a:lnTo>
                <a:lnTo>
                  <a:pt x="260" y="122579"/>
                </a:lnTo>
                <a:lnTo>
                  <a:pt x="839" y="123689"/>
                </a:lnTo>
                <a:lnTo>
                  <a:pt x="957" y="123915"/>
                </a:lnTo>
                <a:lnTo>
                  <a:pt x="1419" y="124490"/>
                </a:lnTo>
                <a:lnTo>
                  <a:pt x="2574" y="125456"/>
                </a:lnTo>
                <a:lnTo>
                  <a:pt x="3223" y="125812"/>
                </a:lnTo>
                <a:lnTo>
                  <a:pt x="4659" y="126263"/>
                </a:lnTo>
                <a:lnTo>
                  <a:pt x="6716" y="126263"/>
                </a:lnTo>
                <a:lnTo>
                  <a:pt x="18574" y="93819"/>
                </a:lnTo>
                <a:lnTo>
                  <a:pt x="24239" y="72933"/>
                </a:lnTo>
                <a:lnTo>
                  <a:pt x="30176" y="50374"/>
                </a:lnTo>
                <a:lnTo>
                  <a:pt x="35467" y="31262"/>
                </a:lnTo>
                <a:lnTo>
                  <a:pt x="40225" y="16671"/>
                </a:lnTo>
                <a:lnTo>
                  <a:pt x="42058" y="13148"/>
                </a:lnTo>
                <a:lnTo>
                  <a:pt x="43040" y="11182"/>
                </a:lnTo>
                <a:lnTo>
                  <a:pt x="42713" y="11182"/>
                </a:lnTo>
                <a:lnTo>
                  <a:pt x="43778" y="9706"/>
                </a:lnTo>
                <a:lnTo>
                  <a:pt x="44189" y="9706"/>
                </a:lnTo>
                <a:lnTo>
                  <a:pt x="44734" y="9161"/>
                </a:lnTo>
                <a:lnTo>
                  <a:pt x="45144" y="8548"/>
                </a:lnTo>
                <a:lnTo>
                  <a:pt x="45721" y="7156"/>
                </a:lnTo>
                <a:lnTo>
                  <a:pt x="45721" y="4201"/>
                </a:lnTo>
                <a:lnTo>
                  <a:pt x="41663" y="143"/>
                </a:lnTo>
                <a:lnTo>
                  <a:pt x="40938" y="0"/>
                </a:lnTo>
                <a:close/>
              </a:path>
              <a:path w="45719" h="126365">
                <a:moveTo>
                  <a:pt x="43778" y="9706"/>
                </a:moveTo>
                <a:lnTo>
                  <a:pt x="42713" y="11182"/>
                </a:lnTo>
                <a:lnTo>
                  <a:pt x="43367" y="10529"/>
                </a:lnTo>
                <a:lnTo>
                  <a:pt x="43778" y="9706"/>
                </a:lnTo>
                <a:close/>
              </a:path>
              <a:path w="45719" h="126365">
                <a:moveTo>
                  <a:pt x="43367" y="10529"/>
                </a:moveTo>
                <a:lnTo>
                  <a:pt x="42713" y="11182"/>
                </a:lnTo>
                <a:lnTo>
                  <a:pt x="43040" y="11182"/>
                </a:lnTo>
                <a:lnTo>
                  <a:pt x="43367" y="10529"/>
                </a:lnTo>
                <a:close/>
              </a:path>
              <a:path w="45719" h="126365">
                <a:moveTo>
                  <a:pt x="44189" y="9706"/>
                </a:moveTo>
                <a:lnTo>
                  <a:pt x="43778" y="9706"/>
                </a:lnTo>
                <a:lnTo>
                  <a:pt x="43367" y="10529"/>
                </a:lnTo>
                <a:lnTo>
                  <a:pt x="44189" y="9706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2747628" y="9530540"/>
            <a:ext cx="34925" cy="144145"/>
          </a:xfrm>
          <a:custGeom>
            <a:avLst/>
            <a:gdLst/>
            <a:ahLst/>
            <a:cxnLst/>
            <a:rect l="l" t="t" r="r" b="b"/>
            <a:pathLst>
              <a:path w="34925" h="144145">
                <a:moveTo>
                  <a:pt x="30074" y="0"/>
                </a:moveTo>
                <a:lnTo>
                  <a:pt x="27796" y="0"/>
                </a:lnTo>
                <a:lnTo>
                  <a:pt x="27084" y="195"/>
                </a:lnTo>
                <a:lnTo>
                  <a:pt x="16274" y="15444"/>
                </a:lnTo>
                <a:lnTo>
                  <a:pt x="15186" y="23878"/>
                </a:lnTo>
                <a:lnTo>
                  <a:pt x="13848" y="34866"/>
                </a:lnTo>
                <a:lnTo>
                  <a:pt x="11948" y="48167"/>
                </a:lnTo>
                <a:lnTo>
                  <a:pt x="9780" y="63887"/>
                </a:lnTo>
                <a:lnTo>
                  <a:pt x="7640" y="79663"/>
                </a:lnTo>
                <a:lnTo>
                  <a:pt x="2465" y="109683"/>
                </a:lnTo>
                <a:lnTo>
                  <a:pt x="812" y="122389"/>
                </a:lnTo>
                <a:lnTo>
                  <a:pt x="0" y="131865"/>
                </a:lnTo>
                <a:lnTo>
                  <a:pt x="125" y="139787"/>
                </a:lnTo>
                <a:lnTo>
                  <a:pt x="701" y="141179"/>
                </a:lnTo>
                <a:lnTo>
                  <a:pt x="4907" y="143989"/>
                </a:lnTo>
                <a:lnTo>
                  <a:pt x="6413" y="143989"/>
                </a:lnTo>
                <a:lnTo>
                  <a:pt x="11402" y="131865"/>
                </a:lnTo>
                <a:lnTo>
                  <a:pt x="12110" y="123611"/>
                </a:lnTo>
                <a:lnTo>
                  <a:pt x="13700" y="111382"/>
                </a:lnTo>
                <a:lnTo>
                  <a:pt x="18872" y="81387"/>
                </a:lnTo>
                <a:lnTo>
                  <a:pt x="21036" y="65425"/>
                </a:lnTo>
                <a:lnTo>
                  <a:pt x="23199" y="49743"/>
                </a:lnTo>
                <a:lnTo>
                  <a:pt x="25110" y="36360"/>
                </a:lnTo>
                <a:lnTo>
                  <a:pt x="26459" y="25298"/>
                </a:lnTo>
                <a:lnTo>
                  <a:pt x="27557" y="16765"/>
                </a:lnTo>
                <a:lnTo>
                  <a:pt x="27891" y="13602"/>
                </a:lnTo>
                <a:lnTo>
                  <a:pt x="26588" y="13602"/>
                </a:lnTo>
                <a:lnTo>
                  <a:pt x="28536" y="11103"/>
                </a:lnTo>
                <a:lnTo>
                  <a:pt x="30667" y="11103"/>
                </a:lnTo>
                <a:lnTo>
                  <a:pt x="32004" y="10433"/>
                </a:lnTo>
                <a:lnTo>
                  <a:pt x="32746" y="9901"/>
                </a:lnTo>
                <a:lnTo>
                  <a:pt x="33733" y="8763"/>
                </a:lnTo>
                <a:lnTo>
                  <a:pt x="34099" y="8121"/>
                </a:lnTo>
                <a:lnTo>
                  <a:pt x="34575" y="6693"/>
                </a:lnTo>
                <a:lnTo>
                  <a:pt x="34561" y="4457"/>
                </a:lnTo>
                <a:lnTo>
                  <a:pt x="31580" y="530"/>
                </a:lnTo>
                <a:lnTo>
                  <a:pt x="30074" y="0"/>
                </a:lnTo>
                <a:close/>
              </a:path>
              <a:path w="34925" h="144145">
                <a:moveTo>
                  <a:pt x="28046" y="11841"/>
                </a:moveTo>
                <a:lnTo>
                  <a:pt x="27747" y="12116"/>
                </a:lnTo>
                <a:lnTo>
                  <a:pt x="26588" y="13602"/>
                </a:lnTo>
                <a:lnTo>
                  <a:pt x="27832" y="12703"/>
                </a:lnTo>
                <a:lnTo>
                  <a:pt x="27906" y="12404"/>
                </a:lnTo>
                <a:lnTo>
                  <a:pt x="27978" y="12116"/>
                </a:lnTo>
                <a:lnTo>
                  <a:pt x="28046" y="11841"/>
                </a:lnTo>
                <a:close/>
              </a:path>
              <a:path w="34925" h="144145">
                <a:moveTo>
                  <a:pt x="28017" y="12404"/>
                </a:moveTo>
                <a:lnTo>
                  <a:pt x="27832" y="12703"/>
                </a:lnTo>
                <a:lnTo>
                  <a:pt x="27725" y="13137"/>
                </a:lnTo>
                <a:lnTo>
                  <a:pt x="27232" y="13137"/>
                </a:lnTo>
                <a:lnTo>
                  <a:pt x="26588" y="13602"/>
                </a:lnTo>
                <a:lnTo>
                  <a:pt x="27891" y="13602"/>
                </a:lnTo>
                <a:lnTo>
                  <a:pt x="27940" y="13137"/>
                </a:lnTo>
                <a:lnTo>
                  <a:pt x="27725" y="13137"/>
                </a:lnTo>
                <a:lnTo>
                  <a:pt x="27898" y="12703"/>
                </a:lnTo>
                <a:lnTo>
                  <a:pt x="28017" y="12404"/>
                </a:lnTo>
                <a:close/>
              </a:path>
              <a:path w="34925" h="144145">
                <a:moveTo>
                  <a:pt x="28645" y="12116"/>
                </a:moveTo>
                <a:lnTo>
                  <a:pt x="28017" y="12404"/>
                </a:lnTo>
                <a:lnTo>
                  <a:pt x="27986" y="12703"/>
                </a:lnTo>
                <a:lnTo>
                  <a:pt x="27832" y="12703"/>
                </a:lnTo>
                <a:lnTo>
                  <a:pt x="28645" y="12116"/>
                </a:lnTo>
                <a:close/>
              </a:path>
              <a:path w="34925" h="144145">
                <a:moveTo>
                  <a:pt x="28536" y="11103"/>
                </a:moveTo>
                <a:lnTo>
                  <a:pt x="28095" y="11670"/>
                </a:lnTo>
                <a:lnTo>
                  <a:pt x="27978" y="12116"/>
                </a:lnTo>
                <a:lnTo>
                  <a:pt x="27906" y="12404"/>
                </a:lnTo>
                <a:lnTo>
                  <a:pt x="28132" y="12116"/>
                </a:lnTo>
                <a:lnTo>
                  <a:pt x="28077" y="11841"/>
                </a:lnTo>
                <a:lnTo>
                  <a:pt x="28242" y="11841"/>
                </a:lnTo>
                <a:lnTo>
                  <a:pt x="28536" y="11103"/>
                </a:lnTo>
                <a:close/>
              </a:path>
              <a:path w="34925" h="144145">
                <a:moveTo>
                  <a:pt x="30667" y="11103"/>
                </a:moveTo>
                <a:lnTo>
                  <a:pt x="28536" y="11103"/>
                </a:lnTo>
                <a:lnTo>
                  <a:pt x="28310" y="11670"/>
                </a:lnTo>
                <a:lnTo>
                  <a:pt x="28242" y="11841"/>
                </a:lnTo>
                <a:lnTo>
                  <a:pt x="28048" y="12116"/>
                </a:lnTo>
                <a:lnTo>
                  <a:pt x="28017" y="12404"/>
                </a:lnTo>
                <a:lnTo>
                  <a:pt x="28645" y="12116"/>
                </a:lnTo>
                <a:lnTo>
                  <a:pt x="29025" y="11841"/>
                </a:lnTo>
                <a:lnTo>
                  <a:pt x="29194" y="11841"/>
                </a:lnTo>
                <a:lnTo>
                  <a:pt x="30667" y="11103"/>
                </a:lnTo>
                <a:close/>
              </a:path>
              <a:path w="34925" h="144145">
                <a:moveTo>
                  <a:pt x="29194" y="11841"/>
                </a:moveTo>
                <a:lnTo>
                  <a:pt x="29025" y="11841"/>
                </a:lnTo>
                <a:lnTo>
                  <a:pt x="28645" y="12116"/>
                </a:lnTo>
                <a:lnTo>
                  <a:pt x="29194" y="11841"/>
                </a:lnTo>
                <a:close/>
              </a:path>
            </a:pathLst>
          </a:custGeom>
          <a:solidFill>
            <a:srgbClr val="C122B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3" name="object 63" descr=""/>
          <p:cNvGrpSpPr/>
          <p:nvPr/>
        </p:nvGrpSpPr>
        <p:grpSpPr>
          <a:xfrm>
            <a:off x="551116" y="9033478"/>
            <a:ext cx="3453765" cy="1564005"/>
            <a:chOff x="551116" y="9033478"/>
            <a:chExt cx="3453765" cy="1564005"/>
          </a:xfrm>
        </p:grpSpPr>
        <p:pic>
          <p:nvPicPr>
            <p:cNvPr id="64" name="object 64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860286" y="9343694"/>
              <a:ext cx="608813" cy="226300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3483330" y="9541340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29">
                  <a:moveTo>
                    <a:pt x="6432" y="0"/>
                  </a:moveTo>
                  <a:lnTo>
                    <a:pt x="4926" y="0"/>
                  </a:lnTo>
                  <a:lnTo>
                    <a:pt x="4201" y="144"/>
                  </a:lnTo>
                  <a:lnTo>
                    <a:pt x="0" y="4926"/>
                  </a:lnTo>
                  <a:lnTo>
                    <a:pt x="0" y="6432"/>
                  </a:lnTo>
                  <a:lnTo>
                    <a:pt x="4926" y="11358"/>
                  </a:lnTo>
                  <a:lnTo>
                    <a:pt x="6432" y="11358"/>
                  </a:lnTo>
                  <a:lnTo>
                    <a:pt x="11360" y="5679"/>
                  </a:lnTo>
                  <a:lnTo>
                    <a:pt x="11357" y="4926"/>
                  </a:lnTo>
                  <a:lnTo>
                    <a:pt x="6432" y="0"/>
                  </a:lnTo>
                  <a:close/>
                </a:path>
              </a:pathLst>
            </a:custGeom>
            <a:solidFill>
              <a:srgbClr val="C122B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51116" y="9033478"/>
              <a:ext cx="2735702" cy="1563958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499316" y="10299078"/>
              <a:ext cx="505411" cy="269627"/>
            </a:xfrm>
            <a:prstGeom prst="rect">
              <a:avLst/>
            </a:prstGeom>
          </p:spPr>
        </p:pic>
      </p:grpSp>
      <p:pic>
        <p:nvPicPr>
          <p:cNvPr id="68" name="object 68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82482" y="8804225"/>
            <a:ext cx="59702" cy="54930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606984" y="9092537"/>
            <a:ext cx="74510" cy="73357"/>
          </a:xfrm>
          <a:prstGeom prst="rect">
            <a:avLst/>
          </a:prstGeom>
        </p:spPr>
      </p:pic>
      <p:sp>
        <p:nvSpPr>
          <p:cNvPr id="70" name="object 70" descr=""/>
          <p:cNvSpPr/>
          <p:nvPr/>
        </p:nvSpPr>
        <p:spPr>
          <a:xfrm>
            <a:off x="1022644" y="0"/>
            <a:ext cx="75565" cy="20955"/>
          </a:xfrm>
          <a:custGeom>
            <a:avLst/>
            <a:gdLst/>
            <a:ahLst/>
            <a:cxnLst/>
            <a:rect l="l" t="t" r="r" b="b"/>
            <a:pathLst>
              <a:path w="75565" h="20955">
                <a:moveTo>
                  <a:pt x="27101" y="0"/>
                </a:moveTo>
                <a:lnTo>
                  <a:pt x="0" y="0"/>
                </a:lnTo>
                <a:lnTo>
                  <a:pt x="10309" y="11043"/>
                </a:lnTo>
                <a:lnTo>
                  <a:pt x="27429" y="20203"/>
                </a:lnTo>
                <a:lnTo>
                  <a:pt x="27728" y="20203"/>
                </a:lnTo>
                <a:lnTo>
                  <a:pt x="30097" y="20506"/>
                </a:lnTo>
                <a:lnTo>
                  <a:pt x="66555" y="8632"/>
                </a:lnTo>
                <a:lnTo>
                  <a:pt x="73482" y="1940"/>
                </a:lnTo>
                <a:lnTo>
                  <a:pt x="32490" y="1940"/>
                </a:lnTo>
                <a:lnTo>
                  <a:pt x="30292" y="1612"/>
                </a:lnTo>
                <a:lnTo>
                  <a:pt x="29371" y="1612"/>
                </a:lnTo>
                <a:lnTo>
                  <a:pt x="26417" y="173"/>
                </a:lnTo>
                <a:lnTo>
                  <a:pt x="27343" y="173"/>
                </a:lnTo>
                <a:lnTo>
                  <a:pt x="27101" y="0"/>
                </a:lnTo>
                <a:close/>
              </a:path>
              <a:path w="75565" h="20955">
                <a:moveTo>
                  <a:pt x="27973" y="626"/>
                </a:moveTo>
                <a:lnTo>
                  <a:pt x="29371" y="1612"/>
                </a:lnTo>
                <a:lnTo>
                  <a:pt x="30292" y="1612"/>
                </a:lnTo>
                <a:lnTo>
                  <a:pt x="32490" y="1940"/>
                </a:lnTo>
                <a:lnTo>
                  <a:pt x="27973" y="626"/>
                </a:lnTo>
                <a:close/>
              </a:path>
              <a:path w="75565" h="20955">
                <a:moveTo>
                  <a:pt x="74155" y="1290"/>
                </a:moveTo>
                <a:lnTo>
                  <a:pt x="40755" y="1290"/>
                </a:lnTo>
                <a:lnTo>
                  <a:pt x="38653" y="1612"/>
                </a:lnTo>
                <a:lnTo>
                  <a:pt x="31610" y="1612"/>
                </a:lnTo>
                <a:lnTo>
                  <a:pt x="32490" y="1940"/>
                </a:lnTo>
                <a:lnTo>
                  <a:pt x="73482" y="1940"/>
                </a:lnTo>
                <a:lnTo>
                  <a:pt x="74155" y="1290"/>
                </a:lnTo>
                <a:close/>
              </a:path>
              <a:path w="75565" h="20955">
                <a:moveTo>
                  <a:pt x="26417" y="173"/>
                </a:moveTo>
                <a:lnTo>
                  <a:pt x="29371" y="1612"/>
                </a:lnTo>
                <a:lnTo>
                  <a:pt x="27973" y="626"/>
                </a:lnTo>
                <a:lnTo>
                  <a:pt x="26417" y="173"/>
                </a:lnTo>
                <a:close/>
              </a:path>
              <a:path w="75565" h="20955">
                <a:moveTo>
                  <a:pt x="39798" y="1290"/>
                </a:moveTo>
                <a:lnTo>
                  <a:pt x="27954" y="1612"/>
                </a:lnTo>
                <a:lnTo>
                  <a:pt x="38653" y="1612"/>
                </a:lnTo>
                <a:lnTo>
                  <a:pt x="39798" y="1290"/>
                </a:lnTo>
                <a:close/>
              </a:path>
              <a:path w="75565" h="20955">
                <a:moveTo>
                  <a:pt x="45981" y="0"/>
                </a:moveTo>
                <a:lnTo>
                  <a:pt x="44377" y="0"/>
                </a:lnTo>
                <a:lnTo>
                  <a:pt x="38653" y="1612"/>
                </a:lnTo>
                <a:lnTo>
                  <a:pt x="40755" y="1290"/>
                </a:lnTo>
                <a:lnTo>
                  <a:pt x="74155" y="1290"/>
                </a:lnTo>
                <a:lnTo>
                  <a:pt x="75311" y="173"/>
                </a:lnTo>
                <a:lnTo>
                  <a:pt x="45651" y="173"/>
                </a:lnTo>
                <a:lnTo>
                  <a:pt x="45981" y="0"/>
                </a:lnTo>
                <a:close/>
              </a:path>
              <a:path w="75565" h="20955">
                <a:moveTo>
                  <a:pt x="27343" y="173"/>
                </a:moveTo>
                <a:lnTo>
                  <a:pt x="26417" y="173"/>
                </a:lnTo>
                <a:lnTo>
                  <a:pt x="27973" y="626"/>
                </a:lnTo>
                <a:lnTo>
                  <a:pt x="27343" y="173"/>
                </a:lnTo>
                <a:close/>
              </a:path>
              <a:path w="75565" h="20955">
                <a:moveTo>
                  <a:pt x="75471" y="0"/>
                </a:moveTo>
                <a:lnTo>
                  <a:pt x="45885" y="0"/>
                </a:lnTo>
                <a:lnTo>
                  <a:pt x="45660" y="173"/>
                </a:lnTo>
                <a:lnTo>
                  <a:pt x="75311" y="173"/>
                </a:lnTo>
                <a:lnTo>
                  <a:pt x="7547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1" name="object 71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4326280" y="0"/>
            <a:ext cx="148851" cy="97990"/>
          </a:xfrm>
          <a:prstGeom prst="rect">
            <a:avLst/>
          </a:prstGeom>
        </p:spPr>
      </p:pic>
      <p:sp>
        <p:nvSpPr>
          <p:cNvPr id="72" name="object 72" descr=""/>
          <p:cNvSpPr/>
          <p:nvPr/>
        </p:nvSpPr>
        <p:spPr>
          <a:xfrm>
            <a:off x="5315563" y="0"/>
            <a:ext cx="23495" cy="76200"/>
          </a:xfrm>
          <a:custGeom>
            <a:avLst/>
            <a:gdLst/>
            <a:ahLst/>
            <a:cxnLst/>
            <a:rect l="l" t="t" r="r" b="b"/>
            <a:pathLst>
              <a:path w="23495" h="76200">
                <a:moveTo>
                  <a:pt x="23075" y="65384"/>
                </a:moveTo>
                <a:lnTo>
                  <a:pt x="4145" y="67158"/>
                </a:lnTo>
                <a:lnTo>
                  <a:pt x="4364" y="68690"/>
                </a:lnTo>
                <a:lnTo>
                  <a:pt x="4447" y="69267"/>
                </a:lnTo>
                <a:lnTo>
                  <a:pt x="12138" y="76153"/>
                </a:lnTo>
                <a:lnTo>
                  <a:pt x="15362" y="76153"/>
                </a:lnTo>
                <a:lnTo>
                  <a:pt x="22998" y="68690"/>
                </a:lnTo>
                <a:lnTo>
                  <a:pt x="23075" y="65384"/>
                </a:lnTo>
                <a:close/>
              </a:path>
              <a:path w="23495" h="76200">
                <a:moveTo>
                  <a:pt x="18904" y="0"/>
                </a:moveTo>
                <a:lnTo>
                  <a:pt x="0" y="0"/>
                </a:lnTo>
                <a:lnTo>
                  <a:pt x="45" y="6313"/>
                </a:lnTo>
                <a:lnTo>
                  <a:pt x="161" y="9351"/>
                </a:lnTo>
                <a:lnTo>
                  <a:pt x="213" y="10399"/>
                </a:lnTo>
                <a:lnTo>
                  <a:pt x="334" y="14500"/>
                </a:lnTo>
                <a:lnTo>
                  <a:pt x="1126" y="27674"/>
                </a:lnTo>
                <a:lnTo>
                  <a:pt x="1248" y="30613"/>
                </a:lnTo>
                <a:lnTo>
                  <a:pt x="1673" y="36345"/>
                </a:lnTo>
                <a:lnTo>
                  <a:pt x="2699" y="46719"/>
                </a:lnTo>
                <a:lnTo>
                  <a:pt x="2774" y="47463"/>
                </a:lnTo>
                <a:lnTo>
                  <a:pt x="2836" y="48089"/>
                </a:lnTo>
                <a:lnTo>
                  <a:pt x="2961" y="49348"/>
                </a:lnTo>
                <a:lnTo>
                  <a:pt x="3527" y="56145"/>
                </a:lnTo>
                <a:lnTo>
                  <a:pt x="3540" y="56300"/>
                </a:lnTo>
                <a:lnTo>
                  <a:pt x="3658" y="57720"/>
                </a:lnTo>
                <a:lnTo>
                  <a:pt x="3763" y="58985"/>
                </a:lnTo>
                <a:lnTo>
                  <a:pt x="3880" y="60382"/>
                </a:lnTo>
                <a:lnTo>
                  <a:pt x="4006" y="63171"/>
                </a:lnTo>
                <a:lnTo>
                  <a:pt x="4107" y="65384"/>
                </a:lnTo>
                <a:lnTo>
                  <a:pt x="4188" y="67158"/>
                </a:lnTo>
                <a:lnTo>
                  <a:pt x="23075" y="65384"/>
                </a:lnTo>
                <a:lnTo>
                  <a:pt x="22794" y="63723"/>
                </a:lnTo>
                <a:lnTo>
                  <a:pt x="22504" y="60561"/>
                </a:lnTo>
                <a:lnTo>
                  <a:pt x="22476" y="60206"/>
                </a:lnTo>
                <a:lnTo>
                  <a:pt x="22377" y="58985"/>
                </a:lnTo>
                <a:lnTo>
                  <a:pt x="22274" y="57720"/>
                </a:lnTo>
                <a:lnTo>
                  <a:pt x="22159" y="56300"/>
                </a:lnTo>
                <a:lnTo>
                  <a:pt x="21693" y="49348"/>
                </a:lnTo>
                <a:lnTo>
                  <a:pt x="21568" y="47463"/>
                </a:lnTo>
                <a:lnTo>
                  <a:pt x="20499" y="34382"/>
                </a:lnTo>
                <a:lnTo>
                  <a:pt x="20279" y="32092"/>
                </a:lnTo>
                <a:lnTo>
                  <a:pt x="20236" y="30613"/>
                </a:lnTo>
                <a:lnTo>
                  <a:pt x="20112" y="29252"/>
                </a:lnTo>
                <a:lnTo>
                  <a:pt x="19293" y="14500"/>
                </a:lnTo>
                <a:lnTo>
                  <a:pt x="19077" y="14500"/>
                </a:lnTo>
                <a:lnTo>
                  <a:pt x="18979" y="6313"/>
                </a:lnTo>
                <a:lnTo>
                  <a:pt x="18904" y="0"/>
                </a:lnTo>
                <a:close/>
              </a:path>
              <a:path w="23495" h="76200">
                <a:moveTo>
                  <a:pt x="2069" y="40426"/>
                </a:moveTo>
                <a:lnTo>
                  <a:pt x="2513" y="46719"/>
                </a:lnTo>
                <a:lnTo>
                  <a:pt x="2621" y="48089"/>
                </a:lnTo>
                <a:lnTo>
                  <a:pt x="3158" y="56145"/>
                </a:lnTo>
                <a:lnTo>
                  <a:pt x="3263" y="57720"/>
                </a:lnTo>
                <a:lnTo>
                  <a:pt x="3904" y="65384"/>
                </a:lnTo>
                <a:lnTo>
                  <a:pt x="4021" y="66290"/>
                </a:lnTo>
                <a:lnTo>
                  <a:pt x="4006" y="63171"/>
                </a:lnTo>
                <a:lnTo>
                  <a:pt x="3880" y="60382"/>
                </a:lnTo>
                <a:lnTo>
                  <a:pt x="2961" y="49348"/>
                </a:lnTo>
                <a:lnTo>
                  <a:pt x="2069" y="40426"/>
                </a:lnTo>
                <a:close/>
              </a:path>
              <a:path w="23495" h="76200">
                <a:moveTo>
                  <a:pt x="21052" y="40426"/>
                </a:moveTo>
                <a:lnTo>
                  <a:pt x="21507" y="46719"/>
                </a:lnTo>
                <a:lnTo>
                  <a:pt x="22149" y="56145"/>
                </a:lnTo>
                <a:lnTo>
                  <a:pt x="22716" y="63171"/>
                </a:lnTo>
                <a:lnTo>
                  <a:pt x="23031" y="65384"/>
                </a:lnTo>
                <a:lnTo>
                  <a:pt x="22972" y="63171"/>
                </a:lnTo>
                <a:lnTo>
                  <a:pt x="22851" y="60561"/>
                </a:lnTo>
                <a:lnTo>
                  <a:pt x="22778" y="58985"/>
                </a:lnTo>
                <a:lnTo>
                  <a:pt x="21974" y="49348"/>
                </a:lnTo>
                <a:lnTo>
                  <a:pt x="21869" y="48089"/>
                </a:lnTo>
                <a:lnTo>
                  <a:pt x="21052" y="40426"/>
                </a:lnTo>
                <a:close/>
              </a:path>
              <a:path w="23495" h="76200">
                <a:moveTo>
                  <a:pt x="19065" y="10399"/>
                </a:moveTo>
                <a:lnTo>
                  <a:pt x="19077" y="14500"/>
                </a:lnTo>
                <a:lnTo>
                  <a:pt x="19293" y="14500"/>
                </a:lnTo>
                <a:lnTo>
                  <a:pt x="19065" y="10399"/>
                </a:lnTo>
                <a:close/>
              </a:path>
              <a:path w="23495" h="76200">
                <a:moveTo>
                  <a:pt x="19039" y="9559"/>
                </a:moveTo>
                <a:lnTo>
                  <a:pt x="19065" y="10399"/>
                </a:lnTo>
                <a:lnTo>
                  <a:pt x="19293" y="14500"/>
                </a:lnTo>
                <a:lnTo>
                  <a:pt x="19194" y="10399"/>
                </a:lnTo>
                <a:lnTo>
                  <a:pt x="19161" y="9761"/>
                </a:lnTo>
                <a:lnTo>
                  <a:pt x="19039" y="955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3" name="object 73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689229" y="0"/>
            <a:ext cx="148782" cy="104861"/>
          </a:xfrm>
          <a:prstGeom prst="rect">
            <a:avLst/>
          </a:prstGeom>
        </p:spPr>
      </p:pic>
      <p:pic>
        <p:nvPicPr>
          <p:cNvPr id="74" name="object 74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4930825" y="3877537"/>
            <a:ext cx="2374753" cy="12564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159" y="643450"/>
            <a:ext cx="679491" cy="40296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4543" y="592203"/>
            <a:ext cx="269323" cy="45593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5459" y="679623"/>
            <a:ext cx="669626" cy="39286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10363" y="891802"/>
            <a:ext cx="188211" cy="14304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79692" y="628188"/>
            <a:ext cx="434747" cy="60952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64738" y="638620"/>
            <a:ext cx="955528" cy="56343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77119" y="655739"/>
            <a:ext cx="422912" cy="41636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32321" y="920291"/>
            <a:ext cx="142246" cy="110679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6753276" y="674240"/>
            <a:ext cx="752475" cy="382270"/>
            <a:chOff x="6753276" y="674240"/>
            <a:chExt cx="752475" cy="382270"/>
          </a:xfrm>
        </p:grpSpPr>
        <p:pic>
          <p:nvPicPr>
            <p:cNvPr id="11" name="object 1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53276" y="674240"/>
              <a:ext cx="752158" cy="381717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7401345" y="1012026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0727" y="0"/>
                  </a:moveTo>
                  <a:lnTo>
                    <a:pt x="8215" y="0"/>
                  </a:lnTo>
                  <a:lnTo>
                    <a:pt x="7006" y="240"/>
                  </a:lnTo>
                  <a:lnTo>
                    <a:pt x="0" y="8215"/>
                  </a:lnTo>
                  <a:lnTo>
                    <a:pt x="0" y="10727"/>
                  </a:lnTo>
                  <a:lnTo>
                    <a:pt x="8215" y="18943"/>
                  </a:lnTo>
                  <a:lnTo>
                    <a:pt x="10727" y="18943"/>
                  </a:lnTo>
                  <a:lnTo>
                    <a:pt x="18945" y="9471"/>
                  </a:lnTo>
                  <a:lnTo>
                    <a:pt x="18943" y="8215"/>
                  </a:lnTo>
                  <a:lnTo>
                    <a:pt x="10727" y="0"/>
                  </a:lnTo>
                  <a:close/>
                </a:path>
              </a:pathLst>
            </a:custGeom>
            <a:solidFill>
              <a:srgbClr val="167E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/>
          <p:nvPr/>
        </p:nvSpPr>
        <p:spPr>
          <a:xfrm>
            <a:off x="398211" y="3276944"/>
            <a:ext cx="5823585" cy="19050"/>
          </a:xfrm>
          <a:custGeom>
            <a:avLst/>
            <a:gdLst/>
            <a:ahLst/>
            <a:cxnLst/>
            <a:rect l="l" t="t" r="r" b="b"/>
            <a:pathLst>
              <a:path w="5823585" h="19050">
                <a:moveTo>
                  <a:pt x="5815016" y="0"/>
                </a:moveTo>
                <a:lnTo>
                  <a:pt x="8215" y="0"/>
                </a:lnTo>
                <a:lnTo>
                  <a:pt x="7007" y="241"/>
                </a:lnTo>
                <a:lnTo>
                  <a:pt x="0" y="8216"/>
                </a:lnTo>
                <a:lnTo>
                  <a:pt x="0" y="10727"/>
                </a:lnTo>
                <a:lnTo>
                  <a:pt x="8228" y="18947"/>
                </a:lnTo>
                <a:lnTo>
                  <a:pt x="5815004" y="18947"/>
                </a:lnTo>
                <a:lnTo>
                  <a:pt x="5823232" y="10727"/>
                </a:lnTo>
                <a:lnTo>
                  <a:pt x="5823232" y="8216"/>
                </a:lnTo>
                <a:lnTo>
                  <a:pt x="5815016" y="0"/>
                </a:lnTo>
                <a:close/>
              </a:path>
            </a:pathLst>
          </a:custGeom>
          <a:solidFill>
            <a:srgbClr val="167E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 descr=""/>
          <p:cNvGrpSpPr/>
          <p:nvPr/>
        </p:nvGrpSpPr>
        <p:grpSpPr>
          <a:xfrm>
            <a:off x="750121" y="4190823"/>
            <a:ext cx="791210" cy="628015"/>
            <a:chOff x="750121" y="4190823"/>
            <a:chExt cx="791210" cy="628015"/>
          </a:xfrm>
        </p:grpSpPr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8347" y="4190823"/>
              <a:ext cx="133524" cy="16891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0121" y="4390620"/>
              <a:ext cx="790704" cy="427709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6585656" y="3188463"/>
            <a:ext cx="762635" cy="273685"/>
            <a:chOff x="6585656" y="3188463"/>
            <a:chExt cx="762635" cy="273685"/>
          </a:xfrm>
        </p:grpSpPr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85656" y="3188463"/>
              <a:ext cx="702810" cy="273427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7328828" y="3405398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0727" y="0"/>
                  </a:moveTo>
                  <a:lnTo>
                    <a:pt x="8215" y="0"/>
                  </a:lnTo>
                  <a:lnTo>
                    <a:pt x="7006" y="240"/>
                  </a:lnTo>
                  <a:lnTo>
                    <a:pt x="0" y="8215"/>
                  </a:lnTo>
                  <a:lnTo>
                    <a:pt x="0" y="10727"/>
                  </a:lnTo>
                  <a:lnTo>
                    <a:pt x="8215" y="18943"/>
                  </a:lnTo>
                  <a:lnTo>
                    <a:pt x="10727" y="18943"/>
                  </a:lnTo>
                  <a:lnTo>
                    <a:pt x="18945" y="9471"/>
                  </a:lnTo>
                  <a:lnTo>
                    <a:pt x="18943" y="8215"/>
                  </a:lnTo>
                  <a:lnTo>
                    <a:pt x="10727" y="0"/>
                  </a:lnTo>
                  <a:close/>
                </a:path>
              </a:pathLst>
            </a:custGeom>
            <a:solidFill>
              <a:srgbClr val="167EF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331422" y="5987204"/>
            <a:ext cx="1136650" cy="614680"/>
            <a:chOff x="331422" y="5987204"/>
            <a:chExt cx="1136650" cy="614680"/>
          </a:xfrm>
        </p:grpSpPr>
        <p:pic>
          <p:nvPicPr>
            <p:cNvPr id="21" name="object 2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1422" y="6023285"/>
              <a:ext cx="491254" cy="577998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9270" y="5987204"/>
              <a:ext cx="618762" cy="562757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1556999" y="6097799"/>
            <a:ext cx="46355" cy="348615"/>
          </a:xfrm>
          <a:custGeom>
            <a:avLst/>
            <a:gdLst/>
            <a:ahLst/>
            <a:cxnLst/>
            <a:rect l="l" t="t" r="r" b="b"/>
            <a:pathLst>
              <a:path w="46355" h="348614">
                <a:moveTo>
                  <a:pt x="37576" y="0"/>
                </a:moveTo>
                <a:lnTo>
                  <a:pt x="33632" y="0"/>
                </a:lnTo>
                <a:lnTo>
                  <a:pt x="32654" y="246"/>
                </a:lnTo>
                <a:lnTo>
                  <a:pt x="26113" y="9815"/>
                </a:lnTo>
                <a:lnTo>
                  <a:pt x="26717" y="21882"/>
                </a:lnTo>
                <a:lnTo>
                  <a:pt x="26760" y="22825"/>
                </a:lnTo>
                <a:lnTo>
                  <a:pt x="27396" y="52076"/>
                </a:lnTo>
                <a:lnTo>
                  <a:pt x="27391" y="91596"/>
                </a:lnTo>
                <a:lnTo>
                  <a:pt x="26142" y="134018"/>
                </a:lnTo>
                <a:lnTo>
                  <a:pt x="21635" y="182406"/>
                </a:lnTo>
                <a:lnTo>
                  <a:pt x="15144" y="229801"/>
                </a:lnTo>
                <a:lnTo>
                  <a:pt x="9258" y="269718"/>
                </a:lnTo>
                <a:lnTo>
                  <a:pt x="5380" y="301382"/>
                </a:lnTo>
                <a:lnTo>
                  <a:pt x="0" y="338406"/>
                </a:lnTo>
                <a:lnTo>
                  <a:pt x="63" y="339637"/>
                </a:lnTo>
                <a:lnTo>
                  <a:pt x="680" y="342071"/>
                </a:lnTo>
                <a:lnTo>
                  <a:pt x="9433" y="348081"/>
                </a:lnTo>
                <a:lnTo>
                  <a:pt x="10413" y="348081"/>
                </a:lnTo>
                <a:lnTo>
                  <a:pt x="24163" y="303899"/>
                </a:lnTo>
                <a:lnTo>
                  <a:pt x="28036" y="272254"/>
                </a:lnTo>
                <a:lnTo>
                  <a:pt x="33903" y="232468"/>
                </a:lnTo>
                <a:lnTo>
                  <a:pt x="40455" y="184576"/>
                </a:lnTo>
                <a:lnTo>
                  <a:pt x="45010" y="135779"/>
                </a:lnTo>
                <a:lnTo>
                  <a:pt x="46347" y="91596"/>
                </a:lnTo>
                <a:lnTo>
                  <a:pt x="46349" y="52076"/>
                </a:lnTo>
                <a:lnTo>
                  <a:pt x="45710" y="22825"/>
                </a:lnTo>
                <a:lnTo>
                  <a:pt x="45689" y="21882"/>
                </a:lnTo>
                <a:lnTo>
                  <a:pt x="39942" y="844"/>
                </a:lnTo>
                <a:lnTo>
                  <a:pt x="37576" y="0"/>
                </a:lnTo>
                <a:close/>
              </a:path>
            </a:pathLst>
          </a:custGeom>
          <a:solidFill>
            <a:srgbClr val="505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219128" y="6025026"/>
            <a:ext cx="3022600" cy="461645"/>
            <a:chOff x="219128" y="6025026"/>
            <a:chExt cx="3022600" cy="461645"/>
          </a:xfrm>
        </p:grpSpPr>
        <p:pic>
          <p:nvPicPr>
            <p:cNvPr id="25" name="object 2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28063" y="6025026"/>
              <a:ext cx="1036281" cy="417812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219128" y="6467524"/>
              <a:ext cx="3022600" cy="19050"/>
            </a:xfrm>
            <a:custGeom>
              <a:avLst/>
              <a:gdLst/>
              <a:ahLst/>
              <a:cxnLst/>
              <a:rect l="l" t="t" r="r" b="b"/>
              <a:pathLst>
                <a:path w="3022600" h="19050">
                  <a:moveTo>
                    <a:pt x="3013843" y="3"/>
                  </a:moveTo>
                  <a:lnTo>
                    <a:pt x="9471" y="0"/>
                  </a:lnTo>
                  <a:lnTo>
                    <a:pt x="0" y="8219"/>
                  </a:lnTo>
                  <a:lnTo>
                    <a:pt x="240" y="11940"/>
                  </a:lnTo>
                  <a:lnTo>
                    <a:pt x="1886" y="15284"/>
                  </a:lnTo>
                  <a:lnTo>
                    <a:pt x="4686" y="17745"/>
                  </a:lnTo>
                  <a:lnTo>
                    <a:pt x="7007" y="18707"/>
                  </a:lnTo>
                  <a:lnTo>
                    <a:pt x="9471" y="18950"/>
                  </a:lnTo>
                  <a:lnTo>
                    <a:pt x="3012587" y="18950"/>
                  </a:lnTo>
                  <a:lnTo>
                    <a:pt x="3015052" y="18707"/>
                  </a:lnTo>
                  <a:lnTo>
                    <a:pt x="3018397" y="17061"/>
                  </a:lnTo>
                  <a:lnTo>
                    <a:pt x="3020857" y="14260"/>
                  </a:lnTo>
                  <a:lnTo>
                    <a:pt x="3022060" y="10731"/>
                  </a:lnTo>
                  <a:lnTo>
                    <a:pt x="3021819" y="7010"/>
                  </a:lnTo>
                  <a:lnTo>
                    <a:pt x="3020173" y="3666"/>
                  </a:lnTo>
                  <a:lnTo>
                    <a:pt x="3017372" y="1205"/>
                  </a:lnTo>
                  <a:lnTo>
                    <a:pt x="3013843" y="3"/>
                  </a:lnTo>
                  <a:close/>
                </a:path>
              </a:pathLst>
            </a:custGeom>
            <a:solidFill>
              <a:srgbClr val="505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7" name="object 2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02834" y="6636128"/>
            <a:ext cx="691031" cy="325734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14650" y="6652966"/>
            <a:ext cx="752644" cy="479305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214111" y="6585013"/>
            <a:ext cx="396059" cy="375423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816221" y="6656954"/>
            <a:ext cx="749577" cy="477629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775741" y="6683759"/>
            <a:ext cx="654907" cy="308820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246647" y="6650604"/>
            <a:ext cx="291366" cy="355513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780839" y="6826787"/>
            <a:ext cx="352531" cy="302439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313666" y="6713668"/>
            <a:ext cx="272462" cy="253589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831063" y="6645919"/>
            <a:ext cx="475501" cy="516892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506885" y="6798896"/>
            <a:ext cx="1011302" cy="752213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017103" y="7204449"/>
            <a:ext cx="700165" cy="369651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797503" y="7341754"/>
            <a:ext cx="134754" cy="163633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218824" y="7358571"/>
            <a:ext cx="218124" cy="171065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101998" y="7281267"/>
            <a:ext cx="735153" cy="774964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818645" y="7335473"/>
            <a:ext cx="136611" cy="213495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090912" y="7376579"/>
            <a:ext cx="138597" cy="177943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6453358" y="7114787"/>
            <a:ext cx="324912" cy="432264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850668" y="7373087"/>
            <a:ext cx="210788" cy="159339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37331" y="7706699"/>
            <a:ext cx="550302" cy="388519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59659" y="7706021"/>
            <a:ext cx="222839" cy="361880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393409" y="7724217"/>
            <a:ext cx="725662" cy="504713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106678" y="7723121"/>
            <a:ext cx="1043917" cy="353637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4382051" y="7644538"/>
            <a:ext cx="1057683" cy="445448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5693595" y="7692249"/>
            <a:ext cx="469370" cy="371171"/>
          </a:xfrm>
          <a:prstGeom prst="rect">
            <a:avLst/>
          </a:prstGeom>
        </p:spPr>
      </p:pic>
      <p:sp>
        <p:nvSpPr>
          <p:cNvPr id="51" name="object 51" descr=""/>
          <p:cNvSpPr/>
          <p:nvPr/>
        </p:nvSpPr>
        <p:spPr>
          <a:xfrm>
            <a:off x="6444154" y="7675073"/>
            <a:ext cx="36195" cy="382270"/>
          </a:xfrm>
          <a:custGeom>
            <a:avLst/>
            <a:gdLst/>
            <a:ahLst/>
            <a:cxnLst/>
            <a:rect l="l" t="t" r="r" b="b"/>
            <a:pathLst>
              <a:path w="36195" h="382270">
                <a:moveTo>
                  <a:pt x="23694" y="0"/>
                </a:moveTo>
                <a:lnTo>
                  <a:pt x="20097" y="0"/>
                </a:lnTo>
                <a:lnTo>
                  <a:pt x="18282" y="514"/>
                </a:lnTo>
                <a:lnTo>
                  <a:pt x="17432" y="899"/>
                </a:lnTo>
                <a:lnTo>
                  <a:pt x="15742" y="2014"/>
                </a:lnTo>
                <a:lnTo>
                  <a:pt x="15146" y="2537"/>
                </a:lnTo>
                <a:lnTo>
                  <a:pt x="13061" y="5006"/>
                </a:lnTo>
                <a:lnTo>
                  <a:pt x="12948" y="5140"/>
                </a:lnTo>
                <a:lnTo>
                  <a:pt x="8408" y="41385"/>
                </a:lnTo>
                <a:lnTo>
                  <a:pt x="5739" y="78412"/>
                </a:lnTo>
                <a:lnTo>
                  <a:pt x="2204" y="190232"/>
                </a:lnTo>
                <a:lnTo>
                  <a:pt x="0" y="309704"/>
                </a:lnTo>
                <a:lnTo>
                  <a:pt x="1" y="310398"/>
                </a:lnTo>
                <a:lnTo>
                  <a:pt x="4519" y="374267"/>
                </a:lnTo>
                <a:lnTo>
                  <a:pt x="12357" y="382172"/>
                </a:lnTo>
                <a:lnTo>
                  <a:pt x="14783" y="382172"/>
                </a:lnTo>
                <a:lnTo>
                  <a:pt x="23316" y="374267"/>
                </a:lnTo>
                <a:lnTo>
                  <a:pt x="23311" y="371789"/>
                </a:lnTo>
                <a:lnTo>
                  <a:pt x="20191" y="340796"/>
                </a:lnTo>
                <a:lnTo>
                  <a:pt x="20131" y="340201"/>
                </a:lnTo>
                <a:lnTo>
                  <a:pt x="20029" y="339191"/>
                </a:lnTo>
                <a:lnTo>
                  <a:pt x="20000" y="338899"/>
                </a:lnTo>
                <a:lnTo>
                  <a:pt x="18963" y="310398"/>
                </a:lnTo>
                <a:lnTo>
                  <a:pt x="18937" y="309704"/>
                </a:lnTo>
                <a:lnTo>
                  <a:pt x="21146" y="190703"/>
                </a:lnTo>
                <a:lnTo>
                  <a:pt x="24665" y="79392"/>
                </a:lnTo>
                <a:lnTo>
                  <a:pt x="27309" y="42731"/>
                </a:lnTo>
                <a:lnTo>
                  <a:pt x="28889" y="20209"/>
                </a:lnTo>
                <a:lnTo>
                  <a:pt x="25018" y="20209"/>
                </a:lnTo>
                <a:lnTo>
                  <a:pt x="23951" y="19983"/>
                </a:lnTo>
                <a:lnTo>
                  <a:pt x="23809" y="19983"/>
                </a:lnTo>
                <a:lnTo>
                  <a:pt x="19424" y="18106"/>
                </a:lnTo>
                <a:lnTo>
                  <a:pt x="23217" y="18106"/>
                </a:lnTo>
                <a:lnTo>
                  <a:pt x="28420" y="15752"/>
                </a:lnTo>
                <a:lnTo>
                  <a:pt x="30058" y="12252"/>
                </a:lnTo>
                <a:lnTo>
                  <a:pt x="35667" y="12252"/>
                </a:lnTo>
                <a:lnTo>
                  <a:pt x="35732" y="9582"/>
                </a:lnTo>
                <a:lnTo>
                  <a:pt x="35507" y="8370"/>
                </a:lnTo>
                <a:lnTo>
                  <a:pt x="34573" y="6038"/>
                </a:lnTo>
                <a:lnTo>
                  <a:pt x="33989" y="5140"/>
                </a:lnTo>
                <a:lnTo>
                  <a:pt x="33902" y="5006"/>
                </a:lnTo>
                <a:lnTo>
                  <a:pt x="32148" y="3208"/>
                </a:lnTo>
                <a:lnTo>
                  <a:pt x="31169" y="2537"/>
                </a:lnTo>
                <a:lnTo>
                  <a:pt x="26887" y="687"/>
                </a:lnTo>
                <a:lnTo>
                  <a:pt x="23694" y="0"/>
                </a:lnTo>
                <a:close/>
              </a:path>
              <a:path w="36195" h="382270">
                <a:moveTo>
                  <a:pt x="35667" y="12252"/>
                </a:moveTo>
                <a:lnTo>
                  <a:pt x="30058" y="12252"/>
                </a:lnTo>
                <a:lnTo>
                  <a:pt x="29530" y="15266"/>
                </a:lnTo>
                <a:lnTo>
                  <a:pt x="29470" y="15608"/>
                </a:lnTo>
                <a:lnTo>
                  <a:pt x="29359" y="16239"/>
                </a:lnTo>
                <a:lnTo>
                  <a:pt x="29274" y="16723"/>
                </a:lnTo>
                <a:lnTo>
                  <a:pt x="29074" y="17566"/>
                </a:lnTo>
                <a:lnTo>
                  <a:pt x="29017" y="18378"/>
                </a:lnTo>
                <a:lnTo>
                  <a:pt x="28905" y="19983"/>
                </a:lnTo>
                <a:lnTo>
                  <a:pt x="23951" y="19983"/>
                </a:lnTo>
                <a:lnTo>
                  <a:pt x="25018" y="20209"/>
                </a:lnTo>
                <a:lnTo>
                  <a:pt x="27386" y="20209"/>
                </a:lnTo>
                <a:lnTo>
                  <a:pt x="28597" y="19983"/>
                </a:lnTo>
                <a:lnTo>
                  <a:pt x="35446" y="13299"/>
                </a:lnTo>
                <a:lnTo>
                  <a:pt x="35667" y="12252"/>
                </a:lnTo>
                <a:close/>
              </a:path>
              <a:path w="36195" h="382270">
                <a:moveTo>
                  <a:pt x="19424" y="18106"/>
                </a:moveTo>
                <a:lnTo>
                  <a:pt x="23809" y="19983"/>
                </a:lnTo>
                <a:lnTo>
                  <a:pt x="28597" y="19983"/>
                </a:lnTo>
                <a:lnTo>
                  <a:pt x="27386" y="20209"/>
                </a:lnTo>
                <a:lnTo>
                  <a:pt x="28889" y="20209"/>
                </a:lnTo>
                <a:lnTo>
                  <a:pt x="28983" y="18869"/>
                </a:lnTo>
                <a:lnTo>
                  <a:pt x="21530" y="18869"/>
                </a:lnTo>
                <a:lnTo>
                  <a:pt x="21993" y="18660"/>
                </a:lnTo>
                <a:lnTo>
                  <a:pt x="19424" y="18106"/>
                </a:lnTo>
                <a:close/>
              </a:path>
              <a:path w="36195" h="382270">
                <a:moveTo>
                  <a:pt x="21993" y="18660"/>
                </a:moveTo>
                <a:lnTo>
                  <a:pt x="21530" y="18869"/>
                </a:lnTo>
                <a:lnTo>
                  <a:pt x="22966" y="18869"/>
                </a:lnTo>
                <a:lnTo>
                  <a:pt x="21993" y="18660"/>
                </a:lnTo>
                <a:close/>
              </a:path>
              <a:path w="36195" h="382270">
                <a:moveTo>
                  <a:pt x="28420" y="15752"/>
                </a:moveTo>
                <a:lnTo>
                  <a:pt x="21993" y="18660"/>
                </a:lnTo>
                <a:lnTo>
                  <a:pt x="22966" y="18869"/>
                </a:lnTo>
                <a:lnTo>
                  <a:pt x="28983" y="18869"/>
                </a:lnTo>
                <a:lnTo>
                  <a:pt x="29074" y="17566"/>
                </a:lnTo>
                <a:lnTo>
                  <a:pt x="29274" y="16723"/>
                </a:lnTo>
                <a:lnTo>
                  <a:pt x="27966" y="16723"/>
                </a:lnTo>
                <a:lnTo>
                  <a:pt x="28420" y="15752"/>
                </a:lnTo>
                <a:close/>
              </a:path>
              <a:path w="36195" h="382270">
                <a:moveTo>
                  <a:pt x="23217" y="18106"/>
                </a:moveTo>
                <a:lnTo>
                  <a:pt x="19424" y="18106"/>
                </a:lnTo>
                <a:lnTo>
                  <a:pt x="21993" y="18660"/>
                </a:lnTo>
                <a:lnTo>
                  <a:pt x="23217" y="18106"/>
                </a:lnTo>
                <a:close/>
              </a:path>
              <a:path w="36195" h="382270">
                <a:moveTo>
                  <a:pt x="28909" y="15608"/>
                </a:moveTo>
                <a:lnTo>
                  <a:pt x="28739" y="15608"/>
                </a:lnTo>
                <a:lnTo>
                  <a:pt x="28420" y="15752"/>
                </a:lnTo>
                <a:lnTo>
                  <a:pt x="27966" y="16723"/>
                </a:lnTo>
                <a:lnTo>
                  <a:pt x="28787" y="15752"/>
                </a:lnTo>
                <a:lnTo>
                  <a:pt x="28909" y="15608"/>
                </a:lnTo>
                <a:close/>
              </a:path>
              <a:path w="36195" h="382270">
                <a:moveTo>
                  <a:pt x="29470" y="15608"/>
                </a:moveTo>
                <a:lnTo>
                  <a:pt x="28909" y="15608"/>
                </a:lnTo>
                <a:lnTo>
                  <a:pt x="27966" y="16723"/>
                </a:lnTo>
                <a:lnTo>
                  <a:pt x="29274" y="16723"/>
                </a:lnTo>
                <a:lnTo>
                  <a:pt x="29359" y="16239"/>
                </a:lnTo>
                <a:lnTo>
                  <a:pt x="29470" y="15608"/>
                </a:lnTo>
                <a:close/>
              </a:path>
              <a:path w="36195" h="382270">
                <a:moveTo>
                  <a:pt x="30058" y="12252"/>
                </a:moveTo>
                <a:lnTo>
                  <a:pt x="28488" y="15608"/>
                </a:lnTo>
                <a:lnTo>
                  <a:pt x="28420" y="15752"/>
                </a:lnTo>
                <a:lnTo>
                  <a:pt x="28739" y="15608"/>
                </a:lnTo>
                <a:lnTo>
                  <a:pt x="29470" y="15608"/>
                </a:lnTo>
                <a:lnTo>
                  <a:pt x="30058" y="12252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2" name="object 52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555450" y="7892735"/>
            <a:ext cx="400335" cy="188831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7089633" y="7700319"/>
            <a:ext cx="342812" cy="384722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2218926" y="8234682"/>
            <a:ext cx="476957" cy="372313"/>
          </a:xfrm>
          <a:prstGeom prst="rect">
            <a:avLst/>
          </a:prstGeom>
        </p:spPr>
      </p:pic>
      <p:sp>
        <p:nvSpPr>
          <p:cNvPr id="55" name="object 55" descr=""/>
          <p:cNvSpPr/>
          <p:nvPr/>
        </p:nvSpPr>
        <p:spPr>
          <a:xfrm>
            <a:off x="2775197" y="8255774"/>
            <a:ext cx="29845" cy="333375"/>
          </a:xfrm>
          <a:custGeom>
            <a:avLst/>
            <a:gdLst/>
            <a:ahLst/>
            <a:cxnLst/>
            <a:rect l="l" t="t" r="r" b="b"/>
            <a:pathLst>
              <a:path w="29844" h="333375">
                <a:moveTo>
                  <a:pt x="1993" y="315289"/>
                </a:moveTo>
                <a:lnTo>
                  <a:pt x="0" y="321779"/>
                </a:lnTo>
                <a:lnTo>
                  <a:pt x="110" y="325506"/>
                </a:lnTo>
                <a:lnTo>
                  <a:pt x="463" y="326687"/>
                </a:lnTo>
                <a:lnTo>
                  <a:pt x="7837" y="332786"/>
                </a:lnTo>
                <a:lnTo>
                  <a:pt x="11193" y="332786"/>
                </a:lnTo>
                <a:lnTo>
                  <a:pt x="20906" y="316439"/>
                </a:lnTo>
                <a:lnTo>
                  <a:pt x="1926" y="316439"/>
                </a:lnTo>
                <a:lnTo>
                  <a:pt x="1993" y="315289"/>
                </a:lnTo>
                <a:close/>
              </a:path>
              <a:path w="29844" h="333375">
                <a:moveTo>
                  <a:pt x="2329" y="314195"/>
                </a:moveTo>
                <a:lnTo>
                  <a:pt x="1993" y="315289"/>
                </a:lnTo>
                <a:lnTo>
                  <a:pt x="1926" y="316439"/>
                </a:lnTo>
                <a:lnTo>
                  <a:pt x="2329" y="314195"/>
                </a:lnTo>
                <a:close/>
              </a:path>
              <a:path w="29844" h="333375">
                <a:moveTo>
                  <a:pt x="21036" y="314195"/>
                </a:moveTo>
                <a:lnTo>
                  <a:pt x="2329" y="314195"/>
                </a:lnTo>
                <a:lnTo>
                  <a:pt x="1926" y="316439"/>
                </a:lnTo>
                <a:lnTo>
                  <a:pt x="20906" y="316439"/>
                </a:lnTo>
                <a:lnTo>
                  <a:pt x="20973" y="315289"/>
                </a:lnTo>
                <a:lnTo>
                  <a:pt x="21036" y="314195"/>
                </a:lnTo>
                <a:close/>
              </a:path>
              <a:path w="29844" h="333375">
                <a:moveTo>
                  <a:pt x="28497" y="31261"/>
                </a:moveTo>
                <a:lnTo>
                  <a:pt x="9472" y="31261"/>
                </a:lnTo>
                <a:lnTo>
                  <a:pt x="9548" y="32102"/>
                </a:lnTo>
                <a:lnTo>
                  <a:pt x="9779" y="32934"/>
                </a:lnTo>
                <a:lnTo>
                  <a:pt x="9622" y="32934"/>
                </a:lnTo>
                <a:lnTo>
                  <a:pt x="10303" y="40525"/>
                </a:lnTo>
                <a:lnTo>
                  <a:pt x="10391" y="187008"/>
                </a:lnTo>
                <a:lnTo>
                  <a:pt x="8497" y="232811"/>
                </a:lnTo>
                <a:lnTo>
                  <a:pt x="4546" y="273701"/>
                </a:lnTo>
                <a:lnTo>
                  <a:pt x="2580" y="305154"/>
                </a:lnTo>
                <a:lnTo>
                  <a:pt x="2056" y="314195"/>
                </a:lnTo>
                <a:lnTo>
                  <a:pt x="1993" y="315289"/>
                </a:lnTo>
                <a:lnTo>
                  <a:pt x="2329" y="314195"/>
                </a:lnTo>
                <a:lnTo>
                  <a:pt x="21036" y="314195"/>
                </a:lnTo>
                <a:lnTo>
                  <a:pt x="21494" y="306294"/>
                </a:lnTo>
                <a:lnTo>
                  <a:pt x="23438" y="275202"/>
                </a:lnTo>
                <a:lnTo>
                  <a:pt x="27358" y="234646"/>
                </a:lnTo>
                <a:lnTo>
                  <a:pt x="27448" y="232811"/>
                </a:lnTo>
                <a:lnTo>
                  <a:pt x="29357" y="187008"/>
                </a:lnTo>
                <a:lnTo>
                  <a:pt x="29326" y="40525"/>
                </a:lnTo>
                <a:lnTo>
                  <a:pt x="28647" y="32934"/>
                </a:lnTo>
                <a:lnTo>
                  <a:pt x="9779" y="32934"/>
                </a:lnTo>
                <a:lnTo>
                  <a:pt x="9626" y="32102"/>
                </a:lnTo>
                <a:lnTo>
                  <a:pt x="28572" y="32102"/>
                </a:lnTo>
                <a:lnTo>
                  <a:pt x="28497" y="31261"/>
                </a:lnTo>
                <a:close/>
              </a:path>
              <a:path w="29844" h="333375">
                <a:moveTo>
                  <a:pt x="14098" y="0"/>
                </a:moveTo>
                <a:lnTo>
                  <a:pt x="9889" y="0"/>
                </a:lnTo>
                <a:lnTo>
                  <a:pt x="7537" y="882"/>
                </a:lnTo>
                <a:lnTo>
                  <a:pt x="2614" y="7734"/>
                </a:lnTo>
                <a:lnTo>
                  <a:pt x="2729" y="11460"/>
                </a:lnTo>
                <a:lnTo>
                  <a:pt x="4898" y="17245"/>
                </a:lnTo>
                <a:lnTo>
                  <a:pt x="6833" y="22306"/>
                </a:lnTo>
                <a:lnTo>
                  <a:pt x="9548" y="32102"/>
                </a:lnTo>
                <a:lnTo>
                  <a:pt x="9472" y="31261"/>
                </a:lnTo>
                <a:lnTo>
                  <a:pt x="28497" y="31261"/>
                </a:lnTo>
                <a:lnTo>
                  <a:pt x="28345" y="29561"/>
                </a:lnTo>
                <a:lnTo>
                  <a:pt x="14815" y="167"/>
                </a:lnTo>
                <a:lnTo>
                  <a:pt x="14098" y="0"/>
                </a:lnTo>
                <a:close/>
              </a:path>
            </a:pathLst>
          </a:custGeom>
          <a:solidFill>
            <a:srgbClr val="FF00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6" name="object 56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2987197" y="8254303"/>
            <a:ext cx="640450" cy="466698"/>
          </a:xfrm>
          <a:prstGeom prst="rect">
            <a:avLst/>
          </a:prstGeom>
        </p:spPr>
      </p:pic>
      <p:pic>
        <p:nvPicPr>
          <p:cNvPr id="57" name="object 57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016529" y="3368813"/>
            <a:ext cx="167309" cy="704989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606950" y="3608772"/>
            <a:ext cx="314248" cy="302933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966797" y="2667067"/>
            <a:ext cx="156785" cy="631190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80136" y="2302422"/>
            <a:ext cx="122856" cy="217170"/>
          </a:xfrm>
          <a:prstGeom prst="rect">
            <a:avLst/>
          </a:prstGeom>
        </p:spPr>
      </p:pic>
      <p:grpSp>
        <p:nvGrpSpPr>
          <p:cNvPr id="61" name="object 61" descr=""/>
          <p:cNvGrpSpPr/>
          <p:nvPr/>
        </p:nvGrpSpPr>
        <p:grpSpPr>
          <a:xfrm>
            <a:off x="725078" y="1866743"/>
            <a:ext cx="325120" cy="332105"/>
            <a:chOff x="725078" y="1866743"/>
            <a:chExt cx="325120" cy="332105"/>
          </a:xfrm>
        </p:grpSpPr>
        <p:sp>
          <p:nvSpPr>
            <p:cNvPr id="62" name="object 62" descr=""/>
            <p:cNvSpPr/>
            <p:nvPr/>
          </p:nvSpPr>
          <p:spPr>
            <a:xfrm>
              <a:off x="823548" y="1886891"/>
              <a:ext cx="85725" cy="293370"/>
            </a:xfrm>
            <a:custGeom>
              <a:avLst/>
              <a:gdLst/>
              <a:ahLst/>
              <a:cxnLst/>
              <a:rect l="l" t="t" r="r" b="b"/>
              <a:pathLst>
                <a:path w="85725" h="293369">
                  <a:moveTo>
                    <a:pt x="29360" y="0"/>
                  </a:moveTo>
                  <a:lnTo>
                    <a:pt x="26848" y="0"/>
                  </a:lnTo>
                  <a:lnTo>
                    <a:pt x="25639" y="240"/>
                  </a:lnTo>
                  <a:lnTo>
                    <a:pt x="2744" y="25087"/>
                  </a:lnTo>
                  <a:lnTo>
                    <a:pt x="2679" y="25215"/>
                  </a:lnTo>
                  <a:lnTo>
                    <a:pt x="343" y="33587"/>
                  </a:lnTo>
                  <a:lnTo>
                    <a:pt x="0" y="36085"/>
                  </a:lnTo>
                  <a:lnTo>
                    <a:pt x="21" y="55346"/>
                  </a:lnTo>
                  <a:lnTo>
                    <a:pt x="4108" y="97447"/>
                  </a:lnTo>
                  <a:lnTo>
                    <a:pt x="8089" y="122654"/>
                  </a:lnTo>
                  <a:lnTo>
                    <a:pt x="12100" y="149393"/>
                  </a:lnTo>
                  <a:lnTo>
                    <a:pt x="20301" y="188975"/>
                  </a:lnTo>
                  <a:lnTo>
                    <a:pt x="30947" y="227566"/>
                  </a:lnTo>
                  <a:lnTo>
                    <a:pt x="69103" y="290200"/>
                  </a:lnTo>
                  <a:lnTo>
                    <a:pt x="75794" y="293149"/>
                  </a:lnTo>
                  <a:lnTo>
                    <a:pt x="76816" y="293149"/>
                  </a:lnTo>
                  <a:lnTo>
                    <a:pt x="85562" y="283811"/>
                  </a:lnTo>
                  <a:lnTo>
                    <a:pt x="85510" y="282581"/>
                  </a:lnTo>
                  <a:lnTo>
                    <a:pt x="84917" y="280140"/>
                  </a:lnTo>
                  <a:lnTo>
                    <a:pt x="84398" y="279022"/>
                  </a:lnTo>
                  <a:lnTo>
                    <a:pt x="58375" y="243409"/>
                  </a:lnTo>
                  <a:lnTo>
                    <a:pt x="57805" y="242120"/>
                  </a:lnTo>
                  <a:lnTo>
                    <a:pt x="53111" y="233252"/>
                  </a:lnTo>
                  <a:lnTo>
                    <a:pt x="51384" y="228321"/>
                  </a:lnTo>
                  <a:lnTo>
                    <a:pt x="48970" y="221767"/>
                  </a:lnTo>
                  <a:lnTo>
                    <a:pt x="38656" y="184256"/>
                  </a:lnTo>
                  <a:lnTo>
                    <a:pt x="30820" y="146460"/>
                  </a:lnTo>
                  <a:lnTo>
                    <a:pt x="26816" y="119771"/>
                  </a:lnTo>
                  <a:lnTo>
                    <a:pt x="22872" y="94792"/>
                  </a:lnTo>
                  <a:lnTo>
                    <a:pt x="20273" y="74043"/>
                  </a:lnTo>
                  <a:lnTo>
                    <a:pt x="20206" y="73503"/>
                  </a:lnTo>
                  <a:lnTo>
                    <a:pt x="19011" y="55346"/>
                  </a:lnTo>
                  <a:lnTo>
                    <a:pt x="18948" y="38641"/>
                  </a:lnTo>
                  <a:lnTo>
                    <a:pt x="18597" y="38641"/>
                  </a:lnTo>
                  <a:lnTo>
                    <a:pt x="18948" y="36085"/>
                  </a:lnTo>
                  <a:lnTo>
                    <a:pt x="19313" y="36085"/>
                  </a:lnTo>
                  <a:lnTo>
                    <a:pt x="20012" y="33587"/>
                  </a:lnTo>
                  <a:lnTo>
                    <a:pt x="19281" y="33587"/>
                  </a:lnTo>
                  <a:lnTo>
                    <a:pt x="20926" y="30325"/>
                  </a:lnTo>
                  <a:lnTo>
                    <a:pt x="21817" y="30325"/>
                  </a:lnTo>
                  <a:lnTo>
                    <a:pt x="25577" y="25488"/>
                  </a:lnTo>
                  <a:lnTo>
                    <a:pt x="25761" y="25215"/>
                  </a:lnTo>
                  <a:lnTo>
                    <a:pt x="25840" y="25087"/>
                  </a:lnTo>
                  <a:lnTo>
                    <a:pt x="26267" y="24601"/>
                  </a:lnTo>
                  <a:lnTo>
                    <a:pt x="29021" y="21953"/>
                  </a:lnTo>
                  <a:lnTo>
                    <a:pt x="35689" y="15280"/>
                  </a:lnTo>
                  <a:lnTo>
                    <a:pt x="36374" y="14257"/>
                  </a:lnTo>
                  <a:lnTo>
                    <a:pt x="37272" y="12087"/>
                  </a:lnTo>
                  <a:lnTo>
                    <a:pt x="37335" y="11935"/>
                  </a:lnTo>
                  <a:lnTo>
                    <a:pt x="37576" y="10727"/>
                  </a:lnTo>
                  <a:lnTo>
                    <a:pt x="37576" y="8215"/>
                  </a:lnTo>
                  <a:lnTo>
                    <a:pt x="30568" y="240"/>
                  </a:lnTo>
                  <a:lnTo>
                    <a:pt x="29360" y="0"/>
                  </a:lnTo>
                  <a:close/>
                </a:path>
                <a:path w="85725" h="293369">
                  <a:moveTo>
                    <a:pt x="18948" y="36085"/>
                  </a:moveTo>
                  <a:lnTo>
                    <a:pt x="18597" y="38641"/>
                  </a:lnTo>
                  <a:lnTo>
                    <a:pt x="18948" y="37387"/>
                  </a:lnTo>
                  <a:lnTo>
                    <a:pt x="18948" y="36085"/>
                  </a:lnTo>
                  <a:close/>
                </a:path>
                <a:path w="85725" h="293369">
                  <a:moveTo>
                    <a:pt x="18948" y="37387"/>
                  </a:moveTo>
                  <a:lnTo>
                    <a:pt x="18597" y="38641"/>
                  </a:lnTo>
                  <a:lnTo>
                    <a:pt x="18948" y="38641"/>
                  </a:lnTo>
                  <a:lnTo>
                    <a:pt x="18948" y="37387"/>
                  </a:lnTo>
                  <a:close/>
                </a:path>
                <a:path w="85725" h="293369">
                  <a:moveTo>
                    <a:pt x="19313" y="36085"/>
                  </a:moveTo>
                  <a:lnTo>
                    <a:pt x="18948" y="36085"/>
                  </a:lnTo>
                  <a:lnTo>
                    <a:pt x="18948" y="37387"/>
                  </a:lnTo>
                  <a:lnTo>
                    <a:pt x="19313" y="36085"/>
                  </a:lnTo>
                  <a:close/>
                </a:path>
                <a:path w="85725" h="293369">
                  <a:moveTo>
                    <a:pt x="20926" y="30325"/>
                  </a:moveTo>
                  <a:lnTo>
                    <a:pt x="19281" y="33587"/>
                  </a:lnTo>
                  <a:lnTo>
                    <a:pt x="20424" y="32117"/>
                  </a:lnTo>
                  <a:lnTo>
                    <a:pt x="20926" y="30325"/>
                  </a:lnTo>
                  <a:close/>
                </a:path>
                <a:path w="85725" h="293369">
                  <a:moveTo>
                    <a:pt x="20424" y="32117"/>
                  </a:moveTo>
                  <a:lnTo>
                    <a:pt x="19281" y="33587"/>
                  </a:lnTo>
                  <a:lnTo>
                    <a:pt x="20012" y="33587"/>
                  </a:lnTo>
                  <a:lnTo>
                    <a:pt x="20424" y="32117"/>
                  </a:lnTo>
                  <a:close/>
                </a:path>
                <a:path w="85725" h="293369">
                  <a:moveTo>
                    <a:pt x="21817" y="30325"/>
                  </a:moveTo>
                  <a:lnTo>
                    <a:pt x="20926" y="30325"/>
                  </a:lnTo>
                  <a:lnTo>
                    <a:pt x="20424" y="32117"/>
                  </a:lnTo>
                  <a:lnTo>
                    <a:pt x="21817" y="30325"/>
                  </a:lnTo>
                  <a:close/>
                </a:path>
              </a:pathLst>
            </a:custGeom>
            <a:solidFill>
              <a:srgbClr val="167E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25078" y="1866743"/>
              <a:ext cx="234429" cy="100303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786213" y="2089242"/>
              <a:ext cx="264160" cy="109855"/>
            </a:xfrm>
            <a:custGeom>
              <a:avLst/>
              <a:gdLst/>
              <a:ahLst/>
              <a:cxnLst/>
              <a:rect l="l" t="t" r="r" b="b"/>
              <a:pathLst>
                <a:path w="264159" h="109855">
                  <a:moveTo>
                    <a:pt x="256081" y="0"/>
                  </a:moveTo>
                  <a:lnTo>
                    <a:pt x="227835" y="0"/>
                  </a:lnTo>
                  <a:lnTo>
                    <a:pt x="219641" y="1117"/>
                  </a:lnTo>
                  <a:lnTo>
                    <a:pt x="220017" y="1117"/>
                  </a:lnTo>
                  <a:lnTo>
                    <a:pt x="218698" y="1432"/>
                  </a:lnTo>
                  <a:lnTo>
                    <a:pt x="103238" y="41814"/>
                  </a:lnTo>
                  <a:lnTo>
                    <a:pt x="72623" y="53795"/>
                  </a:lnTo>
                  <a:lnTo>
                    <a:pt x="47508" y="63041"/>
                  </a:lnTo>
                  <a:lnTo>
                    <a:pt x="9206" y="84175"/>
                  </a:lnTo>
                  <a:lnTo>
                    <a:pt x="0" y="100194"/>
                  </a:lnTo>
                  <a:lnTo>
                    <a:pt x="412" y="102671"/>
                  </a:lnTo>
                  <a:lnTo>
                    <a:pt x="8800" y="109424"/>
                  </a:lnTo>
                  <a:lnTo>
                    <a:pt x="9867" y="109424"/>
                  </a:lnTo>
                  <a:lnTo>
                    <a:pt x="23912" y="96069"/>
                  </a:lnTo>
                  <a:lnTo>
                    <a:pt x="24621" y="95392"/>
                  </a:lnTo>
                  <a:lnTo>
                    <a:pt x="28487" y="91158"/>
                  </a:lnTo>
                  <a:lnTo>
                    <a:pt x="27851" y="91158"/>
                  </a:lnTo>
                  <a:lnTo>
                    <a:pt x="30185" y="89297"/>
                  </a:lnTo>
                  <a:lnTo>
                    <a:pt x="31139" y="89297"/>
                  </a:lnTo>
                  <a:lnTo>
                    <a:pt x="34187" y="87572"/>
                  </a:lnTo>
                  <a:lnTo>
                    <a:pt x="33836" y="87572"/>
                  </a:lnTo>
                  <a:lnTo>
                    <a:pt x="35502" y="86828"/>
                  </a:lnTo>
                  <a:lnTo>
                    <a:pt x="36067" y="86828"/>
                  </a:lnTo>
                  <a:lnTo>
                    <a:pt x="54076" y="80820"/>
                  </a:lnTo>
                  <a:lnTo>
                    <a:pt x="79537" y="71437"/>
                  </a:lnTo>
                  <a:lnTo>
                    <a:pt x="109828" y="59587"/>
                  </a:lnTo>
                  <a:lnTo>
                    <a:pt x="223641" y="19770"/>
                  </a:lnTo>
                  <a:lnTo>
                    <a:pt x="223077" y="19770"/>
                  </a:lnTo>
                  <a:lnTo>
                    <a:pt x="224896" y="19335"/>
                  </a:lnTo>
                  <a:lnTo>
                    <a:pt x="226278" y="19335"/>
                  </a:lnTo>
                  <a:lnTo>
                    <a:pt x="229750" y="18864"/>
                  </a:lnTo>
                  <a:lnTo>
                    <a:pt x="255630" y="18864"/>
                  </a:lnTo>
                  <a:lnTo>
                    <a:pt x="256863" y="18618"/>
                  </a:lnTo>
                  <a:lnTo>
                    <a:pt x="263871" y="10642"/>
                  </a:lnTo>
                  <a:lnTo>
                    <a:pt x="263871" y="8131"/>
                  </a:lnTo>
                  <a:lnTo>
                    <a:pt x="256863" y="156"/>
                  </a:lnTo>
                  <a:lnTo>
                    <a:pt x="256081" y="0"/>
                  </a:lnTo>
                  <a:close/>
                </a:path>
                <a:path w="264159" h="109855">
                  <a:moveTo>
                    <a:pt x="30185" y="89297"/>
                  </a:moveTo>
                  <a:lnTo>
                    <a:pt x="27851" y="91158"/>
                  </a:lnTo>
                  <a:lnTo>
                    <a:pt x="29166" y="90413"/>
                  </a:lnTo>
                  <a:lnTo>
                    <a:pt x="30185" y="89297"/>
                  </a:lnTo>
                  <a:close/>
                </a:path>
                <a:path w="264159" h="109855">
                  <a:moveTo>
                    <a:pt x="29166" y="90413"/>
                  </a:moveTo>
                  <a:lnTo>
                    <a:pt x="27851" y="91158"/>
                  </a:lnTo>
                  <a:lnTo>
                    <a:pt x="28487" y="91158"/>
                  </a:lnTo>
                  <a:lnTo>
                    <a:pt x="29166" y="90413"/>
                  </a:lnTo>
                  <a:close/>
                </a:path>
                <a:path w="264159" h="109855">
                  <a:moveTo>
                    <a:pt x="31139" y="89297"/>
                  </a:moveTo>
                  <a:lnTo>
                    <a:pt x="30185" y="89297"/>
                  </a:lnTo>
                  <a:lnTo>
                    <a:pt x="29166" y="90413"/>
                  </a:lnTo>
                  <a:lnTo>
                    <a:pt x="31139" y="89297"/>
                  </a:lnTo>
                  <a:close/>
                </a:path>
                <a:path w="264159" h="109855">
                  <a:moveTo>
                    <a:pt x="35502" y="86828"/>
                  </a:moveTo>
                  <a:lnTo>
                    <a:pt x="33836" y="87572"/>
                  </a:lnTo>
                  <a:lnTo>
                    <a:pt x="34691" y="87287"/>
                  </a:lnTo>
                  <a:lnTo>
                    <a:pt x="35502" y="86828"/>
                  </a:lnTo>
                  <a:close/>
                </a:path>
                <a:path w="264159" h="109855">
                  <a:moveTo>
                    <a:pt x="34691" y="87287"/>
                  </a:moveTo>
                  <a:lnTo>
                    <a:pt x="33836" y="87572"/>
                  </a:lnTo>
                  <a:lnTo>
                    <a:pt x="34187" y="87572"/>
                  </a:lnTo>
                  <a:lnTo>
                    <a:pt x="34691" y="87287"/>
                  </a:lnTo>
                  <a:close/>
                </a:path>
                <a:path w="264159" h="109855">
                  <a:moveTo>
                    <a:pt x="36067" y="86828"/>
                  </a:moveTo>
                  <a:lnTo>
                    <a:pt x="35502" y="86828"/>
                  </a:lnTo>
                  <a:lnTo>
                    <a:pt x="34691" y="87287"/>
                  </a:lnTo>
                  <a:lnTo>
                    <a:pt x="36067" y="86828"/>
                  </a:lnTo>
                  <a:close/>
                </a:path>
                <a:path w="264159" h="109855">
                  <a:moveTo>
                    <a:pt x="224896" y="19335"/>
                  </a:moveTo>
                  <a:lnTo>
                    <a:pt x="223077" y="19770"/>
                  </a:lnTo>
                  <a:lnTo>
                    <a:pt x="223641" y="19770"/>
                  </a:lnTo>
                  <a:lnTo>
                    <a:pt x="224896" y="19335"/>
                  </a:lnTo>
                  <a:close/>
                </a:path>
                <a:path w="264159" h="109855">
                  <a:moveTo>
                    <a:pt x="226278" y="19335"/>
                  </a:moveTo>
                  <a:lnTo>
                    <a:pt x="224896" y="19335"/>
                  </a:lnTo>
                  <a:lnTo>
                    <a:pt x="223641" y="19770"/>
                  </a:lnTo>
                  <a:lnTo>
                    <a:pt x="223077" y="19770"/>
                  </a:lnTo>
                  <a:lnTo>
                    <a:pt x="226278" y="19335"/>
                  </a:lnTo>
                  <a:close/>
                </a:path>
              </a:pathLst>
            </a:custGeom>
            <a:solidFill>
              <a:srgbClr val="167EF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5" name="object 65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596708" y="2792517"/>
            <a:ext cx="268778" cy="258664"/>
          </a:xfrm>
          <a:prstGeom prst="rect">
            <a:avLst/>
          </a:prstGeom>
        </p:spPr>
      </p:pic>
      <p:grpSp>
        <p:nvGrpSpPr>
          <p:cNvPr id="66" name="object 66" descr=""/>
          <p:cNvGrpSpPr/>
          <p:nvPr/>
        </p:nvGrpSpPr>
        <p:grpSpPr>
          <a:xfrm>
            <a:off x="1037076" y="2367226"/>
            <a:ext cx="5403850" cy="2278380"/>
            <a:chOff x="1037076" y="2367226"/>
            <a:chExt cx="5403850" cy="2278380"/>
          </a:xfrm>
        </p:grpSpPr>
        <p:pic>
          <p:nvPicPr>
            <p:cNvPr id="67" name="object 67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373981" y="3249994"/>
              <a:ext cx="199624" cy="148833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1037069" y="2367228"/>
              <a:ext cx="5403850" cy="2001520"/>
            </a:xfrm>
            <a:custGeom>
              <a:avLst/>
              <a:gdLst/>
              <a:ahLst/>
              <a:cxnLst/>
              <a:rect l="l" t="t" r="r" b="b"/>
              <a:pathLst>
                <a:path w="5403850" h="2001520">
                  <a:moveTo>
                    <a:pt x="179489" y="125145"/>
                  </a:moveTo>
                  <a:lnTo>
                    <a:pt x="97548" y="96977"/>
                  </a:lnTo>
                  <a:lnTo>
                    <a:pt x="93776" y="96977"/>
                  </a:lnTo>
                  <a:lnTo>
                    <a:pt x="86283" y="108178"/>
                  </a:lnTo>
                  <a:lnTo>
                    <a:pt x="86601" y="109359"/>
                  </a:lnTo>
                  <a:lnTo>
                    <a:pt x="176047" y="143992"/>
                  </a:lnTo>
                  <a:lnTo>
                    <a:pt x="176072" y="143497"/>
                  </a:lnTo>
                  <a:lnTo>
                    <a:pt x="177787" y="131940"/>
                  </a:lnTo>
                  <a:lnTo>
                    <a:pt x="179489" y="125145"/>
                  </a:lnTo>
                  <a:close/>
                </a:path>
                <a:path w="5403850" h="2001520">
                  <a:moveTo>
                    <a:pt x="626999" y="279006"/>
                  </a:moveTo>
                  <a:lnTo>
                    <a:pt x="404964" y="202666"/>
                  </a:lnTo>
                  <a:lnTo>
                    <a:pt x="400672" y="211747"/>
                  </a:lnTo>
                  <a:lnTo>
                    <a:pt x="395960" y="219608"/>
                  </a:lnTo>
                  <a:lnTo>
                    <a:pt x="624941" y="298348"/>
                  </a:lnTo>
                  <a:lnTo>
                    <a:pt x="625348" y="290144"/>
                  </a:lnTo>
                  <a:lnTo>
                    <a:pt x="626999" y="279006"/>
                  </a:lnTo>
                  <a:close/>
                </a:path>
                <a:path w="5403850" h="2001520">
                  <a:moveTo>
                    <a:pt x="995286" y="224675"/>
                  </a:moveTo>
                  <a:lnTo>
                    <a:pt x="10426" y="0"/>
                  </a:lnTo>
                  <a:lnTo>
                    <a:pt x="8991" y="0"/>
                  </a:lnTo>
                  <a:lnTo>
                    <a:pt x="0" y="9867"/>
                  </a:lnTo>
                  <a:lnTo>
                    <a:pt x="419" y="12344"/>
                  </a:lnTo>
                  <a:lnTo>
                    <a:pt x="986167" y="242036"/>
                  </a:lnTo>
                  <a:lnTo>
                    <a:pt x="991006" y="231825"/>
                  </a:lnTo>
                  <a:lnTo>
                    <a:pt x="995286" y="224675"/>
                  </a:lnTo>
                  <a:close/>
                </a:path>
                <a:path w="5403850" h="2001520">
                  <a:moveTo>
                    <a:pt x="1425930" y="553707"/>
                  </a:moveTo>
                  <a:lnTo>
                    <a:pt x="851052" y="356044"/>
                  </a:lnTo>
                  <a:lnTo>
                    <a:pt x="849947" y="358381"/>
                  </a:lnTo>
                  <a:lnTo>
                    <a:pt x="843940" y="368414"/>
                  </a:lnTo>
                  <a:lnTo>
                    <a:pt x="840841" y="372579"/>
                  </a:lnTo>
                  <a:lnTo>
                    <a:pt x="1420329" y="571830"/>
                  </a:lnTo>
                  <a:lnTo>
                    <a:pt x="1422374" y="563638"/>
                  </a:lnTo>
                  <a:lnTo>
                    <a:pt x="1425930" y="553707"/>
                  </a:lnTo>
                  <a:close/>
                </a:path>
                <a:path w="5403850" h="2001520">
                  <a:moveTo>
                    <a:pt x="1856066" y="421043"/>
                  </a:moveTo>
                  <a:lnTo>
                    <a:pt x="1215364" y="274878"/>
                  </a:lnTo>
                  <a:lnTo>
                    <a:pt x="1215605" y="276504"/>
                  </a:lnTo>
                  <a:lnTo>
                    <a:pt x="1216190" y="288290"/>
                  </a:lnTo>
                  <a:lnTo>
                    <a:pt x="1215885" y="294436"/>
                  </a:lnTo>
                  <a:lnTo>
                    <a:pt x="1854111" y="440042"/>
                  </a:lnTo>
                  <a:lnTo>
                    <a:pt x="1854542" y="431406"/>
                  </a:lnTo>
                  <a:lnTo>
                    <a:pt x="1856066" y="421043"/>
                  </a:lnTo>
                  <a:close/>
                </a:path>
                <a:path w="5403850" h="2001520">
                  <a:moveTo>
                    <a:pt x="2777629" y="650722"/>
                  </a:moveTo>
                  <a:lnTo>
                    <a:pt x="2776677" y="644321"/>
                  </a:lnTo>
                  <a:lnTo>
                    <a:pt x="2776093" y="632536"/>
                  </a:lnTo>
                  <a:lnTo>
                    <a:pt x="2776169" y="630948"/>
                  </a:lnTo>
                  <a:lnTo>
                    <a:pt x="2089073" y="474205"/>
                  </a:lnTo>
                  <a:lnTo>
                    <a:pt x="2088159" y="477875"/>
                  </a:lnTo>
                  <a:lnTo>
                    <a:pt x="2084184" y="488988"/>
                  </a:lnTo>
                  <a:lnTo>
                    <a:pt x="2082673" y="492175"/>
                  </a:lnTo>
                  <a:lnTo>
                    <a:pt x="2777629" y="650722"/>
                  </a:lnTo>
                  <a:close/>
                </a:path>
                <a:path w="5403850" h="2001520">
                  <a:moveTo>
                    <a:pt x="5403456" y="1720659"/>
                  </a:moveTo>
                  <a:lnTo>
                    <a:pt x="3979418" y="998067"/>
                  </a:lnTo>
                  <a:lnTo>
                    <a:pt x="3987279" y="1000112"/>
                  </a:lnTo>
                  <a:lnTo>
                    <a:pt x="3989362" y="1000442"/>
                  </a:lnTo>
                  <a:lnTo>
                    <a:pt x="3989794" y="1000442"/>
                  </a:lnTo>
                  <a:lnTo>
                    <a:pt x="4002405" y="1001318"/>
                  </a:lnTo>
                  <a:lnTo>
                    <a:pt x="4004653" y="1001318"/>
                  </a:lnTo>
                  <a:lnTo>
                    <a:pt x="4007256" y="1000442"/>
                  </a:lnTo>
                  <a:lnTo>
                    <a:pt x="4008323" y="999832"/>
                  </a:lnTo>
                  <a:lnTo>
                    <a:pt x="4010215" y="998181"/>
                  </a:lnTo>
                  <a:lnTo>
                    <a:pt x="4010863" y="997343"/>
                  </a:lnTo>
                  <a:lnTo>
                    <a:pt x="4010977" y="997204"/>
                  </a:lnTo>
                  <a:lnTo>
                    <a:pt x="4012095" y="994956"/>
                  </a:lnTo>
                  <a:lnTo>
                    <a:pt x="4012412" y="993775"/>
                  </a:lnTo>
                  <a:lnTo>
                    <a:pt x="4012425" y="990041"/>
                  </a:lnTo>
                  <a:lnTo>
                    <a:pt x="4011625" y="987653"/>
                  </a:lnTo>
                  <a:lnTo>
                    <a:pt x="3994467" y="981773"/>
                  </a:lnTo>
                  <a:lnTo>
                    <a:pt x="3991203" y="981544"/>
                  </a:lnTo>
                  <a:lnTo>
                    <a:pt x="3984104" y="979703"/>
                  </a:lnTo>
                  <a:lnTo>
                    <a:pt x="3982440" y="979258"/>
                  </a:lnTo>
                  <a:lnTo>
                    <a:pt x="3981932" y="979004"/>
                  </a:lnTo>
                  <a:lnTo>
                    <a:pt x="3977055" y="976566"/>
                  </a:lnTo>
                  <a:lnTo>
                    <a:pt x="3976039" y="976058"/>
                  </a:lnTo>
                  <a:lnTo>
                    <a:pt x="3976624" y="976566"/>
                  </a:lnTo>
                  <a:lnTo>
                    <a:pt x="3975976" y="976058"/>
                  </a:lnTo>
                  <a:lnTo>
                    <a:pt x="3975468" y="975791"/>
                  </a:lnTo>
                  <a:lnTo>
                    <a:pt x="3975811" y="976058"/>
                  </a:lnTo>
                  <a:lnTo>
                    <a:pt x="3974998" y="975550"/>
                  </a:lnTo>
                  <a:lnTo>
                    <a:pt x="3975468" y="975791"/>
                  </a:lnTo>
                  <a:lnTo>
                    <a:pt x="3976039" y="976058"/>
                  </a:lnTo>
                  <a:lnTo>
                    <a:pt x="3975608" y="975779"/>
                  </a:lnTo>
                  <a:lnTo>
                    <a:pt x="3975316" y="975550"/>
                  </a:lnTo>
                  <a:lnTo>
                    <a:pt x="3970159" y="971499"/>
                  </a:lnTo>
                  <a:lnTo>
                    <a:pt x="3955237" y="960297"/>
                  </a:lnTo>
                  <a:lnTo>
                    <a:pt x="3954322" y="959700"/>
                  </a:lnTo>
                  <a:lnTo>
                    <a:pt x="3932288" y="946848"/>
                  </a:lnTo>
                  <a:lnTo>
                    <a:pt x="3904513" y="930186"/>
                  </a:lnTo>
                  <a:lnTo>
                    <a:pt x="3882199" y="917168"/>
                  </a:lnTo>
                  <a:lnTo>
                    <a:pt x="3871404" y="911186"/>
                  </a:lnTo>
                  <a:lnTo>
                    <a:pt x="3882034" y="902677"/>
                  </a:lnTo>
                  <a:lnTo>
                    <a:pt x="3953294" y="918921"/>
                  </a:lnTo>
                  <a:lnTo>
                    <a:pt x="3954373" y="918921"/>
                  </a:lnTo>
                  <a:lnTo>
                    <a:pt x="3963568" y="909027"/>
                  </a:lnTo>
                  <a:lnTo>
                    <a:pt x="3963149" y="906551"/>
                  </a:lnTo>
                  <a:lnTo>
                    <a:pt x="3900754" y="887514"/>
                  </a:lnTo>
                  <a:lnTo>
                    <a:pt x="3924211" y="868197"/>
                  </a:lnTo>
                  <a:lnTo>
                    <a:pt x="3937533" y="859231"/>
                  </a:lnTo>
                  <a:lnTo>
                    <a:pt x="3938130" y="858824"/>
                  </a:lnTo>
                  <a:lnTo>
                    <a:pt x="3940200" y="858113"/>
                  </a:lnTo>
                  <a:lnTo>
                    <a:pt x="3953522" y="853567"/>
                  </a:lnTo>
                  <a:lnTo>
                    <a:pt x="3953891" y="853440"/>
                  </a:lnTo>
                  <a:lnTo>
                    <a:pt x="3954869" y="853249"/>
                  </a:lnTo>
                  <a:lnTo>
                    <a:pt x="3979380" y="839965"/>
                  </a:lnTo>
                  <a:lnTo>
                    <a:pt x="3978884" y="837501"/>
                  </a:lnTo>
                  <a:lnTo>
                    <a:pt x="3970451" y="831049"/>
                  </a:lnTo>
                  <a:lnTo>
                    <a:pt x="3969220" y="831049"/>
                  </a:lnTo>
                  <a:lnTo>
                    <a:pt x="3930802" y="841311"/>
                  </a:lnTo>
                  <a:lnTo>
                    <a:pt x="3880904" y="879309"/>
                  </a:lnTo>
                  <a:lnTo>
                    <a:pt x="3877335" y="882167"/>
                  </a:lnTo>
                  <a:lnTo>
                    <a:pt x="3858437" y="877862"/>
                  </a:lnTo>
                  <a:lnTo>
                    <a:pt x="3858437" y="897293"/>
                  </a:lnTo>
                  <a:lnTo>
                    <a:pt x="3854196" y="900684"/>
                  </a:lnTo>
                  <a:lnTo>
                    <a:pt x="3845788" y="895324"/>
                  </a:lnTo>
                  <a:lnTo>
                    <a:pt x="3845191" y="894969"/>
                  </a:lnTo>
                  <a:lnTo>
                    <a:pt x="3842905" y="893749"/>
                  </a:lnTo>
                  <a:lnTo>
                    <a:pt x="3858437" y="897293"/>
                  </a:lnTo>
                  <a:lnTo>
                    <a:pt x="3858437" y="877862"/>
                  </a:lnTo>
                  <a:lnTo>
                    <a:pt x="3782441" y="860526"/>
                  </a:lnTo>
                  <a:lnTo>
                    <a:pt x="3765423" y="850582"/>
                  </a:lnTo>
                  <a:lnTo>
                    <a:pt x="3764788" y="850214"/>
                  </a:lnTo>
                  <a:lnTo>
                    <a:pt x="3764305" y="849934"/>
                  </a:lnTo>
                  <a:lnTo>
                    <a:pt x="3764102" y="849706"/>
                  </a:lnTo>
                  <a:lnTo>
                    <a:pt x="3759225" y="846035"/>
                  </a:lnTo>
                  <a:lnTo>
                    <a:pt x="3758514" y="845515"/>
                  </a:lnTo>
                  <a:lnTo>
                    <a:pt x="3755898" y="843546"/>
                  </a:lnTo>
                  <a:lnTo>
                    <a:pt x="3728021" y="827544"/>
                  </a:lnTo>
                  <a:lnTo>
                    <a:pt x="3728021" y="848106"/>
                  </a:lnTo>
                  <a:lnTo>
                    <a:pt x="3702443" y="842264"/>
                  </a:lnTo>
                  <a:lnTo>
                    <a:pt x="3703637" y="842264"/>
                  </a:lnTo>
                  <a:lnTo>
                    <a:pt x="3714381" y="843470"/>
                  </a:lnTo>
                  <a:lnTo>
                    <a:pt x="3715131" y="843546"/>
                  </a:lnTo>
                  <a:lnTo>
                    <a:pt x="3714699" y="843546"/>
                  </a:lnTo>
                  <a:lnTo>
                    <a:pt x="3723081" y="845832"/>
                  </a:lnTo>
                  <a:lnTo>
                    <a:pt x="3728021" y="848106"/>
                  </a:lnTo>
                  <a:lnTo>
                    <a:pt x="3728021" y="827544"/>
                  </a:lnTo>
                  <a:lnTo>
                    <a:pt x="3718674" y="824992"/>
                  </a:lnTo>
                  <a:lnTo>
                    <a:pt x="3717226" y="824712"/>
                  </a:lnTo>
                  <a:lnTo>
                    <a:pt x="3709822" y="823887"/>
                  </a:lnTo>
                  <a:lnTo>
                    <a:pt x="3691369" y="823887"/>
                  </a:lnTo>
                  <a:lnTo>
                    <a:pt x="3687013" y="824712"/>
                  </a:lnTo>
                  <a:lnTo>
                    <a:pt x="3687343" y="824712"/>
                  </a:lnTo>
                  <a:lnTo>
                    <a:pt x="3684778" y="825639"/>
                  </a:lnTo>
                  <a:lnTo>
                    <a:pt x="3681044" y="827760"/>
                  </a:lnTo>
                  <a:lnTo>
                    <a:pt x="3678656" y="829678"/>
                  </a:lnTo>
                  <a:lnTo>
                    <a:pt x="3673360" y="835634"/>
                  </a:lnTo>
                  <a:lnTo>
                    <a:pt x="3004147" y="682955"/>
                  </a:lnTo>
                  <a:lnTo>
                    <a:pt x="3001276" y="689000"/>
                  </a:lnTo>
                  <a:lnTo>
                    <a:pt x="2995269" y="699020"/>
                  </a:lnTo>
                  <a:lnTo>
                    <a:pt x="2994418" y="700176"/>
                  </a:lnTo>
                  <a:lnTo>
                    <a:pt x="3661892" y="852449"/>
                  </a:lnTo>
                  <a:lnTo>
                    <a:pt x="3661448" y="854735"/>
                  </a:lnTo>
                  <a:lnTo>
                    <a:pt x="3661448" y="855967"/>
                  </a:lnTo>
                  <a:lnTo>
                    <a:pt x="3670376" y="864882"/>
                  </a:lnTo>
                  <a:lnTo>
                    <a:pt x="3671595" y="864882"/>
                  </a:lnTo>
                  <a:lnTo>
                    <a:pt x="3681336" y="856881"/>
                  </a:lnTo>
                  <a:lnTo>
                    <a:pt x="3775392" y="878344"/>
                  </a:lnTo>
                  <a:lnTo>
                    <a:pt x="3787965" y="885672"/>
                  </a:lnTo>
                  <a:lnTo>
                    <a:pt x="3835616" y="911301"/>
                  </a:lnTo>
                  <a:lnTo>
                    <a:pt x="3838752" y="913307"/>
                  </a:lnTo>
                  <a:lnTo>
                    <a:pt x="3801122" y="945349"/>
                  </a:lnTo>
                  <a:lnTo>
                    <a:pt x="2827121" y="1203756"/>
                  </a:lnTo>
                  <a:lnTo>
                    <a:pt x="2801137" y="1188796"/>
                  </a:lnTo>
                  <a:lnTo>
                    <a:pt x="2801137" y="1210652"/>
                  </a:lnTo>
                  <a:lnTo>
                    <a:pt x="225221" y="1894039"/>
                  </a:lnTo>
                  <a:lnTo>
                    <a:pt x="2249640" y="1031633"/>
                  </a:lnTo>
                  <a:lnTo>
                    <a:pt x="2226538" y="1052652"/>
                  </a:lnTo>
                  <a:lnTo>
                    <a:pt x="2226094" y="1053096"/>
                  </a:lnTo>
                  <a:lnTo>
                    <a:pt x="2191842" y="1088732"/>
                  </a:lnTo>
                  <a:lnTo>
                    <a:pt x="2143023" y="1141310"/>
                  </a:lnTo>
                  <a:lnTo>
                    <a:pt x="2141410" y="1148435"/>
                  </a:lnTo>
                  <a:lnTo>
                    <a:pt x="2141690" y="1149642"/>
                  </a:lnTo>
                  <a:lnTo>
                    <a:pt x="2148217" y="1155966"/>
                  </a:lnTo>
                  <a:lnTo>
                    <a:pt x="2147570" y="1155966"/>
                  </a:lnTo>
                  <a:lnTo>
                    <a:pt x="2149919" y="1156347"/>
                  </a:lnTo>
                  <a:lnTo>
                    <a:pt x="2152040" y="1156347"/>
                  </a:lnTo>
                  <a:lnTo>
                    <a:pt x="2153628" y="1155966"/>
                  </a:lnTo>
                  <a:lnTo>
                    <a:pt x="2155914" y="1154925"/>
                  </a:lnTo>
                  <a:lnTo>
                    <a:pt x="2156904" y="1154201"/>
                  </a:lnTo>
                  <a:lnTo>
                    <a:pt x="2205621" y="1101737"/>
                  </a:lnTo>
                  <a:lnTo>
                    <a:pt x="2239746" y="1066228"/>
                  </a:lnTo>
                  <a:lnTo>
                    <a:pt x="2275268" y="1033919"/>
                  </a:lnTo>
                  <a:lnTo>
                    <a:pt x="2309609" y="1006081"/>
                  </a:lnTo>
                  <a:lnTo>
                    <a:pt x="2387981" y="972693"/>
                  </a:lnTo>
                  <a:lnTo>
                    <a:pt x="2801137" y="1210652"/>
                  </a:lnTo>
                  <a:lnTo>
                    <a:pt x="2801137" y="1188796"/>
                  </a:lnTo>
                  <a:lnTo>
                    <a:pt x="2409723" y="963358"/>
                  </a:lnTo>
                  <a:lnTo>
                    <a:pt x="2411298" y="962494"/>
                  </a:lnTo>
                  <a:lnTo>
                    <a:pt x="2413736" y="959675"/>
                  </a:lnTo>
                  <a:lnTo>
                    <a:pt x="2414892" y="956132"/>
                  </a:lnTo>
                  <a:lnTo>
                    <a:pt x="2414613" y="952411"/>
                  </a:lnTo>
                  <a:lnTo>
                    <a:pt x="2412936" y="949083"/>
                  </a:lnTo>
                  <a:lnTo>
                    <a:pt x="2410117" y="946645"/>
                  </a:lnTo>
                  <a:lnTo>
                    <a:pt x="2406573" y="945489"/>
                  </a:lnTo>
                  <a:lnTo>
                    <a:pt x="2402852" y="945756"/>
                  </a:lnTo>
                  <a:lnTo>
                    <a:pt x="2389225" y="951560"/>
                  </a:lnTo>
                  <a:lnTo>
                    <a:pt x="2384323" y="948740"/>
                  </a:lnTo>
                  <a:lnTo>
                    <a:pt x="2397772" y="938872"/>
                  </a:lnTo>
                  <a:lnTo>
                    <a:pt x="2428405" y="918438"/>
                  </a:lnTo>
                  <a:lnTo>
                    <a:pt x="2466721" y="931608"/>
                  </a:lnTo>
                  <a:lnTo>
                    <a:pt x="2469375" y="931608"/>
                  </a:lnTo>
                  <a:lnTo>
                    <a:pt x="2477503" y="920242"/>
                  </a:lnTo>
                  <a:lnTo>
                    <a:pt x="2477185" y="919048"/>
                  </a:lnTo>
                  <a:lnTo>
                    <a:pt x="2448445" y="905294"/>
                  </a:lnTo>
                  <a:lnTo>
                    <a:pt x="2475877" y="887971"/>
                  </a:lnTo>
                  <a:lnTo>
                    <a:pt x="2489403" y="883780"/>
                  </a:lnTo>
                  <a:lnTo>
                    <a:pt x="2497823" y="884262"/>
                  </a:lnTo>
                  <a:lnTo>
                    <a:pt x="2498636" y="884301"/>
                  </a:lnTo>
                  <a:lnTo>
                    <a:pt x="2500503" y="884402"/>
                  </a:lnTo>
                  <a:lnTo>
                    <a:pt x="2499360" y="884402"/>
                  </a:lnTo>
                  <a:lnTo>
                    <a:pt x="2498471" y="884402"/>
                  </a:lnTo>
                  <a:lnTo>
                    <a:pt x="2508339" y="886714"/>
                  </a:lnTo>
                  <a:lnTo>
                    <a:pt x="2532964" y="894283"/>
                  </a:lnTo>
                  <a:lnTo>
                    <a:pt x="2536329" y="894283"/>
                  </a:lnTo>
                  <a:lnTo>
                    <a:pt x="2543911" y="884402"/>
                  </a:lnTo>
                  <a:lnTo>
                    <a:pt x="2543899" y="884059"/>
                  </a:lnTo>
                  <a:lnTo>
                    <a:pt x="2543899" y="883780"/>
                  </a:lnTo>
                  <a:lnTo>
                    <a:pt x="2501303" y="865606"/>
                  </a:lnTo>
                  <a:lnTo>
                    <a:pt x="2491409" y="864908"/>
                  </a:lnTo>
                  <a:lnTo>
                    <a:pt x="2487358" y="864908"/>
                  </a:lnTo>
                  <a:lnTo>
                    <a:pt x="2431516" y="893584"/>
                  </a:lnTo>
                  <a:lnTo>
                    <a:pt x="2425687" y="897470"/>
                  </a:lnTo>
                  <a:lnTo>
                    <a:pt x="1651850" y="631393"/>
                  </a:lnTo>
                  <a:lnTo>
                    <a:pt x="1651444" y="633006"/>
                  </a:lnTo>
                  <a:lnTo>
                    <a:pt x="1647482" y="644118"/>
                  </a:lnTo>
                  <a:lnTo>
                    <a:pt x="1645107" y="649109"/>
                  </a:lnTo>
                  <a:lnTo>
                    <a:pt x="2405862" y="910691"/>
                  </a:lnTo>
                  <a:lnTo>
                    <a:pt x="2387244" y="923099"/>
                  </a:lnTo>
                  <a:lnTo>
                    <a:pt x="2366378" y="938403"/>
                  </a:lnTo>
                  <a:lnTo>
                    <a:pt x="2344788" y="925957"/>
                  </a:lnTo>
                  <a:lnTo>
                    <a:pt x="2343594" y="925550"/>
                  </a:lnTo>
                  <a:lnTo>
                    <a:pt x="2341727" y="925309"/>
                  </a:lnTo>
                  <a:lnTo>
                    <a:pt x="2339873" y="925309"/>
                  </a:lnTo>
                  <a:lnTo>
                    <a:pt x="2331567" y="934796"/>
                  </a:lnTo>
                  <a:lnTo>
                    <a:pt x="2331656" y="936028"/>
                  </a:lnTo>
                  <a:lnTo>
                    <a:pt x="2349690" y="950633"/>
                  </a:lnTo>
                  <a:lnTo>
                    <a:pt x="2331555" y="963930"/>
                  </a:lnTo>
                  <a:lnTo>
                    <a:pt x="2299817" y="989647"/>
                  </a:lnTo>
                  <a:lnTo>
                    <a:pt x="64109" y="1942058"/>
                  </a:lnTo>
                  <a:lnTo>
                    <a:pt x="61937" y="1943252"/>
                  </a:lnTo>
                  <a:lnTo>
                    <a:pt x="59512" y="1946071"/>
                  </a:lnTo>
                  <a:lnTo>
                    <a:pt x="58343" y="1949615"/>
                  </a:lnTo>
                  <a:lnTo>
                    <a:pt x="58623" y="1953336"/>
                  </a:lnTo>
                  <a:lnTo>
                    <a:pt x="60299" y="1956663"/>
                  </a:lnTo>
                  <a:lnTo>
                    <a:pt x="63119" y="1959089"/>
                  </a:lnTo>
                  <a:lnTo>
                    <a:pt x="66662" y="1960257"/>
                  </a:lnTo>
                  <a:lnTo>
                    <a:pt x="69176" y="1960232"/>
                  </a:lnTo>
                  <a:lnTo>
                    <a:pt x="71539" y="1959495"/>
                  </a:lnTo>
                  <a:lnTo>
                    <a:pt x="137007" y="1931606"/>
                  </a:lnTo>
                  <a:lnTo>
                    <a:pt x="138176" y="1932940"/>
                  </a:lnTo>
                  <a:lnTo>
                    <a:pt x="141516" y="1934591"/>
                  </a:lnTo>
                  <a:lnTo>
                    <a:pt x="144005" y="1934933"/>
                  </a:lnTo>
                  <a:lnTo>
                    <a:pt x="146456" y="1934540"/>
                  </a:lnTo>
                  <a:lnTo>
                    <a:pt x="2824442" y="1224064"/>
                  </a:lnTo>
                  <a:lnTo>
                    <a:pt x="4172826" y="2000605"/>
                  </a:lnTo>
                  <a:lnTo>
                    <a:pt x="4173994" y="2000999"/>
                  </a:lnTo>
                  <a:lnTo>
                    <a:pt x="4176484" y="2001329"/>
                  </a:lnTo>
                  <a:lnTo>
                    <a:pt x="4177411" y="2001329"/>
                  </a:lnTo>
                  <a:lnTo>
                    <a:pt x="4186021" y="1991753"/>
                  </a:lnTo>
                  <a:lnTo>
                    <a:pt x="4185945" y="1990521"/>
                  </a:lnTo>
                  <a:lnTo>
                    <a:pt x="2850426" y="1217180"/>
                  </a:lnTo>
                  <a:lnTo>
                    <a:pt x="3768534" y="973594"/>
                  </a:lnTo>
                  <a:lnTo>
                    <a:pt x="3736581" y="1001433"/>
                  </a:lnTo>
                  <a:lnTo>
                    <a:pt x="3679393" y="1053096"/>
                  </a:lnTo>
                  <a:lnTo>
                    <a:pt x="3637699" y="1092885"/>
                  </a:lnTo>
                  <a:lnTo>
                    <a:pt x="3635654" y="1099896"/>
                  </a:lnTo>
                  <a:lnTo>
                    <a:pt x="3635870" y="1101115"/>
                  </a:lnTo>
                  <a:lnTo>
                    <a:pt x="3642728" y="1108151"/>
                  </a:lnTo>
                  <a:lnTo>
                    <a:pt x="3642982" y="1108151"/>
                  </a:lnTo>
                  <a:lnTo>
                    <a:pt x="3643934" y="1108367"/>
                  </a:lnTo>
                  <a:lnTo>
                    <a:pt x="3646182" y="1108367"/>
                  </a:lnTo>
                  <a:lnTo>
                    <a:pt x="3647402" y="1108151"/>
                  </a:lnTo>
                  <a:lnTo>
                    <a:pt x="3649738" y="1107249"/>
                  </a:lnTo>
                  <a:lnTo>
                    <a:pt x="3650780" y="1106589"/>
                  </a:lnTo>
                  <a:lnTo>
                    <a:pt x="3692283" y="1066977"/>
                  </a:lnTo>
                  <a:lnTo>
                    <a:pt x="3749116" y="1015644"/>
                  </a:lnTo>
                  <a:lnTo>
                    <a:pt x="3806266" y="965873"/>
                  </a:lnTo>
                  <a:lnTo>
                    <a:pt x="3810165" y="962558"/>
                  </a:lnTo>
                  <a:lnTo>
                    <a:pt x="3832060" y="956741"/>
                  </a:lnTo>
                  <a:lnTo>
                    <a:pt x="3834384" y="955878"/>
                  </a:lnTo>
                  <a:lnTo>
                    <a:pt x="3837190" y="953427"/>
                  </a:lnTo>
                  <a:lnTo>
                    <a:pt x="3838854" y="950087"/>
                  </a:lnTo>
                  <a:lnTo>
                    <a:pt x="3839108" y="946378"/>
                  </a:lnTo>
                  <a:lnTo>
                    <a:pt x="3837927" y="942835"/>
                  </a:lnTo>
                  <a:lnTo>
                    <a:pt x="3835946" y="940587"/>
                  </a:lnTo>
                  <a:lnTo>
                    <a:pt x="3855478" y="923950"/>
                  </a:lnTo>
                  <a:lnTo>
                    <a:pt x="3855910" y="924217"/>
                  </a:lnTo>
                  <a:lnTo>
                    <a:pt x="3856393" y="924509"/>
                  </a:lnTo>
                  <a:lnTo>
                    <a:pt x="3872992" y="933729"/>
                  </a:lnTo>
                  <a:lnTo>
                    <a:pt x="3894861" y="946492"/>
                  </a:lnTo>
                  <a:lnTo>
                    <a:pt x="3922636" y="963155"/>
                  </a:lnTo>
                  <a:lnTo>
                    <a:pt x="3943997" y="975550"/>
                  </a:lnTo>
                  <a:lnTo>
                    <a:pt x="3958691" y="986586"/>
                  </a:lnTo>
                  <a:lnTo>
                    <a:pt x="3962298" y="989431"/>
                  </a:lnTo>
                  <a:lnTo>
                    <a:pt x="3857206" y="936396"/>
                  </a:lnTo>
                  <a:lnTo>
                    <a:pt x="3856012" y="936066"/>
                  </a:lnTo>
                  <a:lnTo>
                    <a:pt x="3852176" y="936066"/>
                  </a:lnTo>
                  <a:lnTo>
                    <a:pt x="3849903" y="936815"/>
                  </a:lnTo>
                  <a:lnTo>
                    <a:pt x="3844671" y="947191"/>
                  </a:lnTo>
                  <a:lnTo>
                    <a:pt x="3845458" y="949579"/>
                  </a:lnTo>
                  <a:lnTo>
                    <a:pt x="5390921" y="1731441"/>
                  </a:lnTo>
                  <a:lnTo>
                    <a:pt x="5392242" y="1731810"/>
                  </a:lnTo>
                  <a:lnTo>
                    <a:pt x="5395836" y="1731810"/>
                  </a:lnTo>
                  <a:lnTo>
                    <a:pt x="5403418" y="1724380"/>
                  </a:lnTo>
                  <a:lnTo>
                    <a:pt x="5403456" y="1720659"/>
                  </a:lnTo>
                  <a:close/>
                </a:path>
              </a:pathLst>
            </a:custGeom>
            <a:solidFill>
              <a:srgbClr val="167E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735529" y="4021853"/>
              <a:ext cx="643243" cy="623313"/>
            </a:xfrm>
            <a:prstGeom prst="rect">
              <a:avLst/>
            </a:prstGeom>
          </p:spPr>
        </p:pic>
      </p:grpSp>
      <p:pic>
        <p:nvPicPr>
          <p:cNvPr id="70" name="object 70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5012206" y="5011832"/>
            <a:ext cx="498687" cy="256921"/>
          </a:xfrm>
          <a:prstGeom prst="rect">
            <a:avLst/>
          </a:prstGeom>
        </p:spPr>
      </p:pic>
      <p:sp>
        <p:nvSpPr>
          <p:cNvPr id="71" name="object 71" descr=""/>
          <p:cNvSpPr/>
          <p:nvPr/>
        </p:nvSpPr>
        <p:spPr>
          <a:xfrm>
            <a:off x="6026877" y="4925054"/>
            <a:ext cx="37465" cy="321945"/>
          </a:xfrm>
          <a:custGeom>
            <a:avLst/>
            <a:gdLst/>
            <a:ahLst/>
            <a:cxnLst/>
            <a:rect l="l" t="t" r="r" b="b"/>
            <a:pathLst>
              <a:path w="37464" h="321945">
                <a:moveTo>
                  <a:pt x="13783" y="0"/>
                </a:moveTo>
                <a:lnTo>
                  <a:pt x="12543" y="0"/>
                </a:lnTo>
                <a:lnTo>
                  <a:pt x="10067" y="492"/>
                </a:lnTo>
                <a:lnTo>
                  <a:pt x="25" y="40111"/>
                </a:lnTo>
                <a:lnTo>
                  <a:pt x="0" y="282936"/>
                </a:lnTo>
                <a:lnTo>
                  <a:pt x="370" y="292580"/>
                </a:lnTo>
                <a:lnTo>
                  <a:pt x="461" y="294924"/>
                </a:lnTo>
                <a:lnTo>
                  <a:pt x="602" y="296058"/>
                </a:lnTo>
                <a:lnTo>
                  <a:pt x="664" y="296548"/>
                </a:lnTo>
                <a:lnTo>
                  <a:pt x="2256" y="303973"/>
                </a:lnTo>
                <a:lnTo>
                  <a:pt x="2607" y="304886"/>
                </a:lnTo>
                <a:lnTo>
                  <a:pt x="3594" y="306602"/>
                </a:lnTo>
                <a:lnTo>
                  <a:pt x="4083" y="307210"/>
                </a:lnTo>
                <a:lnTo>
                  <a:pt x="4207" y="307364"/>
                </a:lnTo>
                <a:lnTo>
                  <a:pt x="28049" y="321642"/>
                </a:lnTo>
                <a:lnTo>
                  <a:pt x="28936" y="321642"/>
                </a:lnTo>
                <a:lnTo>
                  <a:pt x="31330" y="320967"/>
                </a:lnTo>
                <a:lnTo>
                  <a:pt x="31493" y="320967"/>
                </a:lnTo>
                <a:lnTo>
                  <a:pt x="37387" y="312640"/>
                </a:lnTo>
                <a:lnTo>
                  <a:pt x="37372" y="310727"/>
                </a:lnTo>
                <a:lnTo>
                  <a:pt x="23992" y="299035"/>
                </a:lnTo>
                <a:lnTo>
                  <a:pt x="20575" y="299035"/>
                </a:lnTo>
                <a:lnTo>
                  <a:pt x="17791" y="294198"/>
                </a:lnTo>
                <a:lnTo>
                  <a:pt x="17684" y="294012"/>
                </a:lnTo>
                <a:lnTo>
                  <a:pt x="19372" y="294012"/>
                </a:lnTo>
                <a:lnTo>
                  <a:pt x="19292" y="293382"/>
                </a:lnTo>
                <a:lnTo>
                  <a:pt x="19192" y="292580"/>
                </a:lnTo>
                <a:lnTo>
                  <a:pt x="19333" y="292580"/>
                </a:lnTo>
                <a:lnTo>
                  <a:pt x="18962" y="282936"/>
                </a:lnTo>
                <a:lnTo>
                  <a:pt x="19039" y="40111"/>
                </a:lnTo>
                <a:lnTo>
                  <a:pt x="20663" y="20615"/>
                </a:lnTo>
                <a:lnTo>
                  <a:pt x="20753" y="19542"/>
                </a:lnTo>
                <a:lnTo>
                  <a:pt x="21130" y="17973"/>
                </a:lnTo>
                <a:lnTo>
                  <a:pt x="22691" y="10160"/>
                </a:lnTo>
                <a:lnTo>
                  <a:pt x="16245" y="492"/>
                </a:lnTo>
                <a:lnTo>
                  <a:pt x="13783" y="0"/>
                </a:lnTo>
                <a:close/>
              </a:path>
              <a:path w="37464" h="321945">
                <a:moveTo>
                  <a:pt x="17888" y="294198"/>
                </a:moveTo>
                <a:lnTo>
                  <a:pt x="18209" y="294924"/>
                </a:lnTo>
                <a:lnTo>
                  <a:pt x="20575" y="299035"/>
                </a:lnTo>
                <a:lnTo>
                  <a:pt x="20042" y="296548"/>
                </a:lnTo>
                <a:lnTo>
                  <a:pt x="19937" y="296058"/>
                </a:lnTo>
                <a:lnTo>
                  <a:pt x="17888" y="294198"/>
                </a:lnTo>
                <a:close/>
              </a:path>
              <a:path w="37464" h="321945">
                <a:moveTo>
                  <a:pt x="19937" y="296058"/>
                </a:moveTo>
                <a:lnTo>
                  <a:pt x="20486" y="298620"/>
                </a:lnTo>
                <a:lnTo>
                  <a:pt x="20575" y="299035"/>
                </a:lnTo>
                <a:lnTo>
                  <a:pt x="23992" y="299035"/>
                </a:lnTo>
                <a:lnTo>
                  <a:pt x="23250" y="298620"/>
                </a:lnTo>
                <a:lnTo>
                  <a:pt x="22758" y="298620"/>
                </a:lnTo>
                <a:lnTo>
                  <a:pt x="21014" y="297367"/>
                </a:lnTo>
                <a:lnTo>
                  <a:pt x="21379" y="297367"/>
                </a:lnTo>
                <a:lnTo>
                  <a:pt x="19937" y="296058"/>
                </a:lnTo>
                <a:close/>
              </a:path>
              <a:path w="37464" h="321945">
                <a:moveTo>
                  <a:pt x="21014" y="297367"/>
                </a:moveTo>
                <a:lnTo>
                  <a:pt x="22758" y="298620"/>
                </a:lnTo>
                <a:lnTo>
                  <a:pt x="21966" y="297900"/>
                </a:lnTo>
                <a:lnTo>
                  <a:pt x="21014" y="297367"/>
                </a:lnTo>
                <a:close/>
              </a:path>
              <a:path w="37464" h="321945">
                <a:moveTo>
                  <a:pt x="21966" y="297900"/>
                </a:moveTo>
                <a:lnTo>
                  <a:pt x="22758" y="298620"/>
                </a:lnTo>
                <a:lnTo>
                  <a:pt x="23250" y="298620"/>
                </a:lnTo>
                <a:lnTo>
                  <a:pt x="21966" y="297900"/>
                </a:lnTo>
                <a:close/>
              </a:path>
              <a:path w="37464" h="321945">
                <a:moveTo>
                  <a:pt x="21379" y="297367"/>
                </a:moveTo>
                <a:lnTo>
                  <a:pt x="21014" y="297367"/>
                </a:lnTo>
                <a:lnTo>
                  <a:pt x="21966" y="297900"/>
                </a:lnTo>
                <a:lnTo>
                  <a:pt x="21379" y="297367"/>
                </a:lnTo>
                <a:close/>
              </a:path>
              <a:path w="37464" h="321945">
                <a:moveTo>
                  <a:pt x="19388" y="294012"/>
                </a:moveTo>
                <a:lnTo>
                  <a:pt x="17684" y="294012"/>
                </a:lnTo>
                <a:lnTo>
                  <a:pt x="19937" y="296058"/>
                </a:lnTo>
                <a:lnTo>
                  <a:pt x="19538" y="294198"/>
                </a:lnTo>
                <a:lnTo>
                  <a:pt x="19395" y="294198"/>
                </a:lnTo>
                <a:lnTo>
                  <a:pt x="19388" y="294012"/>
                </a:lnTo>
                <a:close/>
              </a:path>
              <a:path w="37464" h="321945">
                <a:moveTo>
                  <a:pt x="19364" y="293382"/>
                </a:moveTo>
                <a:lnTo>
                  <a:pt x="19395" y="294198"/>
                </a:lnTo>
                <a:lnTo>
                  <a:pt x="19499" y="294012"/>
                </a:lnTo>
                <a:lnTo>
                  <a:pt x="19364" y="293382"/>
                </a:lnTo>
                <a:close/>
              </a:path>
              <a:path w="37464" h="321945">
                <a:moveTo>
                  <a:pt x="19333" y="292580"/>
                </a:moveTo>
                <a:lnTo>
                  <a:pt x="19192" y="292580"/>
                </a:lnTo>
                <a:lnTo>
                  <a:pt x="19364" y="293382"/>
                </a:lnTo>
                <a:lnTo>
                  <a:pt x="19333" y="292580"/>
                </a:lnTo>
                <a:close/>
              </a:path>
            </a:pathLst>
          </a:custGeom>
          <a:solidFill>
            <a:srgbClr val="167E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2" name="object 72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6163479" y="5087576"/>
            <a:ext cx="299261" cy="2661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191" y="917666"/>
            <a:ext cx="5272934" cy="174666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099" y="4806158"/>
            <a:ext cx="3175016" cy="229582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84668" y="5028326"/>
            <a:ext cx="2100383" cy="216412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4509" y="105519"/>
            <a:ext cx="397726" cy="36961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7525" y="340544"/>
            <a:ext cx="93727" cy="15687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1144" y="94966"/>
            <a:ext cx="849068" cy="63746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18606" y="302629"/>
            <a:ext cx="179118" cy="211124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2779275" y="59320"/>
            <a:ext cx="196215" cy="391795"/>
            <a:chOff x="2779275" y="59320"/>
            <a:chExt cx="196215" cy="391795"/>
          </a:xfrm>
        </p:grpSpPr>
        <p:sp>
          <p:nvSpPr>
            <p:cNvPr id="10" name="object 10" descr=""/>
            <p:cNvSpPr/>
            <p:nvPr/>
          </p:nvSpPr>
          <p:spPr>
            <a:xfrm>
              <a:off x="2781682" y="62257"/>
              <a:ext cx="73025" cy="388620"/>
            </a:xfrm>
            <a:custGeom>
              <a:avLst/>
              <a:gdLst/>
              <a:ahLst/>
              <a:cxnLst/>
              <a:rect l="l" t="t" r="r" b="b"/>
              <a:pathLst>
                <a:path w="73025" h="388620">
                  <a:moveTo>
                    <a:pt x="3185" y="369186"/>
                  </a:moveTo>
                  <a:lnTo>
                    <a:pt x="224" y="376590"/>
                  </a:lnTo>
                  <a:lnTo>
                    <a:pt x="0" y="377802"/>
                  </a:lnTo>
                  <a:lnTo>
                    <a:pt x="30" y="380312"/>
                  </a:lnTo>
                  <a:lnTo>
                    <a:pt x="285" y="381519"/>
                  </a:lnTo>
                  <a:lnTo>
                    <a:pt x="1188" y="383626"/>
                  </a:lnTo>
                  <a:lnTo>
                    <a:pt x="1275" y="383828"/>
                  </a:lnTo>
                  <a:lnTo>
                    <a:pt x="8345" y="388428"/>
                  </a:lnTo>
                  <a:lnTo>
                    <a:pt x="10713" y="388428"/>
                  </a:lnTo>
                  <a:lnTo>
                    <a:pt x="11774" y="388203"/>
                  </a:lnTo>
                  <a:lnTo>
                    <a:pt x="11920" y="388203"/>
                  </a:lnTo>
                  <a:lnTo>
                    <a:pt x="22156" y="370323"/>
                  </a:lnTo>
                  <a:lnTo>
                    <a:pt x="3026" y="370323"/>
                  </a:lnTo>
                  <a:lnTo>
                    <a:pt x="3185" y="369186"/>
                  </a:lnTo>
                  <a:close/>
                </a:path>
                <a:path w="73025" h="388620">
                  <a:moveTo>
                    <a:pt x="3613" y="368115"/>
                  </a:moveTo>
                  <a:lnTo>
                    <a:pt x="3185" y="369186"/>
                  </a:lnTo>
                  <a:lnTo>
                    <a:pt x="3026" y="370323"/>
                  </a:lnTo>
                  <a:lnTo>
                    <a:pt x="3613" y="368115"/>
                  </a:lnTo>
                  <a:close/>
                </a:path>
                <a:path w="73025" h="388620">
                  <a:moveTo>
                    <a:pt x="22463" y="368115"/>
                  </a:moveTo>
                  <a:lnTo>
                    <a:pt x="3613" y="368115"/>
                  </a:lnTo>
                  <a:lnTo>
                    <a:pt x="3026" y="370323"/>
                  </a:lnTo>
                  <a:lnTo>
                    <a:pt x="22156" y="370323"/>
                  </a:lnTo>
                  <a:lnTo>
                    <a:pt x="22463" y="368115"/>
                  </a:lnTo>
                  <a:close/>
                </a:path>
                <a:path w="73025" h="388620">
                  <a:moveTo>
                    <a:pt x="64656" y="0"/>
                  </a:moveTo>
                  <a:lnTo>
                    <a:pt x="61777" y="0"/>
                  </a:lnTo>
                  <a:lnTo>
                    <a:pt x="60575" y="271"/>
                  </a:lnTo>
                  <a:lnTo>
                    <a:pt x="45897" y="35782"/>
                  </a:lnTo>
                  <a:lnTo>
                    <a:pt x="33427" y="108101"/>
                  </a:lnTo>
                  <a:lnTo>
                    <a:pt x="26380" y="158640"/>
                  </a:lnTo>
                  <a:lnTo>
                    <a:pt x="14679" y="263364"/>
                  </a:lnTo>
                  <a:lnTo>
                    <a:pt x="4773" y="357760"/>
                  </a:lnTo>
                  <a:lnTo>
                    <a:pt x="3185" y="369186"/>
                  </a:lnTo>
                  <a:lnTo>
                    <a:pt x="3613" y="368115"/>
                  </a:lnTo>
                  <a:lnTo>
                    <a:pt x="22463" y="368115"/>
                  </a:lnTo>
                  <a:lnTo>
                    <a:pt x="23585" y="360053"/>
                  </a:lnTo>
                  <a:lnTo>
                    <a:pt x="33517" y="265399"/>
                  </a:lnTo>
                  <a:lnTo>
                    <a:pt x="45181" y="161009"/>
                  </a:lnTo>
                  <a:lnTo>
                    <a:pt x="52156" y="110990"/>
                  </a:lnTo>
                  <a:lnTo>
                    <a:pt x="59157" y="69554"/>
                  </a:lnTo>
                  <a:lnTo>
                    <a:pt x="65266" y="36440"/>
                  </a:lnTo>
                  <a:lnTo>
                    <a:pt x="69542" y="19337"/>
                  </a:lnTo>
                  <a:lnTo>
                    <a:pt x="71386" y="14735"/>
                  </a:lnTo>
                  <a:lnTo>
                    <a:pt x="72566" y="11664"/>
                  </a:lnTo>
                  <a:lnTo>
                    <a:pt x="72776" y="10450"/>
                  </a:lnTo>
                  <a:lnTo>
                    <a:pt x="72711" y="7940"/>
                  </a:lnTo>
                  <a:lnTo>
                    <a:pt x="65829" y="271"/>
                  </a:lnTo>
                  <a:lnTo>
                    <a:pt x="66231" y="271"/>
                  </a:lnTo>
                  <a:lnTo>
                    <a:pt x="64656" y="0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79275" y="232949"/>
              <a:ext cx="85759" cy="85671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802671" y="59320"/>
              <a:ext cx="172720" cy="58419"/>
            </a:xfrm>
            <a:custGeom>
              <a:avLst/>
              <a:gdLst/>
              <a:ahLst/>
              <a:cxnLst/>
              <a:rect l="l" t="t" r="r" b="b"/>
              <a:pathLst>
                <a:path w="172719" h="58419">
                  <a:moveTo>
                    <a:pt x="116631" y="0"/>
                  </a:moveTo>
                  <a:lnTo>
                    <a:pt x="114104" y="0"/>
                  </a:lnTo>
                  <a:lnTo>
                    <a:pt x="76639" y="557"/>
                  </a:lnTo>
                  <a:lnTo>
                    <a:pt x="27005" y="14709"/>
                  </a:lnTo>
                  <a:lnTo>
                    <a:pt x="7016" y="35632"/>
                  </a:lnTo>
                  <a:lnTo>
                    <a:pt x="1041" y="44264"/>
                  </a:lnTo>
                  <a:lnTo>
                    <a:pt x="551" y="45394"/>
                  </a:lnTo>
                  <a:lnTo>
                    <a:pt x="21" y="47849"/>
                  </a:lnTo>
                  <a:lnTo>
                    <a:pt x="0" y="49081"/>
                  </a:lnTo>
                  <a:lnTo>
                    <a:pt x="449" y="51553"/>
                  </a:lnTo>
                  <a:lnTo>
                    <a:pt x="6549" y="57717"/>
                  </a:lnTo>
                  <a:lnTo>
                    <a:pt x="6785" y="57717"/>
                  </a:lnTo>
                  <a:lnTo>
                    <a:pt x="8864" y="58167"/>
                  </a:lnTo>
                  <a:lnTo>
                    <a:pt x="10003" y="58167"/>
                  </a:lnTo>
                  <a:lnTo>
                    <a:pt x="12473" y="57717"/>
                  </a:lnTo>
                  <a:lnTo>
                    <a:pt x="29403" y="36462"/>
                  </a:lnTo>
                  <a:lnTo>
                    <a:pt x="29253" y="36462"/>
                  </a:lnTo>
                  <a:lnTo>
                    <a:pt x="29780" y="35911"/>
                  </a:lnTo>
                  <a:lnTo>
                    <a:pt x="29925" y="35632"/>
                  </a:lnTo>
                  <a:lnTo>
                    <a:pt x="30226" y="35260"/>
                  </a:lnTo>
                  <a:lnTo>
                    <a:pt x="30403" y="35260"/>
                  </a:lnTo>
                  <a:lnTo>
                    <a:pt x="31020" y="34615"/>
                  </a:lnTo>
                  <a:lnTo>
                    <a:pt x="30600" y="34615"/>
                  </a:lnTo>
                  <a:lnTo>
                    <a:pt x="32435" y="33127"/>
                  </a:lnTo>
                  <a:lnTo>
                    <a:pt x="33003" y="33127"/>
                  </a:lnTo>
                  <a:lnTo>
                    <a:pt x="34428" y="32246"/>
                  </a:lnTo>
                  <a:lnTo>
                    <a:pt x="34179" y="32246"/>
                  </a:lnTo>
                  <a:lnTo>
                    <a:pt x="34726" y="32023"/>
                  </a:lnTo>
                  <a:lnTo>
                    <a:pt x="35571" y="31539"/>
                  </a:lnTo>
                  <a:lnTo>
                    <a:pt x="35909" y="31539"/>
                  </a:lnTo>
                  <a:lnTo>
                    <a:pt x="47042" y="26987"/>
                  </a:lnTo>
                  <a:lnTo>
                    <a:pt x="47232" y="26987"/>
                  </a:lnTo>
                  <a:lnTo>
                    <a:pt x="61931" y="22621"/>
                  </a:lnTo>
                  <a:lnTo>
                    <a:pt x="62158" y="22621"/>
                  </a:lnTo>
                  <a:lnTo>
                    <a:pt x="77711" y="19508"/>
                  </a:lnTo>
                  <a:lnTo>
                    <a:pt x="76921" y="19508"/>
                  </a:lnTo>
                  <a:lnTo>
                    <a:pt x="78638" y="19323"/>
                  </a:lnTo>
                  <a:lnTo>
                    <a:pt x="89381" y="19323"/>
                  </a:lnTo>
                  <a:lnTo>
                    <a:pt x="115694" y="18931"/>
                  </a:lnTo>
                  <a:lnTo>
                    <a:pt x="170800" y="18931"/>
                  </a:lnTo>
                  <a:lnTo>
                    <a:pt x="169933" y="17796"/>
                  </a:lnTo>
                  <a:lnTo>
                    <a:pt x="141041" y="1761"/>
                  </a:lnTo>
                  <a:lnTo>
                    <a:pt x="116631" y="0"/>
                  </a:lnTo>
                  <a:close/>
                </a:path>
                <a:path w="172719" h="58419">
                  <a:moveTo>
                    <a:pt x="29780" y="35911"/>
                  </a:moveTo>
                  <a:lnTo>
                    <a:pt x="29253" y="36462"/>
                  </a:lnTo>
                  <a:lnTo>
                    <a:pt x="29403" y="36462"/>
                  </a:lnTo>
                  <a:lnTo>
                    <a:pt x="29780" y="35911"/>
                  </a:lnTo>
                  <a:close/>
                </a:path>
                <a:path w="172719" h="58419">
                  <a:moveTo>
                    <a:pt x="30403" y="35260"/>
                  </a:moveTo>
                  <a:lnTo>
                    <a:pt x="30226" y="35260"/>
                  </a:lnTo>
                  <a:lnTo>
                    <a:pt x="29971" y="35632"/>
                  </a:lnTo>
                  <a:lnTo>
                    <a:pt x="30403" y="35260"/>
                  </a:lnTo>
                  <a:close/>
                </a:path>
                <a:path w="172719" h="58419">
                  <a:moveTo>
                    <a:pt x="32443" y="33127"/>
                  </a:moveTo>
                  <a:lnTo>
                    <a:pt x="30600" y="34615"/>
                  </a:lnTo>
                  <a:lnTo>
                    <a:pt x="31630" y="33978"/>
                  </a:lnTo>
                  <a:lnTo>
                    <a:pt x="32443" y="33127"/>
                  </a:lnTo>
                  <a:close/>
                </a:path>
                <a:path w="172719" h="58419">
                  <a:moveTo>
                    <a:pt x="31630" y="33978"/>
                  </a:moveTo>
                  <a:lnTo>
                    <a:pt x="30600" y="34615"/>
                  </a:lnTo>
                  <a:lnTo>
                    <a:pt x="31020" y="34615"/>
                  </a:lnTo>
                  <a:lnTo>
                    <a:pt x="31630" y="33978"/>
                  </a:lnTo>
                  <a:close/>
                </a:path>
                <a:path w="172719" h="58419">
                  <a:moveTo>
                    <a:pt x="33003" y="33127"/>
                  </a:moveTo>
                  <a:lnTo>
                    <a:pt x="32443" y="33127"/>
                  </a:lnTo>
                  <a:lnTo>
                    <a:pt x="31630" y="33978"/>
                  </a:lnTo>
                  <a:lnTo>
                    <a:pt x="33003" y="33127"/>
                  </a:lnTo>
                  <a:close/>
                </a:path>
                <a:path w="172719" h="58419">
                  <a:moveTo>
                    <a:pt x="147464" y="23234"/>
                  </a:moveTo>
                  <a:lnTo>
                    <a:pt x="157437" y="32023"/>
                  </a:lnTo>
                  <a:lnTo>
                    <a:pt x="158465" y="32619"/>
                  </a:lnTo>
                  <a:lnTo>
                    <a:pt x="161319" y="33599"/>
                  </a:lnTo>
                  <a:lnTo>
                    <a:pt x="163978" y="33599"/>
                  </a:lnTo>
                  <a:lnTo>
                    <a:pt x="172200" y="23787"/>
                  </a:lnTo>
                  <a:lnTo>
                    <a:pt x="148576" y="23787"/>
                  </a:lnTo>
                  <a:lnTo>
                    <a:pt x="147464" y="23234"/>
                  </a:lnTo>
                  <a:close/>
                </a:path>
                <a:path w="172719" h="58419">
                  <a:moveTo>
                    <a:pt x="35571" y="31539"/>
                  </a:moveTo>
                  <a:lnTo>
                    <a:pt x="34179" y="32246"/>
                  </a:lnTo>
                  <a:lnTo>
                    <a:pt x="34428" y="32246"/>
                  </a:lnTo>
                  <a:lnTo>
                    <a:pt x="35571" y="31539"/>
                  </a:lnTo>
                  <a:close/>
                </a:path>
                <a:path w="172719" h="58419">
                  <a:moveTo>
                    <a:pt x="35909" y="31539"/>
                  </a:moveTo>
                  <a:lnTo>
                    <a:pt x="35571" y="31539"/>
                  </a:lnTo>
                  <a:lnTo>
                    <a:pt x="34789" y="32023"/>
                  </a:lnTo>
                  <a:lnTo>
                    <a:pt x="35909" y="31539"/>
                  </a:lnTo>
                  <a:close/>
                </a:path>
                <a:path w="172719" h="58419">
                  <a:moveTo>
                    <a:pt x="47232" y="26987"/>
                  </a:moveTo>
                  <a:lnTo>
                    <a:pt x="47042" y="26987"/>
                  </a:lnTo>
                  <a:lnTo>
                    <a:pt x="46253" y="27310"/>
                  </a:lnTo>
                  <a:lnTo>
                    <a:pt x="47232" y="26987"/>
                  </a:lnTo>
                  <a:close/>
                </a:path>
                <a:path w="172719" h="58419">
                  <a:moveTo>
                    <a:pt x="146846" y="22621"/>
                  </a:moveTo>
                  <a:lnTo>
                    <a:pt x="147009" y="22833"/>
                  </a:lnTo>
                  <a:lnTo>
                    <a:pt x="147464" y="23234"/>
                  </a:lnTo>
                  <a:lnTo>
                    <a:pt x="148576" y="23787"/>
                  </a:lnTo>
                  <a:lnTo>
                    <a:pt x="146846" y="22621"/>
                  </a:lnTo>
                  <a:close/>
                </a:path>
                <a:path w="172719" h="58419">
                  <a:moveTo>
                    <a:pt x="172111" y="22398"/>
                  </a:moveTo>
                  <a:lnTo>
                    <a:pt x="146517" y="22398"/>
                  </a:lnTo>
                  <a:lnTo>
                    <a:pt x="148576" y="23787"/>
                  </a:lnTo>
                  <a:lnTo>
                    <a:pt x="172200" y="23787"/>
                  </a:lnTo>
                  <a:lnTo>
                    <a:pt x="172111" y="22398"/>
                  </a:lnTo>
                  <a:close/>
                </a:path>
                <a:path w="172719" h="58419">
                  <a:moveTo>
                    <a:pt x="144881" y="21950"/>
                  </a:moveTo>
                  <a:lnTo>
                    <a:pt x="147464" y="23234"/>
                  </a:lnTo>
                  <a:lnTo>
                    <a:pt x="146517" y="22398"/>
                  </a:lnTo>
                  <a:lnTo>
                    <a:pt x="172111" y="22398"/>
                  </a:lnTo>
                  <a:lnTo>
                    <a:pt x="172100" y="22223"/>
                  </a:lnTo>
                  <a:lnTo>
                    <a:pt x="146076" y="22223"/>
                  </a:lnTo>
                  <a:lnTo>
                    <a:pt x="144881" y="21950"/>
                  </a:lnTo>
                  <a:close/>
                </a:path>
                <a:path w="172719" h="58419">
                  <a:moveTo>
                    <a:pt x="62158" y="22621"/>
                  </a:moveTo>
                  <a:lnTo>
                    <a:pt x="61931" y="22621"/>
                  </a:lnTo>
                  <a:lnTo>
                    <a:pt x="61217" y="22833"/>
                  </a:lnTo>
                  <a:lnTo>
                    <a:pt x="62158" y="22621"/>
                  </a:lnTo>
                  <a:close/>
                </a:path>
                <a:path w="172719" h="58419">
                  <a:moveTo>
                    <a:pt x="143861" y="21443"/>
                  </a:moveTo>
                  <a:lnTo>
                    <a:pt x="144881" y="21950"/>
                  </a:lnTo>
                  <a:lnTo>
                    <a:pt x="146076" y="22223"/>
                  </a:lnTo>
                  <a:lnTo>
                    <a:pt x="143861" y="21443"/>
                  </a:lnTo>
                  <a:close/>
                </a:path>
                <a:path w="172719" h="58419">
                  <a:moveTo>
                    <a:pt x="171894" y="21443"/>
                  </a:moveTo>
                  <a:lnTo>
                    <a:pt x="143861" y="21443"/>
                  </a:lnTo>
                  <a:lnTo>
                    <a:pt x="146038" y="22223"/>
                  </a:lnTo>
                  <a:lnTo>
                    <a:pt x="172100" y="22223"/>
                  </a:lnTo>
                  <a:lnTo>
                    <a:pt x="171894" y="21443"/>
                  </a:lnTo>
                  <a:close/>
                </a:path>
                <a:path w="172719" h="58419">
                  <a:moveTo>
                    <a:pt x="138261" y="20439"/>
                  </a:moveTo>
                  <a:lnTo>
                    <a:pt x="144881" y="21950"/>
                  </a:lnTo>
                  <a:lnTo>
                    <a:pt x="143861" y="21443"/>
                  </a:lnTo>
                  <a:lnTo>
                    <a:pt x="171894" y="21443"/>
                  </a:lnTo>
                  <a:lnTo>
                    <a:pt x="171785" y="21032"/>
                  </a:lnTo>
                  <a:lnTo>
                    <a:pt x="171598" y="20650"/>
                  </a:lnTo>
                  <a:lnTo>
                    <a:pt x="139683" y="20650"/>
                  </a:lnTo>
                  <a:lnTo>
                    <a:pt x="138261" y="20439"/>
                  </a:lnTo>
                  <a:close/>
                </a:path>
                <a:path w="172719" h="58419">
                  <a:moveTo>
                    <a:pt x="170757" y="18931"/>
                  </a:moveTo>
                  <a:lnTo>
                    <a:pt x="115694" y="18931"/>
                  </a:lnTo>
                  <a:lnTo>
                    <a:pt x="139683" y="20650"/>
                  </a:lnTo>
                  <a:lnTo>
                    <a:pt x="139184" y="20650"/>
                  </a:lnTo>
                  <a:lnTo>
                    <a:pt x="138261" y="20439"/>
                  </a:lnTo>
                  <a:lnTo>
                    <a:pt x="171495" y="20439"/>
                  </a:lnTo>
                  <a:lnTo>
                    <a:pt x="170757" y="18931"/>
                  </a:lnTo>
                  <a:close/>
                </a:path>
                <a:path w="172719" h="58419">
                  <a:moveTo>
                    <a:pt x="171495" y="20439"/>
                  </a:moveTo>
                  <a:lnTo>
                    <a:pt x="138261" y="20439"/>
                  </a:lnTo>
                  <a:lnTo>
                    <a:pt x="139683" y="20650"/>
                  </a:lnTo>
                  <a:lnTo>
                    <a:pt x="171598" y="20650"/>
                  </a:lnTo>
                  <a:lnTo>
                    <a:pt x="171495" y="20439"/>
                  </a:lnTo>
                  <a:close/>
                </a:path>
                <a:path w="172719" h="58419">
                  <a:moveTo>
                    <a:pt x="78638" y="19323"/>
                  </a:moveTo>
                  <a:lnTo>
                    <a:pt x="76921" y="19508"/>
                  </a:lnTo>
                  <a:lnTo>
                    <a:pt x="77711" y="19508"/>
                  </a:lnTo>
                  <a:lnTo>
                    <a:pt x="78638" y="19323"/>
                  </a:lnTo>
                  <a:close/>
                </a:path>
                <a:path w="172719" h="58419">
                  <a:moveTo>
                    <a:pt x="89381" y="19323"/>
                  </a:moveTo>
                  <a:lnTo>
                    <a:pt x="78638" y="19323"/>
                  </a:lnTo>
                  <a:lnTo>
                    <a:pt x="77711" y="19508"/>
                  </a:lnTo>
                  <a:lnTo>
                    <a:pt x="76921" y="19508"/>
                  </a:lnTo>
                  <a:lnTo>
                    <a:pt x="89381" y="19323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3200244" y="30638"/>
            <a:ext cx="861060" cy="474345"/>
            <a:chOff x="3200244" y="30638"/>
            <a:chExt cx="861060" cy="474345"/>
          </a:xfrm>
        </p:grpSpPr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00244" y="30638"/>
              <a:ext cx="822903" cy="473814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042223" y="453944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0728" y="0"/>
                  </a:moveTo>
                  <a:lnTo>
                    <a:pt x="8216" y="0"/>
                  </a:lnTo>
                  <a:lnTo>
                    <a:pt x="7007" y="241"/>
                  </a:lnTo>
                  <a:lnTo>
                    <a:pt x="0" y="8216"/>
                  </a:lnTo>
                  <a:lnTo>
                    <a:pt x="0" y="10727"/>
                  </a:lnTo>
                  <a:lnTo>
                    <a:pt x="8216" y="18944"/>
                  </a:lnTo>
                  <a:lnTo>
                    <a:pt x="10728" y="18944"/>
                  </a:lnTo>
                  <a:lnTo>
                    <a:pt x="18947" y="9471"/>
                  </a:lnTo>
                  <a:lnTo>
                    <a:pt x="18944" y="8216"/>
                  </a:lnTo>
                  <a:lnTo>
                    <a:pt x="10728" y="0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628214" y="2632967"/>
            <a:ext cx="535654" cy="560486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266331" y="2655485"/>
            <a:ext cx="622668" cy="223647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36265" y="3035076"/>
            <a:ext cx="152932" cy="149771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461140" y="3015895"/>
            <a:ext cx="112056" cy="17869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51476" y="2744729"/>
            <a:ext cx="1102323" cy="206529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1035892" y="3018162"/>
            <a:ext cx="42545" cy="235585"/>
          </a:xfrm>
          <a:custGeom>
            <a:avLst/>
            <a:gdLst/>
            <a:ahLst/>
            <a:cxnLst/>
            <a:rect l="l" t="t" r="r" b="b"/>
            <a:pathLst>
              <a:path w="42544" h="235585">
                <a:moveTo>
                  <a:pt x="14179" y="0"/>
                </a:moveTo>
                <a:lnTo>
                  <a:pt x="13230" y="0"/>
                </a:lnTo>
                <a:lnTo>
                  <a:pt x="11386" y="281"/>
                </a:lnTo>
                <a:lnTo>
                  <a:pt x="0" y="113838"/>
                </a:lnTo>
                <a:lnTo>
                  <a:pt x="591" y="144595"/>
                </a:lnTo>
                <a:lnTo>
                  <a:pt x="636" y="146071"/>
                </a:lnTo>
                <a:lnTo>
                  <a:pt x="1677" y="159343"/>
                </a:lnTo>
                <a:lnTo>
                  <a:pt x="1738" y="160124"/>
                </a:lnTo>
                <a:lnTo>
                  <a:pt x="11317" y="202117"/>
                </a:lnTo>
                <a:lnTo>
                  <a:pt x="31064" y="235249"/>
                </a:lnTo>
                <a:lnTo>
                  <a:pt x="33839" y="235249"/>
                </a:lnTo>
                <a:lnTo>
                  <a:pt x="42027" y="224074"/>
                </a:lnTo>
                <a:lnTo>
                  <a:pt x="41735" y="222877"/>
                </a:lnTo>
                <a:lnTo>
                  <a:pt x="29689" y="196971"/>
                </a:lnTo>
                <a:lnTo>
                  <a:pt x="29554" y="196971"/>
                </a:lnTo>
                <a:lnTo>
                  <a:pt x="29346" y="196233"/>
                </a:lnTo>
                <a:lnTo>
                  <a:pt x="29026" y="195545"/>
                </a:lnTo>
                <a:lnTo>
                  <a:pt x="24302" y="178354"/>
                </a:lnTo>
                <a:lnTo>
                  <a:pt x="22854" y="173220"/>
                </a:lnTo>
                <a:lnTo>
                  <a:pt x="20777" y="160124"/>
                </a:lnTo>
                <a:lnTo>
                  <a:pt x="20714" y="159737"/>
                </a:lnTo>
                <a:lnTo>
                  <a:pt x="20650" y="159343"/>
                </a:lnTo>
                <a:lnTo>
                  <a:pt x="19642" y="146071"/>
                </a:lnTo>
                <a:lnTo>
                  <a:pt x="19526" y="144595"/>
                </a:lnTo>
                <a:lnTo>
                  <a:pt x="18951" y="113838"/>
                </a:lnTo>
                <a:lnTo>
                  <a:pt x="18946" y="19669"/>
                </a:lnTo>
                <a:lnTo>
                  <a:pt x="14543" y="19669"/>
                </a:lnTo>
                <a:lnTo>
                  <a:pt x="14835" y="19288"/>
                </a:lnTo>
                <a:lnTo>
                  <a:pt x="15224" y="19288"/>
                </a:lnTo>
                <a:lnTo>
                  <a:pt x="13047" y="18978"/>
                </a:lnTo>
                <a:lnTo>
                  <a:pt x="11791" y="18978"/>
                </a:lnTo>
                <a:lnTo>
                  <a:pt x="14738" y="18526"/>
                </a:lnTo>
                <a:lnTo>
                  <a:pt x="15420" y="18526"/>
                </a:lnTo>
                <a:lnTo>
                  <a:pt x="19855" y="12746"/>
                </a:lnTo>
                <a:lnTo>
                  <a:pt x="27191" y="12746"/>
                </a:lnTo>
                <a:lnTo>
                  <a:pt x="27554" y="10212"/>
                </a:lnTo>
                <a:lnTo>
                  <a:pt x="27486" y="8981"/>
                </a:lnTo>
                <a:lnTo>
                  <a:pt x="26863" y="6548"/>
                </a:lnTo>
                <a:lnTo>
                  <a:pt x="20582" y="915"/>
                </a:lnTo>
                <a:lnTo>
                  <a:pt x="14179" y="0"/>
                </a:lnTo>
                <a:close/>
              </a:path>
              <a:path w="42544" h="235585">
                <a:moveTo>
                  <a:pt x="29346" y="196233"/>
                </a:moveTo>
                <a:lnTo>
                  <a:pt x="29554" y="196971"/>
                </a:lnTo>
                <a:lnTo>
                  <a:pt x="29689" y="196971"/>
                </a:lnTo>
                <a:lnTo>
                  <a:pt x="29346" y="196233"/>
                </a:lnTo>
                <a:close/>
              </a:path>
              <a:path w="42544" h="235585">
                <a:moveTo>
                  <a:pt x="16821" y="18526"/>
                </a:moveTo>
                <a:lnTo>
                  <a:pt x="15420" y="18526"/>
                </a:lnTo>
                <a:lnTo>
                  <a:pt x="14543" y="19669"/>
                </a:lnTo>
                <a:lnTo>
                  <a:pt x="15224" y="19288"/>
                </a:lnTo>
                <a:lnTo>
                  <a:pt x="16821" y="18526"/>
                </a:lnTo>
                <a:close/>
              </a:path>
              <a:path w="42544" h="235585">
                <a:moveTo>
                  <a:pt x="15224" y="19288"/>
                </a:moveTo>
                <a:lnTo>
                  <a:pt x="14425" y="19669"/>
                </a:lnTo>
                <a:lnTo>
                  <a:pt x="17903" y="19669"/>
                </a:lnTo>
                <a:lnTo>
                  <a:pt x="15224" y="19288"/>
                </a:lnTo>
                <a:close/>
              </a:path>
              <a:path w="42544" h="235585">
                <a:moveTo>
                  <a:pt x="18876" y="18055"/>
                </a:moveTo>
                <a:lnTo>
                  <a:pt x="17809" y="18055"/>
                </a:lnTo>
                <a:lnTo>
                  <a:pt x="15224" y="19288"/>
                </a:lnTo>
                <a:lnTo>
                  <a:pt x="17903" y="19669"/>
                </a:lnTo>
                <a:lnTo>
                  <a:pt x="18946" y="19669"/>
                </a:lnTo>
                <a:lnTo>
                  <a:pt x="18876" y="18055"/>
                </a:lnTo>
                <a:close/>
              </a:path>
              <a:path w="42544" h="235585">
                <a:moveTo>
                  <a:pt x="27181" y="12746"/>
                </a:moveTo>
                <a:lnTo>
                  <a:pt x="19855" y="12746"/>
                </a:lnTo>
                <a:lnTo>
                  <a:pt x="18946" y="17676"/>
                </a:lnTo>
                <a:lnTo>
                  <a:pt x="18946" y="19669"/>
                </a:lnTo>
                <a:lnTo>
                  <a:pt x="21567" y="18978"/>
                </a:lnTo>
                <a:lnTo>
                  <a:pt x="27181" y="12746"/>
                </a:lnTo>
                <a:close/>
              </a:path>
              <a:path w="42544" h="235585">
                <a:moveTo>
                  <a:pt x="17809" y="18055"/>
                </a:moveTo>
                <a:lnTo>
                  <a:pt x="11791" y="18978"/>
                </a:lnTo>
                <a:lnTo>
                  <a:pt x="13047" y="18978"/>
                </a:lnTo>
                <a:lnTo>
                  <a:pt x="15224" y="19288"/>
                </a:lnTo>
                <a:lnTo>
                  <a:pt x="14835" y="19288"/>
                </a:lnTo>
                <a:lnTo>
                  <a:pt x="15420" y="18526"/>
                </a:lnTo>
                <a:lnTo>
                  <a:pt x="16821" y="18526"/>
                </a:lnTo>
                <a:lnTo>
                  <a:pt x="17809" y="18055"/>
                </a:lnTo>
                <a:close/>
              </a:path>
              <a:path w="42544" h="235585">
                <a:moveTo>
                  <a:pt x="19855" y="12746"/>
                </a:moveTo>
                <a:lnTo>
                  <a:pt x="15420" y="18526"/>
                </a:lnTo>
                <a:lnTo>
                  <a:pt x="14738" y="18526"/>
                </a:lnTo>
                <a:lnTo>
                  <a:pt x="17809" y="18055"/>
                </a:lnTo>
                <a:lnTo>
                  <a:pt x="18833" y="18055"/>
                </a:lnTo>
                <a:lnTo>
                  <a:pt x="18935" y="16939"/>
                </a:lnTo>
                <a:lnTo>
                  <a:pt x="19082" y="16939"/>
                </a:lnTo>
                <a:lnTo>
                  <a:pt x="19855" y="12746"/>
                </a:lnTo>
                <a:close/>
              </a:path>
              <a:path w="42544" h="235585">
                <a:moveTo>
                  <a:pt x="18946" y="18055"/>
                </a:moveTo>
                <a:lnTo>
                  <a:pt x="18789" y="18526"/>
                </a:lnTo>
                <a:lnTo>
                  <a:pt x="18946" y="18526"/>
                </a:lnTo>
                <a:lnTo>
                  <a:pt x="18946" y="18055"/>
                </a:lnTo>
                <a:close/>
              </a:path>
              <a:path w="42544" h="235585">
                <a:moveTo>
                  <a:pt x="19082" y="16939"/>
                </a:moveTo>
                <a:lnTo>
                  <a:pt x="18946" y="16939"/>
                </a:lnTo>
                <a:lnTo>
                  <a:pt x="18946" y="17676"/>
                </a:lnTo>
                <a:lnTo>
                  <a:pt x="19082" y="16939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65122" y="3089606"/>
            <a:ext cx="507296" cy="188122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57338" y="3877376"/>
            <a:ext cx="696568" cy="381388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446830" y="3850369"/>
            <a:ext cx="275468" cy="415354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976431" y="3936043"/>
            <a:ext cx="702994" cy="340619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982662" y="4099998"/>
            <a:ext cx="406525" cy="370401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662287" y="3949870"/>
            <a:ext cx="1018565" cy="514601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039676" y="3894522"/>
            <a:ext cx="476398" cy="401130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812332" y="3925932"/>
            <a:ext cx="833126" cy="542357"/>
          </a:xfrm>
          <a:prstGeom prst="rect">
            <a:avLst/>
          </a:prstGeom>
        </p:spPr>
      </p:pic>
      <p:sp>
        <p:nvSpPr>
          <p:cNvPr id="30" name="object 30" descr=""/>
          <p:cNvSpPr/>
          <p:nvPr/>
        </p:nvSpPr>
        <p:spPr>
          <a:xfrm>
            <a:off x="6736663" y="3937448"/>
            <a:ext cx="24130" cy="386715"/>
          </a:xfrm>
          <a:custGeom>
            <a:avLst/>
            <a:gdLst/>
            <a:ahLst/>
            <a:cxnLst/>
            <a:rect l="l" t="t" r="r" b="b"/>
            <a:pathLst>
              <a:path w="24129" h="386714">
                <a:moveTo>
                  <a:pt x="20754" y="16046"/>
                </a:moveTo>
                <a:lnTo>
                  <a:pt x="1733" y="16046"/>
                </a:lnTo>
                <a:lnTo>
                  <a:pt x="1819" y="17020"/>
                </a:lnTo>
                <a:lnTo>
                  <a:pt x="2096" y="17943"/>
                </a:lnTo>
                <a:lnTo>
                  <a:pt x="1900" y="17943"/>
                </a:lnTo>
                <a:lnTo>
                  <a:pt x="3324" y="34080"/>
                </a:lnTo>
                <a:lnTo>
                  <a:pt x="3435" y="113206"/>
                </a:lnTo>
                <a:lnTo>
                  <a:pt x="4011" y="161055"/>
                </a:lnTo>
                <a:lnTo>
                  <a:pt x="4592" y="248044"/>
                </a:lnTo>
                <a:lnTo>
                  <a:pt x="4489" y="360980"/>
                </a:lnTo>
                <a:lnTo>
                  <a:pt x="2197" y="376469"/>
                </a:lnTo>
                <a:lnTo>
                  <a:pt x="2256" y="377700"/>
                </a:lnTo>
                <a:lnTo>
                  <a:pt x="11603" y="386168"/>
                </a:lnTo>
                <a:lnTo>
                  <a:pt x="12596" y="386168"/>
                </a:lnTo>
                <a:lnTo>
                  <a:pt x="23540" y="248044"/>
                </a:lnTo>
                <a:lnTo>
                  <a:pt x="22962" y="161229"/>
                </a:lnTo>
                <a:lnTo>
                  <a:pt x="22383" y="113206"/>
                </a:lnTo>
                <a:lnTo>
                  <a:pt x="22346" y="34080"/>
                </a:lnTo>
                <a:lnTo>
                  <a:pt x="20922" y="17943"/>
                </a:lnTo>
                <a:lnTo>
                  <a:pt x="2096" y="17943"/>
                </a:lnTo>
                <a:lnTo>
                  <a:pt x="1919" y="17020"/>
                </a:lnTo>
                <a:lnTo>
                  <a:pt x="20840" y="17020"/>
                </a:lnTo>
                <a:lnTo>
                  <a:pt x="20754" y="16046"/>
                </a:lnTo>
                <a:close/>
              </a:path>
              <a:path w="24129" h="386714">
                <a:moveTo>
                  <a:pt x="10391" y="0"/>
                </a:moveTo>
                <a:lnTo>
                  <a:pt x="7889" y="0"/>
                </a:lnTo>
                <a:lnTo>
                  <a:pt x="5509" y="715"/>
                </a:lnTo>
                <a:lnTo>
                  <a:pt x="0" y="10944"/>
                </a:lnTo>
                <a:lnTo>
                  <a:pt x="1819" y="17020"/>
                </a:lnTo>
                <a:lnTo>
                  <a:pt x="1733" y="16046"/>
                </a:lnTo>
                <a:lnTo>
                  <a:pt x="20754" y="16046"/>
                </a:lnTo>
                <a:lnTo>
                  <a:pt x="11640" y="129"/>
                </a:lnTo>
                <a:lnTo>
                  <a:pt x="10391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974106" y="3906240"/>
            <a:ext cx="571425" cy="409266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783144" y="7133232"/>
            <a:ext cx="168910" cy="338455"/>
          </a:xfrm>
          <a:custGeom>
            <a:avLst/>
            <a:gdLst/>
            <a:ahLst/>
            <a:cxnLst/>
            <a:rect l="l" t="t" r="r" b="b"/>
            <a:pathLst>
              <a:path w="168909" h="338454">
                <a:moveTo>
                  <a:pt x="155259" y="793"/>
                </a:moveTo>
                <a:lnTo>
                  <a:pt x="125038" y="793"/>
                </a:lnTo>
                <a:lnTo>
                  <a:pt x="124048" y="929"/>
                </a:lnTo>
                <a:lnTo>
                  <a:pt x="89946" y="19422"/>
                </a:lnTo>
                <a:lnTo>
                  <a:pt x="58009" y="57186"/>
                </a:lnTo>
                <a:lnTo>
                  <a:pt x="22722" y="126701"/>
                </a:lnTo>
                <a:lnTo>
                  <a:pt x="9449" y="165657"/>
                </a:lnTo>
                <a:lnTo>
                  <a:pt x="1258" y="226602"/>
                </a:lnTo>
                <a:lnTo>
                  <a:pt x="0" y="258885"/>
                </a:lnTo>
                <a:lnTo>
                  <a:pt x="25" y="260995"/>
                </a:lnTo>
                <a:lnTo>
                  <a:pt x="14513" y="300893"/>
                </a:lnTo>
                <a:lnTo>
                  <a:pt x="57621" y="327450"/>
                </a:lnTo>
                <a:lnTo>
                  <a:pt x="95553" y="337455"/>
                </a:lnTo>
                <a:lnTo>
                  <a:pt x="110060" y="338178"/>
                </a:lnTo>
                <a:lnTo>
                  <a:pt x="160163" y="338178"/>
                </a:lnTo>
                <a:lnTo>
                  <a:pt x="168379" y="329962"/>
                </a:lnTo>
                <a:lnTo>
                  <a:pt x="168379" y="327450"/>
                </a:lnTo>
                <a:lnTo>
                  <a:pt x="110918" y="319248"/>
                </a:lnTo>
                <a:lnTo>
                  <a:pt x="99236" y="318665"/>
                </a:lnTo>
                <a:lnTo>
                  <a:pt x="97691" y="318665"/>
                </a:lnTo>
                <a:lnTo>
                  <a:pt x="87353" y="316818"/>
                </a:lnTo>
                <a:lnTo>
                  <a:pt x="86910" y="316818"/>
                </a:lnTo>
                <a:lnTo>
                  <a:pt x="86163" y="316633"/>
                </a:lnTo>
                <a:lnTo>
                  <a:pt x="86320" y="316633"/>
                </a:lnTo>
                <a:lnTo>
                  <a:pt x="65419" y="310095"/>
                </a:lnTo>
                <a:lnTo>
                  <a:pt x="65181" y="310095"/>
                </a:lnTo>
                <a:lnTo>
                  <a:pt x="64644" y="309853"/>
                </a:lnTo>
                <a:lnTo>
                  <a:pt x="64107" y="309685"/>
                </a:lnTo>
                <a:lnTo>
                  <a:pt x="64272" y="309685"/>
                </a:lnTo>
                <a:lnTo>
                  <a:pt x="44795" y="300893"/>
                </a:lnTo>
                <a:lnTo>
                  <a:pt x="44481" y="300893"/>
                </a:lnTo>
                <a:lnTo>
                  <a:pt x="43090" y="300123"/>
                </a:lnTo>
                <a:lnTo>
                  <a:pt x="43338" y="300123"/>
                </a:lnTo>
                <a:lnTo>
                  <a:pt x="36599" y="295584"/>
                </a:lnTo>
                <a:lnTo>
                  <a:pt x="36386" y="295584"/>
                </a:lnTo>
                <a:lnTo>
                  <a:pt x="35830" y="295066"/>
                </a:lnTo>
                <a:lnTo>
                  <a:pt x="35217" y="294653"/>
                </a:lnTo>
                <a:lnTo>
                  <a:pt x="35387" y="294653"/>
                </a:lnTo>
                <a:lnTo>
                  <a:pt x="29918" y="289557"/>
                </a:lnTo>
                <a:lnTo>
                  <a:pt x="29687" y="289557"/>
                </a:lnTo>
                <a:lnTo>
                  <a:pt x="29163" y="288853"/>
                </a:lnTo>
                <a:lnTo>
                  <a:pt x="28547" y="288279"/>
                </a:lnTo>
                <a:lnTo>
                  <a:pt x="28736" y="288279"/>
                </a:lnTo>
                <a:lnTo>
                  <a:pt x="24653" y="282798"/>
                </a:lnTo>
                <a:lnTo>
                  <a:pt x="24422" y="282798"/>
                </a:lnTo>
                <a:lnTo>
                  <a:pt x="24023" y="281951"/>
                </a:lnTo>
                <a:lnTo>
                  <a:pt x="23609" y="281445"/>
                </a:lnTo>
                <a:lnTo>
                  <a:pt x="23452" y="281185"/>
                </a:lnTo>
                <a:lnTo>
                  <a:pt x="23661" y="281185"/>
                </a:lnTo>
                <a:lnTo>
                  <a:pt x="21373" y="276336"/>
                </a:lnTo>
                <a:lnTo>
                  <a:pt x="20815" y="276336"/>
                </a:lnTo>
                <a:lnTo>
                  <a:pt x="19968" y="273359"/>
                </a:lnTo>
                <a:lnTo>
                  <a:pt x="20480" y="273359"/>
                </a:lnTo>
                <a:lnTo>
                  <a:pt x="19092" y="260995"/>
                </a:lnTo>
                <a:lnTo>
                  <a:pt x="19014" y="260300"/>
                </a:lnTo>
                <a:lnTo>
                  <a:pt x="18934" y="259592"/>
                </a:lnTo>
                <a:lnTo>
                  <a:pt x="18855" y="258885"/>
                </a:lnTo>
                <a:lnTo>
                  <a:pt x="23425" y="194481"/>
                </a:lnTo>
                <a:lnTo>
                  <a:pt x="23870" y="191863"/>
                </a:lnTo>
                <a:lnTo>
                  <a:pt x="27660" y="171090"/>
                </a:lnTo>
                <a:lnTo>
                  <a:pt x="27751" y="170595"/>
                </a:lnTo>
                <a:lnTo>
                  <a:pt x="27846" y="170073"/>
                </a:lnTo>
                <a:lnTo>
                  <a:pt x="28923" y="166674"/>
                </a:lnTo>
                <a:lnTo>
                  <a:pt x="33107" y="152684"/>
                </a:lnTo>
                <a:lnTo>
                  <a:pt x="33206" y="152354"/>
                </a:lnTo>
                <a:lnTo>
                  <a:pt x="33303" y="152027"/>
                </a:lnTo>
                <a:lnTo>
                  <a:pt x="35400" y="146594"/>
                </a:lnTo>
                <a:lnTo>
                  <a:pt x="40003" y="134515"/>
                </a:lnTo>
                <a:lnTo>
                  <a:pt x="40108" y="134240"/>
                </a:lnTo>
                <a:lnTo>
                  <a:pt x="40206" y="133982"/>
                </a:lnTo>
                <a:lnTo>
                  <a:pt x="43280" y="127234"/>
                </a:lnTo>
                <a:lnTo>
                  <a:pt x="57008" y="96920"/>
                </a:lnTo>
                <a:lnTo>
                  <a:pt x="65765" y="80106"/>
                </a:lnTo>
                <a:lnTo>
                  <a:pt x="73541" y="68013"/>
                </a:lnTo>
                <a:lnTo>
                  <a:pt x="88782" y="47971"/>
                </a:lnTo>
                <a:lnTo>
                  <a:pt x="102653" y="33561"/>
                </a:lnTo>
                <a:lnTo>
                  <a:pt x="102418" y="33561"/>
                </a:lnTo>
                <a:lnTo>
                  <a:pt x="103758" y="32406"/>
                </a:lnTo>
                <a:lnTo>
                  <a:pt x="104034" y="32406"/>
                </a:lnTo>
                <a:lnTo>
                  <a:pt x="116186" y="23724"/>
                </a:lnTo>
                <a:lnTo>
                  <a:pt x="115941" y="23724"/>
                </a:lnTo>
                <a:lnTo>
                  <a:pt x="117383" y="22870"/>
                </a:lnTo>
                <a:lnTo>
                  <a:pt x="117740" y="22870"/>
                </a:lnTo>
                <a:lnTo>
                  <a:pt x="121631" y="21021"/>
                </a:lnTo>
                <a:lnTo>
                  <a:pt x="121081" y="21021"/>
                </a:lnTo>
                <a:lnTo>
                  <a:pt x="122767" y="20441"/>
                </a:lnTo>
                <a:lnTo>
                  <a:pt x="123662" y="20441"/>
                </a:lnTo>
                <a:lnTo>
                  <a:pt x="126736" y="19752"/>
                </a:lnTo>
                <a:lnTo>
                  <a:pt x="125801" y="19752"/>
                </a:lnTo>
                <a:lnTo>
                  <a:pt x="128207" y="19422"/>
                </a:lnTo>
                <a:lnTo>
                  <a:pt x="131223" y="19422"/>
                </a:lnTo>
                <a:lnTo>
                  <a:pt x="141021" y="18950"/>
                </a:lnTo>
                <a:lnTo>
                  <a:pt x="163943" y="18950"/>
                </a:lnTo>
                <a:lnTo>
                  <a:pt x="165595" y="17712"/>
                </a:lnTo>
                <a:lnTo>
                  <a:pt x="166417" y="16794"/>
                </a:lnTo>
                <a:lnTo>
                  <a:pt x="167697" y="14632"/>
                </a:lnTo>
                <a:lnTo>
                  <a:pt x="168106" y="13470"/>
                </a:lnTo>
                <a:lnTo>
                  <a:pt x="168461" y="10984"/>
                </a:lnTo>
                <a:lnTo>
                  <a:pt x="168394" y="9753"/>
                </a:lnTo>
                <a:lnTo>
                  <a:pt x="167805" y="7453"/>
                </a:lnTo>
                <a:lnTo>
                  <a:pt x="167771" y="7320"/>
                </a:lnTo>
                <a:lnTo>
                  <a:pt x="161490" y="1689"/>
                </a:lnTo>
                <a:lnTo>
                  <a:pt x="155259" y="793"/>
                </a:lnTo>
                <a:close/>
              </a:path>
              <a:path w="168909" h="338454">
                <a:moveTo>
                  <a:pt x="86320" y="316633"/>
                </a:moveTo>
                <a:lnTo>
                  <a:pt x="86163" y="316633"/>
                </a:lnTo>
                <a:lnTo>
                  <a:pt x="86910" y="316818"/>
                </a:lnTo>
                <a:lnTo>
                  <a:pt x="86320" y="316633"/>
                </a:lnTo>
                <a:close/>
              </a:path>
              <a:path w="168909" h="338454">
                <a:moveTo>
                  <a:pt x="86320" y="316633"/>
                </a:moveTo>
                <a:lnTo>
                  <a:pt x="86910" y="316818"/>
                </a:lnTo>
                <a:lnTo>
                  <a:pt x="87353" y="316818"/>
                </a:lnTo>
                <a:lnTo>
                  <a:pt x="86320" y="316633"/>
                </a:lnTo>
                <a:close/>
              </a:path>
              <a:path w="168909" h="338454">
                <a:moveTo>
                  <a:pt x="64644" y="309853"/>
                </a:moveTo>
                <a:lnTo>
                  <a:pt x="65181" y="310095"/>
                </a:lnTo>
                <a:lnTo>
                  <a:pt x="65419" y="310095"/>
                </a:lnTo>
                <a:lnTo>
                  <a:pt x="64644" y="309853"/>
                </a:lnTo>
                <a:close/>
              </a:path>
              <a:path w="168909" h="338454">
                <a:moveTo>
                  <a:pt x="64272" y="309685"/>
                </a:moveTo>
                <a:lnTo>
                  <a:pt x="64107" y="309685"/>
                </a:lnTo>
                <a:lnTo>
                  <a:pt x="64644" y="309853"/>
                </a:lnTo>
                <a:lnTo>
                  <a:pt x="64272" y="309685"/>
                </a:lnTo>
                <a:close/>
              </a:path>
              <a:path w="168909" h="338454">
                <a:moveTo>
                  <a:pt x="43090" y="300123"/>
                </a:moveTo>
                <a:lnTo>
                  <a:pt x="44481" y="300893"/>
                </a:lnTo>
                <a:lnTo>
                  <a:pt x="43843" y="300463"/>
                </a:lnTo>
                <a:lnTo>
                  <a:pt x="43090" y="300123"/>
                </a:lnTo>
                <a:close/>
              </a:path>
              <a:path w="168909" h="338454">
                <a:moveTo>
                  <a:pt x="43843" y="300463"/>
                </a:moveTo>
                <a:lnTo>
                  <a:pt x="44481" y="300893"/>
                </a:lnTo>
                <a:lnTo>
                  <a:pt x="44795" y="300893"/>
                </a:lnTo>
                <a:lnTo>
                  <a:pt x="43843" y="300463"/>
                </a:lnTo>
                <a:close/>
              </a:path>
              <a:path w="168909" h="338454">
                <a:moveTo>
                  <a:pt x="43338" y="300123"/>
                </a:moveTo>
                <a:lnTo>
                  <a:pt x="43090" y="300123"/>
                </a:lnTo>
                <a:lnTo>
                  <a:pt x="43843" y="300463"/>
                </a:lnTo>
                <a:lnTo>
                  <a:pt x="43338" y="300123"/>
                </a:lnTo>
                <a:close/>
              </a:path>
              <a:path w="168909" h="338454">
                <a:moveTo>
                  <a:pt x="35830" y="295066"/>
                </a:moveTo>
                <a:lnTo>
                  <a:pt x="36386" y="295584"/>
                </a:lnTo>
                <a:lnTo>
                  <a:pt x="36599" y="295584"/>
                </a:lnTo>
                <a:lnTo>
                  <a:pt x="35830" y="295066"/>
                </a:lnTo>
                <a:close/>
              </a:path>
              <a:path w="168909" h="338454">
                <a:moveTo>
                  <a:pt x="35387" y="294653"/>
                </a:moveTo>
                <a:lnTo>
                  <a:pt x="35217" y="294653"/>
                </a:lnTo>
                <a:lnTo>
                  <a:pt x="35830" y="295066"/>
                </a:lnTo>
                <a:lnTo>
                  <a:pt x="35387" y="294653"/>
                </a:lnTo>
                <a:close/>
              </a:path>
              <a:path w="168909" h="338454">
                <a:moveTo>
                  <a:pt x="29163" y="288853"/>
                </a:moveTo>
                <a:lnTo>
                  <a:pt x="29687" y="289557"/>
                </a:lnTo>
                <a:lnTo>
                  <a:pt x="29918" y="289557"/>
                </a:lnTo>
                <a:lnTo>
                  <a:pt x="29163" y="288853"/>
                </a:lnTo>
                <a:close/>
              </a:path>
              <a:path w="168909" h="338454">
                <a:moveTo>
                  <a:pt x="28736" y="288279"/>
                </a:moveTo>
                <a:lnTo>
                  <a:pt x="28547" y="288279"/>
                </a:lnTo>
                <a:lnTo>
                  <a:pt x="29163" y="288853"/>
                </a:lnTo>
                <a:lnTo>
                  <a:pt x="28736" y="288279"/>
                </a:lnTo>
                <a:close/>
              </a:path>
              <a:path w="168909" h="338454">
                <a:moveTo>
                  <a:pt x="24023" y="281951"/>
                </a:moveTo>
                <a:lnTo>
                  <a:pt x="24422" y="282798"/>
                </a:lnTo>
                <a:lnTo>
                  <a:pt x="24653" y="282798"/>
                </a:lnTo>
                <a:lnTo>
                  <a:pt x="24023" y="281951"/>
                </a:lnTo>
                <a:close/>
              </a:path>
              <a:path w="168909" h="338454">
                <a:moveTo>
                  <a:pt x="23661" y="281185"/>
                </a:moveTo>
                <a:lnTo>
                  <a:pt x="23452" y="281185"/>
                </a:lnTo>
                <a:lnTo>
                  <a:pt x="24023" y="281951"/>
                </a:lnTo>
                <a:lnTo>
                  <a:pt x="23784" y="281445"/>
                </a:lnTo>
                <a:lnTo>
                  <a:pt x="23661" y="281185"/>
                </a:lnTo>
                <a:close/>
              </a:path>
              <a:path w="168909" h="338454">
                <a:moveTo>
                  <a:pt x="19968" y="273359"/>
                </a:moveTo>
                <a:lnTo>
                  <a:pt x="20815" y="276336"/>
                </a:lnTo>
                <a:lnTo>
                  <a:pt x="20640" y="274783"/>
                </a:lnTo>
                <a:lnTo>
                  <a:pt x="19968" y="273359"/>
                </a:lnTo>
                <a:close/>
              </a:path>
              <a:path w="168909" h="338454">
                <a:moveTo>
                  <a:pt x="20640" y="274783"/>
                </a:moveTo>
                <a:lnTo>
                  <a:pt x="20815" y="276336"/>
                </a:lnTo>
                <a:lnTo>
                  <a:pt x="21373" y="276336"/>
                </a:lnTo>
                <a:lnTo>
                  <a:pt x="20640" y="274783"/>
                </a:lnTo>
                <a:close/>
              </a:path>
              <a:path w="168909" h="338454">
                <a:moveTo>
                  <a:pt x="20480" y="273359"/>
                </a:moveTo>
                <a:lnTo>
                  <a:pt x="19968" y="273359"/>
                </a:lnTo>
                <a:lnTo>
                  <a:pt x="20640" y="274783"/>
                </a:lnTo>
                <a:lnTo>
                  <a:pt x="20480" y="273359"/>
                </a:lnTo>
                <a:close/>
              </a:path>
              <a:path w="168909" h="338454">
                <a:moveTo>
                  <a:pt x="103758" y="32406"/>
                </a:moveTo>
                <a:lnTo>
                  <a:pt x="102418" y="33561"/>
                </a:lnTo>
                <a:lnTo>
                  <a:pt x="103161" y="33030"/>
                </a:lnTo>
                <a:lnTo>
                  <a:pt x="103758" y="32406"/>
                </a:lnTo>
                <a:close/>
              </a:path>
              <a:path w="168909" h="338454">
                <a:moveTo>
                  <a:pt x="103161" y="33030"/>
                </a:moveTo>
                <a:lnTo>
                  <a:pt x="102418" y="33561"/>
                </a:lnTo>
                <a:lnTo>
                  <a:pt x="102653" y="33561"/>
                </a:lnTo>
                <a:lnTo>
                  <a:pt x="103161" y="33030"/>
                </a:lnTo>
                <a:close/>
              </a:path>
              <a:path w="168909" h="338454">
                <a:moveTo>
                  <a:pt x="104034" y="32406"/>
                </a:moveTo>
                <a:lnTo>
                  <a:pt x="103758" y="32406"/>
                </a:lnTo>
                <a:lnTo>
                  <a:pt x="103161" y="33030"/>
                </a:lnTo>
                <a:lnTo>
                  <a:pt x="104034" y="32406"/>
                </a:lnTo>
                <a:close/>
              </a:path>
              <a:path w="168909" h="338454">
                <a:moveTo>
                  <a:pt x="117383" y="22870"/>
                </a:moveTo>
                <a:lnTo>
                  <a:pt x="115941" y="23724"/>
                </a:lnTo>
                <a:lnTo>
                  <a:pt x="116674" y="23376"/>
                </a:lnTo>
                <a:lnTo>
                  <a:pt x="117383" y="22870"/>
                </a:lnTo>
                <a:close/>
              </a:path>
              <a:path w="168909" h="338454">
                <a:moveTo>
                  <a:pt x="116674" y="23376"/>
                </a:moveTo>
                <a:lnTo>
                  <a:pt x="115941" y="23724"/>
                </a:lnTo>
                <a:lnTo>
                  <a:pt x="116186" y="23724"/>
                </a:lnTo>
                <a:lnTo>
                  <a:pt x="116674" y="23376"/>
                </a:lnTo>
                <a:close/>
              </a:path>
              <a:path w="168909" h="338454">
                <a:moveTo>
                  <a:pt x="117740" y="22870"/>
                </a:moveTo>
                <a:lnTo>
                  <a:pt x="117383" y="22870"/>
                </a:lnTo>
                <a:lnTo>
                  <a:pt x="116674" y="23376"/>
                </a:lnTo>
                <a:lnTo>
                  <a:pt x="117740" y="22870"/>
                </a:lnTo>
                <a:close/>
              </a:path>
              <a:path w="168909" h="338454">
                <a:moveTo>
                  <a:pt x="122850" y="20441"/>
                </a:moveTo>
                <a:lnTo>
                  <a:pt x="121081" y="21021"/>
                </a:lnTo>
                <a:lnTo>
                  <a:pt x="122123" y="20787"/>
                </a:lnTo>
                <a:lnTo>
                  <a:pt x="122850" y="20441"/>
                </a:lnTo>
                <a:close/>
              </a:path>
              <a:path w="168909" h="338454">
                <a:moveTo>
                  <a:pt x="122123" y="20787"/>
                </a:moveTo>
                <a:lnTo>
                  <a:pt x="121081" y="21021"/>
                </a:lnTo>
                <a:lnTo>
                  <a:pt x="121631" y="21021"/>
                </a:lnTo>
                <a:lnTo>
                  <a:pt x="122123" y="20787"/>
                </a:lnTo>
                <a:close/>
              </a:path>
              <a:path w="168909" h="338454">
                <a:moveTo>
                  <a:pt x="123662" y="20441"/>
                </a:moveTo>
                <a:lnTo>
                  <a:pt x="122850" y="20441"/>
                </a:lnTo>
                <a:lnTo>
                  <a:pt x="122123" y="20787"/>
                </a:lnTo>
                <a:lnTo>
                  <a:pt x="123662" y="20441"/>
                </a:lnTo>
                <a:close/>
              </a:path>
              <a:path w="168909" h="338454">
                <a:moveTo>
                  <a:pt x="163162" y="19422"/>
                </a:moveTo>
                <a:lnTo>
                  <a:pt x="151621" y="19422"/>
                </a:lnTo>
                <a:lnTo>
                  <a:pt x="158811" y="20441"/>
                </a:lnTo>
                <a:lnTo>
                  <a:pt x="159783" y="20441"/>
                </a:lnTo>
                <a:lnTo>
                  <a:pt x="162474" y="19752"/>
                </a:lnTo>
                <a:lnTo>
                  <a:pt x="163162" y="19422"/>
                </a:lnTo>
                <a:close/>
              </a:path>
              <a:path w="168909" h="338454">
                <a:moveTo>
                  <a:pt x="128207" y="19422"/>
                </a:moveTo>
                <a:lnTo>
                  <a:pt x="125801" y="19752"/>
                </a:lnTo>
                <a:lnTo>
                  <a:pt x="126736" y="19752"/>
                </a:lnTo>
                <a:lnTo>
                  <a:pt x="128207" y="19422"/>
                </a:lnTo>
                <a:close/>
              </a:path>
              <a:path w="168909" h="338454">
                <a:moveTo>
                  <a:pt x="131223" y="19422"/>
                </a:moveTo>
                <a:lnTo>
                  <a:pt x="128207" y="19422"/>
                </a:lnTo>
                <a:lnTo>
                  <a:pt x="126736" y="19752"/>
                </a:lnTo>
                <a:lnTo>
                  <a:pt x="124361" y="19752"/>
                </a:lnTo>
                <a:lnTo>
                  <a:pt x="131223" y="19422"/>
                </a:lnTo>
                <a:close/>
              </a:path>
              <a:path w="168909" h="338454">
                <a:moveTo>
                  <a:pt x="163943" y="18950"/>
                </a:moveTo>
                <a:lnTo>
                  <a:pt x="141021" y="18950"/>
                </a:lnTo>
                <a:lnTo>
                  <a:pt x="155558" y="19752"/>
                </a:lnTo>
                <a:lnTo>
                  <a:pt x="154691" y="19752"/>
                </a:lnTo>
                <a:lnTo>
                  <a:pt x="151102" y="19422"/>
                </a:lnTo>
                <a:lnTo>
                  <a:pt x="163314" y="19422"/>
                </a:lnTo>
                <a:lnTo>
                  <a:pt x="163943" y="18950"/>
                </a:lnTo>
                <a:close/>
              </a:path>
              <a:path w="168909" h="338454">
                <a:moveTo>
                  <a:pt x="141618" y="0"/>
                </a:moveTo>
                <a:lnTo>
                  <a:pt x="140642" y="0"/>
                </a:lnTo>
                <a:lnTo>
                  <a:pt x="123820" y="793"/>
                </a:lnTo>
                <a:lnTo>
                  <a:pt x="155781" y="793"/>
                </a:lnTo>
                <a:lnTo>
                  <a:pt x="141618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43746" y="7331430"/>
            <a:ext cx="145753" cy="186212"/>
          </a:xfrm>
          <a:prstGeom prst="rect">
            <a:avLst/>
          </a:prstGeom>
        </p:spPr>
      </p:pic>
      <p:grpSp>
        <p:nvGrpSpPr>
          <p:cNvPr id="34" name="object 34" descr=""/>
          <p:cNvGrpSpPr/>
          <p:nvPr/>
        </p:nvGrpSpPr>
        <p:grpSpPr>
          <a:xfrm>
            <a:off x="935436" y="7278640"/>
            <a:ext cx="1213485" cy="660400"/>
            <a:chOff x="935436" y="7278640"/>
            <a:chExt cx="1213485" cy="660400"/>
          </a:xfrm>
        </p:grpSpPr>
        <p:pic>
          <p:nvPicPr>
            <p:cNvPr id="35" name="object 3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84720" y="7278640"/>
              <a:ext cx="863926" cy="247004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35436" y="7558091"/>
              <a:ext cx="675366" cy="380857"/>
            </a:xfrm>
            <a:prstGeom prst="rect">
              <a:avLst/>
            </a:prstGeom>
          </p:spPr>
        </p:pic>
      </p:grpSp>
      <p:sp>
        <p:nvSpPr>
          <p:cNvPr id="37" name="object 37" descr=""/>
          <p:cNvSpPr/>
          <p:nvPr/>
        </p:nvSpPr>
        <p:spPr>
          <a:xfrm>
            <a:off x="4805749" y="7312897"/>
            <a:ext cx="192405" cy="353060"/>
          </a:xfrm>
          <a:custGeom>
            <a:avLst/>
            <a:gdLst/>
            <a:ahLst/>
            <a:cxnLst/>
            <a:rect l="l" t="t" r="r" b="b"/>
            <a:pathLst>
              <a:path w="192404" h="353059">
                <a:moveTo>
                  <a:pt x="183907" y="0"/>
                </a:moveTo>
                <a:lnTo>
                  <a:pt x="181340" y="0"/>
                </a:lnTo>
                <a:lnTo>
                  <a:pt x="167455" y="1459"/>
                </a:lnTo>
                <a:lnTo>
                  <a:pt x="126046" y="19033"/>
                </a:lnTo>
                <a:lnTo>
                  <a:pt x="93798" y="54603"/>
                </a:lnTo>
                <a:lnTo>
                  <a:pt x="54884" y="112137"/>
                </a:lnTo>
                <a:lnTo>
                  <a:pt x="36149" y="149518"/>
                </a:lnTo>
                <a:lnTo>
                  <a:pt x="19729" y="189751"/>
                </a:lnTo>
                <a:lnTo>
                  <a:pt x="8454" y="226449"/>
                </a:lnTo>
                <a:lnTo>
                  <a:pt x="2292" y="265120"/>
                </a:lnTo>
                <a:lnTo>
                  <a:pt x="0" y="300913"/>
                </a:lnTo>
                <a:lnTo>
                  <a:pt x="561" y="309744"/>
                </a:lnTo>
                <a:lnTo>
                  <a:pt x="607" y="310481"/>
                </a:lnTo>
                <a:lnTo>
                  <a:pt x="21354" y="344507"/>
                </a:lnTo>
                <a:lnTo>
                  <a:pt x="55494" y="352966"/>
                </a:lnTo>
                <a:lnTo>
                  <a:pt x="57146" y="352966"/>
                </a:lnTo>
                <a:lnTo>
                  <a:pt x="78760" y="351130"/>
                </a:lnTo>
                <a:lnTo>
                  <a:pt x="79013" y="351130"/>
                </a:lnTo>
                <a:lnTo>
                  <a:pt x="116150" y="340530"/>
                </a:lnTo>
                <a:lnTo>
                  <a:pt x="117177" y="335709"/>
                </a:lnTo>
                <a:lnTo>
                  <a:pt x="116878" y="334102"/>
                </a:lnTo>
                <a:lnTo>
                  <a:pt x="57310" y="334102"/>
                </a:lnTo>
                <a:lnTo>
                  <a:pt x="46639" y="333010"/>
                </a:lnTo>
                <a:lnTo>
                  <a:pt x="43553" y="333010"/>
                </a:lnTo>
                <a:lnTo>
                  <a:pt x="41714" y="332576"/>
                </a:lnTo>
                <a:lnTo>
                  <a:pt x="42396" y="332576"/>
                </a:lnTo>
                <a:lnTo>
                  <a:pt x="33804" y="329352"/>
                </a:lnTo>
                <a:lnTo>
                  <a:pt x="32723" y="329352"/>
                </a:lnTo>
                <a:lnTo>
                  <a:pt x="32393" y="329105"/>
                </a:lnTo>
                <a:lnTo>
                  <a:pt x="31240" y="328541"/>
                </a:lnTo>
                <a:lnTo>
                  <a:pt x="30364" y="328062"/>
                </a:lnTo>
                <a:lnTo>
                  <a:pt x="31002" y="328062"/>
                </a:lnTo>
                <a:lnTo>
                  <a:pt x="26637" y="324788"/>
                </a:lnTo>
                <a:lnTo>
                  <a:pt x="25557" y="324788"/>
                </a:lnTo>
                <a:lnTo>
                  <a:pt x="23198" y="322209"/>
                </a:lnTo>
                <a:lnTo>
                  <a:pt x="23954" y="322209"/>
                </a:lnTo>
                <a:lnTo>
                  <a:pt x="22242" y="319455"/>
                </a:lnTo>
                <a:lnTo>
                  <a:pt x="21626" y="319455"/>
                </a:lnTo>
                <a:lnTo>
                  <a:pt x="20429" y="316541"/>
                </a:lnTo>
                <a:lnTo>
                  <a:pt x="20966" y="316541"/>
                </a:lnTo>
                <a:lnTo>
                  <a:pt x="19427" y="309744"/>
                </a:lnTo>
                <a:lnTo>
                  <a:pt x="18986" y="300913"/>
                </a:lnTo>
                <a:lnTo>
                  <a:pt x="18909" y="299698"/>
                </a:lnTo>
                <a:lnTo>
                  <a:pt x="21051" y="268060"/>
                </a:lnTo>
                <a:lnTo>
                  <a:pt x="21106" y="267216"/>
                </a:lnTo>
                <a:lnTo>
                  <a:pt x="21339" y="265976"/>
                </a:lnTo>
                <a:lnTo>
                  <a:pt x="26667" y="232006"/>
                </a:lnTo>
                <a:lnTo>
                  <a:pt x="26765" y="231379"/>
                </a:lnTo>
                <a:lnTo>
                  <a:pt x="26873" y="230691"/>
                </a:lnTo>
                <a:lnTo>
                  <a:pt x="27872" y="227764"/>
                </a:lnTo>
                <a:lnTo>
                  <a:pt x="37320" y="196895"/>
                </a:lnTo>
                <a:lnTo>
                  <a:pt x="37445" y="196485"/>
                </a:lnTo>
                <a:lnTo>
                  <a:pt x="37563" y="196101"/>
                </a:lnTo>
                <a:lnTo>
                  <a:pt x="39861" y="190557"/>
                </a:lnTo>
                <a:lnTo>
                  <a:pt x="53397" y="157331"/>
                </a:lnTo>
                <a:lnTo>
                  <a:pt x="57004" y="150187"/>
                </a:lnTo>
                <a:lnTo>
                  <a:pt x="71415" y="121365"/>
                </a:lnTo>
                <a:lnTo>
                  <a:pt x="76701" y="112894"/>
                </a:lnTo>
                <a:lnTo>
                  <a:pt x="90046" y="91338"/>
                </a:lnTo>
                <a:lnTo>
                  <a:pt x="108645" y="66360"/>
                </a:lnTo>
                <a:lnTo>
                  <a:pt x="128063" y="43379"/>
                </a:lnTo>
                <a:lnTo>
                  <a:pt x="137041" y="34610"/>
                </a:lnTo>
                <a:lnTo>
                  <a:pt x="136845" y="34610"/>
                </a:lnTo>
                <a:lnTo>
                  <a:pt x="137509" y="34149"/>
                </a:lnTo>
                <a:lnTo>
                  <a:pt x="138087" y="33581"/>
                </a:lnTo>
                <a:lnTo>
                  <a:pt x="138329" y="33581"/>
                </a:lnTo>
                <a:lnTo>
                  <a:pt x="146897" y="27640"/>
                </a:lnTo>
                <a:lnTo>
                  <a:pt x="146566" y="27640"/>
                </a:lnTo>
                <a:lnTo>
                  <a:pt x="148203" y="26734"/>
                </a:lnTo>
                <a:lnTo>
                  <a:pt x="148659" y="26734"/>
                </a:lnTo>
                <a:lnTo>
                  <a:pt x="157491" y="22914"/>
                </a:lnTo>
                <a:lnTo>
                  <a:pt x="156982" y="22914"/>
                </a:lnTo>
                <a:lnTo>
                  <a:pt x="158839" y="22331"/>
                </a:lnTo>
                <a:lnTo>
                  <a:pt x="159813" y="22331"/>
                </a:lnTo>
                <a:lnTo>
                  <a:pt x="169626" y="20311"/>
                </a:lnTo>
                <a:lnTo>
                  <a:pt x="169438" y="20311"/>
                </a:lnTo>
                <a:lnTo>
                  <a:pt x="184608" y="18710"/>
                </a:lnTo>
                <a:lnTo>
                  <a:pt x="191732" y="11158"/>
                </a:lnTo>
                <a:lnTo>
                  <a:pt x="191807" y="10906"/>
                </a:lnTo>
                <a:lnTo>
                  <a:pt x="186261" y="695"/>
                </a:lnTo>
                <a:lnTo>
                  <a:pt x="183907" y="0"/>
                </a:lnTo>
                <a:close/>
              </a:path>
              <a:path w="192404" h="353059">
                <a:moveTo>
                  <a:pt x="116262" y="332094"/>
                </a:moveTo>
                <a:lnTo>
                  <a:pt x="79045" y="332094"/>
                </a:lnTo>
                <a:lnTo>
                  <a:pt x="55396" y="334102"/>
                </a:lnTo>
                <a:lnTo>
                  <a:pt x="116878" y="334102"/>
                </a:lnTo>
                <a:lnTo>
                  <a:pt x="116718" y="333240"/>
                </a:lnTo>
                <a:lnTo>
                  <a:pt x="116262" y="332094"/>
                </a:lnTo>
                <a:close/>
              </a:path>
              <a:path w="192404" h="353059">
                <a:moveTo>
                  <a:pt x="42396" y="332576"/>
                </a:moveTo>
                <a:lnTo>
                  <a:pt x="41714" y="332576"/>
                </a:lnTo>
                <a:lnTo>
                  <a:pt x="43553" y="333010"/>
                </a:lnTo>
                <a:lnTo>
                  <a:pt x="42396" y="332576"/>
                </a:lnTo>
                <a:close/>
              </a:path>
              <a:path w="192404" h="353059">
                <a:moveTo>
                  <a:pt x="42396" y="332576"/>
                </a:moveTo>
                <a:lnTo>
                  <a:pt x="43553" y="333010"/>
                </a:lnTo>
                <a:lnTo>
                  <a:pt x="46639" y="333010"/>
                </a:lnTo>
                <a:lnTo>
                  <a:pt x="42396" y="332576"/>
                </a:lnTo>
                <a:close/>
              </a:path>
              <a:path w="192404" h="353059">
                <a:moveTo>
                  <a:pt x="108377" y="326673"/>
                </a:moveTo>
                <a:lnTo>
                  <a:pt x="107054" y="326673"/>
                </a:lnTo>
                <a:lnTo>
                  <a:pt x="75165" y="332576"/>
                </a:lnTo>
                <a:lnTo>
                  <a:pt x="74748" y="332576"/>
                </a:lnTo>
                <a:lnTo>
                  <a:pt x="78361" y="332094"/>
                </a:lnTo>
                <a:lnTo>
                  <a:pt x="116262" y="332094"/>
                </a:lnTo>
                <a:lnTo>
                  <a:pt x="114894" y="329987"/>
                </a:lnTo>
                <a:lnTo>
                  <a:pt x="114035" y="329105"/>
                </a:lnTo>
                <a:lnTo>
                  <a:pt x="111964" y="327682"/>
                </a:lnTo>
                <a:lnTo>
                  <a:pt x="110833" y="327196"/>
                </a:lnTo>
                <a:lnTo>
                  <a:pt x="108377" y="326673"/>
                </a:lnTo>
                <a:close/>
              </a:path>
              <a:path w="192404" h="353059">
                <a:moveTo>
                  <a:pt x="31641" y="328541"/>
                </a:moveTo>
                <a:lnTo>
                  <a:pt x="32270" y="329105"/>
                </a:lnTo>
                <a:lnTo>
                  <a:pt x="32723" y="329352"/>
                </a:lnTo>
                <a:lnTo>
                  <a:pt x="33804" y="329352"/>
                </a:lnTo>
                <a:lnTo>
                  <a:pt x="31641" y="328541"/>
                </a:lnTo>
                <a:close/>
              </a:path>
              <a:path w="192404" h="353059">
                <a:moveTo>
                  <a:pt x="30364" y="328062"/>
                </a:moveTo>
                <a:lnTo>
                  <a:pt x="32270" y="329105"/>
                </a:lnTo>
                <a:lnTo>
                  <a:pt x="31641" y="328541"/>
                </a:lnTo>
                <a:lnTo>
                  <a:pt x="30364" y="328062"/>
                </a:lnTo>
                <a:close/>
              </a:path>
              <a:path w="192404" h="353059">
                <a:moveTo>
                  <a:pt x="31002" y="328062"/>
                </a:moveTo>
                <a:lnTo>
                  <a:pt x="30364" y="328062"/>
                </a:lnTo>
                <a:lnTo>
                  <a:pt x="31641" y="328541"/>
                </a:lnTo>
                <a:lnTo>
                  <a:pt x="31002" y="328062"/>
                </a:lnTo>
                <a:close/>
              </a:path>
              <a:path w="192404" h="353059">
                <a:moveTo>
                  <a:pt x="23198" y="322209"/>
                </a:moveTo>
                <a:lnTo>
                  <a:pt x="25557" y="324788"/>
                </a:lnTo>
                <a:lnTo>
                  <a:pt x="24614" y="323271"/>
                </a:lnTo>
                <a:lnTo>
                  <a:pt x="23198" y="322209"/>
                </a:lnTo>
                <a:close/>
              </a:path>
              <a:path w="192404" h="353059">
                <a:moveTo>
                  <a:pt x="24614" y="323271"/>
                </a:moveTo>
                <a:lnTo>
                  <a:pt x="25557" y="324788"/>
                </a:lnTo>
                <a:lnTo>
                  <a:pt x="26637" y="324788"/>
                </a:lnTo>
                <a:lnTo>
                  <a:pt x="24614" y="323271"/>
                </a:lnTo>
                <a:close/>
              </a:path>
              <a:path w="192404" h="353059">
                <a:moveTo>
                  <a:pt x="23954" y="322209"/>
                </a:moveTo>
                <a:lnTo>
                  <a:pt x="23198" y="322209"/>
                </a:lnTo>
                <a:lnTo>
                  <a:pt x="24614" y="323271"/>
                </a:lnTo>
                <a:lnTo>
                  <a:pt x="23954" y="322209"/>
                </a:lnTo>
                <a:close/>
              </a:path>
              <a:path w="192404" h="353059">
                <a:moveTo>
                  <a:pt x="20429" y="316541"/>
                </a:moveTo>
                <a:lnTo>
                  <a:pt x="21626" y="319455"/>
                </a:lnTo>
                <a:lnTo>
                  <a:pt x="21273" y="317898"/>
                </a:lnTo>
                <a:lnTo>
                  <a:pt x="20429" y="316541"/>
                </a:lnTo>
                <a:close/>
              </a:path>
              <a:path w="192404" h="353059">
                <a:moveTo>
                  <a:pt x="21273" y="317898"/>
                </a:moveTo>
                <a:lnTo>
                  <a:pt x="21626" y="319455"/>
                </a:lnTo>
                <a:lnTo>
                  <a:pt x="22242" y="319455"/>
                </a:lnTo>
                <a:lnTo>
                  <a:pt x="21273" y="317898"/>
                </a:lnTo>
                <a:close/>
              </a:path>
              <a:path w="192404" h="353059">
                <a:moveTo>
                  <a:pt x="20966" y="316541"/>
                </a:moveTo>
                <a:lnTo>
                  <a:pt x="20429" y="316541"/>
                </a:lnTo>
                <a:lnTo>
                  <a:pt x="21273" y="317898"/>
                </a:lnTo>
                <a:lnTo>
                  <a:pt x="20966" y="316541"/>
                </a:lnTo>
                <a:close/>
              </a:path>
              <a:path w="192404" h="353059">
                <a:moveTo>
                  <a:pt x="137509" y="34149"/>
                </a:moveTo>
                <a:lnTo>
                  <a:pt x="136845" y="34610"/>
                </a:lnTo>
                <a:lnTo>
                  <a:pt x="137041" y="34610"/>
                </a:lnTo>
                <a:lnTo>
                  <a:pt x="137509" y="34149"/>
                </a:lnTo>
                <a:close/>
              </a:path>
              <a:path w="192404" h="353059">
                <a:moveTo>
                  <a:pt x="138329" y="33581"/>
                </a:moveTo>
                <a:lnTo>
                  <a:pt x="138087" y="33581"/>
                </a:lnTo>
                <a:lnTo>
                  <a:pt x="137509" y="34149"/>
                </a:lnTo>
                <a:lnTo>
                  <a:pt x="138329" y="33581"/>
                </a:lnTo>
                <a:close/>
              </a:path>
              <a:path w="192404" h="353059">
                <a:moveTo>
                  <a:pt x="148203" y="26734"/>
                </a:moveTo>
                <a:lnTo>
                  <a:pt x="146566" y="27640"/>
                </a:lnTo>
                <a:lnTo>
                  <a:pt x="147446" y="27259"/>
                </a:lnTo>
                <a:lnTo>
                  <a:pt x="148203" y="26734"/>
                </a:lnTo>
                <a:close/>
              </a:path>
              <a:path w="192404" h="353059">
                <a:moveTo>
                  <a:pt x="147446" y="27259"/>
                </a:moveTo>
                <a:lnTo>
                  <a:pt x="146566" y="27640"/>
                </a:lnTo>
                <a:lnTo>
                  <a:pt x="146897" y="27640"/>
                </a:lnTo>
                <a:lnTo>
                  <a:pt x="147446" y="27259"/>
                </a:lnTo>
                <a:close/>
              </a:path>
              <a:path w="192404" h="353059">
                <a:moveTo>
                  <a:pt x="148659" y="26734"/>
                </a:moveTo>
                <a:lnTo>
                  <a:pt x="148203" y="26734"/>
                </a:lnTo>
                <a:lnTo>
                  <a:pt x="147446" y="27259"/>
                </a:lnTo>
                <a:lnTo>
                  <a:pt x="148659" y="26734"/>
                </a:lnTo>
                <a:close/>
              </a:path>
              <a:path w="192404" h="353059">
                <a:moveTo>
                  <a:pt x="158839" y="22331"/>
                </a:moveTo>
                <a:lnTo>
                  <a:pt x="156982" y="22914"/>
                </a:lnTo>
                <a:lnTo>
                  <a:pt x="157954" y="22714"/>
                </a:lnTo>
                <a:lnTo>
                  <a:pt x="158839" y="22331"/>
                </a:lnTo>
                <a:close/>
              </a:path>
              <a:path w="192404" h="353059">
                <a:moveTo>
                  <a:pt x="157954" y="22714"/>
                </a:moveTo>
                <a:lnTo>
                  <a:pt x="156982" y="22914"/>
                </a:lnTo>
                <a:lnTo>
                  <a:pt x="157491" y="22914"/>
                </a:lnTo>
                <a:lnTo>
                  <a:pt x="157954" y="22714"/>
                </a:lnTo>
                <a:close/>
              </a:path>
              <a:path w="192404" h="353059">
                <a:moveTo>
                  <a:pt x="159813" y="22331"/>
                </a:moveTo>
                <a:lnTo>
                  <a:pt x="158839" y="22331"/>
                </a:lnTo>
                <a:lnTo>
                  <a:pt x="157954" y="22714"/>
                </a:lnTo>
                <a:lnTo>
                  <a:pt x="159813" y="2233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" name="object 38" descr=""/>
          <p:cNvGrpSpPr/>
          <p:nvPr/>
        </p:nvGrpSpPr>
        <p:grpSpPr>
          <a:xfrm>
            <a:off x="5025533" y="7403777"/>
            <a:ext cx="1238250" cy="723265"/>
            <a:chOff x="5025533" y="7403777"/>
            <a:chExt cx="1238250" cy="723265"/>
          </a:xfrm>
        </p:grpSpPr>
        <p:pic>
          <p:nvPicPr>
            <p:cNvPr id="39" name="object 3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651295" y="7403777"/>
              <a:ext cx="612373" cy="235743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025533" y="7465292"/>
              <a:ext cx="762822" cy="661413"/>
            </a:xfrm>
            <a:prstGeom prst="rect">
              <a:avLst/>
            </a:prstGeom>
          </p:spPr>
        </p:pic>
      </p:grpSp>
      <p:sp>
        <p:nvSpPr>
          <p:cNvPr id="41" name="object 41" descr=""/>
          <p:cNvSpPr/>
          <p:nvPr/>
        </p:nvSpPr>
        <p:spPr>
          <a:xfrm>
            <a:off x="6282461" y="2898990"/>
            <a:ext cx="95250" cy="58419"/>
          </a:xfrm>
          <a:custGeom>
            <a:avLst/>
            <a:gdLst/>
            <a:ahLst/>
            <a:cxnLst/>
            <a:rect l="l" t="t" r="r" b="b"/>
            <a:pathLst>
              <a:path w="95250" h="58419">
                <a:moveTo>
                  <a:pt x="39712" y="17932"/>
                </a:moveTo>
                <a:lnTo>
                  <a:pt x="39471" y="16713"/>
                </a:lnTo>
                <a:lnTo>
                  <a:pt x="38519" y="14401"/>
                </a:lnTo>
                <a:lnTo>
                  <a:pt x="37960" y="13576"/>
                </a:lnTo>
                <a:lnTo>
                  <a:pt x="38112" y="13296"/>
                </a:lnTo>
                <a:lnTo>
                  <a:pt x="38862" y="10896"/>
                </a:lnTo>
                <a:lnTo>
                  <a:pt x="38747" y="7175"/>
                </a:lnTo>
                <a:lnTo>
                  <a:pt x="38392" y="5994"/>
                </a:lnTo>
                <a:lnTo>
                  <a:pt x="31381" y="0"/>
                </a:lnTo>
                <a:lnTo>
                  <a:pt x="27292" y="0"/>
                </a:lnTo>
                <a:lnTo>
                  <a:pt x="26111" y="355"/>
                </a:lnTo>
                <a:lnTo>
                  <a:pt x="18834" y="4216"/>
                </a:lnTo>
                <a:lnTo>
                  <a:pt x="18834" y="27343"/>
                </a:lnTo>
                <a:lnTo>
                  <a:pt x="18757" y="30111"/>
                </a:lnTo>
                <a:lnTo>
                  <a:pt x="18732" y="29133"/>
                </a:lnTo>
                <a:lnTo>
                  <a:pt x="18694" y="28067"/>
                </a:lnTo>
                <a:lnTo>
                  <a:pt x="18656" y="26974"/>
                </a:lnTo>
                <a:lnTo>
                  <a:pt x="18681" y="27584"/>
                </a:lnTo>
                <a:lnTo>
                  <a:pt x="18834" y="27343"/>
                </a:lnTo>
                <a:lnTo>
                  <a:pt x="18834" y="4216"/>
                </a:lnTo>
                <a:lnTo>
                  <a:pt x="7366" y="10299"/>
                </a:lnTo>
                <a:lnTo>
                  <a:pt x="6591" y="10617"/>
                </a:lnTo>
                <a:lnTo>
                  <a:pt x="6350" y="10782"/>
                </a:lnTo>
                <a:lnTo>
                  <a:pt x="6019" y="10909"/>
                </a:lnTo>
                <a:lnTo>
                  <a:pt x="5334" y="11366"/>
                </a:lnTo>
                <a:lnTo>
                  <a:pt x="5181" y="11480"/>
                </a:lnTo>
                <a:lnTo>
                  <a:pt x="5003" y="11595"/>
                </a:lnTo>
                <a:lnTo>
                  <a:pt x="4876" y="11722"/>
                </a:lnTo>
                <a:lnTo>
                  <a:pt x="4584" y="11950"/>
                </a:lnTo>
                <a:lnTo>
                  <a:pt x="4432" y="12077"/>
                </a:lnTo>
                <a:lnTo>
                  <a:pt x="4305" y="12179"/>
                </a:lnTo>
                <a:lnTo>
                  <a:pt x="4152" y="12357"/>
                </a:lnTo>
                <a:lnTo>
                  <a:pt x="3632" y="12890"/>
                </a:lnTo>
                <a:lnTo>
                  <a:pt x="3467" y="13131"/>
                </a:lnTo>
                <a:lnTo>
                  <a:pt x="3225" y="13373"/>
                </a:lnTo>
                <a:lnTo>
                  <a:pt x="2806" y="13995"/>
                </a:lnTo>
                <a:lnTo>
                  <a:pt x="2705" y="14122"/>
                </a:lnTo>
                <a:lnTo>
                  <a:pt x="2603" y="14300"/>
                </a:lnTo>
                <a:lnTo>
                  <a:pt x="2489" y="14516"/>
                </a:lnTo>
                <a:lnTo>
                  <a:pt x="2273" y="14922"/>
                </a:lnTo>
                <a:lnTo>
                  <a:pt x="2197" y="15049"/>
                </a:lnTo>
                <a:lnTo>
                  <a:pt x="2120" y="15201"/>
                </a:lnTo>
                <a:lnTo>
                  <a:pt x="2057" y="15405"/>
                </a:lnTo>
                <a:lnTo>
                  <a:pt x="1765" y="16116"/>
                </a:lnTo>
                <a:lnTo>
                  <a:pt x="1701" y="16395"/>
                </a:lnTo>
                <a:lnTo>
                  <a:pt x="1574" y="16713"/>
                </a:lnTo>
                <a:lnTo>
                  <a:pt x="1333" y="17932"/>
                </a:lnTo>
                <a:lnTo>
                  <a:pt x="1333" y="18275"/>
                </a:lnTo>
                <a:lnTo>
                  <a:pt x="0" y="24942"/>
                </a:lnTo>
                <a:lnTo>
                  <a:pt x="38" y="32689"/>
                </a:lnTo>
                <a:lnTo>
                  <a:pt x="10274" y="41211"/>
                </a:lnTo>
                <a:lnTo>
                  <a:pt x="12141" y="41211"/>
                </a:lnTo>
                <a:lnTo>
                  <a:pt x="29857" y="30111"/>
                </a:lnTo>
                <a:lnTo>
                  <a:pt x="29845" y="28651"/>
                </a:lnTo>
                <a:lnTo>
                  <a:pt x="31496" y="28651"/>
                </a:lnTo>
                <a:lnTo>
                  <a:pt x="39712" y="20434"/>
                </a:lnTo>
                <a:lnTo>
                  <a:pt x="39712" y="19189"/>
                </a:lnTo>
                <a:lnTo>
                  <a:pt x="39712" y="17932"/>
                </a:lnTo>
                <a:close/>
              </a:path>
              <a:path w="95250" h="58419">
                <a:moveTo>
                  <a:pt x="52666" y="37363"/>
                </a:moveTo>
                <a:lnTo>
                  <a:pt x="44450" y="29146"/>
                </a:lnTo>
                <a:lnTo>
                  <a:pt x="41948" y="29146"/>
                </a:lnTo>
                <a:lnTo>
                  <a:pt x="33731" y="37363"/>
                </a:lnTo>
                <a:lnTo>
                  <a:pt x="33731" y="39878"/>
                </a:lnTo>
                <a:lnTo>
                  <a:pt x="41948" y="48094"/>
                </a:lnTo>
                <a:lnTo>
                  <a:pt x="44450" y="48094"/>
                </a:lnTo>
                <a:lnTo>
                  <a:pt x="52666" y="39878"/>
                </a:lnTo>
                <a:lnTo>
                  <a:pt x="52666" y="38620"/>
                </a:lnTo>
                <a:lnTo>
                  <a:pt x="52666" y="37363"/>
                </a:lnTo>
                <a:close/>
              </a:path>
              <a:path w="95250" h="58419">
                <a:moveTo>
                  <a:pt x="72110" y="40601"/>
                </a:moveTo>
                <a:lnTo>
                  <a:pt x="63893" y="32385"/>
                </a:lnTo>
                <a:lnTo>
                  <a:pt x="61379" y="32385"/>
                </a:lnTo>
                <a:lnTo>
                  <a:pt x="53162" y="40601"/>
                </a:lnTo>
                <a:lnTo>
                  <a:pt x="53162" y="43116"/>
                </a:lnTo>
                <a:lnTo>
                  <a:pt x="61379" y="51333"/>
                </a:lnTo>
                <a:lnTo>
                  <a:pt x="63893" y="51333"/>
                </a:lnTo>
                <a:lnTo>
                  <a:pt x="72110" y="43116"/>
                </a:lnTo>
                <a:lnTo>
                  <a:pt x="72110" y="41859"/>
                </a:lnTo>
                <a:lnTo>
                  <a:pt x="72110" y="40601"/>
                </a:lnTo>
                <a:close/>
              </a:path>
              <a:path w="95250" h="58419">
                <a:moveTo>
                  <a:pt x="94780" y="47078"/>
                </a:moveTo>
                <a:lnTo>
                  <a:pt x="86563" y="38862"/>
                </a:lnTo>
                <a:lnTo>
                  <a:pt x="84048" y="38862"/>
                </a:lnTo>
                <a:lnTo>
                  <a:pt x="75831" y="47078"/>
                </a:lnTo>
                <a:lnTo>
                  <a:pt x="75831" y="49593"/>
                </a:lnTo>
                <a:lnTo>
                  <a:pt x="84048" y="57810"/>
                </a:lnTo>
                <a:lnTo>
                  <a:pt x="86563" y="57810"/>
                </a:lnTo>
                <a:lnTo>
                  <a:pt x="94780" y="49593"/>
                </a:lnTo>
                <a:lnTo>
                  <a:pt x="94780" y="48336"/>
                </a:lnTo>
                <a:lnTo>
                  <a:pt x="94780" y="47078"/>
                </a:lnTo>
                <a:close/>
              </a:path>
            </a:pathLst>
          </a:custGeom>
          <a:solidFill>
            <a:srgbClr val="167E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5121801" y="1520590"/>
            <a:ext cx="40005" cy="26670"/>
          </a:xfrm>
          <a:custGeom>
            <a:avLst/>
            <a:gdLst/>
            <a:ahLst/>
            <a:cxnLst/>
            <a:rect l="l" t="t" r="r" b="b"/>
            <a:pathLst>
              <a:path w="40004" h="26669">
                <a:moveTo>
                  <a:pt x="26647" y="0"/>
                </a:moveTo>
                <a:lnTo>
                  <a:pt x="10467" y="4934"/>
                </a:lnTo>
                <a:lnTo>
                  <a:pt x="0" y="8604"/>
                </a:lnTo>
                <a:lnTo>
                  <a:pt x="6336" y="26453"/>
                </a:lnTo>
                <a:lnTo>
                  <a:pt x="16419" y="22917"/>
                </a:lnTo>
                <a:lnTo>
                  <a:pt x="40004" y="15727"/>
                </a:lnTo>
                <a:lnTo>
                  <a:pt x="26647" y="0"/>
                </a:lnTo>
                <a:close/>
              </a:path>
            </a:pathLst>
          </a:custGeom>
          <a:solidFill>
            <a:srgbClr val="167E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557372" y="8197293"/>
            <a:ext cx="175895" cy="417830"/>
          </a:xfrm>
          <a:custGeom>
            <a:avLst/>
            <a:gdLst/>
            <a:ahLst/>
            <a:cxnLst/>
            <a:rect l="l" t="t" r="r" b="b"/>
            <a:pathLst>
              <a:path w="175895" h="417829">
                <a:moveTo>
                  <a:pt x="65941" y="75106"/>
                </a:moveTo>
                <a:lnTo>
                  <a:pt x="45604" y="75106"/>
                </a:lnTo>
                <a:lnTo>
                  <a:pt x="45207" y="75756"/>
                </a:lnTo>
                <a:lnTo>
                  <a:pt x="44919" y="76459"/>
                </a:lnTo>
                <a:lnTo>
                  <a:pt x="44778" y="76459"/>
                </a:lnTo>
                <a:lnTo>
                  <a:pt x="19262" y="122694"/>
                </a:lnTo>
                <a:lnTo>
                  <a:pt x="4783" y="172774"/>
                </a:lnTo>
                <a:lnTo>
                  <a:pt x="0" y="212747"/>
                </a:lnTo>
                <a:lnTo>
                  <a:pt x="5" y="249756"/>
                </a:lnTo>
                <a:lnTo>
                  <a:pt x="2049" y="280414"/>
                </a:lnTo>
                <a:lnTo>
                  <a:pt x="2161" y="282089"/>
                </a:lnTo>
                <a:lnTo>
                  <a:pt x="2245" y="283342"/>
                </a:lnTo>
                <a:lnTo>
                  <a:pt x="16661" y="322781"/>
                </a:lnTo>
                <a:lnTo>
                  <a:pt x="52334" y="361377"/>
                </a:lnTo>
                <a:lnTo>
                  <a:pt x="94234" y="389418"/>
                </a:lnTo>
                <a:lnTo>
                  <a:pt x="163642" y="417277"/>
                </a:lnTo>
                <a:lnTo>
                  <a:pt x="163133" y="417277"/>
                </a:lnTo>
                <a:lnTo>
                  <a:pt x="165260" y="417633"/>
                </a:lnTo>
                <a:lnTo>
                  <a:pt x="167436" y="417633"/>
                </a:lnTo>
                <a:lnTo>
                  <a:pt x="175651" y="406577"/>
                </a:lnTo>
                <a:lnTo>
                  <a:pt x="175373" y="405377"/>
                </a:lnTo>
                <a:lnTo>
                  <a:pt x="128601" y="383763"/>
                </a:lnTo>
                <a:lnTo>
                  <a:pt x="104013" y="373085"/>
                </a:lnTo>
                <a:lnTo>
                  <a:pt x="103841" y="373085"/>
                </a:lnTo>
                <a:lnTo>
                  <a:pt x="103356" y="372799"/>
                </a:lnTo>
                <a:lnTo>
                  <a:pt x="102815" y="372564"/>
                </a:lnTo>
                <a:lnTo>
                  <a:pt x="102956" y="372564"/>
                </a:lnTo>
                <a:lnTo>
                  <a:pt x="85188" y="362111"/>
                </a:lnTo>
                <a:lnTo>
                  <a:pt x="64347" y="346755"/>
                </a:lnTo>
                <a:lnTo>
                  <a:pt x="60821" y="343456"/>
                </a:lnTo>
                <a:lnTo>
                  <a:pt x="46799" y="330631"/>
                </a:lnTo>
                <a:lnTo>
                  <a:pt x="46597" y="330631"/>
                </a:lnTo>
                <a:lnTo>
                  <a:pt x="46093" y="329986"/>
                </a:lnTo>
                <a:lnTo>
                  <a:pt x="45524" y="329465"/>
                </a:lnTo>
                <a:lnTo>
                  <a:pt x="45687" y="329465"/>
                </a:lnTo>
                <a:lnTo>
                  <a:pt x="33850" y="314311"/>
                </a:lnTo>
                <a:lnTo>
                  <a:pt x="33609" y="314311"/>
                </a:lnTo>
                <a:lnTo>
                  <a:pt x="33179" y="313451"/>
                </a:lnTo>
                <a:lnTo>
                  <a:pt x="32601" y="312710"/>
                </a:lnTo>
                <a:lnTo>
                  <a:pt x="32809" y="312710"/>
                </a:lnTo>
                <a:lnTo>
                  <a:pt x="25625" y="298336"/>
                </a:lnTo>
                <a:lnTo>
                  <a:pt x="25368" y="298336"/>
                </a:lnTo>
                <a:lnTo>
                  <a:pt x="25112" y="297310"/>
                </a:lnTo>
                <a:lnTo>
                  <a:pt x="24651" y="296388"/>
                </a:lnTo>
                <a:lnTo>
                  <a:pt x="24881" y="296388"/>
                </a:lnTo>
                <a:lnTo>
                  <a:pt x="21308" y="282089"/>
                </a:lnTo>
                <a:lnTo>
                  <a:pt x="21151" y="282089"/>
                </a:lnTo>
                <a:lnTo>
                  <a:pt x="21094" y="281234"/>
                </a:lnTo>
                <a:lnTo>
                  <a:pt x="20889" y="280414"/>
                </a:lnTo>
                <a:lnTo>
                  <a:pt x="21039" y="280414"/>
                </a:lnTo>
                <a:lnTo>
                  <a:pt x="18996" y="249756"/>
                </a:lnTo>
                <a:lnTo>
                  <a:pt x="18979" y="212747"/>
                </a:lnTo>
                <a:lnTo>
                  <a:pt x="19970" y="195397"/>
                </a:lnTo>
                <a:lnTo>
                  <a:pt x="20037" y="194231"/>
                </a:lnTo>
                <a:lnTo>
                  <a:pt x="20308" y="193151"/>
                </a:lnTo>
                <a:lnTo>
                  <a:pt x="23124" y="177661"/>
                </a:lnTo>
                <a:lnTo>
                  <a:pt x="23192" y="177286"/>
                </a:lnTo>
                <a:lnTo>
                  <a:pt x="23259" y="176917"/>
                </a:lnTo>
                <a:lnTo>
                  <a:pt x="24193" y="173531"/>
                </a:lnTo>
                <a:lnTo>
                  <a:pt x="31901" y="144622"/>
                </a:lnTo>
                <a:lnTo>
                  <a:pt x="31970" y="144363"/>
                </a:lnTo>
                <a:lnTo>
                  <a:pt x="32050" y="144063"/>
                </a:lnTo>
                <a:lnTo>
                  <a:pt x="36922" y="129503"/>
                </a:lnTo>
                <a:lnTo>
                  <a:pt x="39604" y="123512"/>
                </a:lnTo>
                <a:lnTo>
                  <a:pt x="42765" y="116332"/>
                </a:lnTo>
                <a:lnTo>
                  <a:pt x="47427" y="108704"/>
                </a:lnTo>
                <a:lnTo>
                  <a:pt x="55614" y="95062"/>
                </a:lnTo>
                <a:lnTo>
                  <a:pt x="61772" y="84979"/>
                </a:lnTo>
                <a:lnTo>
                  <a:pt x="62457" y="83626"/>
                </a:lnTo>
                <a:lnTo>
                  <a:pt x="65388" y="76459"/>
                </a:lnTo>
                <a:lnTo>
                  <a:pt x="44919" y="76459"/>
                </a:lnTo>
                <a:lnTo>
                  <a:pt x="45275" y="75756"/>
                </a:lnTo>
                <a:lnTo>
                  <a:pt x="65675" y="75756"/>
                </a:lnTo>
                <a:lnTo>
                  <a:pt x="65941" y="75106"/>
                </a:lnTo>
                <a:close/>
              </a:path>
              <a:path w="175895" h="417829">
                <a:moveTo>
                  <a:pt x="103356" y="372799"/>
                </a:moveTo>
                <a:lnTo>
                  <a:pt x="103841" y="373085"/>
                </a:lnTo>
                <a:lnTo>
                  <a:pt x="104013" y="373085"/>
                </a:lnTo>
                <a:lnTo>
                  <a:pt x="103356" y="372799"/>
                </a:lnTo>
                <a:close/>
              </a:path>
              <a:path w="175895" h="417829">
                <a:moveTo>
                  <a:pt x="102956" y="372564"/>
                </a:moveTo>
                <a:lnTo>
                  <a:pt x="102815" y="372564"/>
                </a:lnTo>
                <a:lnTo>
                  <a:pt x="103356" y="372799"/>
                </a:lnTo>
                <a:lnTo>
                  <a:pt x="102956" y="372564"/>
                </a:lnTo>
                <a:close/>
              </a:path>
              <a:path w="175895" h="417829">
                <a:moveTo>
                  <a:pt x="46093" y="329986"/>
                </a:moveTo>
                <a:lnTo>
                  <a:pt x="46597" y="330631"/>
                </a:lnTo>
                <a:lnTo>
                  <a:pt x="46799" y="330631"/>
                </a:lnTo>
                <a:lnTo>
                  <a:pt x="46093" y="329986"/>
                </a:lnTo>
                <a:close/>
              </a:path>
              <a:path w="175895" h="417829">
                <a:moveTo>
                  <a:pt x="45687" y="329465"/>
                </a:moveTo>
                <a:lnTo>
                  <a:pt x="45524" y="329465"/>
                </a:lnTo>
                <a:lnTo>
                  <a:pt x="46093" y="329986"/>
                </a:lnTo>
                <a:lnTo>
                  <a:pt x="45687" y="329465"/>
                </a:lnTo>
                <a:close/>
              </a:path>
              <a:path w="175895" h="417829">
                <a:moveTo>
                  <a:pt x="33179" y="313451"/>
                </a:moveTo>
                <a:lnTo>
                  <a:pt x="33609" y="314311"/>
                </a:lnTo>
                <a:lnTo>
                  <a:pt x="33850" y="314311"/>
                </a:lnTo>
                <a:lnTo>
                  <a:pt x="33179" y="313451"/>
                </a:lnTo>
                <a:close/>
              </a:path>
              <a:path w="175895" h="417829">
                <a:moveTo>
                  <a:pt x="32809" y="312710"/>
                </a:moveTo>
                <a:lnTo>
                  <a:pt x="32601" y="312710"/>
                </a:lnTo>
                <a:lnTo>
                  <a:pt x="33179" y="313451"/>
                </a:lnTo>
                <a:lnTo>
                  <a:pt x="32809" y="312710"/>
                </a:lnTo>
                <a:close/>
              </a:path>
              <a:path w="175895" h="417829">
                <a:moveTo>
                  <a:pt x="25112" y="297310"/>
                </a:moveTo>
                <a:lnTo>
                  <a:pt x="25368" y="298336"/>
                </a:lnTo>
                <a:lnTo>
                  <a:pt x="25625" y="298336"/>
                </a:lnTo>
                <a:lnTo>
                  <a:pt x="25112" y="297310"/>
                </a:lnTo>
                <a:close/>
              </a:path>
              <a:path w="175895" h="417829">
                <a:moveTo>
                  <a:pt x="24881" y="296388"/>
                </a:moveTo>
                <a:lnTo>
                  <a:pt x="24651" y="296388"/>
                </a:lnTo>
                <a:lnTo>
                  <a:pt x="25112" y="297310"/>
                </a:lnTo>
                <a:lnTo>
                  <a:pt x="24881" y="296388"/>
                </a:lnTo>
                <a:close/>
              </a:path>
              <a:path w="175895" h="417829">
                <a:moveTo>
                  <a:pt x="21094" y="281234"/>
                </a:moveTo>
                <a:lnTo>
                  <a:pt x="21151" y="282089"/>
                </a:lnTo>
                <a:lnTo>
                  <a:pt x="21308" y="282089"/>
                </a:lnTo>
                <a:lnTo>
                  <a:pt x="21094" y="281234"/>
                </a:lnTo>
                <a:close/>
              </a:path>
              <a:path w="175895" h="417829">
                <a:moveTo>
                  <a:pt x="21039" y="280414"/>
                </a:moveTo>
                <a:lnTo>
                  <a:pt x="20889" y="280414"/>
                </a:lnTo>
                <a:lnTo>
                  <a:pt x="21094" y="281234"/>
                </a:lnTo>
                <a:lnTo>
                  <a:pt x="21039" y="280414"/>
                </a:lnTo>
                <a:close/>
              </a:path>
              <a:path w="175895" h="417829">
                <a:moveTo>
                  <a:pt x="144859" y="0"/>
                </a:moveTo>
                <a:lnTo>
                  <a:pt x="143276" y="0"/>
                </a:lnTo>
                <a:lnTo>
                  <a:pt x="113273" y="4611"/>
                </a:lnTo>
                <a:lnTo>
                  <a:pt x="75592" y="20561"/>
                </a:lnTo>
                <a:lnTo>
                  <a:pt x="49958" y="64142"/>
                </a:lnTo>
                <a:lnTo>
                  <a:pt x="45207" y="75756"/>
                </a:lnTo>
                <a:lnTo>
                  <a:pt x="45604" y="75106"/>
                </a:lnTo>
                <a:lnTo>
                  <a:pt x="65941" y="75106"/>
                </a:lnTo>
                <a:lnTo>
                  <a:pt x="67453" y="71410"/>
                </a:lnTo>
                <a:lnTo>
                  <a:pt x="73611" y="56862"/>
                </a:lnTo>
                <a:lnTo>
                  <a:pt x="77869" y="49471"/>
                </a:lnTo>
                <a:lnTo>
                  <a:pt x="81866" y="42414"/>
                </a:lnTo>
                <a:lnTo>
                  <a:pt x="81702" y="42414"/>
                </a:lnTo>
                <a:lnTo>
                  <a:pt x="82223" y="41784"/>
                </a:lnTo>
                <a:lnTo>
                  <a:pt x="82646" y="41037"/>
                </a:lnTo>
                <a:lnTo>
                  <a:pt x="82841" y="41037"/>
                </a:lnTo>
                <a:lnTo>
                  <a:pt x="87046" y="35952"/>
                </a:lnTo>
                <a:lnTo>
                  <a:pt x="86651" y="35952"/>
                </a:lnTo>
                <a:lnTo>
                  <a:pt x="88421" y="34290"/>
                </a:lnTo>
                <a:lnTo>
                  <a:pt x="88961" y="34290"/>
                </a:lnTo>
                <a:lnTo>
                  <a:pt x="94179" y="30533"/>
                </a:lnTo>
                <a:lnTo>
                  <a:pt x="93786" y="30533"/>
                </a:lnTo>
                <a:lnTo>
                  <a:pt x="94255" y="30333"/>
                </a:lnTo>
                <a:lnTo>
                  <a:pt x="94505" y="30127"/>
                </a:lnTo>
                <a:lnTo>
                  <a:pt x="95609" y="29503"/>
                </a:lnTo>
                <a:lnTo>
                  <a:pt x="96213" y="29503"/>
                </a:lnTo>
                <a:lnTo>
                  <a:pt x="103783" y="26291"/>
                </a:lnTo>
                <a:lnTo>
                  <a:pt x="103394" y="26291"/>
                </a:lnTo>
                <a:lnTo>
                  <a:pt x="104983" y="25782"/>
                </a:lnTo>
                <a:lnTo>
                  <a:pt x="105618" y="25782"/>
                </a:lnTo>
                <a:lnTo>
                  <a:pt x="116292" y="23338"/>
                </a:lnTo>
                <a:lnTo>
                  <a:pt x="116155" y="23338"/>
                </a:lnTo>
                <a:lnTo>
                  <a:pt x="146509" y="18669"/>
                </a:lnTo>
                <a:lnTo>
                  <a:pt x="147667" y="18248"/>
                </a:lnTo>
                <a:lnTo>
                  <a:pt x="153380" y="9300"/>
                </a:lnTo>
                <a:lnTo>
                  <a:pt x="152998" y="6817"/>
                </a:lnTo>
                <a:lnTo>
                  <a:pt x="147299" y="596"/>
                </a:lnTo>
                <a:lnTo>
                  <a:pt x="144859" y="0"/>
                </a:lnTo>
                <a:close/>
              </a:path>
              <a:path w="175895" h="417829">
                <a:moveTo>
                  <a:pt x="82223" y="41784"/>
                </a:moveTo>
                <a:lnTo>
                  <a:pt x="81702" y="42414"/>
                </a:lnTo>
                <a:lnTo>
                  <a:pt x="81866" y="42414"/>
                </a:lnTo>
                <a:lnTo>
                  <a:pt x="82223" y="41784"/>
                </a:lnTo>
                <a:close/>
              </a:path>
              <a:path w="175895" h="417829">
                <a:moveTo>
                  <a:pt x="82841" y="41037"/>
                </a:moveTo>
                <a:lnTo>
                  <a:pt x="82646" y="41037"/>
                </a:lnTo>
                <a:lnTo>
                  <a:pt x="82223" y="41784"/>
                </a:lnTo>
                <a:lnTo>
                  <a:pt x="82841" y="41037"/>
                </a:lnTo>
                <a:close/>
              </a:path>
              <a:path w="175895" h="417829">
                <a:moveTo>
                  <a:pt x="88421" y="34290"/>
                </a:moveTo>
                <a:lnTo>
                  <a:pt x="86651" y="35952"/>
                </a:lnTo>
                <a:lnTo>
                  <a:pt x="87626" y="35250"/>
                </a:lnTo>
                <a:lnTo>
                  <a:pt x="88421" y="34290"/>
                </a:lnTo>
                <a:close/>
              </a:path>
              <a:path w="175895" h="417829">
                <a:moveTo>
                  <a:pt x="87626" y="35250"/>
                </a:moveTo>
                <a:lnTo>
                  <a:pt x="86651" y="35952"/>
                </a:lnTo>
                <a:lnTo>
                  <a:pt x="87046" y="35952"/>
                </a:lnTo>
                <a:lnTo>
                  <a:pt x="87626" y="35250"/>
                </a:lnTo>
                <a:close/>
              </a:path>
              <a:path w="175895" h="417829">
                <a:moveTo>
                  <a:pt x="88961" y="34290"/>
                </a:moveTo>
                <a:lnTo>
                  <a:pt x="88421" y="34290"/>
                </a:lnTo>
                <a:lnTo>
                  <a:pt x="87626" y="35250"/>
                </a:lnTo>
                <a:lnTo>
                  <a:pt x="88961" y="34290"/>
                </a:lnTo>
                <a:close/>
              </a:path>
              <a:path w="175895" h="417829">
                <a:moveTo>
                  <a:pt x="94743" y="30127"/>
                </a:moveTo>
                <a:lnTo>
                  <a:pt x="94139" y="30333"/>
                </a:lnTo>
                <a:lnTo>
                  <a:pt x="93786" y="30533"/>
                </a:lnTo>
                <a:lnTo>
                  <a:pt x="94179" y="30533"/>
                </a:lnTo>
                <a:lnTo>
                  <a:pt x="94743" y="30127"/>
                </a:lnTo>
                <a:close/>
              </a:path>
              <a:path w="175895" h="417829">
                <a:moveTo>
                  <a:pt x="95609" y="29503"/>
                </a:moveTo>
                <a:lnTo>
                  <a:pt x="94139" y="30333"/>
                </a:lnTo>
                <a:lnTo>
                  <a:pt x="94743" y="30127"/>
                </a:lnTo>
                <a:lnTo>
                  <a:pt x="95609" y="29503"/>
                </a:lnTo>
                <a:close/>
              </a:path>
              <a:path w="175895" h="417829">
                <a:moveTo>
                  <a:pt x="96213" y="29503"/>
                </a:moveTo>
                <a:lnTo>
                  <a:pt x="95609" y="29503"/>
                </a:lnTo>
                <a:lnTo>
                  <a:pt x="94743" y="30127"/>
                </a:lnTo>
                <a:lnTo>
                  <a:pt x="96213" y="29503"/>
                </a:lnTo>
                <a:close/>
              </a:path>
              <a:path w="175895" h="417829">
                <a:moveTo>
                  <a:pt x="104983" y="25782"/>
                </a:moveTo>
                <a:lnTo>
                  <a:pt x="103394" y="26291"/>
                </a:lnTo>
                <a:lnTo>
                  <a:pt x="104239" y="26098"/>
                </a:lnTo>
                <a:lnTo>
                  <a:pt x="104983" y="25782"/>
                </a:lnTo>
                <a:close/>
              </a:path>
              <a:path w="175895" h="417829">
                <a:moveTo>
                  <a:pt x="104239" y="26098"/>
                </a:moveTo>
                <a:lnTo>
                  <a:pt x="103394" y="26291"/>
                </a:lnTo>
                <a:lnTo>
                  <a:pt x="103783" y="26291"/>
                </a:lnTo>
                <a:lnTo>
                  <a:pt x="104239" y="26098"/>
                </a:lnTo>
                <a:close/>
              </a:path>
              <a:path w="175895" h="417829">
                <a:moveTo>
                  <a:pt x="105618" y="25782"/>
                </a:moveTo>
                <a:lnTo>
                  <a:pt x="104983" y="25782"/>
                </a:lnTo>
                <a:lnTo>
                  <a:pt x="104239" y="26098"/>
                </a:lnTo>
                <a:lnTo>
                  <a:pt x="105618" y="25782"/>
                </a:lnTo>
                <a:close/>
              </a:path>
            </a:pathLst>
          </a:custGeom>
          <a:solidFill>
            <a:srgbClr val="167E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4" name="object 44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08254" y="8321339"/>
            <a:ext cx="2079176" cy="889326"/>
          </a:xfrm>
          <a:prstGeom prst="rect">
            <a:avLst/>
          </a:prstGeom>
        </p:spPr>
      </p:pic>
      <p:sp>
        <p:nvSpPr>
          <p:cNvPr id="45" name="object 45" descr=""/>
          <p:cNvSpPr/>
          <p:nvPr/>
        </p:nvSpPr>
        <p:spPr>
          <a:xfrm>
            <a:off x="4615614" y="8232595"/>
            <a:ext cx="278765" cy="373380"/>
          </a:xfrm>
          <a:custGeom>
            <a:avLst/>
            <a:gdLst/>
            <a:ahLst/>
            <a:cxnLst/>
            <a:rect l="l" t="t" r="r" b="b"/>
            <a:pathLst>
              <a:path w="278764" h="373379">
                <a:moveTo>
                  <a:pt x="199767" y="215571"/>
                </a:moveTo>
                <a:lnTo>
                  <a:pt x="147281" y="215571"/>
                </a:lnTo>
                <a:lnTo>
                  <a:pt x="132724" y="216687"/>
                </a:lnTo>
                <a:lnTo>
                  <a:pt x="95179" y="226559"/>
                </a:lnTo>
                <a:lnTo>
                  <a:pt x="45012" y="252492"/>
                </a:lnTo>
                <a:lnTo>
                  <a:pt x="13808" y="276404"/>
                </a:lnTo>
                <a:lnTo>
                  <a:pt x="0" y="312159"/>
                </a:lnTo>
                <a:lnTo>
                  <a:pt x="118" y="324252"/>
                </a:lnTo>
                <a:lnTo>
                  <a:pt x="331" y="327780"/>
                </a:lnTo>
                <a:lnTo>
                  <a:pt x="394" y="328805"/>
                </a:lnTo>
                <a:lnTo>
                  <a:pt x="501" y="330582"/>
                </a:lnTo>
                <a:lnTo>
                  <a:pt x="601" y="332228"/>
                </a:lnTo>
                <a:lnTo>
                  <a:pt x="707" y="333987"/>
                </a:lnTo>
                <a:lnTo>
                  <a:pt x="822" y="335885"/>
                </a:lnTo>
                <a:lnTo>
                  <a:pt x="22847" y="371703"/>
                </a:lnTo>
                <a:lnTo>
                  <a:pt x="33009" y="373316"/>
                </a:lnTo>
                <a:lnTo>
                  <a:pt x="128608" y="373316"/>
                </a:lnTo>
                <a:lnTo>
                  <a:pt x="184782" y="368814"/>
                </a:lnTo>
                <a:lnTo>
                  <a:pt x="230820" y="364209"/>
                </a:lnTo>
                <a:lnTo>
                  <a:pt x="238059" y="356442"/>
                </a:lnTo>
                <a:lnTo>
                  <a:pt x="238056" y="354451"/>
                </a:lnTo>
                <a:lnTo>
                  <a:pt x="30830" y="354451"/>
                </a:lnTo>
                <a:lnTo>
                  <a:pt x="28367" y="353784"/>
                </a:lnTo>
                <a:lnTo>
                  <a:pt x="27639" y="353784"/>
                </a:lnTo>
                <a:lnTo>
                  <a:pt x="25076" y="352070"/>
                </a:lnTo>
                <a:lnTo>
                  <a:pt x="24786" y="351538"/>
                </a:lnTo>
                <a:lnTo>
                  <a:pt x="23994" y="350629"/>
                </a:lnTo>
                <a:lnTo>
                  <a:pt x="23167" y="349503"/>
                </a:lnTo>
                <a:lnTo>
                  <a:pt x="23769" y="349503"/>
                </a:lnTo>
                <a:lnTo>
                  <a:pt x="23204" y="348374"/>
                </a:lnTo>
                <a:lnTo>
                  <a:pt x="22887" y="348374"/>
                </a:lnTo>
                <a:lnTo>
                  <a:pt x="22117" y="346203"/>
                </a:lnTo>
                <a:lnTo>
                  <a:pt x="22405" y="346203"/>
                </a:lnTo>
                <a:lnTo>
                  <a:pt x="19528" y="333256"/>
                </a:lnTo>
                <a:lnTo>
                  <a:pt x="19484" y="330582"/>
                </a:lnTo>
                <a:lnTo>
                  <a:pt x="19174" y="325460"/>
                </a:lnTo>
                <a:lnTo>
                  <a:pt x="19100" y="324252"/>
                </a:lnTo>
                <a:lnTo>
                  <a:pt x="18998" y="312159"/>
                </a:lnTo>
                <a:lnTo>
                  <a:pt x="19201" y="309369"/>
                </a:lnTo>
                <a:lnTo>
                  <a:pt x="19310" y="307868"/>
                </a:lnTo>
                <a:lnTo>
                  <a:pt x="19611" y="307124"/>
                </a:lnTo>
                <a:lnTo>
                  <a:pt x="20792" y="302163"/>
                </a:lnTo>
                <a:lnTo>
                  <a:pt x="20635" y="302163"/>
                </a:lnTo>
                <a:lnTo>
                  <a:pt x="20977" y="301385"/>
                </a:lnTo>
                <a:lnTo>
                  <a:pt x="21051" y="300923"/>
                </a:lnTo>
                <a:lnTo>
                  <a:pt x="21175" y="300551"/>
                </a:lnTo>
                <a:lnTo>
                  <a:pt x="21343" y="300551"/>
                </a:lnTo>
                <a:lnTo>
                  <a:pt x="23454" y="295739"/>
                </a:lnTo>
                <a:lnTo>
                  <a:pt x="23269" y="295739"/>
                </a:lnTo>
                <a:lnTo>
                  <a:pt x="23780" y="294996"/>
                </a:lnTo>
                <a:lnTo>
                  <a:pt x="23927" y="294561"/>
                </a:lnTo>
                <a:lnTo>
                  <a:pt x="24134" y="294189"/>
                </a:lnTo>
                <a:lnTo>
                  <a:pt x="24335" y="294189"/>
                </a:lnTo>
                <a:lnTo>
                  <a:pt x="27147" y="290095"/>
                </a:lnTo>
                <a:lnTo>
                  <a:pt x="26905" y="290095"/>
                </a:lnTo>
                <a:lnTo>
                  <a:pt x="28169" y="288607"/>
                </a:lnTo>
                <a:lnTo>
                  <a:pt x="28462" y="288607"/>
                </a:lnTo>
                <a:lnTo>
                  <a:pt x="38526" y="278983"/>
                </a:lnTo>
                <a:lnTo>
                  <a:pt x="38230" y="278983"/>
                </a:lnTo>
                <a:lnTo>
                  <a:pt x="39655" y="277879"/>
                </a:lnTo>
                <a:lnTo>
                  <a:pt x="40007" y="277879"/>
                </a:lnTo>
                <a:lnTo>
                  <a:pt x="54467" y="268900"/>
                </a:lnTo>
                <a:lnTo>
                  <a:pt x="87198" y="251462"/>
                </a:lnTo>
                <a:lnTo>
                  <a:pt x="102416" y="244107"/>
                </a:lnTo>
                <a:lnTo>
                  <a:pt x="102208" y="244107"/>
                </a:lnTo>
                <a:lnTo>
                  <a:pt x="102833" y="243906"/>
                </a:lnTo>
                <a:lnTo>
                  <a:pt x="103418" y="243624"/>
                </a:lnTo>
                <a:lnTo>
                  <a:pt x="103709" y="243624"/>
                </a:lnTo>
                <a:lnTo>
                  <a:pt x="118716" y="238787"/>
                </a:lnTo>
                <a:lnTo>
                  <a:pt x="118513" y="238787"/>
                </a:lnTo>
                <a:lnTo>
                  <a:pt x="119563" y="238514"/>
                </a:lnTo>
                <a:lnTo>
                  <a:pt x="119877" y="238514"/>
                </a:lnTo>
                <a:lnTo>
                  <a:pt x="134503" y="235587"/>
                </a:lnTo>
                <a:lnTo>
                  <a:pt x="134177" y="235587"/>
                </a:lnTo>
                <a:lnTo>
                  <a:pt x="148259" y="234496"/>
                </a:lnTo>
                <a:lnTo>
                  <a:pt x="232805" y="234496"/>
                </a:lnTo>
                <a:lnTo>
                  <a:pt x="226753" y="227688"/>
                </a:lnTo>
                <a:lnTo>
                  <a:pt x="201468" y="215743"/>
                </a:lnTo>
                <a:lnTo>
                  <a:pt x="199767" y="215571"/>
                </a:lnTo>
                <a:close/>
              </a:path>
              <a:path w="278764" h="373379">
                <a:moveTo>
                  <a:pt x="26292" y="352522"/>
                </a:moveTo>
                <a:lnTo>
                  <a:pt x="27598" y="353784"/>
                </a:lnTo>
                <a:lnTo>
                  <a:pt x="28367" y="353784"/>
                </a:lnTo>
                <a:lnTo>
                  <a:pt x="30830" y="354451"/>
                </a:lnTo>
                <a:lnTo>
                  <a:pt x="30690" y="354451"/>
                </a:lnTo>
                <a:lnTo>
                  <a:pt x="26292" y="352522"/>
                </a:lnTo>
                <a:close/>
              </a:path>
              <a:path w="278764" h="373379">
                <a:moveTo>
                  <a:pt x="29169" y="353784"/>
                </a:moveTo>
                <a:lnTo>
                  <a:pt x="30690" y="354451"/>
                </a:lnTo>
                <a:lnTo>
                  <a:pt x="34901" y="354451"/>
                </a:lnTo>
                <a:lnTo>
                  <a:pt x="29169" y="353784"/>
                </a:lnTo>
                <a:close/>
              </a:path>
              <a:path w="278764" h="373379">
                <a:moveTo>
                  <a:pt x="230188" y="345485"/>
                </a:moveTo>
                <a:lnTo>
                  <a:pt x="227686" y="345485"/>
                </a:lnTo>
                <a:lnTo>
                  <a:pt x="182896" y="349952"/>
                </a:lnTo>
                <a:lnTo>
                  <a:pt x="126796" y="354451"/>
                </a:lnTo>
                <a:lnTo>
                  <a:pt x="238056" y="354451"/>
                </a:lnTo>
                <a:lnTo>
                  <a:pt x="238037" y="353784"/>
                </a:lnTo>
                <a:lnTo>
                  <a:pt x="237929" y="352717"/>
                </a:lnTo>
                <a:lnTo>
                  <a:pt x="237569" y="351538"/>
                </a:lnTo>
                <a:lnTo>
                  <a:pt x="236478" y="349503"/>
                </a:lnTo>
                <a:lnTo>
                  <a:pt x="236382" y="349324"/>
                </a:lnTo>
                <a:lnTo>
                  <a:pt x="235601" y="348374"/>
                </a:lnTo>
                <a:lnTo>
                  <a:pt x="233655" y="346782"/>
                </a:lnTo>
                <a:lnTo>
                  <a:pt x="232567" y="346203"/>
                </a:lnTo>
                <a:lnTo>
                  <a:pt x="230188" y="345485"/>
                </a:lnTo>
                <a:close/>
              </a:path>
              <a:path w="278764" h="373379">
                <a:moveTo>
                  <a:pt x="24332" y="350629"/>
                </a:moveTo>
                <a:lnTo>
                  <a:pt x="24662" y="351538"/>
                </a:lnTo>
                <a:lnTo>
                  <a:pt x="25076" y="352070"/>
                </a:lnTo>
                <a:lnTo>
                  <a:pt x="27639" y="353784"/>
                </a:lnTo>
                <a:lnTo>
                  <a:pt x="26292" y="352522"/>
                </a:lnTo>
                <a:lnTo>
                  <a:pt x="25261" y="352070"/>
                </a:lnTo>
                <a:lnTo>
                  <a:pt x="25823" y="352070"/>
                </a:lnTo>
                <a:lnTo>
                  <a:pt x="24332" y="350629"/>
                </a:lnTo>
                <a:close/>
              </a:path>
              <a:path w="278764" h="373379">
                <a:moveTo>
                  <a:pt x="25823" y="352070"/>
                </a:moveTo>
                <a:lnTo>
                  <a:pt x="25261" y="352070"/>
                </a:lnTo>
                <a:lnTo>
                  <a:pt x="26292" y="352522"/>
                </a:lnTo>
                <a:lnTo>
                  <a:pt x="25823" y="352070"/>
                </a:lnTo>
                <a:close/>
              </a:path>
              <a:path w="278764" h="373379">
                <a:moveTo>
                  <a:pt x="23167" y="349503"/>
                </a:moveTo>
                <a:lnTo>
                  <a:pt x="24662" y="351538"/>
                </a:lnTo>
                <a:lnTo>
                  <a:pt x="24332" y="350629"/>
                </a:lnTo>
                <a:lnTo>
                  <a:pt x="23167" y="349503"/>
                </a:lnTo>
                <a:close/>
              </a:path>
              <a:path w="278764" h="373379">
                <a:moveTo>
                  <a:pt x="23769" y="349503"/>
                </a:moveTo>
                <a:lnTo>
                  <a:pt x="23167" y="349503"/>
                </a:lnTo>
                <a:lnTo>
                  <a:pt x="24332" y="350629"/>
                </a:lnTo>
                <a:lnTo>
                  <a:pt x="23769" y="349503"/>
                </a:lnTo>
                <a:close/>
              </a:path>
              <a:path w="278764" h="373379">
                <a:moveTo>
                  <a:pt x="22405" y="346203"/>
                </a:moveTo>
                <a:lnTo>
                  <a:pt x="22118" y="346203"/>
                </a:lnTo>
                <a:lnTo>
                  <a:pt x="22887" y="348374"/>
                </a:lnTo>
                <a:lnTo>
                  <a:pt x="22634" y="347233"/>
                </a:lnTo>
                <a:lnTo>
                  <a:pt x="22533" y="346782"/>
                </a:lnTo>
                <a:lnTo>
                  <a:pt x="22118" y="346203"/>
                </a:lnTo>
                <a:lnTo>
                  <a:pt x="22405" y="346203"/>
                </a:lnTo>
                <a:close/>
              </a:path>
              <a:path w="278764" h="373379">
                <a:moveTo>
                  <a:pt x="22634" y="347233"/>
                </a:moveTo>
                <a:lnTo>
                  <a:pt x="22887" y="348374"/>
                </a:lnTo>
                <a:lnTo>
                  <a:pt x="23204" y="348374"/>
                </a:lnTo>
                <a:lnTo>
                  <a:pt x="22634" y="347233"/>
                </a:lnTo>
                <a:close/>
              </a:path>
              <a:path w="278764" h="373379">
                <a:moveTo>
                  <a:pt x="258443" y="270176"/>
                </a:moveTo>
                <a:lnTo>
                  <a:pt x="258498" y="272286"/>
                </a:lnTo>
                <a:lnTo>
                  <a:pt x="259393" y="284812"/>
                </a:lnTo>
                <a:lnTo>
                  <a:pt x="259468" y="324252"/>
                </a:lnTo>
                <a:lnTo>
                  <a:pt x="267684" y="332468"/>
                </a:lnTo>
                <a:lnTo>
                  <a:pt x="270196" y="332468"/>
                </a:lnTo>
                <a:lnTo>
                  <a:pt x="278411" y="324252"/>
                </a:lnTo>
                <a:lnTo>
                  <a:pt x="278375" y="320461"/>
                </a:lnTo>
                <a:lnTo>
                  <a:pt x="268654" y="292836"/>
                </a:lnTo>
                <a:lnTo>
                  <a:pt x="259498" y="272286"/>
                </a:lnTo>
                <a:lnTo>
                  <a:pt x="258443" y="270176"/>
                </a:lnTo>
                <a:close/>
              </a:path>
              <a:path w="278764" h="373379">
                <a:moveTo>
                  <a:pt x="259029" y="316891"/>
                </a:moveTo>
                <a:lnTo>
                  <a:pt x="259349" y="320461"/>
                </a:lnTo>
                <a:lnTo>
                  <a:pt x="259467" y="318150"/>
                </a:lnTo>
                <a:lnTo>
                  <a:pt x="259029" y="316891"/>
                </a:lnTo>
                <a:close/>
              </a:path>
              <a:path w="278764" h="373379">
                <a:moveTo>
                  <a:pt x="217302" y="14755"/>
                </a:moveTo>
                <a:lnTo>
                  <a:pt x="218016" y="16699"/>
                </a:lnTo>
                <a:lnTo>
                  <a:pt x="217670" y="16699"/>
                </a:lnTo>
                <a:lnTo>
                  <a:pt x="220865" y="31085"/>
                </a:lnTo>
                <a:lnTo>
                  <a:pt x="221490" y="33764"/>
                </a:lnTo>
                <a:lnTo>
                  <a:pt x="226035" y="65526"/>
                </a:lnTo>
                <a:lnTo>
                  <a:pt x="232759" y="101382"/>
                </a:lnTo>
                <a:lnTo>
                  <a:pt x="236562" y="121349"/>
                </a:lnTo>
                <a:lnTo>
                  <a:pt x="237149" y="124339"/>
                </a:lnTo>
                <a:lnTo>
                  <a:pt x="241624" y="159028"/>
                </a:lnTo>
                <a:lnTo>
                  <a:pt x="246175" y="194759"/>
                </a:lnTo>
                <a:lnTo>
                  <a:pt x="250669" y="220047"/>
                </a:lnTo>
                <a:lnTo>
                  <a:pt x="256753" y="252492"/>
                </a:lnTo>
                <a:lnTo>
                  <a:pt x="256811" y="252802"/>
                </a:lnTo>
                <a:lnTo>
                  <a:pt x="256934" y="253460"/>
                </a:lnTo>
                <a:lnTo>
                  <a:pt x="257250" y="254811"/>
                </a:lnTo>
                <a:lnTo>
                  <a:pt x="258257" y="268900"/>
                </a:lnTo>
                <a:lnTo>
                  <a:pt x="258332" y="269953"/>
                </a:lnTo>
                <a:lnTo>
                  <a:pt x="259498" y="272286"/>
                </a:lnTo>
                <a:lnTo>
                  <a:pt x="268456" y="292440"/>
                </a:lnTo>
                <a:lnTo>
                  <a:pt x="275174" y="305884"/>
                </a:lnTo>
                <a:lnTo>
                  <a:pt x="275688" y="307124"/>
                </a:lnTo>
                <a:lnTo>
                  <a:pt x="277367" y="312159"/>
                </a:lnTo>
                <a:lnTo>
                  <a:pt x="277714" y="313823"/>
                </a:lnTo>
                <a:lnTo>
                  <a:pt x="277819" y="314355"/>
                </a:lnTo>
                <a:lnTo>
                  <a:pt x="278375" y="320461"/>
                </a:lnTo>
                <a:lnTo>
                  <a:pt x="278390" y="284812"/>
                </a:lnTo>
                <a:lnTo>
                  <a:pt x="276323" y="255878"/>
                </a:lnTo>
                <a:lnTo>
                  <a:pt x="276247" y="254811"/>
                </a:lnTo>
                <a:lnTo>
                  <a:pt x="276151" y="253460"/>
                </a:lnTo>
                <a:lnTo>
                  <a:pt x="276027" y="252492"/>
                </a:lnTo>
                <a:lnTo>
                  <a:pt x="269150" y="215743"/>
                </a:lnTo>
                <a:lnTo>
                  <a:pt x="264913" y="191907"/>
                </a:lnTo>
                <a:lnTo>
                  <a:pt x="264831" y="191447"/>
                </a:lnTo>
                <a:lnTo>
                  <a:pt x="260420" y="156622"/>
                </a:lnTo>
                <a:lnTo>
                  <a:pt x="255941" y="121908"/>
                </a:lnTo>
                <a:lnTo>
                  <a:pt x="255852" y="121349"/>
                </a:lnTo>
                <a:lnTo>
                  <a:pt x="251378" y="97859"/>
                </a:lnTo>
                <a:lnTo>
                  <a:pt x="244736" y="62438"/>
                </a:lnTo>
                <a:lnTo>
                  <a:pt x="244660" y="62029"/>
                </a:lnTo>
                <a:lnTo>
                  <a:pt x="240248" y="31085"/>
                </a:lnTo>
                <a:lnTo>
                  <a:pt x="240117" y="30366"/>
                </a:lnTo>
                <a:lnTo>
                  <a:pt x="238716" y="24061"/>
                </a:lnTo>
                <a:lnTo>
                  <a:pt x="219600" y="24061"/>
                </a:lnTo>
                <a:lnTo>
                  <a:pt x="222092" y="23750"/>
                </a:lnTo>
                <a:lnTo>
                  <a:pt x="223261" y="23361"/>
                </a:lnTo>
                <a:lnTo>
                  <a:pt x="225445" y="22120"/>
                </a:lnTo>
                <a:lnTo>
                  <a:pt x="226377" y="21314"/>
                </a:lnTo>
                <a:lnTo>
                  <a:pt x="228154" y="19030"/>
                </a:lnTo>
                <a:lnTo>
                  <a:pt x="222637" y="19030"/>
                </a:lnTo>
                <a:lnTo>
                  <a:pt x="221097" y="18609"/>
                </a:lnTo>
                <a:lnTo>
                  <a:pt x="221813" y="18370"/>
                </a:lnTo>
                <a:lnTo>
                  <a:pt x="219727" y="16699"/>
                </a:lnTo>
                <a:lnTo>
                  <a:pt x="218016" y="16699"/>
                </a:lnTo>
                <a:lnTo>
                  <a:pt x="217420" y="15571"/>
                </a:lnTo>
                <a:lnTo>
                  <a:pt x="218320" y="15571"/>
                </a:lnTo>
                <a:lnTo>
                  <a:pt x="217302" y="14755"/>
                </a:lnTo>
                <a:close/>
              </a:path>
              <a:path w="278764" h="373379">
                <a:moveTo>
                  <a:pt x="259467" y="316016"/>
                </a:moveTo>
                <a:lnTo>
                  <a:pt x="258945" y="316016"/>
                </a:lnTo>
                <a:lnTo>
                  <a:pt x="259128" y="316891"/>
                </a:lnTo>
                <a:lnTo>
                  <a:pt x="259247" y="317517"/>
                </a:lnTo>
                <a:lnTo>
                  <a:pt x="259467" y="318150"/>
                </a:lnTo>
                <a:lnTo>
                  <a:pt x="259467" y="316016"/>
                </a:lnTo>
                <a:close/>
              </a:path>
              <a:path w="278764" h="373379">
                <a:moveTo>
                  <a:pt x="213297" y="241072"/>
                </a:moveTo>
                <a:lnTo>
                  <a:pt x="226459" y="255878"/>
                </a:lnTo>
                <a:lnTo>
                  <a:pt x="229825" y="259561"/>
                </a:lnTo>
                <a:lnTo>
                  <a:pt x="230088" y="259896"/>
                </a:lnTo>
                <a:lnTo>
                  <a:pt x="230163" y="260045"/>
                </a:lnTo>
                <a:lnTo>
                  <a:pt x="236361" y="268900"/>
                </a:lnTo>
                <a:lnTo>
                  <a:pt x="236473" y="269061"/>
                </a:lnTo>
                <a:lnTo>
                  <a:pt x="236578" y="269210"/>
                </a:lnTo>
                <a:lnTo>
                  <a:pt x="236951" y="269570"/>
                </a:lnTo>
                <a:lnTo>
                  <a:pt x="237180" y="269953"/>
                </a:lnTo>
                <a:lnTo>
                  <a:pt x="237254" y="270176"/>
                </a:lnTo>
                <a:lnTo>
                  <a:pt x="242366" y="280372"/>
                </a:lnTo>
                <a:lnTo>
                  <a:pt x="251508" y="300923"/>
                </a:lnTo>
                <a:lnTo>
                  <a:pt x="257127" y="312159"/>
                </a:lnTo>
                <a:lnTo>
                  <a:pt x="257713" y="313114"/>
                </a:lnTo>
                <a:lnTo>
                  <a:pt x="259029" y="316891"/>
                </a:lnTo>
                <a:lnTo>
                  <a:pt x="258945" y="316016"/>
                </a:lnTo>
                <a:lnTo>
                  <a:pt x="259467" y="316016"/>
                </a:lnTo>
                <a:lnTo>
                  <a:pt x="259393" y="284812"/>
                </a:lnTo>
                <a:lnTo>
                  <a:pt x="258498" y="272286"/>
                </a:lnTo>
                <a:lnTo>
                  <a:pt x="258389" y="270761"/>
                </a:lnTo>
                <a:lnTo>
                  <a:pt x="258332" y="269953"/>
                </a:lnTo>
                <a:lnTo>
                  <a:pt x="253899" y="261086"/>
                </a:lnTo>
                <a:lnTo>
                  <a:pt x="253275" y="260045"/>
                </a:lnTo>
                <a:lnTo>
                  <a:pt x="245348" y="248697"/>
                </a:lnTo>
                <a:lnTo>
                  <a:pt x="244669" y="247841"/>
                </a:lnTo>
                <a:lnTo>
                  <a:pt x="239222" y="241715"/>
                </a:lnTo>
                <a:lnTo>
                  <a:pt x="214208" y="241715"/>
                </a:lnTo>
                <a:lnTo>
                  <a:pt x="213297" y="241072"/>
                </a:lnTo>
                <a:close/>
              </a:path>
              <a:path w="278764" h="373379">
                <a:moveTo>
                  <a:pt x="20977" y="301385"/>
                </a:moveTo>
                <a:lnTo>
                  <a:pt x="20635" y="302163"/>
                </a:lnTo>
                <a:lnTo>
                  <a:pt x="20792" y="302163"/>
                </a:lnTo>
                <a:lnTo>
                  <a:pt x="20977" y="301385"/>
                </a:lnTo>
                <a:close/>
              </a:path>
              <a:path w="278764" h="373379">
                <a:moveTo>
                  <a:pt x="21343" y="300551"/>
                </a:moveTo>
                <a:lnTo>
                  <a:pt x="21175" y="300551"/>
                </a:lnTo>
                <a:lnTo>
                  <a:pt x="20896" y="301385"/>
                </a:lnTo>
                <a:lnTo>
                  <a:pt x="21179" y="300923"/>
                </a:lnTo>
                <a:lnTo>
                  <a:pt x="21175" y="300551"/>
                </a:lnTo>
                <a:lnTo>
                  <a:pt x="21343" y="300551"/>
                </a:lnTo>
                <a:close/>
              </a:path>
              <a:path w="278764" h="373379">
                <a:moveTo>
                  <a:pt x="23780" y="294996"/>
                </a:moveTo>
                <a:lnTo>
                  <a:pt x="23269" y="295739"/>
                </a:lnTo>
                <a:lnTo>
                  <a:pt x="23454" y="295739"/>
                </a:lnTo>
                <a:lnTo>
                  <a:pt x="23780" y="294996"/>
                </a:lnTo>
                <a:close/>
              </a:path>
              <a:path w="278764" h="373379">
                <a:moveTo>
                  <a:pt x="24134" y="294189"/>
                </a:moveTo>
                <a:lnTo>
                  <a:pt x="23684" y="294996"/>
                </a:lnTo>
                <a:lnTo>
                  <a:pt x="24079" y="294561"/>
                </a:lnTo>
                <a:lnTo>
                  <a:pt x="24134" y="294189"/>
                </a:lnTo>
                <a:close/>
              </a:path>
              <a:path w="278764" h="373379">
                <a:moveTo>
                  <a:pt x="24335" y="294189"/>
                </a:moveTo>
                <a:lnTo>
                  <a:pt x="24134" y="294189"/>
                </a:lnTo>
                <a:lnTo>
                  <a:pt x="23971" y="294561"/>
                </a:lnTo>
                <a:lnTo>
                  <a:pt x="24335" y="294189"/>
                </a:lnTo>
                <a:close/>
              </a:path>
              <a:path w="278764" h="373379">
                <a:moveTo>
                  <a:pt x="28169" y="288607"/>
                </a:moveTo>
                <a:lnTo>
                  <a:pt x="26905" y="290095"/>
                </a:lnTo>
                <a:lnTo>
                  <a:pt x="27608" y="289423"/>
                </a:lnTo>
                <a:lnTo>
                  <a:pt x="28169" y="288607"/>
                </a:lnTo>
                <a:close/>
              </a:path>
              <a:path w="278764" h="373379">
                <a:moveTo>
                  <a:pt x="27608" y="289423"/>
                </a:moveTo>
                <a:lnTo>
                  <a:pt x="26905" y="290095"/>
                </a:lnTo>
                <a:lnTo>
                  <a:pt x="27147" y="290095"/>
                </a:lnTo>
                <a:lnTo>
                  <a:pt x="27608" y="289423"/>
                </a:lnTo>
                <a:close/>
              </a:path>
              <a:path w="278764" h="373379">
                <a:moveTo>
                  <a:pt x="28462" y="288607"/>
                </a:moveTo>
                <a:lnTo>
                  <a:pt x="28169" y="288607"/>
                </a:lnTo>
                <a:lnTo>
                  <a:pt x="27608" y="289423"/>
                </a:lnTo>
                <a:lnTo>
                  <a:pt x="28462" y="288607"/>
                </a:lnTo>
                <a:close/>
              </a:path>
              <a:path w="278764" h="373379">
                <a:moveTo>
                  <a:pt x="39680" y="277879"/>
                </a:moveTo>
                <a:lnTo>
                  <a:pt x="38230" y="278983"/>
                </a:lnTo>
                <a:lnTo>
                  <a:pt x="39073" y="278460"/>
                </a:lnTo>
                <a:lnTo>
                  <a:pt x="39680" y="277879"/>
                </a:lnTo>
                <a:close/>
              </a:path>
              <a:path w="278764" h="373379">
                <a:moveTo>
                  <a:pt x="39073" y="278460"/>
                </a:moveTo>
                <a:lnTo>
                  <a:pt x="38230" y="278983"/>
                </a:lnTo>
                <a:lnTo>
                  <a:pt x="38526" y="278983"/>
                </a:lnTo>
                <a:lnTo>
                  <a:pt x="39073" y="278460"/>
                </a:lnTo>
                <a:close/>
              </a:path>
              <a:path w="278764" h="373379">
                <a:moveTo>
                  <a:pt x="40007" y="277879"/>
                </a:moveTo>
                <a:lnTo>
                  <a:pt x="39680" y="277879"/>
                </a:lnTo>
                <a:lnTo>
                  <a:pt x="39073" y="278460"/>
                </a:lnTo>
                <a:lnTo>
                  <a:pt x="40007" y="277879"/>
                </a:lnTo>
                <a:close/>
              </a:path>
              <a:path w="278764" h="373379">
                <a:moveTo>
                  <a:pt x="102833" y="243906"/>
                </a:moveTo>
                <a:lnTo>
                  <a:pt x="102208" y="244107"/>
                </a:lnTo>
                <a:lnTo>
                  <a:pt x="102416" y="244107"/>
                </a:lnTo>
                <a:lnTo>
                  <a:pt x="102833" y="243906"/>
                </a:lnTo>
                <a:close/>
              </a:path>
              <a:path w="278764" h="373379">
                <a:moveTo>
                  <a:pt x="103709" y="243624"/>
                </a:moveTo>
                <a:lnTo>
                  <a:pt x="103418" y="243624"/>
                </a:lnTo>
                <a:lnTo>
                  <a:pt x="102833" y="243906"/>
                </a:lnTo>
                <a:lnTo>
                  <a:pt x="103709" y="243624"/>
                </a:lnTo>
                <a:close/>
              </a:path>
              <a:path w="278764" h="373379">
                <a:moveTo>
                  <a:pt x="212590" y="240276"/>
                </a:moveTo>
                <a:lnTo>
                  <a:pt x="213297" y="241072"/>
                </a:lnTo>
                <a:lnTo>
                  <a:pt x="214208" y="241715"/>
                </a:lnTo>
                <a:lnTo>
                  <a:pt x="212590" y="240276"/>
                </a:lnTo>
                <a:close/>
              </a:path>
              <a:path w="278764" h="373379">
                <a:moveTo>
                  <a:pt x="237943" y="240276"/>
                </a:moveTo>
                <a:lnTo>
                  <a:pt x="212590" y="240276"/>
                </a:lnTo>
                <a:lnTo>
                  <a:pt x="214208" y="241715"/>
                </a:lnTo>
                <a:lnTo>
                  <a:pt x="239222" y="241715"/>
                </a:lnTo>
                <a:lnTo>
                  <a:pt x="237943" y="240276"/>
                </a:lnTo>
                <a:close/>
              </a:path>
              <a:path w="278764" h="373379">
                <a:moveTo>
                  <a:pt x="206298" y="236129"/>
                </a:moveTo>
                <a:lnTo>
                  <a:pt x="213297" y="241072"/>
                </a:lnTo>
                <a:lnTo>
                  <a:pt x="212590" y="240276"/>
                </a:lnTo>
                <a:lnTo>
                  <a:pt x="237943" y="240276"/>
                </a:lnTo>
                <a:lnTo>
                  <a:pt x="234614" y="236531"/>
                </a:lnTo>
                <a:lnTo>
                  <a:pt x="208202" y="236531"/>
                </a:lnTo>
                <a:lnTo>
                  <a:pt x="206298" y="236129"/>
                </a:lnTo>
                <a:close/>
              </a:path>
              <a:path w="278764" h="373379">
                <a:moveTo>
                  <a:pt x="119563" y="238514"/>
                </a:moveTo>
                <a:lnTo>
                  <a:pt x="118513" y="238787"/>
                </a:lnTo>
                <a:lnTo>
                  <a:pt x="118716" y="238787"/>
                </a:lnTo>
                <a:lnTo>
                  <a:pt x="119563" y="238514"/>
                </a:lnTo>
                <a:close/>
              </a:path>
              <a:path w="278764" h="373379">
                <a:moveTo>
                  <a:pt x="119877" y="238514"/>
                </a:moveTo>
                <a:lnTo>
                  <a:pt x="119563" y="238514"/>
                </a:lnTo>
                <a:lnTo>
                  <a:pt x="118716" y="238787"/>
                </a:lnTo>
                <a:lnTo>
                  <a:pt x="118513" y="238787"/>
                </a:lnTo>
                <a:lnTo>
                  <a:pt x="119877" y="238514"/>
                </a:lnTo>
                <a:close/>
              </a:path>
              <a:path w="278764" h="373379">
                <a:moveTo>
                  <a:pt x="204689" y="234993"/>
                </a:moveTo>
                <a:lnTo>
                  <a:pt x="206298" y="236129"/>
                </a:lnTo>
                <a:lnTo>
                  <a:pt x="208202" y="236531"/>
                </a:lnTo>
                <a:lnTo>
                  <a:pt x="204689" y="234993"/>
                </a:lnTo>
                <a:close/>
              </a:path>
              <a:path w="278764" h="373379">
                <a:moveTo>
                  <a:pt x="233247" y="234993"/>
                </a:moveTo>
                <a:lnTo>
                  <a:pt x="204689" y="234993"/>
                </a:lnTo>
                <a:lnTo>
                  <a:pt x="208202" y="236531"/>
                </a:lnTo>
                <a:lnTo>
                  <a:pt x="234614" y="236531"/>
                </a:lnTo>
                <a:lnTo>
                  <a:pt x="233247" y="234993"/>
                </a:lnTo>
                <a:close/>
              </a:path>
              <a:path w="278764" h="373379">
                <a:moveTo>
                  <a:pt x="232805" y="234496"/>
                </a:moveTo>
                <a:lnTo>
                  <a:pt x="198563" y="234496"/>
                </a:lnTo>
                <a:lnTo>
                  <a:pt x="206298" y="236129"/>
                </a:lnTo>
                <a:lnTo>
                  <a:pt x="204689" y="234993"/>
                </a:lnTo>
                <a:lnTo>
                  <a:pt x="233247" y="234993"/>
                </a:lnTo>
                <a:lnTo>
                  <a:pt x="232805" y="234496"/>
                </a:lnTo>
                <a:close/>
              </a:path>
              <a:path w="278764" h="373379">
                <a:moveTo>
                  <a:pt x="224873" y="0"/>
                </a:moveTo>
                <a:lnTo>
                  <a:pt x="222964" y="0"/>
                </a:lnTo>
                <a:lnTo>
                  <a:pt x="221158" y="228"/>
                </a:lnTo>
                <a:lnTo>
                  <a:pt x="210205" y="13206"/>
                </a:lnTo>
                <a:lnTo>
                  <a:pt x="210259" y="15571"/>
                </a:lnTo>
                <a:lnTo>
                  <a:pt x="210400" y="16699"/>
                </a:lnTo>
                <a:lnTo>
                  <a:pt x="210428" y="16927"/>
                </a:lnTo>
                <a:lnTo>
                  <a:pt x="218689" y="24061"/>
                </a:lnTo>
                <a:lnTo>
                  <a:pt x="219305" y="24061"/>
                </a:lnTo>
                <a:lnTo>
                  <a:pt x="217420" y="15571"/>
                </a:lnTo>
                <a:lnTo>
                  <a:pt x="217356" y="15285"/>
                </a:lnTo>
                <a:lnTo>
                  <a:pt x="216988" y="14755"/>
                </a:lnTo>
                <a:lnTo>
                  <a:pt x="216819" y="14436"/>
                </a:lnTo>
                <a:lnTo>
                  <a:pt x="236576" y="14436"/>
                </a:lnTo>
                <a:lnTo>
                  <a:pt x="235638" y="10212"/>
                </a:lnTo>
                <a:lnTo>
                  <a:pt x="228458" y="976"/>
                </a:lnTo>
                <a:lnTo>
                  <a:pt x="224873" y="0"/>
                </a:lnTo>
                <a:close/>
              </a:path>
              <a:path w="278764" h="373379">
                <a:moveTo>
                  <a:pt x="236765" y="15285"/>
                </a:moveTo>
                <a:lnTo>
                  <a:pt x="231068" y="15285"/>
                </a:lnTo>
                <a:lnTo>
                  <a:pt x="226377" y="21314"/>
                </a:lnTo>
                <a:lnTo>
                  <a:pt x="225445" y="22120"/>
                </a:lnTo>
                <a:lnTo>
                  <a:pt x="223261" y="23361"/>
                </a:lnTo>
                <a:lnTo>
                  <a:pt x="222092" y="23750"/>
                </a:lnTo>
                <a:lnTo>
                  <a:pt x="219600" y="24061"/>
                </a:lnTo>
                <a:lnTo>
                  <a:pt x="238716" y="24061"/>
                </a:lnTo>
                <a:lnTo>
                  <a:pt x="236829" y="15571"/>
                </a:lnTo>
                <a:lnTo>
                  <a:pt x="236765" y="15285"/>
                </a:lnTo>
                <a:close/>
              </a:path>
              <a:path w="278764" h="373379">
                <a:moveTo>
                  <a:pt x="221813" y="18370"/>
                </a:moveTo>
                <a:lnTo>
                  <a:pt x="221097" y="18609"/>
                </a:lnTo>
                <a:lnTo>
                  <a:pt x="222637" y="19030"/>
                </a:lnTo>
                <a:lnTo>
                  <a:pt x="221813" y="18370"/>
                </a:lnTo>
                <a:close/>
              </a:path>
              <a:path w="278764" h="373379">
                <a:moveTo>
                  <a:pt x="231068" y="15285"/>
                </a:moveTo>
                <a:lnTo>
                  <a:pt x="221813" y="18370"/>
                </a:lnTo>
                <a:lnTo>
                  <a:pt x="222637" y="19030"/>
                </a:lnTo>
                <a:lnTo>
                  <a:pt x="228154" y="19030"/>
                </a:lnTo>
                <a:lnTo>
                  <a:pt x="231068" y="15285"/>
                </a:lnTo>
                <a:close/>
              </a:path>
              <a:path w="278764" h="373379">
                <a:moveTo>
                  <a:pt x="236576" y="14436"/>
                </a:moveTo>
                <a:lnTo>
                  <a:pt x="217185" y="14436"/>
                </a:lnTo>
                <a:lnTo>
                  <a:pt x="217302" y="14755"/>
                </a:lnTo>
                <a:lnTo>
                  <a:pt x="221813" y="18370"/>
                </a:lnTo>
                <a:lnTo>
                  <a:pt x="231068" y="15285"/>
                </a:lnTo>
                <a:lnTo>
                  <a:pt x="236765" y="15285"/>
                </a:lnTo>
                <a:lnTo>
                  <a:pt x="236647" y="14755"/>
                </a:lnTo>
                <a:lnTo>
                  <a:pt x="236576" y="14436"/>
                </a:lnTo>
                <a:close/>
              </a:path>
              <a:path w="278764" h="373379">
                <a:moveTo>
                  <a:pt x="217302" y="14755"/>
                </a:moveTo>
                <a:lnTo>
                  <a:pt x="217269" y="15285"/>
                </a:lnTo>
                <a:lnTo>
                  <a:pt x="218016" y="16699"/>
                </a:lnTo>
                <a:lnTo>
                  <a:pt x="217302" y="14755"/>
                </a:lnTo>
                <a:close/>
              </a:path>
              <a:path w="278764" h="373379">
                <a:moveTo>
                  <a:pt x="216904" y="14436"/>
                </a:moveTo>
                <a:lnTo>
                  <a:pt x="216988" y="14755"/>
                </a:lnTo>
                <a:lnTo>
                  <a:pt x="217269" y="15285"/>
                </a:lnTo>
                <a:lnTo>
                  <a:pt x="217238" y="14755"/>
                </a:lnTo>
                <a:lnTo>
                  <a:pt x="216904" y="14436"/>
                </a:lnTo>
                <a:close/>
              </a:path>
              <a:path w="278764" h="373379">
                <a:moveTo>
                  <a:pt x="217168" y="14436"/>
                </a:moveTo>
                <a:lnTo>
                  <a:pt x="216904" y="14436"/>
                </a:lnTo>
                <a:lnTo>
                  <a:pt x="217302" y="14755"/>
                </a:lnTo>
                <a:lnTo>
                  <a:pt x="217168" y="14436"/>
                </a:lnTo>
                <a:close/>
              </a:path>
            </a:pathLst>
          </a:custGeom>
          <a:solidFill>
            <a:srgbClr val="167E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4982615" y="8434691"/>
            <a:ext cx="41910" cy="158115"/>
          </a:xfrm>
          <a:custGeom>
            <a:avLst/>
            <a:gdLst/>
            <a:ahLst/>
            <a:cxnLst/>
            <a:rect l="l" t="t" r="r" b="b"/>
            <a:pathLst>
              <a:path w="41910" h="158115">
                <a:moveTo>
                  <a:pt x="8710" y="136706"/>
                </a:moveTo>
                <a:lnTo>
                  <a:pt x="0" y="149844"/>
                </a:lnTo>
                <a:lnTo>
                  <a:pt x="720" y="152251"/>
                </a:lnTo>
                <a:lnTo>
                  <a:pt x="8565" y="157769"/>
                </a:lnTo>
                <a:lnTo>
                  <a:pt x="10944" y="157769"/>
                </a:lnTo>
                <a:lnTo>
                  <a:pt x="30716" y="137499"/>
                </a:lnTo>
                <a:lnTo>
                  <a:pt x="8073" y="137499"/>
                </a:lnTo>
                <a:lnTo>
                  <a:pt x="8710" y="136706"/>
                </a:lnTo>
                <a:close/>
              </a:path>
              <a:path w="41910" h="158115">
                <a:moveTo>
                  <a:pt x="9472" y="136085"/>
                </a:moveTo>
                <a:lnTo>
                  <a:pt x="8710" y="136706"/>
                </a:lnTo>
                <a:lnTo>
                  <a:pt x="8073" y="137499"/>
                </a:lnTo>
                <a:lnTo>
                  <a:pt x="9472" y="136085"/>
                </a:lnTo>
                <a:close/>
              </a:path>
              <a:path w="41910" h="158115">
                <a:moveTo>
                  <a:pt x="31407" y="136085"/>
                </a:moveTo>
                <a:lnTo>
                  <a:pt x="9472" y="136085"/>
                </a:lnTo>
                <a:lnTo>
                  <a:pt x="8073" y="137499"/>
                </a:lnTo>
                <a:lnTo>
                  <a:pt x="30716" y="137499"/>
                </a:lnTo>
                <a:lnTo>
                  <a:pt x="31407" y="136085"/>
                </a:lnTo>
                <a:close/>
              </a:path>
              <a:path w="41910" h="158115">
                <a:moveTo>
                  <a:pt x="12024" y="132587"/>
                </a:moveTo>
                <a:lnTo>
                  <a:pt x="8710" y="136706"/>
                </a:lnTo>
                <a:lnTo>
                  <a:pt x="9472" y="136085"/>
                </a:lnTo>
                <a:lnTo>
                  <a:pt x="31407" y="136085"/>
                </a:lnTo>
                <a:lnTo>
                  <a:pt x="31802" y="135279"/>
                </a:lnTo>
                <a:lnTo>
                  <a:pt x="32438" y="133530"/>
                </a:lnTo>
                <a:lnTo>
                  <a:pt x="11562" y="133530"/>
                </a:lnTo>
                <a:lnTo>
                  <a:pt x="11656" y="133381"/>
                </a:lnTo>
                <a:lnTo>
                  <a:pt x="12024" y="132587"/>
                </a:lnTo>
                <a:close/>
              </a:path>
              <a:path w="41910" h="158115">
                <a:moveTo>
                  <a:pt x="32891" y="131756"/>
                </a:moveTo>
                <a:lnTo>
                  <a:pt x="12692" y="131756"/>
                </a:lnTo>
                <a:lnTo>
                  <a:pt x="11634" y="133381"/>
                </a:lnTo>
                <a:lnTo>
                  <a:pt x="11562" y="133530"/>
                </a:lnTo>
                <a:lnTo>
                  <a:pt x="32438" y="133530"/>
                </a:lnTo>
                <a:lnTo>
                  <a:pt x="32492" y="133381"/>
                </a:lnTo>
                <a:lnTo>
                  <a:pt x="32891" y="131756"/>
                </a:lnTo>
                <a:close/>
              </a:path>
              <a:path w="41910" h="158115">
                <a:moveTo>
                  <a:pt x="12692" y="131756"/>
                </a:moveTo>
                <a:lnTo>
                  <a:pt x="12024" y="132587"/>
                </a:lnTo>
                <a:lnTo>
                  <a:pt x="11634" y="133381"/>
                </a:lnTo>
                <a:lnTo>
                  <a:pt x="12692" y="131756"/>
                </a:lnTo>
                <a:close/>
              </a:path>
              <a:path w="41910" h="158115">
                <a:moveTo>
                  <a:pt x="34066" y="126956"/>
                </a:moveTo>
                <a:lnTo>
                  <a:pt x="14781" y="126956"/>
                </a:lnTo>
                <a:lnTo>
                  <a:pt x="14332" y="127872"/>
                </a:lnTo>
                <a:lnTo>
                  <a:pt x="14089" y="128866"/>
                </a:lnTo>
                <a:lnTo>
                  <a:pt x="13846" y="128866"/>
                </a:lnTo>
                <a:lnTo>
                  <a:pt x="12024" y="132587"/>
                </a:lnTo>
                <a:lnTo>
                  <a:pt x="12692" y="131756"/>
                </a:lnTo>
                <a:lnTo>
                  <a:pt x="32891" y="131756"/>
                </a:lnTo>
                <a:lnTo>
                  <a:pt x="33598" y="128866"/>
                </a:lnTo>
                <a:lnTo>
                  <a:pt x="14089" y="128866"/>
                </a:lnTo>
                <a:lnTo>
                  <a:pt x="14449" y="127872"/>
                </a:lnTo>
                <a:lnTo>
                  <a:pt x="33842" y="127872"/>
                </a:lnTo>
                <a:lnTo>
                  <a:pt x="34066" y="126956"/>
                </a:lnTo>
                <a:close/>
              </a:path>
              <a:path w="41910" h="158115">
                <a:moveTo>
                  <a:pt x="34771" y="121437"/>
                </a:moveTo>
                <a:lnTo>
                  <a:pt x="15909" y="121437"/>
                </a:lnTo>
                <a:lnTo>
                  <a:pt x="15719" y="122211"/>
                </a:lnTo>
                <a:lnTo>
                  <a:pt x="15661" y="123024"/>
                </a:lnTo>
                <a:lnTo>
                  <a:pt x="15520" y="123024"/>
                </a:lnTo>
                <a:lnTo>
                  <a:pt x="14332" y="127872"/>
                </a:lnTo>
                <a:lnTo>
                  <a:pt x="14781" y="126956"/>
                </a:lnTo>
                <a:lnTo>
                  <a:pt x="34066" y="126956"/>
                </a:lnTo>
                <a:lnTo>
                  <a:pt x="34312" y="125952"/>
                </a:lnTo>
                <a:lnTo>
                  <a:pt x="34561" y="124377"/>
                </a:lnTo>
                <a:lnTo>
                  <a:pt x="34658" y="123024"/>
                </a:lnTo>
                <a:lnTo>
                  <a:pt x="15661" y="123024"/>
                </a:lnTo>
                <a:lnTo>
                  <a:pt x="15788" y="122211"/>
                </a:lnTo>
                <a:lnTo>
                  <a:pt x="34716" y="122211"/>
                </a:lnTo>
                <a:lnTo>
                  <a:pt x="34771" y="121437"/>
                </a:lnTo>
                <a:close/>
              </a:path>
              <a:path w="41910" h="158115">
                <a:moveTo>
                  <a:pt x="32395" y="0"/>
                </a:moveTo>
                <a:lnTo>
                  <a:pt x="30695" y="0"/>
                </a:lnTo>
                <a:lnTo>
                  <a:pt x="27974" y="695"/>
                </a:lnTo>
                <a:lnTo>
                  <a:pt x="28109" y="695"/>
                </a:lnTo>
                <a:lnTo>
                  <a:pt x="27151" y="1155"/>
                </a:lnTo>
                <a:lnTo>
                  <a:pt x="17896" y="58124"/>
                </a:lnTo>
                <a:lnTo>
                  <a:pt x="17804" y="93023"/>
                </a:lnTo>
                <a:lnTo>
                  <a:pt x="15775" y="121437"/>
                </a:lnTo>
                <a:lnTo>
                  <a:pt x="15719" y="122211"/>
                </a:lnTo>
                <a:lnTo>
                  <a:pt x="15909" y="121437"/>
                </a:lnTo>
                <a:lnTo>
                  <a:pt x="34771" y="121437"/>
                </a:lnTo>
                <a:lnTo>
                  <a:pt x="36800" y="93023"/>
                </a:lnTo>
                <a:lnTo>
                  <a:pt x="36888" y="58124"/>
                </a:lnTo>
                <a:lnTo>
                  <a:pt x="38996" y="26498"/>
                </a:lnTo>
                <a:lnTo>
                  <a:pt x="39043" y="25791"/>
                </a:lnTo>
                <a:lnTo>
                  <a:pt x="39248" y="24538"/>
                </a:lnTo>
                <a:lnTo>
                  <a:pt x="41384" y="9583"/>
                </a:lnTo>
                <a:lnTo>
                  <a:pt x="34411" y="288"/>
                </a:lnTo>
                <a:lnTo>
                  <a:pt x="32395" y="0"/>
                </a:lnTo>
                <a:close/>
              </a:path>
            </a:pathLst>
          </a:custGeom>
          <a:solidFill>
            <a:srgbClr val="167E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7" name="object 47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170739" y="8251196"/>
            <a:ext cx="950603" cy="453240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205333" y="8349589"/>
            <a:ext cx="523382" cy="552001"/>
          </a:xfrm>
          <a:prstGeom prst="rect">
            <a:avLst/>
          </a:prstGeom>
        </p:spPr>
      </p:pic>
      <p:sp>
        <p:nvSpPr>
          <p:cNvPr id="49" name="object 49" descr=""/>
          <p:cNvSpPr/>
          <p:nvPr/>
        </p:nvSpPr>
        <p:spPr>
          <a:xfrm>
            <a:off x="5072188" y="8802005"/>
            <a:ext cx="41910" cy="404495"/>
          </a:xfrm>
          <a:custGeom>
            <a:avLst/>
            <a:gdLst/>
            <a:ahLst/>
            <a:cxnLst/>
            <a:rect l="l" t="t" r="r" b="b"/>
            <a:pathLst>
              <a:path w="41910" h="404495">
                <a:moveTo>
                  <a:pt x="32579" y="0"/>
                </a:moveTo>
                <a:lnTo>
                  <a:pt x="30406" y="0"/>
                </a:lnTo>
                <a:lnTo>
                  <a:pt x="27993" y="699"/>
                </a:lnTo>
                <a:lnTo>
                  <a:pt x="1033" y="34279"/>
                </a:lnTo>
                <a:lnTo>
                  <a:pt x="0" y="44486"/>
                </a:lnTo>
                <a:lnTo>
                  <a:pt x="62" y="346707"/>
                </a:lnTo>
                <a:lnTo>
                  <a:pt x="13672" y="384248"/>
                </a:lnTo>
                <a:lnTo>
                  <a:pt x="31199" y="404176"/>
                </a:lnTo>
                <a:lnTo>
                  <a:pt x="32400" y="404176"/>
                </a:lnTo>
                <a:lnTo>
                  <a:pt x="41374" y="394074"/>
                </a:lnTo>
                <a:lnTo>
                  <a:pt x="40897" y="391608"/>
                </a:lnTo>
                <a:lnTo>
                  <a:pt x="40431" y="390466"/>
                </a:lnTo>
                <a:lnTo>
                  <a:pt x="29944" y="374575"/>
                </a:lnTo>
                <a:lnTo>
                  <a:pt x="28133" y="371090"/>
                </a:lnTo>
                <a:lnTo>
                  <a:pt x="23404" y="362197"/>
                </a:lnTo>
                <a:lnTo>
                  <a:pt x="22121" y="358427"/>
                </a:lnTo>
                <a:lnTo>
                  <a:pt x="20437" y="353825"/>
                </a:lnTo>
                <a:lnTo>
                  <a:pt x="20219" y="353825"/>
                </a:lnTo>
                <a:lnTo>
                  <a:pt x="20080" y="352850"/>
                </a:lnTo>
                <a:lnTo>
                  <a:pt x="19738" y="351915"/>
                </a:lnTo>
                <a:lnTo>
                  <a:pt x="19946" y="351915"/>
                </a:lnTo>
                <a:lnTo>
                  <a:pt x="19011" y="345367"/>
                </a:lnTo>
                <a:lnTo>
                  <a:pt x="19013" y="44486"/>
                </a:lnTo>
                <a:lnTo>
                  <a:pt x="19429" y="39500"/>
                </a:lnTo>
                <a:lnTo>
                  <a:pt x="19244" y="39500"/>
                </a:lnTo>
                <a:lnTo>
                  <a:pt x="19504" y="38601"/>
                </a:lnTo>
                <a:lnTo>
                  <a:pt x="19582" y="37665"/>
                </a:lnTo>
                <a:lnTo>
                  <a:pt x="19774" y="37665"/>
                </a:lnTo>
                <a:lnTo>
                  <a:pt x="20752" y="34279"/>
                </a:lnTo>
                <a:lnTo>
                  <a:pt x="20477" y="34279"/>
                </a:lnTo>
                <a:lnTo>
                  <a:pt x="21343" y="32233"/>
                </a:lnTo>
                <a:lnTo>
                  <a:pt x="21641" y="32233"/>
                </a:lnTo>
                <a:lnTo>
                  <a:pt x="22883" y="30050"/>
                </a:lnTo>
                <a:lnTo>
                  <a:pt x="22532" y="30050"/>
                </a:lnTo>
                <a:lnTo>
                  <a:pt x="23977" y="28127"/>
                </a:lnTo>
                <a:lnTo>
                  <a:pt x="24403" y="28127"/>
                </a:lnTo>
                <a:lnTo>
                  <a:pt x="27431" y="25015"/>
                </a:lnTo>
                <a:lnTo>
                  <a:pt x="41282" y="8017"/>
                </a:lnTo>
                <a:lnTo>
                  <a:pt x="40584" y="5604"/>
                </a:lnTo>
                <a:lnTo>
                  <a:pt x="34129" y="172"/>
                </a:lnTo>
                <a:lnTo>
                  <a:pt x="32579" y="0"/>
                </a:lnTo>
                <a:close/>
              </a:path>
              <a:path w="41910" h="404495">
                <a:moveTo>
                  <a:pt x="20080" y="352850"/>
                </a:moveTo>
                <a:lnTo>
                  <a:pt x="20219" y="353825"/>
                </a:lnTo>
                <a:lnTo>
                  <a:pt x="20437" y="353825"/>
                </a:lnTo>
                <a:lnTo>
                  <a:pt x="20080" y="352850"/>
                </a:lnTo>
                <a:close/>
              </a:path>
              <a:path w="41910" h="404495">
                <a:moveTo>
                  <a:pt x="19946" y="351915"/>
                </a:moveTo>
                <a:lnTo>
                  <a:pt x="19738" y="351915"/>
                </a:lnTo>
                <a:lnTo>
                  <a:pt x="20080" y="352850"/>
                </a:lnTo>
                <a:lnTo>
                  <a:pt x="19946" y="351915"/>
                </a:lnTo>
                <a:close/>
              </a:path>
              <a:path w="41910" h="404495">
                <a:moveTo>
                  <a:pt x="19504" y="38601"/>
                </a:moveTo>
                <a:lnTo>
                  <a:pt x="19244" y="39500"/>
                </a:lnTo>
                <a:lnTo>
                  <a:pt x="19429" y="39500"/>
                </a:lnTo>
                <a:lnTo>
                  <a:pt x="19504" y="38601"/>
                </a:lnTo>
                <a:close/>
              </a:path>
              <a:path w="41910" h="404495">
                <a:moveTo>
                  <a:pt x="19774" y="37665"/>
                </a:moveTo>
                <a:lnTo>
                  <a:pt x="19582" y="37665"/>
                </a:lnTo>
                <a:lnTo>
                  <a:pt x="19504" y="38601"/>
                </a:lnTo>
                <a:lnTo>
                  <a:pt x="19774" y="37665"/>
                </a:lnTo>
                <a:close/>
              </a:path>
              <a:path w="41910" h="404495">
                <a:moveTo>
                  <a:pt x="21343" y="32233"/>
                </a:moveTo>
                <a:lnTo>
                  <a:pt x="20477" y="34279"/>
                </a:lnTo>
                <a:lnTo>
                  <a:pt x="21036" y="33297"/>
                </a:lnTo>
                <a:lnTo>
                  <a:pt x="21343" y="32233"/>
                </a:lnTo>
                <a:close/>
              </a:path>
              <a:path w="41910" h="404495">
                <a:moveTo>
                  <a:pt x="21036" y="33297"/>
                </a:moveTo>
                <a:lnTo>
                  <a:pt x="20477" y="34279"/>
                </a:lnTo>
                <a:lnTo>
                  <a:pt x="20752" y="34279"/>
                </a:lnTo>
                <a:lnTo>
                  <a:pt x="21036" y="33297"/>
                </a:lnTo>
                <a:close/>
              </a:path>
              <a:path w="41910" h="404495">
                <a:moveTo>
                  <a:pt x="21641" y="32233"/>
                </a:moveTo>
                <a:lnTo>
                  <a:pt x="21343" y="32233"/>
                </a:lnTo>
                <a:lnTo>
                  <a:pt x="21036" y="33297"/>
                </a:lnTo>
                <a:lnTo>
                  <a:pt x="21641" y="32233"/>
                </a:lnTo>
                <a:close/>
              </a:path>
              <a:path w="41910" h="404495">
                <a:moveTo>
                  <a:pt x="23977" y="28127"/>
                </a:moveTo>
                <a:lnTo>
                  <a:pt x="22532" y="30050"/>
                </a:lnTo>
                <a:lnTo>
                  <a:pt x="23378" y="29181"/>
                </a:lnTo>
                <a:lnTo>
                  <a:pt x="23977" y="28127"/>
                </a:lnTo>
                <a:close/>
              </a:path>
              <a:path w="41910" h="404495">
                <a:moveTo>
                  <a:pt x="23378" y="29181"/>
                </a:moveTo>
                <a:lnTo>
                  <a:pt x="22532" y="30050"/>
                </a:lnTo>
                <a:lnTo>
                  <a:pt x="22883" y="30050"/>
                </a:lnTo>
                <a:lnTo>
                  <a:pt x="23378" y="29181"/>
                </a:lnTo>
                <a:close/>
              </a:path>
              <a:path w="41910" h="404495">
                <a:moveTo>
                  <a:pt x="24403" y="28127"/>
                </a:moveTo>
                <a:lnTo>
                  <a:pt x="23977" y="28127"/>
                </a:lnTo>
                <a:lnTo>
                  <a:pt x="23378" y="29181"/>
                </a:lnTo>
                <a:lnTo>
                  <a:pt x="24403" y="28127"/>
                </a:lnTo>
                <a:close/>
              </a:path>
            </a:pathLst>
          </a:custGeom>
          <a:solidFill>
            <a:srgbClr val="167E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0" name="object 50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242294" y="8900678"/>
            <a:ext cx="180136" cy="251581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508933" y="8904547"/>
            <a:ext cx="486847" cy="337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281" y="1488584"/>
            <a:ext cx="2627064" cy="232226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935" y="4703986"/>
            <a:ext cx="2915141" cy="205621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6265" y="1324839"/>
            <a:ext cx="3466330" cy="237466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59212" y="4838552"/>
            <a:ext cx="3250068" cy="184205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8778" y="58447"/>
            <a:ext cx="573070" cy="473513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910120" y="104914"/>
            <a:ext cx="241300" cy="398780"/>
          </a:xfrm>
          <a:custGeom>
            <a:avLst/>
            <a:gdLst/>
            <a:ahLst/>
            <a:cxnLst/>
            <a:rect l="l" t="t" r="r" b="b"/>
            <a:pathLst>
              <a:path w="241300" h="398780">
                <a:moveTo>
                  <a:pt x="173799" y="200240"/>
                </a:moveTo>
                <a:lnTo>
                  <a:pt x="147574" y="186410"/>
                </a:lnTo>
                <a:lnTo>
                  <a:pt x="147789" y="186410"/>
                </a:lnTo>
                <a:lnTo>
                  <a:pt x="145719" y="186029"/>
                </a:lnTo>
                <a:lnTo>
                  <a:pt x="143598" y="185801"/>
                </a:lnTo>
                <a:lnTo>
                  <a:pt x="143598" y="204851"/>
                </a:lnTo>
                <a:lnTo>
                  <a:pt x="143217" y="204851"/>
                </a:lnTo>
                <a:lnTo>
                  <a:pt x="142900" y="204774"/>
                </a:lnTo>
                <a:lnTo>
                  <a:pt x="143598" y="204851"/>
                </a:lnTo>
                <a:lnTo>
                  <a:pt x="143598" y="185801"/>
                </a:lnTo>
                <a:lnTo>
                  <a:pt x="130530" y="184315"/>
                </a:lnTo>
                <a:lnTo>
                  <a:pt x="101333" y="184315"/>
                </a:lnTo>
                <a:lnTo>
                  <a:pt x="100076" y="184353"/>
                </a:lnTo>
                <a:lnTo>
                  <a:pt x="101358" y="172199"/>
                </a:lnTo>
                <a:lnTo>
                  <a:pt x="107505" y="114033"/>
                </a:lnTo>
                <a:lnTo>
                  <a:pt x="111607" y="68287"/>
                </a:lnTo>
                <a:lnTo>
                  <a:pt x="111671" y="66598"/>
                </a:lnTo>
                <a:lnTo>
                  <a:pt x="112318" y="37134"/>
                </a:lnTo>
                <a:lnTo>
                  <a:pt x="112776" y="26466"/>
                </a:lnTo>
                <a:lnTo>
                  <a:pt x="112826" y="25196"/>
                </a:lnTo>
                <a:lnTo>
                  <a:pt x="113068" y="24384"/>
                </a:lnTo>
                <a:lnTo>
                  <a:pt x="114033" y="18973"/>
                </a:lnTo>
                <a:lnTo>
                  <a:pt x="114134" y="18453"/>
                </a:lnTo>
                <a:lnTo>
                  <a:pt x="114223" y="17932"/>
                </a:lnTo>
                <a:lnTo>
                  <a:pt x="115290" y="14579"/>
                </a:lnTo>
                <a:lnTo>
                  <a:pt x="116382" y="10947"/>
                </a:lnTo>
                <a:lnTo>
                  <a:pt x="116370" y="8470"/>
                </a:lnTo>
                <a:lnTo>
                  <a:pt x="116243" y="7226"/>
                </a:lnTo>
                <a:lnTo>
                  <a:pt x="108496" y="0"/>
                </a:lnTo>
                <a:lnTo>
                  <a:pt x="105994" y="0"/>
                </a:lnTo>
                <a:lnTo>
                  <a:pt x="93383" y="36525"/>
                </a:lnTo>
                <a:lnTo>
                  <a:pt x="92735" y="66598"/>
                </a:lnTo>
                <a:lnTo>
                  <a:pt x="88646" y="112179"/>
                </a:lnTo>
                <a:lnTo>
                  <a:pt x="82511" y="170218"/>
                </a:lnTo>
                <a:lnTo>
                  <a:pt x="80975" y="184835"/>
                </a:lnTo>
                <a:lnTo>
                  <a:pt x="75704" y="184962"/>
                </a:lnTo>
                <a:lnTo>
                  <a:pt x="49555" y="186410"/>
                </a:lnTo>
                <a:lnTo>
                  <a:pt x="50266" y="186410"/>
                </a:lnTo>
                <a:lnTo>
                  <a:pt x="31838" y="189141"/>
                </a:lnTo>
                <a:lnTo>
                  <a:pt x="30568" y="189407"/>
                </a:lnTo>
                <a:lnTo>
                  <a:pt x="18770" y="192849"/>
                </a:lnTo>
                <a:lnTo>
                  <a:pt x="18770" y="213461"/>
                </a:lnTo>
                <a:lnTo>
                  <a:pt x="18681" y="214871"/>
                </a:lnTo>
                <a:lnTo>
                  <a:pt x="18656" y="215201"/>
                </a:lnTo>
                <a:lnTo>
                  <a:pt x="18757" y="213461"/>
                </a:lnTo>
                <a:lnTo>
                  <a:pt x="18770" y="192849"/>
                </a:lnTo>
                <a:lnTo>
                  <a:pt x="139" y="211950"/>
                </a:lnTo>
                <a:lnTo>
                  <a:pt x="88" y="212128"/>
                </a:lnTo>
                <a:lnTo>
                  <a:pt x="0" y="216281"/>
                </a:lnTo>
                <a:lnTo>
                  <a:pt x="444" y="221615"/>
                </a:lnTo>
                <a:lnTo>
                  <a:pt x="546" y="222859"/>
                </a:lnTo>
                <a:lnTo>
                  <a:pt x="660" y="224091"/>
                </a:lnTo>
                <a:lnTo>
                  <a:pt x="685" y="224434"/>
                </a:lnTo>
                <a:lnTo>
                  <a:pt x="1028" y="225615"/>
                </a:lnTo>
                <a:lnTo>
                  <a:pt x="8763" y="231940"/>
                </a:lnTo>
                <a:lnTo>
                  <a:pt x="11328" y="231940"/>
                </a:lnTo>
                <a:lnTo>
                  <a:pt x="19456" y="221615"/>
                </a:lnTo>
                <a:lnTo>
                  <a:pt x="19011" y="216281"/>
                </a:lnTo>
                <a:lnTo>
                  <a:pt x="18923" y="215201"/>
                </a:lnTo>
                <a:lnTo>
                  <a:pt x="18580" y="216281"/>
                </a:lnTo>
                <a:lnTo>
                  <a:pt x="18821" y="215201"/>
                </a:lnTo>
                <a:lnTo>
                  <a:pt x="18783" y="213461"/>
                </a:lnTo>
                <a:lnTo>
                  <a:pt x="18897" y="214871"/>
                </a:lnTo>
                <a:lnTo>
                  <a:pt x="19215" y="213448"/>
                </a:lnTo>
                <a:lnTo>
                  <a:pt x="19304" y="213093"/>
                </a:lnTo>
                <a:lnTo>
                  <a:pt x="20955" y="211950"/>
                </a:lnTo>
                <a:lnTo>
                  <a:pt x="23876" y="211099"/>
                </a:lnTo>
                <a:lnTo>
                  <a:pt x="29502" y="209461"/>
                </a:lnTo>
                <a:lnTo>
                  <a:pt x="34937" y="207873"/>
                </a:lnTo>
                <a:lnTo>
                  <a:pt x="34620" y="207873"/>
                </a:lnTo>
                <a:lnTo>
                  <a:pt x="35267" y="207784"/>
                </a:lnTo>
                <a:lnTo>
                  <a:pt x="36461" y="207606"/>
                </a:lnTo>
                <a:lnTo>
                  <a:pt x="52235" y="205270"/>
                </a:lnTo>
                <a:lnTo>
                  <a:pt x="51562" y="205270"/>
                </a:lnTo>
                <a:lnTo>
                  <a:pt x="76530" y="203885"/>
                </a:lnTo>
                <a:lnTo>
                  <a:pt x="78994" y="203835"/>
                </a:lnTo>
                <a:lnTo>
                  <a:pt x="76377" y="228815"/>
                </a:lnTo>
                <a:lnTo>
                  <a:pt x="70205" y="281597"/>
                </a:lnTo>
                <a:lnTo>
                  <a:pt x="66078" y="326440"/>
                </a:lnTo>
                <a:lnTo>
                  <a:pt x="64858" y="358609"/>
                </a:lnTo>
                <a:lnTo>
                  <a:pt x="62687" y="370713"/>
                </a:lnTo>
                <a:lnTo>
                  <a:pt x="55511" y="386080"/>
                </a:lnTo>
                <a:lnTo>
                  <a:pt x="55219" y="387286"/>
                </a:lnTo>
                <a:lnTo>
                  <a:pt x="62953" y="398360"/>
                </a:lnTo>
                <a:lnTo>
                  <a:pt x="66471" y="398360"/>
                </a:lnTo>
                <a:lnTo>
                  <a:pt x="83502" y="361950"/>
                </a:lnTo>
                <a:lnTo>
                  <a:pt x="85001" y="327710"/>
                </a:lnTo>
                <a:lnTo>
                  <a:pt x="89052" y="283565"/>
                </a:lnTo>
                <a:lnTo>
                  <a:pt x="95211" y="230898"/>
                </a:lnTo>
                <a:lnTo>
                  <a:pt x="98094" y="203352"/>
                </a:lnTo>
                <a:lnTo>
                  <a:pt x="103771" y="203200"/>
                </a:lnTo>
                <a:lnTo>
                  <a:pt x="128955" y="203200"/>
                </a:lnTo>
                <a:lnTo>
                  <a:pt x="142875" y="204774"/>
                </a:lnTo>
                <a:lnTo>
                  <a:pt x="163385" y="210108"/>
                </a:lnTo>
                <a:lnTo>
                  <a:pt x="164338" y="210108"/>
                </a:lnTo>
                <a:lnTo>
                  <a:pt x="172796" y="204851"/>
                </a:lnTo>
                <a:lnTo>
                  <a:pt x="172923" y="204609"/>
                </a:lnTo>
                <a:lnTo>
                  <a:pt x="173139" y="204165"/>
                </a:lnTo>
                <a:lnTo>
                  <a:pt x="173380" y="203200"/>
                </a:lnTo>
                <a:lnTo>
                  <a:pt x="173774" y="201726"/>
                </a:lnTo>
                <a:lnTo>
                  <a:pt x="173799" y="200240"/>
                </a:lnTo>
                <a:close/>
              </a:path>
              <a:path w="241300" h="398780">
                <a:moveTo>
                  <a:pt x="236575" y="257670"/>
                </a:moveTo>
                <a:lnTo>
                  <a:pt x="229590" y="247332"/>
                </a:lnTo>
                <a:lnTo>
                  <a:pt x="229755" y="247332"/>
                </a:lnTo>
                <a:lnTo>
                  <a:pt x="228384" y="247078"/>
                </a:lnTo>
                <a:lnTo>
                  <a:pt x="225717" y="247078"/>
                </a:lnTo>
                <a:lnTo>
                  <a:pt x="209461" y="286296"/>
                </a:lnTo>
                <a:lnTo>
                  <a:pt x="208064" y="326504"/>
                </a:lnTo>
                <a:lnTo>
                  <a:pt x="208127" y="372376"/>
                </a:lnTo>
                <a:lnTo>
                  <a:pt x="217919" y="391680"/>
                </a:lnTo>
                <a:lnTo>
                  <a:pt x="218821" y="391680"/>
                </a:lnTo>
                <a:lnTo>
                  <a:pt x="227076" y="371208"/>
                </a:lnTo>
                <a:lnTo>
                  <a:pt x="227025" y="326504"/>
                </a:lnTo>
                <a:lnTo>
                  <a:pt x="228346" y="288188"/>
                </a:lnTo>
                <a:lnTo>
                  <a:pt x="231825" y="270281"/>
                </a:lnTo>
                <a:lnTo>
                  <a:pt x="231940" y="269887"/>
                </a:lnTo>
                <a:lnTo>
                  <a:pt x="232067" y="269494"/>
                </a:lnTo>
                <a:lnTo>
                  <a:pt x="234276" y="264045"/>
                </a:lnTo>
                <a:lnTo>
                  <a:pt x="236347" y="258876"/>
                </a:lnTo>
                <a:lnTo>
                  <a:pt x="236575" y="257670"/>
                </a:lnTo>
                <a:close/>
              </a:path>
              <a:path w="241300" h="398780">
                <a:moveTo>
                  <a:pt x="240728" y="174231"/>
                </a:moveTo>
                <a:lnTo>
                  <a:pt x="209486" y="150050"/>
                </a:lnTo>
                <a:lnTo>
                  <a:pt x="208254" y="150101"/>
                </a:lnTo>
                <a:lnTo>
                  <a:pt x="199783" y="159448"/>
                </a:lnTo>
                <a:lnTo>
                  <a:pt x="199847" y="160680"/>
                </a:lnTo>
                <a:lnTo>
                  <a:pt x="204470" y="167716"/>
                </a:lnTo>
                <a:lnTo>
                  <a:pt x="207543" y="169570"/>
                </a:lnTo>
                <a:lnTo>
                  <a:pt x="226758" y="183083"/>
                </a:lnTo>
                <a:lnTo>
                  <a:pt x="227888" y="183591"/>
                </a:lnTo>
                <a:lnTo>
                  <a:pt x="230339" y="184137"/>
                </a:lnTo>
                <a:lnTo>
                  <a:pt x="231571" y="184162"/>
                </a:lnTo>
                <a:lnTo>
                  <a:pt x="234035" y="183730"/>
                </a:lnTo>
                <a:lnTo>
                  <a:pt x="240703" y="175463"/>
                </a:lnTo>
                <a:lnTo>
                  <a:pt x="240728" y="17423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6582" y="340357"/>
            <a:ext cx="334133" cy="184894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1656082" y="147143"/>
            <a:ext cx="49530" cy="347980"/>
          </a:xfrm>
          <a:custGeom>
            <a:avLst/>
            <a:gdLst/>
            <a:ahLst/>
            <a:cxnLst/>
            <a:rect l="l" t="t" r="r" b="b"/>
            <a:pathLst>
              <a:path w="49530" h="347980">
                <a:moveTo>
                  <a:pt x="40370" y="0"/>
                </a:moveTo>
                <a:lnTo>
                  <a:pt x="38946" y="0"/>
                </a:lnTo>
                <a:lnTo>
                  <a:pt x="36663" y="389"/>
                </a:lnTo>
                <a:lnTo>
                  <a:pt x="24015" y="38792"/>
                </a:lnTo>
                <a:lnTo>
                  <a:pt x="22550" y="57147"/>
                </a:lnTo>
                <a:lnTo>
                  <a:pt x="19169" y="95744"/>
                </a:lnTo>
                <a:lnTo>
                  <a:pt x="13696" y="140901"/>
                </a:lnTo>
                <a:lnTo>
                  <a:pt x="8214" y="190944"/>
                </a:lnTo>
                <a:lnTo>
                  <a:pt x="4119" y="238048"/>
                </a:lnTo>
                <a:lnTo>
                  <a:pt x="2728" y="282089"/>
                </a:lnTo>
                <a:lnTo>
                  <a:pt x="0" y="338066"/>
                </a:lnTo>
                <a:lnTo>
                  <a:pt x="7746" y="347927"/>
                </a:lnTo>
                <a:lnTo>
                  <a:pt x="11307" y="347927"/>
                </a:lnTo>
                <a:lnTo>
                  <a:pt x="18787" y="340540"/>
                </a:lnTo>
                <a:lnTo>
                  <a:pt x="18862" y="340244"/>
                </a:lnTo>
                <a:lnTo>
                  <a:pt x="21662" y="282845"/>
                </a:lnTo>
                <a:lnTo>
                  <a:pt x="23011" y="239685"/>
                </a:lnTo>
                <a:lnTo>
                  <a:pt x="23094" y="238569"/>
                </a:lnTo>
                <a:lnTo>
                  <a:pt x="27073" y="192805"/>
                </a:lnTo>
                <a:lnTo>
                  <a:pt x="32519" y="143083"/>
                </a:lnTo>
                <a:lnTo>
                  <a:pt x="38013" y="97716"/>
                </a:lnTo>
                <a:lnTo>
                  <a:pt x="41433" y="58710"/>
                </a:lnTo>
                <a:lnTo>
                  <a:pt x="42731" y="42005"/>
                </a:lnTo>
                <a:lnTo>
                  <a:pt x="42798" y="41136"/>
                </a:lnTo>
                <a:lnTo>
                  <a:pt x="43092" y="39673"/>
                </a:lnTo>
                <a:lnTo>
                  <a:pt x="45337" y="26625"/>
                </a:lnTo>
                <a:lnTo>
                  <a:pt x="45420" y="26141"/>
                </a:lnTo>
                <a:lnTo>
                  <a:pt x="49011" y="10388"/>
                </a:lnTo>
                <a:lnTo>
                  <a:pt x="49044" y="9157"/>
                </a:lnTo>
                <a:lnTo>
                  <a:pt x="48747" y="7415"/>
                </a:lnTo>
                <a:lnTo>
                  <a:pt x="48621" y="6681"/>
                </a:lnTo>
                <a:lnTo>
                  <a:pt x="48181" y="5530"/>
                </a:lnTo>
                <a:lnTo>
                  <a:pt x="46842" y="3404"/>
                </a:lnTo>
                <a:lnTo>
                  <a:pt x="45995" y="2510"/>
                </a:lnTo>
                <a:lnTo>
                  <a:pt x="43945" y="1059"/>
                </a:lnTo>
                <a:lnTo>
                  <a:pt x="42820" y="556"/>
                </a:lnTo>
                <a:lnTo>
                  <a:pt x="40370" y="0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42018" y="19070"/>
            <a:ext cx="1914399" cy="71441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63866" y="269812"/>
            <a:ext cx="172934" cy="197731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4643767" y="84141"/>
            <a:ext cx="273685" cy="382905"/>
            <a:chOff x="4643767" y="84141"/>
            <a:chExt cx="273685" cy="382905"/>
          </a:xfrm>
        </p:grpSpPr>
        <p:sp>
          <p:nvSpPr>
            <p:cNvPr id="13" name="object 13" descr=""/>
            <p:cNvSpPr/>
            <p:nvPr/>
          </p:nvSpPr>
          <p:spPr>
            <a:xfrm>
              <a:off x="4643767" y="84141"/>
              <a:ext cx="135255" cy="382905"/>
            </a:xfrm>
            <a:custGeom>
              <a:avLst/>
              <a:gdLst/>
              <a:ahLst/>
              <a:cxnLst/>
              <a:rect l="l" t="t" r="r" b="b"/>
              <a:pathLst>
                <a:path w="135254" h="382905">
                  <a:moveTo>
                    <a:pt x="125993" y="0"/>
                  </a:moveTo>
                  <a:lnTo>
                    <a:pt x="124687" y="0"/>
                  </a:lnTo>
                  <a:lnTo>
                    <a:pt x="122229" y="516"/>
                  </a:lnTo>
                  <a:lnTo>
                    <a:pt x="100270" y="32292"/>
                  </a:lnTo>
                  <a:lnTo>
                    <a:pt x="76145" y="88623"/>
                  </a:lnTo>
                  <a:lnTo>
                    <a:pt x="58557" y="137947"/>
                  </a:lnTo>
                  <a:lnTo>
                    <a:pt x="41418" y="196201"/>
                  </a:lnTo>
                  <a:lnTo>
                    <a:pt x="27271" y="252817"/>
                  </a:lnTo>
                  <a:lnTo>
                    <a:pt x="16610" y="304449"/>
                  </a:lnTo>
                  <a:lnTo>
                    <a:pt x="10104" y="334115"/>
                  </a:lnTo>
                  <a:lnTo>
                    <a:pt x="80" y="371605"/>
                  </a:lnTo>
                  <a:lnTo>
                    <a:pt x="0" y="372835"/>
                  </a:lnTo>
                  <a:lnTo>
                    <a:pt x="328" y="375325"/>
                  </a:lnTo>
                  <a:lnTo>
                    <a:pt x="8620" y="382394"/>
                  </a:lnTo>
                  <a:lnTo>
                    <a:pt x="9550" y="382394"/>
                  </a:lnTo>
                  <a:lnTo>
                    <a:pt x="28510" y="338592"/>
                  </a:lnTo>
                  <a:lnTo>
                    <a:pt x="45748" y="257035"/>
                  </a:lnTo>
                  <a:lnTo>
                    <a:pt x="45827" y="256650"/>
                  </a:lnTo>
                  <a:lnTo>
                    <a:pt x="59708" y="201161"/>
                  </a:lnTo>
                  <a:lnTo>
                    <a:pt x="59801" y="200789"/>
                  </a:lnTo>
                  <a:lnTo>
                    <a:pt x="76421" y="144310"/>
                  </a:lnTo>
                  <a:lnTo>
                    <a:pt x="76487" y="144084"/>
                  </a:lnTo>
                  <a:lnTo>
                    <a:pt x="76570" y="143800"/>
                  </a:lnTo>
                  <a:lnTo>
                    <a:pt x="78493" y="138455"/>
                  </a:lnTo>
                  <a:lnTo>
                    <a:pt x="93699" y="95779"/>
                  </a:lnTo>
                  <a:lnTo>
                    <a:pt x="109794" y="56352"/>
                  </a:lnTo>
                  <a:lnTo>
                    <a:pt x="122197" y="32292"/>
                  </a:lnTo>
                  <a:lnTo>
                    <a:pt x="124922" y="27641"/>
                  </a:lnTo>
                  <a:lnTo>
                    <a:pt x="134029" y="13649"/>
                  </a:lnTo>
                  <a:lnTo>
                    <a:pt x="134487" y="12505"/>
                  </a:lnTo>
                  <a:lnTo>
                    <a:pt x="134950" y="10036"/>
                  </a:lnTo>
                  <a:lnTo>
                    <a:pt x="134937" y="8804"/>
                  </a:lnTo>
                  <a:lnTo>
                    <a:pt x="134419" y="6347"/>
                  </a:lnTo>
                  <a:lnTo>
                    <a:pt x="133935" y="5214"/>
                  </a:lnTo>
                  <a:lnTo>
                    <a:pt x="132626" y="3300"/>
                  </a:lnTo>
                  <a:lnTo>
                    <a:pt x="132516" y="3140"/>
                  </a:lnTo>
                  <a:lnTo>
                    <a:pt x="131635" y="2279"/>
                  </a:lnTo>
                  <a:lnTo>
                    <a:pt x="129676" y="1002"/>
                  </a:lnTo>
                  <a:lnTo>
                    <a:pt x="128558" y="516"/>
                  </a:lnTo>
                  <a:lnTo>
                    <a:pt x="128754" y="516"/>
                  </a:lnTo>
                  <a:lnTo>
                    <a:pt x="125993" y="0"/>
                  </a:lnTo>
                  <a:close/>
                </a:path>
              </a:pathLst>
            </a:custGeom>
            <a:solidFill>
              <a:srgbClr val="4326C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60770" y="250692"/>
              <a:ext cx="184264" cy="8523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08094" y="108967"/>
              <a:ext cx="208858" cy="98733"/>
            </a:xfrm>
            <a:prstGeom prst="rect">
              <a:avLst/>
            </a:prstGeom>
          </p:spPr>
        </p:pic>
      </p:grpSp>
      <p:pic>
        <p:nvPicPr>
          <p:cNvPr id="16" name="object 1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173661" y="107958"/>
            <a:ext cx="383151" cy="46993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626883" y="328211"/>
            <a:ext cx="110090" cy="196705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51506" y="3916385"/>
            <a:ext cx="266273" cy="732789"/>
          </a:xfrm>
          <a:prstGeom prst="rect">
            <a:avLst/>
          </a:prstGeom>
        </p:spPr>
      </p:pic>
      <p:sp>
        <p:nvSpPr>
          <p:cNvPr id="19" name="object 19" descr=""/>
          <p:cNvSpPr/>
          <p:nvPr/>
        </p:nvSpPr>
        <p:spPr>
          <a:xfrm>
            <a:off x="4863756" y="3746750"/>
            <a:ext cx="499745" cy="970280"/>
          </a:xfrm>
          <a:custGeom>
            <a:avLst/>
            <a:gdLst/>
            <a:ahLst/>
            <a:cxnLst/>
            <a:rect l="l" t="t" r="r" b="b"/>
            <a:pathLst>
              <a:path w="499745" h="970279">
                <a:moveTo>
                  <a:pt x="11028" y="591266"/>
                </a:moveTo>
                <a:lnTo>
                  <a:pt x="9797" y="591266"/>
                </a:lnTo>
                <a:lnTo>
                  <a:pt x="7158" y="591715"/>
                </a:lnTo>
                <a:lnTo>
                  <a:pt x="7393" y="591715"/>
                </a:lnTo>
                <a:lnTo>
                  <a:pt x="6350" y="592136"/>
                </a:lnTo>
                <a:lnTo>
                  <a:pt x="0" y="600461"/>
                </a:lnTo>
                <a:lnTo>
                  <a:pt x="1" y="603418"/>
                </a:lnTo>
                <a:lnTo>
                  <a:pt x="17539" y="644683"/>
                </a:lnTo>
                <a:lnTo>
                  <a:pt x="46633" y="689841"/>
                </a:lnTo>
                <a:lnTo>
                  <a:pt x="58163" y="707824"/>
                </a:lnTo>
                <a:lnTo>
                  <a:pt x="58486" y="708295"/>
                </a:lnTo>
                <a:lnTo>
                  <a:pt x="70939" y="725361"/>
                </a:lnTo>
                <a:lnTo>
                  <a:pt x="71314" y="725845"/>
                </a:lnTo>
                <a:lnTo>
                  <a:pt x="126653" y="792259"/>
                </a:lnTo>
                <a:lnTo>
                  <a:pt x="167101" y="845577"/>
                </a:lnTo>
                <a:lnTo>
                  <a:pt x="209532" y="899081"/>
                </a:lnTo>
                <a:lnTo>
                  <a:pt x="210044" y="899676"/>
                </a:lnTo>
                <a:lnTo>
                  <a:pt x="237667" y="929132"/>
                </a:lnTo>
                <a:lnTo>
                  <a:pt x="259805" y="953118"/>
                </a:lnTo>
                <a:lnTo>
                  <a:pt x="292986" y="969948"/>
                </a:lnTo>
                <a:lnTo>
                  <a:pt x="294977" y="969948"/>
                </a:lnTo>
                <a:lnTo>
                  <a:pt x="319120" y="952174"/>
                </a:lnTo>
                <a:lnTo>
                  <a:pt x="298924" y="952174"/>
                </a:lnTo>
                <a:lnTo>
                  <a:pt x="299208" y="951406"/>
                </a:lnTo>
                <a:lnTo>
                  <a:pt x="298463" y="951406"/>
                </a:lnTo>
                <a:lnTo>
                  <a:pt x="298749" y="951120"/>
                </a:lnTo>
                <a:lnTo>
                  <a:pt x="289653" y="951120"/>
                </a:lnTo>
                <a:lnTo>
                  <a:pt x="288161" y="950718"/>
                </a:lnTo>
                <a:lnTo>
                  <a:pt x="291237" y="950718"/>
                </a:lnTo>
                <a:lnTo>
                  <a:pt x="284074" y="949967"/>
                </a:lnTo>
                <a:lnTo>
                  <a:pt x="286872" y="949967"/>
                </a:lnTo>
                <a:lnTo>
                  <a:pt x="283815" y="948590"/>
                </a:lnTo>
                <a:lnTo>
                  <a:pt x="282516" y="948590"/>
                </a:lnTo>
                <a:lnTo>
                  <a:pt x="279878" y="946818"/>
                </a:lnTo>
                <a:lnTo>
                  <a:pt x="280651" y="946818"/>
                </a:lnTo>
                <a:lnTo>
                  <a:pt x="273292" y="939822"/>
                </a:lnTo>
                <a:lnTo>
                  <a:pt x="251541" y="916233"/>
                </a:lnTo>
                <a:lnTo>
                  <a:pt x="223867" y="886715"/>
                </a:lnTo>
                <a:lnTo>
                  <a:pt x="223229" y="885860"/>
                </a:lnTo>
                <a:lnTo>
                  <a:pt x="205007" y="862883"/>
                </a:lnTo>
                <a:lnTo>
                  <a:pt x="159832" y="810665"/>
                </a:lnTo>
                <a:lnTo>
                  <a:pt x="129444" y="766013"/>
                </a:lnTo>
                <a:lnTo>
                  <a:pt x="85871" y="713715"/>
                </a:lnTo>
                <a:lnTo>
                  <a:pt x="84959" y="712425"/>
                </a:lnTo>
                <a:lnTo>
                  <a:pt x="74190" y="697679"/>
                </a:lnTo>
                <a:lnTo>
                  <a:pt x="73813" y="697133"/>
                </a:lnTo>
                <a:lnTo>
                  <a:pt x="44434" y="651563"/>
                </a:lnTo>
                <a:lnTo>
                  <a:pt x="11789" y="612866"/>
                </a:lnTo>
                <a:lnTo>
                  <a:pt x="5311" y="608816"/>
                </a:lnTo>
                <a:lnTo>
                  <a:pt x="17025" y="606827"/>
                </a:lnTo>
                <a:lnTo>
                  <a:pt x="18564" y="599502"/>
                </a:lnTo>
                <a:lnTo>
                  <a:pt x="25218" y="599502"/>
                </a:lnTo>
                <a:lnTo>
                  <a:pt x="24411" y="598695"/>
                </a:lnTo>
                <a:lnTo>
                  <a:pt x="22734" y="597357"/>
                </a:lnTo>
                <a:lnTo>
                  <a:pt x="14368" y="592136"/>
                </a:lnTo>
                <a:lnTo>
                  <a:pt x="13307" y="591715"/>
                </a:lnTo>
                <a:lnTo>
                  <a:pt x="11028" y="591266"/>
                </a:lnTo>
                <a:close/>
              </a:path>
              <a:path w="499745" h="970279">
                <a:moveTo>
                  <a:pt x="299857" y="950718"/>
                </a:moveTo>
                <a:lnTo>
                  <a:pt x="299462" y="950718"/>
                </a:lnTo>
                <a:lnTo>
                  <a:pt x="298924" y="952174"/>
                </a:lnTo>
                <a:lnTo>
                  <a:pt x="299857" y="950718"/>
                </a:lnTo>
                <a:close/>
              </a:path>
              <a:path w="499745" h="970279">
                <a:moveTo>
                  <a:pt x="319656" y="950718"/>
                </a:moveTo>
                <a:lnTo>
                  <a:pt x="299857" y="950718"/>
                </a:lnTo>
                <a:lnTo>
                  <a:pt x="298924" y="952174"/>
                </a:lnTo>
                <a:lnTo>
                  <a:pt x="319120" y="952174"/>
                </a:lnTo>
                <a:lnTo>
                  <a:pt x="319656" y="950718"/>
                </a:lnTo>
                <a:close/>
              </a:path>
              <a:path w="499745" h="970279">
                <a:moveTo>
                  <a:pt x="300550" y="949967"/>
                </a:moveTo>
                <a:lnTo>
                  <a:pt x="300337" y="949967"/>
                </a:lnTo>
                <a:lnTo>
                  <a:pt x="299857" y="950718"/>
                </a:lnTo>
                <a:lnTo>
                  <a:pt x="299151" y="950718"/>
                </a:lnTo>
                <a:lnTo>
                  <a:pt x="298463" y="951406"/>
                </a:lnTo>
                <a:lnTo>
                  <a:pt x="300550" y="949967"/>
                </a:lnTo>
                <a:close/>
              </a:path>
              <a:path w="499745" h="970279">
                <a:moveTo>
                  <a:pt x="299462" y="950718"/>
                </a:moveTo>
                <a:lnTo>
                  <a:pt x="298463" y="951406"/>
                </a:lnTo>
                <a:lnTo>
                  <a:pt x="299208" y="951406"/>
                </a:lnTo>
                <a:lnTo>
                  <a:pt x="299462" y="950718"/>
                </a:lnTo>
                <a:close/>
              </a:path>
              <a:path w="499745" h="970279">
                <a:moveTo>
                  <a:pt x="286872" y="949967"/>
                </a:moveTo>
                <a:lnTo>
                  <a:pt x="285378" y="949967"/>
                </a:lnTo>
                <a:lnTo>
                  <a:pt x="289653" y="951120"/>
                </a:lnTo>
                <a:lnTo>
                  <a:pt x="289432" y="951120"/>
                </a:lnTo>
                <a:lnTo>
                  <a:pt x="286872" y="949967"/>
                </a:lnTo>
                <a:close/>
              </a:path>
              <a:path w="499745" h="970279">
                <a:moveTo>
                  <a:pt x="291237" y="950718"/>
                </a:moveTo>
                <a:lnTo>
                  <a:pt x="288538" y="950718"/>
                </a:lnTo>
                <a:lnTo>
                  <a:pt x="289432" y="951120"/>
                </a:lnTo>
                <a:lnTo>
                  <a:pt x="295079" y="951120"/>
                </a:lnTo>
                <a:lnTo>
                  <a:pt x="291237" y="950718"/>
                </a:lnTo>
                <a:close/>
              </a:path>
              <a:path w="499745" h="970279">
                <a:moveTo>
                  <a:pt x="301115" y="948752"/>
                </a:moveTo>
                <a:lnTo>
                  <a:pt x="299151" y="950718"/>
                </a:lnTo>
                <a:lnTo>
                  <a:pt x="296314" y="950718"/>
                </a:lnTo>
                <a:lnTo>
                  <a:pt x="292872" y="951120"/>
                </a:lnTo>
                <a:lnTo>
                  <a:pt x="297583" y="951120"/>
                </a:lnTo>
                <a:lnTo>
                  <a:pt x="300154" y="949967"/>
                </a:lnTo>
                <a:lnTo>
                  <a:pt x="300337" y="949967"/>
                </a:lnTo>
                <a:lnTo>
                  <a:pt x="301115" y="948752"/>
                </a:lnTo>
                <a:close/>
              </a:path>
              <a:path w="499745" h="970279">
                <a:moveTo>
                  <a:pt x="301287" y="949459"/>
                </a:moveTo>
                <a:lnTo>
                  <a:pt x="297583" y="951120"/>
                </a:lnTo>
                <a:lnTo>
                  <a:pt x="297352" y="951120"/>
                </a:lnTo>
                <a:lnTo>
                  <a:pt x="298827" y="950718"/>
                </a:lnTo>
                <a:lnTo>
                  <a:pt x="299857" y="950718"/>
                </a:lnTo>
                <a:lnTo>
                  <a:pt x="300337" y="949967"/>
                </a:lnTo>
                <a:lnTo>
                  <a:pt x="300550" y="949967"/>
                </a:lnTo>
                <a:lnTo>
                  <a:pt x="301287" y="949459"/>
                </a:lnTo>
                <a:close/>
              </a:path>
              <a:path w="499745" h="970279">
                <a:moveTo>
                  <a:pt x="301717" y="944602"/>
                </a:moveTo>
                <a:lnTo>
                  <a:pt x="299462" y="950718"/>
                </a:lnTo>
                <a:lnTo>
                  <a:pt x="298827" y="950718"/>
                </a:lnTo>
                <a:lnTo>
                  <a:pt x="297352" y="951120"/>
                </a:lnTo>
                <a:lnTo>
                  <a:pt x="298749" y="951120"/>
                </a:lnTo>
                <a:lnTo>
                  <a:pt x="301115" y="948752"/>
                </a:lnTo>
                <a:lnTo>
                  <a:pt x="320205" y="948752"/>
                </a:lnTo>
                <a:lnTo>
                  <a:pt x="320480" y="947524"/>
                </a:lnTo>
                <a:lnTo>
                  <a:pt x="320543" y="946818"/>
                </a:lnTo>
                <a:lnTo>
                  <a:pt x="320627" y="945862"/>
                </a:lnTo>
                <a:lnTo>
                  <a:pt x="301605" y="945862"/>
                </a:lnTo>
                <a:lnTo>
                  <a:pt x="301717" y="944602"/>
                </a:lnTo>
                <a:close/>
              </a:path>
              <a:path w="499745" h="970279">
                <a:moveTo>
                  <a:pt x="320047" y="949459"/>
                </a:moveTo>
                <a:lnTo>
                  <a:pt x="301287" y="949459"/>
                </a:lnTo>
                <a:lnTo>
                  <a:pt x="299462" y="950718"/>
                </a:lnTo>
                <a:lnTo>
                  <a:pt x="298827" y="950718"/>
                </a:lnTo>
                <a:lnTo>
                  <a:pt x="301577" y="949967"/>
                </a:lnTo>
                <a:lnTo>
                  <a:pt x="319933" y="949967"/>
                </a:lnTo>
                <a:lnTo>
                  <a:pt x="320047" y="949459"/>
                </a:lnTo>
                <a:close/>
              </a:path>
              <a:path w="499745" h="970279">
                <a:moveTo>
                  <a:pt x="319933" y="949967"/>
                </a:moveTo>
                <a:lnTo>
                  <a:pt x="302731" y="949967"/>
                </a:lnTo>
                <a:lnTo>
                  <a:pt x="296314" y="950718"/>
                </a:lnTo>
                <a:lnTo>
                  <a:pt x="319656" y="950718"/>
                </a:lnTo>
                <a:lnTo>
                  <a:pt x="319933" y="949967"/>
                </a:lnTo>
                <a:close/>
              </a:path>
              <a:path w="499745" h="970279">
                <a:moveTo>
                  <a:pt x="320205" y="948752"/>
                </a:moveTo>
                <a:lnTo>
                  <a:pt x="301115" y="948752"/>
                </a:lnTo>
                <a:lnTo>
                  <a:pt x="300337" y="949967"/>
                </a:lnTo>
                <a:lnTo>
                  <a:pt x="300154" y="949967"/>
                </a:lnTo>
                <a:lnTo>
                  <a:pt x="301287" y="949459"/>
                </a:lnTo>
                <a:lnTo>
                  <a:pt x="320047" y="949459"/>
                </a:lnTo>
                <a:lnTo>
                  <a:pt x="320205" y="948752"/>
                </a:lnTo>
                <a:close/>
              </a:path>
              <a:path w="499745" h="970279">
                <a:moveTo>
                  <a:pt x="279878" y="946818"/>
                </a:moveTo>
                <a:lnTo>
                  <a:pt x="282516" y="948590"/>
                </a:lnTo>
                <a:lnTo>
                  <a:pt x="281394" y="947524"/>
                </a:lnTo>
                <a:lnTo>
                  <a:pt x="279878" y="946818"/>
                </a:lnTo>
                <a:close/>
              </a:path>
              <a:path w="499745" h="970279">
                <a:moveTo>
                  <a:pt x="281446" y="947524"/>
                </a:moveTo>
                <a:lnTo>
                  <a:pt x="282516" y="948590"/>
                </a:lnTo>
                <a:lnTo>
                  <a:pt x="283815" y="948590"/>
                </a:lnTo>
                <a:lnTo>
                  <a:pt x="281446" y="947524"/>
                </a:lnTo>
                <a:close/>
              </a:path>
              <a:path w="499745" h="970279">
                <a:moveTo>
                  <a:pt x="280651" y="946818"/>
                </a:moveTo>
                <a:lnTo>
                  <a:pt x="279878" y="946818"/>
                </a:lnTo>
                <a:lnTo>
                  <a:pt x="281446" y="947524"/>
                </a:lnTo>
                <a:lnTo>
                  <a:pt x="280651" y="946818"/>
                </a:lnTo>
                <a:close/>
              </a:path>
              <a:path w="499745" h="970279">
                <a:moveTo>
                  <a:pt x="302153" y="943419"/>
                </a:moveTo>
                <a:lnTo>
                  <a:pt x="301717" y="944602"/>
                </a:lnTo>
                <a:lnTo>
                  <a:pt x="301605" y="945862"/>
                </a:lnTo>
                <a:lnTo>
                  <a:pt x="302153" y="943419"/>
                </a:lnTo>
                <a:close/>
              </a:path>
              <a:path w="499745" h="970279">
                <a:moveTo>
                  <a:pt x="320843" y="943419"/>
                </a:moveTo>
                <a:lnTo>
                  <a:pt x="302153" y="943419"/>
                </a:lnTo>
                <a:lnTo>
                  <a:pt x="301605" y="945862"/>
                </a:lnTo>
                <a:lnTo>
                  <a:pt x="320627" y="945862"/>
                </a:lnTo>
                <a:lnTo>
                  <a:pt x="320738" y="944602"/>
                </a:lnTo>
                <a:lnTo>
                  <a:pt x="320843" y="943419"/>
                </a:lnTo>
                <a:close/>
              </a:path>
              <a:path w="499745" h="970279">
                <a:moveTo>
                  <a:pt x="322360" y="905517"/>
                </a:moveTo>
                <a:lnTo>
                  <a:pt x="319365" y="906311"/>
                </a:lnTo>
                <a:lnTo>
                  <a:pt x="303378" y="907912"/>
                </a:lnTo>
                <a:lnTo>
                  <a:pt x="302986" y="929132"/>
                </a:lnTo>
                <a:lnTo>
                  <a:pt x="302960" y="930490"/>
                </a:lnTo>
                <a:lnTo>
                  <a:pt x="301821" y="943419"/>
                </a:lnTo>
                <a:lnTo>
                  <a:pt x="301717" y="944602"/>
                </a:lnTo>
                <a:lnTo>
                  <a:pt x="302153" y="943419"/>
                </a:lnTo>
                <a:lnTo>
                  <a:pt x="320843" y="943419"/>
                </a:lnTo>
                <a:lnTo>
                  <a:pt x="321864" y="931848"/>
                </a:lnTo>
                <a:lnTo>
                  <a:pt x="321937" y="929132"/>
                </a:lnTo>
                <a:lnTo>
                  <a:pt x="322325" y="908159"/>
                </a:lnTo>
                <a:lnTo>
                  <a:pt x="322360" y="905517"/>
                </a:lnTo>
                <a:close/>
              </a:path>
              <a:path w="499745" h="970279">
                <a:moveTo>
                  <a:pt x="25218" y="599502"/>
                </a:moveTo>
                <a:lnTo>
                  <a:pt x="18564" y="599502"/>
                </a:lnTo>
                <a:lnTo>
                  <a:pt x="18821" y="600461"/>
                </a:lnTo>
                <a:lnTo>
                  <a:pt x="19079" y="601747"/>
                </a:lnTo>
                <a:lnTo>
                  <a:pt x="23947" y="613430"/>
                </a:lnTo>
                <a:lnTo>
                  <a:pt x="28031" y="623302"/>
                </a:lnTo>
                <a:lnTo>
                  <a:pt x="32267" y="631772"/>
                </a:lnTo>
                <a:lnTo>
                  <a:pt x="33983" y="635320"/>
                </a:lnTo>
                <a:lnTo>
                  <a:pt x="44434" y="651563"/>
                </a:lnTo>
                <a:lnTo>
                  <a:pt x="67442" y="681344"/>
                </a:lnTo>
                <a:lnTo>
                  <a:pt x="100540" y="723636"/>
                </a:lnTo>
                <a:lnTo>
                  <a:pt x="116297" y="745676"/>
                </a:lnTo>
                <a:lnTo>
                  <a:pt x="129444" y="766013"/>
                </a:lnTo>
                <a:lnTo>
                  <a:pt x="141485" y="780464"/>
                </a:lnTo>
                <a:lnTo>
                  <a:pt x="181947" y="833807"/>
                </a:lnTo>
                <a:lnTo>
                  <a:pt x="210013" y="868273"/>
                </a:lnTo>
                <a:lnTo>
                  <a:pt x="248597" y="899229"/>
                </a:lnTo>
                <a:lnTo>
                  <a:pt x="282387" y="908159"/>
                </a:lnTo>
                <a:lnTo>
                  <a:pt x="300916" y="908159"/>
                </a:lnTo>
                <a:lnTo>
                  <a:pt x="303378" y="907912"/>
                </a:lnTo>
                <a:lnTo>
                  <a:pt x="303414" y="889320"/>
                </a:lnTo>
                <a:lnTo>
                  <a:pt x="284546" y="889320"/>
                </a:lnTo>
                <a:lnTo>
                  <a:pt x="273974" y="888005"/>
                </a:lnTo>
                <a:lnTo>
                  <a:pt x="271938" y="888005"/>
                </a:lnTo>
                <a:lnTo>
                  <a:pt x="269787" y="887484"/>
                </a:lnTo>
                <a:lnTo>
                  <a:pt x="270549" y="887484"/>
                </a:lnTo>
                <a:lnTo>
                  <a:pt x="259826" y="883466"/>
                </a:lnTo>
                <a:lnTo>
                  <a:pt x="259107" y="883466"/>
                </a:lnTo>
                <a:lnTo>
                  <a:pt x="257180" y="882474"/>
                </a:lnTo>
                <a:lnTo>
                  <a:pt x="257621" y="882474"/>
                </a:lnTo>
                <a:lnTo>
                  <a:pt x="243824" y="873271"/>
                </a:lnTo>
                <a:lnTo>
                  <a:pt x="243622" y="873271"/>
                </a:lnTo>
                <a:lnTo>
                  <a:pt x="243067" y="872765"/>
                </a:lnTo>
                <a:lnTo>
                  <a:pt x="242505" y="872390"/>
                </a:lnTo>
                <a:lnTo>
                  <a:pt x="242655" y="872390"/>
                </a:lnTo>
                <a:lnTo>
                  <a:pt x="223329" y="854816"/>
                </a:lnTo>
                <a:lnTo>
                  <a:pt x="219797" y="850969"/>
                </a:lnTo>
                <a:lnTo>
                  <a:pt x="199915" y="829553"/>
                </a:lnTo>
                <a:lnTo>
                  <a:pt x="174458" y="798621"/>
                </a:lnTo>
                <a:lnTo>
                  <a:pt x="161439" y="780625"/>
                </a:lnTo>
                <a:lnTo>
                  <a:pt x="161352" y="780464"/>
                </a:lnTo>
                <a:lnTo>
                  <a:pt x="132206" y="735382"/>
                </a:lnTo>
                <a:lnTo>
                  <a:pt x="115820" y="712425"/>
                </a:lnTo>
                <a:lnTo>
                  <a:pt x="82400" y="669711"/>
                </a:lnTo>
                <a:lnTo>
                  <a:pt x="50976" y="629044"/>
                </a:lnTo>
                <a:lnTo>
                  <a:pt x="37139" y="611520"/>
                </a:lnTo>
                <a:lnTo>
                  <a:pt x="36403" y="610689"/>
                </a:lnTo>
                <a:lnTo>
                  <a:pt x="25218" y="599502"/>
                </a:lnTo>
                <a:close/>
              </a:path>
              <a:path w="499745" h="970279">
                <a:moveTo>
                  <a:pt x="315900" y="887626"/>
                </a:moveTo>
                <a:lnTo>
                  <a:pt x="303414" y="888859"/>
                </a:lnTo>
                <a:lnTo>
                  <a:pt x="303378" y="907912"/>
                </a:lnTo>
                <a:lnTo>
                  <a:pt x="319365" y="906311"/>
                </a:lnTo>
                <a:lnTo>
                  <a:pt x="322310" y="905517"/>
                </a:lnTo>
                <a:lnTo>
                  <a:pt x="322360" y="888241"/>
                </a:lnTo>
                <a:lnTo>
                  <a:pt x="314534" y="888241"/>
                </a:lnTo>
                <a:lnTo>
                  <a:pt x="315900" y="887626"/>
                </a:lnTo>
                <a:close/>
              </a:path>
              <a:path w="499745" h="970279">
                <a:moveTo>
                  <a:pt x="348531" y="884086"/>
                </a:moveTo>
                <a:lnTo>
                  <a:pt x="323759" y="884086"/>
                </a:lnTo>
                <a:lnTo>
                  <a:pt x="322360" y="885027"/>
                </a:lnTo>
                <a:lnTo>
                  <a:pt x="322360" y="905517"/>
                </a:lnTo>
                <a:lnTo>
                  <a:pt x="331534" y="901374"/>
                </a:lnTo>
                <a:lnTo>
                  <a:pt x="348531" y="884086"/>
                </a:lnTo>
                <a:close/>
              </a:path>
              <a:path w="499745" h="970279">
                <a:moveTo>
                  <a:pt x="303414" y="888859"/>
                </a:moveTo>
                <a:lnTo>
                  <a:pt x="298789" y="889320"/>
                </a:lnTo>
                <a:lnTo>
                  <a:pt x="303414" y="889320"/>
                </a:lnTo>
                <a:lnTo>
                  <a:pt x="303414" y="888859"/>
                </a:lnTo>
                <a:close/>
              </a:path>
              <a:path w="499745" h="970279">
                <a:moveTo>
                  <a:pt x="320822" y="0"/>
                </a:moveTo>
                <a:lnTo>
                  <a:pt x="319354" y="0"/>
                </a:lnTo>
                <a:lnTo>
                  <a:pt x="316906" y="566"/>
                </a:lnTo>
                <a:lnTo>
                  <a:pt x="304396" y="55026"/>
                </a:lnTo>
                <a:lnTo>
                  <a:pt x="303414" y="888859"/>
                </a:lnTo>
                <a:lnTo>
                  <a:pt x="315800" y="887626"/>
                </a:lnTo>
                <a:lnTo>
                  <a:pt x="316214" y="887484"/>
                </a:lnTo>
                <a:lnTo>
                  <a:pt x="322360" y="884716"/>
                </a:lnTo>
                <a:lnTo>
                  <a:pt x="322376" y="84855"/>
                </a:lnTo>
                <a:lnTo>
                  <a:pt x="323255" y="57160"/>
                </a:lnTo>
                <a:lnTo>
                  <a:pt x="323379" y="55796"/>
                </a:lnTo>
                <a:lnTo>
                  <a:pt x="325936" y="33211"/>
                </a:lnTo>
                <a:lnTo>
                  <a:pt x="325992" y="32715"/>
                </a:lnTo>
                <a:lnTo>
                  <a:pt x="329816" y="9828"/>
                </a:lnTo>
                <a:lnTo>
                  <a:pt x="329778" y="8596"/>
                </a:lnTo>
                <a:lnTo>
                  <a:pt x="323063" y="373"/>
                </a:lnTo>
                <a:lnTo>
                  <a:pt x="320822" y="0"/>
                </a:lnTo>
                <a:close/>
              </a:path>
              <a:path w="499745" h="970279">
                <a:moveTo>
                  <a:pt x="317384" y="887484"/>
                </a:moveTo>
                <a:lnTo>
                  <a:pt x="317224" y="887484"/>
                </a:lnTo>
                <a:lnTo>
                  <a:pt x="315900" y="887626"/>
                </a:lnTo>
                <a:lnTo>
                  <a:pt x="314534" y="888241"/>
                </a:lnTo>
                <a:lnTo>
                  <a:pt x="317384" y="887484"/>
                </a:lnTo>
                <a:close/>
              </a:path>
              <a:path w="499745" h="970279">
                <a:moveTo>
                  <a:pt x="322360" y="887484"/>
                </a:moveTo>
                <a:lnTo>
                  <a:pt x="317384" y="887484"/>
                </a:lnTo>
                <a:lnTo>
                  <a:pt x="314534" y="888241"/>
                </a:lnTo>
                <a:lnTo>
                  <a:pt x="322360" y="888241"/>
                </a:lnTo>
                <a:lnTo>
                  <a:pt x="322360" y="887484"/>
                </a:lnTo>
                <a:close/>
              </a:path>
              <a:path w="499745" h="970279">
                <a:moveTo>
                  <a:pt x="269787" y="887484"/>
                </a:moveTo>
                <a:lnTo>
                  <a:pt x="271938" y="888005"/>
                </a:lnTo>
                <a:lnTo>
                  <a:pt x="270927" y="887626"/>
                </a:lnTo>
                <a:lnTo>
                  <a:pt x="269787" y="887484"/>
                </a:lnTo>
                <a:close/>
              </a:path>
              <a:path w="499745" h="970279">
                <a:moveTo>
                  <a:pt x="270927" y="887626"/>
                </a:moveTo>
                <a:lnTo>
                  <a:pt x="271938" y="888005"/>
                </a:lnTo>
                <a:lnTo>
                  <a:pt x="273974" y="888005"/>
                </a:lnTo>
                <a:lnTo>
                  <a:pt x="270927" y="887626"/>
                </a:lnTo>
                <a:close/>
              </a:path>
              <a:path w="499745" h="970279">
                <a:moveTo>
                  <a:pt x="270549" y="887484"/>
                </a:moveTo>
                <a:lnTo>
                  <a:pt x="269787" y="887484"/>
                </a:lnTo>
                <a:lnTo>
                  <a:pt x="270927" y="887626"/>
                </a:lnTo>
                <a:lnTo>
                  <a:pt x="270549" y="887484"/>
                </a:lnTo>
                <a:close/>
              </a:path>
              <a:path w="499745" h="970279">
                <a:moveTo>
                  <a:pt x="322326" y="884716"/>
                </a:moveTo>
                <a:lnTo>
                  <a:pt x="315900" y="887626"/>
                </a:lnTo>
                <a:lnTo>
                  <a:pt x="317224" y="887484"/>
                </a:lnTo>
                <a:lnTo>
                  <a:pt x="322360" y="887484"/>
                </a:lnTo>
                <a:lnTo>
                  <a:pt x="322360" y="885860"/>
                </a:lnTo>
                <a:lnTo>
                  <a:pt x="321122" y="885860"/>
                </a:lnTo>
                <a:lnTo>
                  <a:pt x="322326" y="884716"/>
                </a:lnTo>
                <a:close/>
              </a:path>
              <a:path w="499745" h="970279">
                <a:moveTo>
                  <a:pt x="322360" y="884716"/>
                </a:moveTo>
                <a:lnTo>
                  <a:pt x="321999" y="885027"/>
                </a:lnTo>
                <a:lnTo>
                  <a:pt x="321122" y="885860"/>
                </a:lnTo>
                <a:lnTo>
                  <a:pt x="322360" y="885027"/>
                </a:lnTo>
                <a:lnTo>
                  <a:pt x="322360" y="884716"/>
                </a:lnTo>
                <a:close/>
              </a:path>
              <a:path w="499745" h="970279">
                <a:moveTo>
                  <a:pt x="322360" y="885027"/>
                </a:moveTo>
                <a:lnTo>
                  <a:pt x="321122" y="885860"/>
                </a:lnTo>
                <a:lnTo>
                  <a:pt x="322360" y="885860"/>
                </a:lnTo>
                <a:lnTo>
                  <a:pt x="322360" y="885027"/>
                </a:lnTo>
                <a:close/>
              </a:path>
              <a:path w="499745" h="970279">
                <a:moveTo>
                  <a:pt x="323759" y="884086"/>
                </a:moveTo>
                <a:lnTo>
                  <a:pt x="322360" y="884716"/>
                </a:lnTo>
                <a:lnTo>
                  <a:pt x="322360" y="885027"/>
                </a:lnTo>
                <a:lnTo>
                  <a:pt x="323759" y="884086"/>
                </a:lnTo>
                <a:close/>
              </a:path>
              <a:path w="499745" h="970279">
                <a:moveTo>
                  <a:pt x="353650" y="877103"/>
                </a:moveTo>
                <a:lnTo>
                  <a:pt x="330346" y="877103"/>
                </a:lnTo>
                <a:lnTo>
                  <a:pt x="329729" y="877689"/>
                </a:lnTo>
                <a:lnTo>
                  <a:pt x="329230" y="878368"/>
                </a:lnTo>
                <a:lnTo>
                  <a:pt x="329013" y="878368"/>
                </a:lnTo>
                <a:lnTo>
                  <a:pt x="322326" y="884716"/>
                </a:lnTo>
                <a:lnTo>
                  <a:pt x="323759" y="884086"/>
                </a:lnTo>
                <a:lnTo>
                  <a:pt x="348531" y="884086"/>
                </a:lnTo>
                <a:lnTo>
                  <a:pt x="352723" y="878368"/>
                </a:lnTo>
                <a:lnTo>
                  <a:pt x="329230" y="878368"/>
                </a:lnTo>
                <a:lnTo>
                  <a:pt x="329829" y="877689"/>
                </a:lnTo>
                <a:lnTo>
                  <a:pt x="353221" y="877689"/>
                </a:lnTo>
                <a:lnTo>
                  <a:pt x="353650" y="877103"/>
                </a:lnTo>
                <a:close/>
              </a:path>
              <a:path w="499745" h="970279">
                <a:moveTo>
                  <a:pt x="257180" y="882474"/>
                </a:moveTo>
                <a:lnTo>
                  <a:pt x="259107" y="883466"/>
                </a:lnTo>
                <a:lnTo>
                  <a:pt x="258186" y="882851"/>
                </a:lnTo>
                <a:lnTo>
                  <a:pt x="257180" y="882474"/>
                </a:lnTo>
                <a:close/>
              </a:path>
              <a:path w="499745" h="970279">
                <a:moveTo>
                  <a:pt x="258186" y="882851"/>
                </a:moveTo>
                <a:lnTo>
                  <a:pt x="259107" y="883466"/>
                </a:lnTo>
                <a:lnTo>
                  <a:pt x="259826" y="883466"/>
                </a:lnTo>
                <a:lnTo>
                  <a:pt x="258186" y="882851"/>
                </a:lnTo>
                <a:close/>
              </a:path>
              <a:path w="499745" h="970279">
                <a:moveTo>
                  <a:pt x="257621" y="882474"/>
                </a:moveTo>
                <a:lnTo>
                  <a:pt x="257180" y="882474"/>
                </a:lnTo>
                <a:lnTo>
                  <a:pt x="258186" y="882851"/>
                </a:lnTo>
                <a:lnTo>
                  <a:pt x="257621" y="882474"/>
                </a:lnTo>
                <a:close/>
              </a:path>
              <a:path w="499745" h="970279">
                <a:moveTo>
                  <a:pt x="480520" y="580018"/>
                </a:moveTo>
                <a:lnTo>
                  <a:pt x="476336" y="593959"/>
                </a:lnTo>
                <a:lnTo>
                  <a:pt x="475661" y="596339"/>
                </a:lnTo>
                <a:lnTo>
                  <a:pt x="464717" y="623729"/>
                </a:lnTo>
                <a:lnTo>
                  <a:pt x="451732" y="651563"/>
                </a:lnTo>
                <a:lnTo>
                  <a:pt x="435049" y="690497"/>
                </a:lnTo>
                <a:lnTo>
                  <a:pt x="418644" y="732455"/>
                </a:lnTo>
                <a:lnTo>
                  <a:pt x="403392" y="766013"/>
                </a:lnTo>
                <a:lnTo>
                  <a:pt x="400530" y="772378"/>
                </a:lnTo>
                <a:lnTo>
                  <a:pt x="389533" y="792259"/>
                </a:lnTo>
                <a:lnTo>
                  <a:pt x="388946" y="793388"/>
                </a:lnTo>
                <a:lnTo>
                  <a:pt x="375232" y="813965"/>
                </a:lnTo>
                <a:lnTo>
                  <a:pt x="349326" y="850969"/>
                </a:lnTo>
                <a:lnTo>
                  <a:pt x="329729" y="877689"/>
                </a:lnTo>
                <a:lnTo>
                  <a:pt x="330346" y="877103"/>
                </a:lnTo>
                <a:lnTo>
                  <a:pt x="353650" y="877103"/>
                </a:lnTo>
                <a:lnTo>
                  <a:pt x="364925" y="861725"/>
                </a:lnTo>
                <a:lnTo>
                  <a:pt x="390875" y="824654"/>
                </a:lnTo>
                <a:lnTo>
                  <a:pt x="417109" y="781556"/>
                </a:lnTo>
                <a:lnTo>
                  <a:pt x="435893" y="740305"/>
                </a:lnTo>
                <a:lnTo>
                  <a:pt x="452815" y="697133"/>
                </a:lnTo>
                <a:lnTo>
                  <a:pt x="469194" y="658934"/>
                </a:lnTo>
                <a:lnTo>
                  <a:pt x="493241" y="603418"/>
                </a:lnTo>
                <a:lnTo>
                  <a:pt x="499468" y="581419"/>
                </a:lnTo>
                <a:lnTo>
                  <a:pt x="480519" y="581419"/>
                </a:lnTo>
                <a:lnTo>
                  <a:pt x="480520" y="580018"/>
                </a:lnTo>
                <a:close/>
              </a:path>
              <a:path w="499745" h="970279">
                <a:moveTo>
                  <a:pt x="243067" y="872765"/>
                </a:moveTo>
                <a:lnTo>
                  <a:pt x="243622" y="873271"/>
                </a:lnTo>
                <a:lnTo>
                  <a:pt x="243824" y="873271"/>
                </a:lnTo>
                <a:lnTo>
                  <a:pt x="243067" y="872765"/>
                </a:lnTo>
                <a:close/>
              </a:path>
              <a:path w="499745" h="970279">
                <a:moveTo>
                  <a:pt x="242655" y="872390"/>
                </a:moveTo>
                <a:lnTo>
                  <a:pt x="242505" y="872390"/>
                </a:lnTo>
                <a:lnTo>
                  <a:pt x="243067" y="872765"/>
                </a:lnTo>
                <a:lnTo>
                  <a:pt x="242655" y="872390"/>
                </a:lnTo>
                <a:close/>
              </a:path>
              <a:path w="499745" h="970279">
                <a:moveTo>
                  <a:pt x="129444" y="766013"/>
                </a:moveTo>
                <a:lnTo>
                  <a:pt x="159475" y="810205"/>
                </a:lnTo>
                <a:lnTo>
                  <a:pt x="185660" y="842030"/>
                </a:lnTo>
                <a:lnTo>
                  <a:pt x="205007" y="862883"/>
                </a:lnTo>
                <a:lnTo>
                  <a:pt x="182075" y="833968"/>
                </a:lnTo>
                <a:lnTo>
                  <a:pt x="141607" y="780625"/>
                </a:lnTo>
                <a:lnTo>
                  <a:pt x="129444" y="766013"/>
                </a:lnTo>
                <a:close/>
              </a:path>
              <a:path w="499745" h="970279">
                <a:moveTo>
                  <a:pt x="11789" y="612866"/>
                </a:moveTo>
                <a:lnTo>
                  <a:pt x="22312" y="623302"/>
                </a:lnTo>
                <a:lnTo>
                  <a:pt x="22690" y="623729"/>
                </a:lnTo>
                <a:lnTo>
                  <a:pt x="22805" y="623884"/>
                </a:lnTo>
                <a:lnTo>
                  <a:pt x="22924" y="624084"/>
                </a:lnTo>
                <a:lnTo>
                  <a:pt x="36043" y="640703"/>
                </a:lnTo>
                <a:lnTo>
                  <a:pt x="44434" y="651563"/>
                </a:lnTo>
                <a:lnTo>
                  <a:pt x="33983" y="635320"/>
                </a:lnTo>
                <a:lnTo>
                  <a:pt x="32267" y="631772"/>
                </a:lnTo>
                <a:lnTo>
                  <a:pt x="28031" y="623302"/>
                </a:lnTo>
                <a:lnTo>
                  <a:pt x="23947" y="613430"/>
                </a:lnTo>
                <a:lnTo>
                  <a:pt x="12691" y="613430"/>
                </a:lnTo>
                <a:lnTo>
                  <a:pt x="11789" y="612866"/>
                </a:lnTo>
                <a:close/>
              </a:path>
              <a:path w="499745" h="970279">
                <a:moveTo>
                  <a:pt x="11013" y="612090"/>
                </a:moveTo>
                <a:lnTo>
                  <a:pt x="11789" y="612866"/>
                </a:lnTo>
                <a:lnTo>
                  <a:pt x="12691" y="613430"/>
                </a:lnTo>
                <a:lnTo>
                  <a:pt x="11013" y="612090"/>
                </a:lnTo>
                <a:close/>
              </a:path>
              <a:path w="499745" h="970279">
                <a:moveTo>
                  <a:pt x="23388" y="612090"/>
                </a:moveTo>
                <a:lnTo>
                  <a:pt x="11013" y="612090"/>
                </a:lnTo>
                <a:lnTo>
                  <a:pt x="12691" y="613430"/>
                </a:lnTo>
                <a:lnTo>
                  <a:pt x="23947" y="613430"/>
                </a:lnTo>
                <a:lnTo>
                  <a:pt x="23388" y="612090"/>
                </a:lnTo>
                <a:close/>
              </a:path>
              <a:path w="499745" h="970279">
                <a:moveTo>
                  <a:pt x="17025" y="606827"/>
                </a:moveTo>
                <a:lnTo>
                  <a:pt x="5311" y="608816"/>
                </a:lnTo>
                <a:lnTo>
                  <a:pt x="11789" y="612866"/>
                </a:lnTo>
                <a:lnTo>
                  <a:pt x="11013" y="612090"/>
                </a:lnTo>
                <a:lnTo>
                  <a:pt x="23388" y="612090"/>
                </a:lnTo>
                <a:lnTo>
                  <a:pt x="21626" y="607861"/>
                </a:lnTo>
                <a:lnTo>
                  <a:pt x="16808" y="607861"/>
                </a:lnTo>
                <a:lnTo>
                  <a:pt x="17025" y="606827"/>
                </a:lnTo>
                <a:close/>
              </a:path>
              <a:path w="499745" h="970279">
                <a:moveTo>
                  <a:pt x="18564" y="599502"/>
                </a:moveTo>
                <a:lnTo>
                  <a:pt x="16808" y="607861"/>
                </a:lnTo>
                <a:lnTo>
                  <a:pt x="17634" y="606827"/>
                </a:lnTo>
                <a:lnTo>
                  <a:pt x="21196" y="606827"/>
                </a:lnTo>
                <a:lnTo>
                  <a:pt x="19580" y="602950"/>
                </a:lnTo>
                <a:lnTo>
                  <a:pt x="19390" y="602590"/>
                </a:lnTo>
                <a:lnTo>
                  <a:pt x="19274" y="602324"/>
                </a:lnTo>
                <a:lnTo>
                  <a:pt x="19079" y="601747"/>
                </a:lnTo>
                <a:lnTo>
                  <a:pt x="18821" y="600461"/>
                </a:lnTo>
                <a:lnTo>
                  <a:pt x="18564" y="599502"/>
                </a:lnTo>
                <a:close/>
              </a:path>
              <a:path w="499745" h="970279">
                <a:moveTo>
                  <a:pt x="21196" y="606827"/>
                </a:moveTo>
                <a:lnTo>
                  <a:pt x="17634" y="606827"/>
                </a:lnTo>
                <a:lnTo>
                  <a:pt x="16808" y="607861"/>
                </a:lnTo>
                <a:lnTo>
                  <a:pt x="21626" y="607861"/>
                </a:lnTo>
                <a:lnTo>
                  <a:pt x="21196" y="606827"/>
                </a:lnTo>
                <a:close/>
              </a:path>
              <a:path w="499745" h="970279">
                <a:moveTo>
                  <a:pt x="480918" y="578690"/>
                </a:moveTo>
                <a:lnTo>
                  <a:pt x="480520" y="580018"/>
                </a:lnTo>
                <a:lnTo>
                  <a:pt x="480519" y="581419"/>
                </a:lnTo>
                <a:lnTo>
                  <a:pt x="480918" y="578690"/>
                </a:lnTo>
                <a:close/>
              </a:path>
              <a:path w="499745" h="970279">
                <a:moveTo>
                  <a:pt x="499467" y="578690"/>
                </a:moveTo>
                <a:lnTo>
                  <a:pt x="480918" y="578690"/>
                </a:lnTo>
                <a:lnTo>
                  <a:pt x="480519" y="581419"/>
                </a:lnTo>
                <a:lnTo>
                  <a:pt x="499468" y="581419"/>
                </a:lnTo>
                <a:lnTo>
                  <a:pt x="499467" y="578690"/>
                </a:lnTo>
                <a:close/>
              </a:path>
              <a:path w="499745" h="970279">
                <a:moveTo>
                  <a:pt x="491249" y="564561"/>
                </a:moveTo>
                <a:lnTo>
                  <a:pt x="488737" y="564561"/>
                </a:lnTo>
                <a:lnTo>
                  <a:pt x="487528" y="564802"/>
                </a:lnTo>
                <a:lnTo>
                  <a:pt x="480520" y="580018"/>
                </a:lnTo>
                <a:lnTo>
                  <a:pt x="480918" y="578690"/>
                </a:lnTo>
                <a:lnTo>
                  <a:pt x="499467" y="578690"/>
                </a:lnTo>
                <a:lnTo>
                  <a:pt x="492457" y="564802"/>
                </a:lnTo>
                <a:lnTo>
                  <a:pt x="491249" y="564561"/>
                </a:lnTo>
                <a:close/>
              </a:path>
            </a:pathLst>
          </a:custGeom>
          <a:solidFill>
            <a:srgbClr val="4326C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06096" y="2687426"/>
            <a:ext cx="87703" cy="79684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17877" y="2670755"/>
            <a:ext cx="138249" cy="219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2026-01-05T08:04:27Z</dcterms:created>
  <dcterms:modified xsi:type="dcterms:W3CDTF">2026-01-05T08:04:27Z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2025-01-19T00:00:00Z</vt:filetime>
  </property>
  <property fmtid="{D5CDD505-2E9C-101B-9397-08002B2CF9AE}" pid="3" name="LastSaved">
    <vt:filetime>2026-01-05T00:00:00Z</vt:filetime>
  </property>
  <property fmtid="{D5CDD505-2E9C-101B-9397-08002B2CF9AE}" pid="4" name="Producer">
    <vt:lpwstr>iOS Version 16.7.10 (Build 20H350) Quartz PDFContext</vt:lpwstr>
  </property>
</Properties>
</file>